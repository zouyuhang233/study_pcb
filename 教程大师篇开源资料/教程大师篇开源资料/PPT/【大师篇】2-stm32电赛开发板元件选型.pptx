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22"/>
  </p:notesMasterIdLst>
  <p:sldIdLst>
    <p:sldId id="382" r:id="rId3"/>
    <p:sldId id="375" r:id="rId4"/>
    <p:sldId id="398" r:id="rId5"/>
    <p:sldId id="390" r:id="rId6"/>
    <p:sldId id="391" r:id="rId7"/>
    <p:sldId id="392" r:id="rId8"/>
    <p:sldId id="393" r:id="rId9"/>
    <p:sldId id="394" r:id="rId10"/>
    <p:sldId id="395" r:id="rId11"/>
    <p:sldId id="396" r:id="rId12"/>
    <p:sldId id="397" r:id="rId13"/>
    <p:sldId id="399" r:id="rId14"/>
    <p:sldId id="400" r:id="rId15"/>
    <p:sldId id="401" r:id="rId16"/>
    <p:sldId id="402" r:id="rId17"/>
    <p:sldId id="403" r:id="rId18"/>
    <p:sldId id="404" r:id="rId19"/>
    <p:sldId id="405" r:id="rId20"/>
    <p:sldId id="406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79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2856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07-18T15:13:20.24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19311 8941 193 0,'16'5'224'0,"-7"-2"7"15,3-2 2-15,0 2 0 0,-2-1 2 0,-2-1 0 0,2 1 1 0,-2-1-1 16,4-1 0-16,0 3-32 0,-1-3-46 0,2 2-53 0,3-1-52 16,-2 1-28-16,2-1-12 0,-2 0-6 0,3 1-2 0,-1 0 1 0,3-1 2 15,2 1 2-15,-4-1 4 0,4 2 6 0,1 1 7 0,-1-2 7 16,0 2 9-16,3-2 10 0,1 1 7 0,-1 0 5 0,3-1 8 0,0 1 3 16,1-2 3-16,-1 1 1 0,2-2 2 0,-3 1 0 0,3 1-3 15,-1-2-1-15,1 1-4 0,0 2-6 0,-1-1-4 0,2-1-10 16,-1 2-6-16,-1 0-2 0,0 1-3 0,2 1 0 0,-3 0 0 0,3 1 2 15,-3 0 3-15,3 0 2 0,-1 1 1 0,1 1 0 0,0 1-2 16,0-2-2-16,0 4-2 0,0-2 2 0,0 0-1 0,-3 1 3 0,3 1-2 16,0-1 0-16,0 1-2 0,0-1 1 0,0 0-2 0,0 0 3 15,2-2 2-15,0 3 7 0,-2-2 8 0,3 0 5 0,0-1 4 0,1 1 1 16,1-2 3-16,0 1-1 0,1-1-2 0,3-1 0 0,-3 0-1 16,3 0 2-16,2 0-1 0,1 0-2 0,2-1-5 0,-1-1-7 15,2 1-10-15,0-3-4 0,0 2-5 0,1 0-2 0,3-2-2 0,-3 1-3 16,3-2-1-16,-3 2-1 0,5-2-3 0,-1 1-4 0,-1 1-3 15,3-1-1-15,-1-1-1 0,5 2 0 0,-3-1 0 0,2-1 1 0,1 2 2 16,-1 0 0-16,1 0 1 0,0 0 0 0,1 0-1 0,2 0-1 16,-2 2 1-16,1-2 0 0,-1 1-1 0,3-1-3 0,1 0-1 0,-1 2-1 15,1-3-3-15,1 2-2 0,0-1 0 0,1-2-3 0,0 2-2 16,0 0 0-16,3-1 1 0,-2 0-1 0,-1 0-2 0,2 0 1 16,0 1 0-16,-1-2 0 0,1 2 2 0,3-1 1 0,-3-2 1 0,5 3 1 15,-4-2 2-15,2 2 0 0,0-1 2 0,0 1-1 0,1 0 1 16,0 0 1-16,-1 0 1 0,0-2-1 0,3 2 1 0,-2-1 0 0,3 1-3 15,-3-2 0-15,4 2-1 0,0-1 0 0,-1-2 2 0,-1 3-2 16,2-3 0-16,1 0-2 0,-1 1-2 0,2-1 0 0,0-1-1 0,0 1-1 16,0-3 0-16,2 1-1 0,0 1 0 0,-3-2 1 0,5 0 2 15,-3 0 0-15,3-2 0 0,-3 1-1 0,3-1 1 0,-1 0 2 0,1 0 1 16,-2 0 0-16,2-1 2 0,-3 2 0 0,2-1 3 0,-2 1 1 16,1-1 3-16,-3 1-3 0,2-2 0 0,-1 1 0 0,-1 2 0 0,-3-1-2 15,0-1 1-15,2 2 0 0,-4 0-1 0,3 0 0 0,-3 2 2 16,0-1-1-16,-2 0 0 0,0 0 1 0,-1 0-2 0,1 1 2 15,-3 1 0-15,2-2-1 0,-1 2 2 0,0-1-2 0,-2 1 3 0,1 0-1 16,-1 0 1-16,0 1-1 0,-1-1 2 0,0 2 0 0,-1-2-2 16,-1 1 0-16,0 1 0 0,0-1 0 0,2 0 2 0,0-1-1 0,-2 4 0 15,0-4 0-15,0 1 0 0,0 1-1 0,0-1-1 0,0 1 0 16,-1-1-2-16,1 1 1 0,-1-2-2 0,-3 1 0 0,3-1 0 0,-1 2-1 16,1-2-2-16,-1 0-1 0,1 0-10 0,-4 0 0 0,4 0 0 15,-4 0 0-15,2 0 0 0,0-2 0 0,-2 2 0 0,-1-1 0 16,0 1 0-16,-1-2 0 0,-1 1 0 0,-2-1 0 0,2 1 0 0,-5-1 0 15,2 1 0-15,-3 1 0 0,1-4 0 0,1 4 0 0,-5 0 0 0,-1 0 0 16,1 0 0-16,-5 0 0 0,-2 4 0 0,1-4 0 0,-4 1 0 16,-1 2 0-16,-2-1 0 0,-3 1 0 0,-2 0 0 0,-2 0 0 15,-1 1 0-15,-2-1 0 0,-2 2 0 0,-2-1 0 0,0 0 0 0,-1 1 0 16,-2 0 0-16,0 1 0 0,0-2 0 0,-2 2 0 0,0-1 0 0,1 0 0 16,-2 0 0-16,0 1 0 0,2-1 0 0,-2 1 0 0,-1-2 0 15,1 1 0-15,-1-2 0 0,-1 1 0 0,0 1 0 0,1-1 0 0,-1-1 0 16,-1 0 0-16,-1 0 0 0,2-2 0 0,-5 3 0 0,2-3 0 15,-2 2 0-15,-1-1-59 0,-1 1-32 0,-1-3-43 0,0 1-55 0,-3 1-83 16,0-2-101-16,-4-2-86 0,-2 1-83 0,0-2-38 0,-4-2-17 0,-6 0-3 16,-1 0 5-16,-5-3 8 0,-1-2 14 0,-8 1 15 0,-2-3 20 15,-6 1 40-15,-3-2 58 0,-5 1 83 0</inkml:trace>
  <inkml:trace contextRef="#ctx0" brushRef="#br0" timeOffset="9127.85">2752 7705 74 0,'-1'-6'175'0,"-4"2"7"0,-1-2 6 16,-3 0 9-16,-1 1 7 0,-1-1 10 0,-1 2 14 0,-2-2 17 0,3 1 20 15,-3 1-12-15,1-1-28 0,2 2-20 0,-3-2-17 0,1 1 2 16,-1 0 8-16,0 1 12 0,0-2 16 0,-1 2 17 0,0-1 22 0,2-1 4 16,-3 3-1-16,2-4-10 0,-2 2-13 0,2 0-12 0,-2-1-9 0,0 1-14 15,-1-2-15-15,3 0-16 0,-4 1-20 0,2-1-16 0,-1 0-19 16,1 0-22-16,-3 0-25 0,3 0-14 0,-3 1-11 0,-1-2-5 0,2 1-4 15,0 1-1-15,-2 0-3 0,0 0-2 0,0 1-2 0,0-1-4 16,-2 1 0-16,2-1 0 0,-1 2-2 0,-1 0 1 0,-2 0-3 0,1 2 1 16,0-1-1-16,-2 0-3 0,0 1-1 0,0 1-3 0,0 0-1 0,-1 1-1 15,-1 1 0-15,0 0 0 0,2-1 0 0,-2 2-4 0,2 0 0 16,-2 1 0-16,3 1-4 0,-1 0 0 0,1 1-1 0,1 0 0 0,-1-1-1 16,1 2-2-16,0 0 0 0,1 1-1 0,1 0 0 0,-1 2 0 15,0-2-2-15,0 2 0 0,4 0 0 0,0 1-2 0,0-1 1 0,-1 1-1 16,5-1-1-16,-2 1 0 0,2-1 0 0,-2 0 0 0,3 3-1 0,-1 1-1 15,0-2 0-15,1 4-1 0,2-1 0 0,-2 1 1 0,1 2-1 0,-1 0 0 16,1 0-1-16,1 2 1 0,-1-1-1 0,0 1 2 0,2 1-1 0,-1 0 1 16,-1 1 1-16,2 0-2 0,-2-2 1 0,2 3 0 0,-1-1-1 0,0 1 0 15,3-3 1-15,-2 3 0 0,2 0 0 0,-1-1 1 0,1 1 1 0,0 0 0 16,-1 2 1-16,3-1-1 0,-1 1-1 0,1-1 0 0,-1 2 1 16,0 0 0-16,2 0 0 0,0 1 0 0,0 0 1 0,-1 2-1 0,4-2-1 15,-4 1 1-15,3 1-1 0,2-2-1 0,-1 1-1 0,0 1 1 0,-1-2-1 16,3 1 1-16,0 1 1 0,0-2 0 0,0 0 0 0,3 0 0 0,-3 1-1 15,2-1 1-15,1 0 0 0,-1 0-1 0,4 1 0 0,-3-2 0 0,3 1 2 16,-1 0 0-16,3-1 0 0,1 0 1 0,1 0 0 0,1 1-1 16,0-3-1-16,2 3 1 0,4-3 1 0,-4 2 0 0,4-2-2 0,-1 0 2 15,3-2 0-15,0 1 0 0,0-1 0 0,1-1 0 0,1-1-1 0,1-2 0 16,0 0 0-16,1 0 0 0,2-3 0 0,0-1 0 0,2 2 1 0,1-4 1 16,-1-1 0-16,3 0-1 0,-1-2 1 0,1 0 0 0,1-2 0 15,-1 1-1-15,2 0-1 0,1-2 2 0,2 0 0 0,-2-2 0 0,2 1-1 16,2-1 1-16,-1 2-2 0,3-1 1 0,-1-2 0 0,0 1 0 15,2-1 0-15,-1 0 0 0,1 0-1 0,-2 0 0 0,4-1 0 0,-2 0 1 16,1 0 0-16,2 0 1 0,-2-2-1 0,2 0 1 0,2 0 0 0,-2 0 1 16,3-2-1-16,0 0-1 0,-2 0 1 0,2-1-1 0,1 1 1 15,-2-2 1-15,0-1-1 0,0 1 0 0,0-1-2 0,-2-2 1 0,0-1 0 16,1-1 0-16,-3 0 1 0,1-1 0 0,-2-2 0 0,0-1 1 16,0 0 0-16,2 0 1 0,-4-2-1 0,0-1 0 0,-1 0 0 0,2 0-2 15,-3-2 0-15,1 1 1 0,-2-2 0 0,-2-1 0 0,0 1-1 16,-1-1-1-16,-2-1-1 0,-2 0 0 0,-1-1 0 0,-2-1 1 15,-1-1 0-15,-3 1 0 0,1-2 2 0,-2 0 0 0,-2-2 0 0,-1 0-1 16,-1 0 1-16,1-2-1 0,-1-2 1 0,-2-1-1 0,-1 2 0 16,-1-3-1-16,0 0 2 0,-1-3 0 0,-2 2-1 0,-1-1 0 0,-3-1-1 15,0 0 0-15,1 1 1 0,-5-3-1 0,-1 2 0 0,-1 0 1 16,-5 0 0-16,3 1 0 0,-4-1 1 0,-1 2 0 0,-1 1 1 0,-2 1 0 16,-1-1 1-16,-1 3 1 0,-2 1 3 0,1 0 0 0,-4 2 1 15,1 1-1-15,-2 2 1 0,0 3 1 0,-4 0-1 0,-1 3 3 0,-2 2-2 16,-2 1 0-16,-2 3-1 0,-2 0 0 0,-3 3-2 0,-4 1-2 15,-1 3-1-15,-2 1-8 0,-4 3-6 0,-2 1-11 0,-4 0-9 0,0 3-12 16,-3 1-14-16,1 1-21 0,-5 1-23 0,3 0-49 0,-1 0-64 16,0-2-72-16,0 2-73 0,4-2-63 0,2-2-58 0,2 1-39 15,4-3-30-15,2-3-10 0,4 0 1 0,4-1 5 0,5-5 11 0,2 3 19 16,7-5 24-16,1-2 50 0,2 0 65 0,6-2 70 0</inkml:trace>
  <inkml:trace contextRef="#ctx0" brushRef="#br0" timeOffset="10677.77">1616 4807 126 0,'-7'-10'169'0,"1"-2"2"16,-4 0 4-16,1 0-1 0,-2 0 1 0,-1-1-1 0,-1 0 3 16,0 1 1-16,-3 0-9 0,0 0-17 0,-1 0-30 0,1 2-33 0,-3-2-16 15,1 1 0-15,-2 1 6 0,-2 1 10 0,0 0 13 0,-2 1 12 0,0 1 13 16,-1 1 15-16,0 1 11 0,0 3 9 0,-1-2 4 0,-3 4 0 0,1 0-2 16,1 2-2-16,-3 0-3 0,2 3-5 0,-2 1-6 0,0 2-4 0,1 1 1 15,1 1 4-15,0 1 0 0,-1 2-5 0,2 2-2 0,2 0-6 0,-2 3-4 16,2 0-5-16,4 0-7 0,2-1-8 0,0-1-7 0,3 2-6 15,-3 0-8-15,2 2-9 0,1-1-14 0,-3 4-18 0,3 0-15 16,-3 0-11-16,3 3-7 0,-2 0-8 0,0 2-3 0,2 2-4 0,-2 0-1 16,1 1 0-16,2 2-2 0,-1-1 0 0,2 1 0 15,3-2 0-15,-1 1 1 0,2-1-1 0,0 1 0 0,2-1 0 0,2-1 1 16,1 0 1-16,-1-1 0 0,4 1 0 0,-1-2 1 16,1 2-1-16,1-1 1 0,-1 1 0 0,4-2 2 0,-1 2-1 15,1 0 2-15,1-1 0 0,-1 1 1 0,3 1 0 0,-1 1 0 16,4-2 1-16,0 0-2 0,0 1 1 0,6 11-1 0,5 5 0 15,3 2 1-15,2-2-2 0,4-5 0 0,2-3 0 0,0-6-1 0,0-5 1 0,2-1-1 16,1-4 1-16,2-2-1 0,0-3 0 0,0-3 1 0,1 0-1 16,2 0 1-16,0-2 1 0,0-1-1 0,3 2 0 0,0-2-1 0,-3-2 2 15,3 2-1-15,2-1 0 0,-2-1 2 0,2 1 1 0,-1-2 1 0,4 0 4 16,0-2-1-16,-2-1 1 0,5 0 1 0,-1 0-1 0,2-1 1 0,2-2 0 16,-1 0 1-16,3 0 1 0,-1-2 0 0,0 2 0 0,4-3 0 15,-2 2-1-15,2-1-1 0,-2-1-1 0,-2 0-2 0,2-1 1 0,0 1-2 16,-1 0 1-16,-2-2-2 0,2 2 0 0,0 0-1 0,-4 0-2 15,1 0-1-15,-1 2 0 0,-2-2-2 0,1 0 1 0,-3 0 0 0,-2-2-2 16,-1 2 0-16,-1-3 0 0,-2 0 1 0,0-1 1 0,-2-1 0 16,-1-3 2-16,1 0 1 0,-1-1 0 0,-1-5 0 0,-1 2 1 0,-1-3 0 15,1 0-1-15,-3-3 0 0,1 0-1 0,-1 0 1 0,-2-2-1 16,0 1 0-16,-3 0-1 0,-2-1-1 0,2-1 0 0,-3 0-1 16,-1 0 1-16,-1 0 0 0,-2 0-1 0,0 0 1 0,-4-2 1 0,1 1 1 15,-2 0 1-15,0-1 1 0,-3-1-1 0,0 0 1 0,-1 2 1 16,-3-2 0-16,1-1 0 0,-2 3 1 0,-1-2 1 0,-3 2 1 0,2-1 2 15,-3-1 1-15,-1 2 0 0,-2-1 1 0,1 1 1 0,-3-1 0 16,-1-1 3-16,-2 2 0 0,1-2-2 0,-4-2 2 0,-1 1 1 0,1-1-2 16,-4-1 0-16,2 0-4 0,-2-1 1 0,-4-1-1 0,1 1 0 15,-1-1 1-15,-2 1 1 0,1-1 2 0,-2 1 1 0,2-1 2 16,-4 1 1-16,0 1 3 0,0 0 1 0,-2 1 3 0,2-1 0 0,-3 4 4 16,-2-2 1-16,2 3 1 0,-1 0-2 0,-2 1-1 0,-1 2-1 15,1 1 0-15,-2 1-3 0,-2 1-3 0,-1 0-2 0,0 2-4 0,0-1-2 16,-5 3 0-16,2-1-4 0,-4 1-2 0,0 1-3 0,-4 2-3 15,0-1-1-15,-2 1-2 0,-2 1-2 0,-2 2-3 0,0 1-3 0,-1-2-3 16,-3 4-2-16,-1 0-5 0,2 0-5 0,-2 2-8 0,0 1-6 16,1 0-13-16,-1 1-12 0,2 1-11 0,0-1-16 0,2 2-25 0,5-1-34 15,-1-1-39-15,4-1-43 0,2 0-45 0,3-1-52 0,5-1-36 0,3-1-29 16,2 0-22-16,5-1-17 0,3-2-18 0,3-1-22 0,2 2-11 16,2-1-9-16,3 0 17 0,0 0 28 0,2 0 39 0,2 1 42 0,1-1 51 15,-1 4 52-15,3-3 40 0,-1 3 35 0</inkml:trace>
  <inkml:trace contextRef="#ctx0" brushRef="#br0" timeOffset="34546.6">9518 8515 149 0,'1'2'187'0,"-1"1"6"0,0-2 3 0,0 2 5 0,-1 0 1 16,-1 0 9-16,1 2 12 0,1-1 19 0,1 2 21 0,-1 2-13 16,3-1-32-16,-1 4-16 0,3-1-5 0,0 4-2 0,2 0 5 0,-2 0 9 15,3 3 11-15,2 1 14 0,0 0 15 0,-2 0 6 0,2 1 2 16,2 2-8-16,-2-1-15 0,4 1-18 0,-3 1-18 0,2 0-21 0,1 3-18 16,1-3-14-16,0 4-11 0,1-3-15 0,1 3-13 0,-1-2-14 15,3 1-16-15,0 1-14 0,2 0-13 0,-1-3-9 0,2 3-6 0,-1-3-4 16,1 2-2-16,0-2-2 0,-1-1 1 0,1 1-3 0,0-4 0 15,0-1 1-15,-1 0 2 0,2-3 5 0,1-1 4 0,-3-4 2 16,4-3 6-16,0 0 4 0,-1-6 6 0,3-1 4 0,0-6 6 0,0-4 5 16,3-4 5-16,0-4 7 0,4-6 2 0,1-6-1 0,2-4 3 15,2-7-2-15,4-5 4 0,1-5-2 0,2-6-51 0,6-5-34 0,2-4 0 16,3-6 0-16,1-1 0 0,5-4 0 0,1-2 0 0,1-4 0 16,0 2 0-16,1 0 0 0,1-1 0 0,-1 0 0 0,-3 3 0 0,2 1 0 15,-4 2 0-15,-3 4 0 0,-3 1 0 0,-1 5 0 0,-2 5 0 16,-6 2 0-16,-4 5 0 0,-2 5 0 0,-4 2 0 0,-4 7 0 15,-2 2 0-15,-5 5 0 0,0 3 0 0,-5 3 0 0,-2 5 0 0,-3 1 0 16,-1 1 0-16,-5 5 0 0,1 0 0 0,-3 3 0 0,0 3 0 16,-2 0 0-16,-2 2 0 0,0 1 0 0,-1 2 0 0,-1 0 0 0,-1 1 0 15,2 0 0-15,-2 3 0 0,0 0 0 0,-2 0 0 0,2 0 0 16,-3 0 0-16,0 2 0 0,-2-1 0 0,2 1 0 0,-4-1-266 0,0 4-96 16,-1-1-100-16,-3 2-73 0,-3 2-63 0,-1 0-28 0,-5 3-8 15,-1 1 2-15,-1 1 9 0,-5 3 18 0,0 0 20 0,-1 1 27 16,-2 1 30-16,2-2 62 0,1 2 77 0,1-1 89 0</inkml:trace>
  <inkml:trace contextRef="#ctx0" brushRef="#br0" timeOffset="35942.32">13347 5872 98 0,'5'2'178'0,"-4"-1"17"0,-1-1 17 0,0 0 14 16,-1 2 12-16,-2-1 16 0,1-1 16 0,1 1 14 0,-1 1 13 0,2-2-21 16,0 0-40-16,-1 2-25 0,1 1-19 0,1 0 1 0,2 1 9 15,2 2 12-15,-1 3 11 0,3 1 9 0,1 4 10 0,0 1-1 16,4 3-8-16,0 2-8 0,2 2-11 0,-2 2-6 0,1 3-6 0,3 0-7 16,-2 2-6-16,2 1-19 0,-2 0-20 0,2 0-23 0,-2-2-23 15,4 4-20-15,-4-4-19 0,3 1-13 0,0-1-5 0,1-2-4 0,1-1 1 16,-1-1 0-16,0-1 0 0,1-2 1 0,2-3 2 0,-1-2 1 15,2-1 2-15,-1-1 3 0,3-4 2 0,1-1 1 0,0-3 4 0,4-3 3 16,1-4 3-16,1-4 4 0,4-2 1 0,0-4 4 0,5-5 0 16,1-4 0-16,5-7-25 0,2-4-52 0,3-7 0 0,4-4 0 15,6-6 0-15,0-7 0 0,7-7 0 0,2-4 0 0,4-6 0 0,2-4 0 16,5-5 0-16,2-2 0 0,1-2 0 0,0-2 0 0,3-2 0 16,-2 2 0-16,-4 2 0 0,1 0 0 0,-6 4 0 0,0 1 0 15,-6 3 0-15,-4 4 0 0,-4 3 0 0,-4 1 0 0,-4 7 0 0,-4 2 0 16,-2 6 0-16,-4 1 0 0,-6 5 0 0,0 3 0 0,-3 3 0 0,-2 3 0 15,-3 3 0-15,-3 3 0 0,-2 3 0 0,-3 2 0 0,-2 1 0 16,-2 2 0-16,-2 3 0 0,-2 3 0 0,-1 1 0 0,0 1 0 16,-4 4 0-16,-1-1 0 0,0 4 0 0,-2 1 0 0,-1 1 0 0,0 1 0 15,-2 2 0-15,0 1 0 0,1 0 0 0,-3 2 0 0,2 0 0 16,-3 2 0-16,0 0 0 0,0 0 0 0,0 0 0 0,3 0 0 16,-1 2 0-16,-1 0 0 0,-1 2-23 0,2-1-139 0,-1 0-26 0,-1 1-42 15,0 2-53-15,-1-1-62 0,-2 2-67 0,-3 3-66 0,-1 0-62 16,-4 2-28-16,-5 1-3 0,0 1 2 0,-6 1 8 0,-4 0 12 0,-4 1 13 15,-4 1 24-15,-1-1 30 0,-3 1 51 0,-4-1 60 0,2 1 70 16</inkml:trace>
  <inkml:trace contextRef="#ctx0" brushRef="#br0" timeOffset="37231.32">21493 5157 161 0,'0'-5'246'0,"-2"2"24"0,-1-1 18 0,1 1 17 16,1 0 17-16,-2 1 17 0,-2 1 23 0,2-1 26 0,2 1 28 16,-3-1 28-16,3 2-32 0,-1 2-64 0,1-2-38 0,-1 1-23 0,0 1-23 15,2-1-22-15,0 4-10 0,2-2-10 0,0 2-11 0,-1 2-13 16,4 0-18-16,1 4-20 0,0 0-20 0,4 3-26 0,0 1-14 0,4 3-12 15,-3 2-4-15,3 1-4 0,3 1 0 0,1 2-2 0,-1 2-3 16,4-1-6-16,-2 2 0 0,3 2-3 0,0-2-3 0,2 0-2 0,-4 1-4 16,4-1-1-16,1 0-5 0,-1-1-6 0,3-1-3 0,-5-1-1 15,7-1-1-15,-4-1 1 0,3-1 1 0,-1-1-40 0,3-4-2 0,0-1 0 16,2-2 0-16,3 0 0 0,-1-8 0 0,5 0 0 0,1-5 0 16,3-5 0-16,4-3 0 0,4-6 0 0,4-5 0 0,2-8 0 0,8-6 0 15,3-6 0-15,9-6 0 0,1-6 0 0,8-3 0 0,4-6 0 16,3-5 0-16,2-1 0 0,1-1 0 0,2-2 0 0,2 0 0 0,-7 1 0 15,-1 4 0-15,-7-1 0 0,-3 7 0 0,-5 1 0 0,-7 5 0 16,-6 3 0-16,-6 4 0 0,-5 5 0 0,-8 2 0 0,-3 5 0 0,-6 2 0 16,-4 4 0-16,-4 1 0 0,-3 4 0 0,-3 1 0 0,-1 3 0 15,-4 3 0-15,-3 0 0 0,1 1 0 0,-6 4 0 0,2-1 0 16,-3 1 0-16,0 2 0 0,-1 1 0 0,-1-1 0 0,0 2 0 0,-1 0 0 16,0 0 0-16,-1 0 0 0,0 2 0 0,0-1 0 0,-1 0 0 15,-1 1 0-15,-1 3 0 0,3-4 0 0,-3 2 0 0,1 1 0 0,-2-1 0 16,1 2 0-16,-1-2 0 0,0 0 0 0,-1 2-77 0,-1-2-430 15,1 0-106-15,-3-2-46 0,1 2-17 0,-2 0 0 0,-1 0 6 16,-2-1 15-16,-1 1 15 0,-4-1 23 0,2 2 27 0,-3 0 36 0,-7 1 44 16,3 1 82-16</inkml:trace>
  <inkml:trace contextRef="#ctx0" brushRef="#br0" timeOffset="63752.07">10776 7573 183 0,'-6'-6'199'15,"-3"2"3"-15,-1-2 10 0,0-1 13 0,-4 2 15 0,3-4 18 16,-2 1 23-16,-1-1 26 0,3 0 8 0,-3-1-2 0,3 2-31 16,1-2-47-16,0 0-9 0,0 0 12 0,0 1 14 0,-2-2 15 0,2 2 6 15,-1-1 2-15,0 1-8 0,2 0-12 0,-4 0-18 0,2 2-23 0,0-1-14 16,-2 2-13-16,1-2-13 0,-1 3-12 0,0 0-20 0,0 0-23 15,-2 0-19-15,2 0-15 0,-4 2-14 0,4-1-10 0,-2 1-6 16,0 1-4-16,-1-1-3 0,0 0-3 0,-2 0-1 0,2 2-5 0,-3-2-2 16,0 1-4-16,1 1-1 0,1-1-2 0,-1 0-2 0,0 0-4 15,0-2-1-15,1 3-3 0,-2 0-2 0,3-2-1 0,0 1-2 0,0 1 0 16,-1-3 0-16,1 3 0 0,-3 0 1 0,3-1 0 0,-1 1-2 16,-2-1-2-16,2 2-1 0,-4 0 1 0,2 0-1 0,-1 0 1 0,-2 0-1 15,-2 2 0-15,3-1 1 0,-3 1 0 0,1-1-1 0,-1 2-1 16,2-1 0-16,-3 1-2 0,-1 0 3 0,1-1-1 0,0 2 0 15,1-1-1-15,-3 0-1 0,2 0 1 0,-2 1-1 0,2-1 0 0,-2 2 0 16,4-1-3-16,-2 1 1 0,3 1-2 0,-1-2 1 0,0 2-3 16,1 0 1-16,3 0 0 0,0 0-2 0,0 0 0 0,3 1-1 0,-1-2 0 15,0 1 0-15,4 2 0 0,-1-2 1 0,-2 1 0 0,3 1-1 16,-1-1-1-16,3 2 0 0,-3-1 1 0,3 3-1 0,-2-1 0 0,-1 0-1 16,1 2 1-16,-1 0 0 0,3 1 0 0,-3 3 0 0,1 0 1 15,0 2-1-15,-1 0 1 0,1 3-1 0,-2 0 1 0,2 2-1 16,-1 1 0-16,1 1 0 0,0-1 0 0,-1 2 0 0,3-1 0 0,-3 1 1 15,3 1-1-15,0-2 0 0,0 1-1 0,1-1 0 0,1 1 1 16,0-1 0-16,0 1 0 0,3-1 0 0,0 1 1 0,-2-2 0 16,3 1 1-16,0 1-1 0,1-1-1 0,0 1 1 0,1-2 0 0,0 1 0 15,0 1 0-15,3-2 0 0,-1 1-1 0,1-1 0 0,0 2 0 0,1-2 0 16,2 0 0-16,-1 0-1 0,-1-1-1 0,2 0 1 0,2 1-1 16,-2-1 1-16,2 1 0 0,2-2-1 0,0-1 1 0,0 2-1 15,1-4 2-15,1 2-1 0,2-3 0 0,-1 2-1 0,1-4 0 0,3 2 0 16,-1-3 1-16,2-2 1 0,0 3 0 0,0-3 0 0,1-1-1 15,3 2 1-15,-3-4 0 0,3 2 1 0,1-1-1 0,0-1 1 0,0 1 1 16,0-2 0-16,1 0 1 0,0 0-1 0,-1 0 0 0,1-2 0 16,1 2 0-16,0-2 1 0,2 0 0 0,-2-1 0 0,3 0-1 0,-1 0 0 15,1-2 0-15,-1 2-1 0,2-1 0 0,-1-2 0 0,0 1 0 0,0-1 0 16,2 2 0-16,-3-3-1 0,1 2 1 0,0-1-1 16,-1-2 0-16,3 2 1 0,-3-1 0 0,3 1 0 0,-2-3 0 0,0 1 1 15,2 0 0-15,0 1 1 0,-2 0 0 0,-1-2 0 0,1 1 0 16,1 2-1-16,-1-1 1 0,-2 1-1 0,1 0 1 0,-2 0-1 0,2-1 0 15,-2 3 0-15,-1 0 0 0,3 1 0 0,-3-2 0 0,0 2-1 16,1 0-1-16,-1 0 1 0,-2 0 0 0,3 2 1 0,0-2-1 0,-3 0 0 16,3 1 1-16,-1-1 0 0,-2 0-1 0,3 0 0 0,-2 0 0 15,1 0 0-15,0-1 0 0,-1 0-1 0,1 0 1 0,-1 1-1 0,1-1 1 16,-2-1-1-16,3 1 0 0,-2-1 1 0,1-2 1 0,0 2 0 16,1-1 1-16,-3-2 0 0,5 3 0 0,-1-3 2 0,-1 1-1 0,1-1 1 15,0-1 0-15,1 0 0 0,-1 0 1 0,1-3-1 0,0 3 0 16,1-3-1-16,-1 1 1 0,1 0 0 0,-1-1-1 0,3-2 1 15,0 2-1-15,0-1 0 0,0-1 0 0,1 1-2 0,0-1 2 0,-1-1 0 16,3 2 0-16,-1-4 1 0,-2 2 0 0,3-1 0 0,-2-1 0 16,2 1 0-16,-1-2 0 0,-1-1 2 0,2 0-2 0,0 0 2 0,-1-1 0 15,-1 1 0-15,2-1 0 0,-1 1 1 0,-1-1 0 0,0-1-1 16,-1 2 1-16,-3-2-1 0,3 0 0 0,-3 1 0 0,-1-1-1 16,-2 2 0-16,1-2-1 0,-1 1 1 0,-2 1-2 0,0-1 1 0,-2-1-1 15,-1 2 1-15,-1-1-1 0,0 1 1 0,-1-1 0 0,-1 1-1 16,0-1 2-16,-1 1 0 0,-1-2-1 0,0 0 2 0,-1-1-1 0,-1 2 2 15,-1-1-1-15,3-2 2 0,-4 1-8 0,-1-1 0 0,2-2 0 16,-1 1 0-16,-2-1 0 0,0 0 0 0,0-2 0 0,-2 0 0 16,0 0 0-16,-1-3 0 0,2 2 0 0,-4-3 0 0,0 2 0 0,-1-3 0 15,-2 1 0-15,0-1 0 0,-2-1 0 0,0 2 0 0,-1-2 0 16,-2 0 0-16,-1-1 0 0,-1 2 0 0,0-3 0 0,-4 0 0 0,3 1 0 16,-1-2 0-16,-1 2 0 0,-3-1 0 0,3-1 0 0,-1 2 0 15,-2-2 0-15,2 3 0 0,-2-3 0 0,0 3 0 0,-1 0 0 0,0 0 0 16,2 0 0-16,-2-1 0 0,0 2 0 0,-2-1 0 0,1 1 0 15,-1 1 0-15,-1-1 0 0,1 1 0 0,-5-1 0 0,2 2 0 0,0-1 0 16,-2 0 0-16,-1 2 0 0,-2-1 0 0,0 0 0 0,0 1 0 16,-1 1 0-16,-2 1 0 0,1 0 0 0,-1 0 0 0,-2 0 0 0,2 0 0 15,-4 1 0-15,2 2 0 0,1-1 0 0,-1 0 0 0,0 2 0 16,-1 0 0-16,3 2 0 0,-1-3 0 0,1 3 0 0,1 0 0 16,2 1 0-16,0-2 0 0,0 4 0 0,0-1 0 0,2-2 0 0,-2 1 0 15,4 2 0-15,-1-1 0 0,0-1 0 0,0 1 0 0,2 0 0 0,0 0 0 16,-2 1 0-16,2-2 0 0,0 1 0 0,3 1 0 0,-3 0 0 15,4 0 0-15,-2-1 0 0,1 2 0 0,0-1 0 0,0 0 0 16,0 3 0-16,0-1 0 0,2 1 0 0,-1 1 0 0,-1-1-115 0,3 3-137 16,-4 0-93-16,3 2-88 0,-1-1-82 0,1 2-53 0,1 0-38 0,-1 2-13 15,-1 0-1-15,2 3 7 0,-1-2 11 0,1 2 20 0,1-2 21 16,0 1 40-16,2 1 48 0,-1-4 79 0,3 2 93 0</inkml:trace>
  <inkml:trace contextRef="#ctx0" brushRef="#br0" timeOffset="66547.42">10419 9481 41 0,'3'-3'148'0,"-1"0"10"0,-2 0 8 0,0 3 5 0,-2-1 8 16,1 1 8-16,-1-2 7 0,-1 4 11 0,1-2 10 0,-1 1-18 0,0 1-37 15,1 0-14-15,-1 0-7 0,1 3-3 0,-2-1-1 0,-1 1 3 16,2 1 4-16,0-2 6 0,0 4 1 0,-1-2 5 0,1 1 5 15,0 1 5-15,1 1 2 0,-1 0 6 0,2 0 5 0,-1 1 4 0,-1-1 3 16,3 3 6-16,-1-1 5 0,1 1 0 0,0 1-3 0,0 1-4 16,0 1-6-16,0 1-8 0,0 1-8 0,0 1-12 0,1 1-14 0,-1 2-13 15,0 3-14-15,0-2-16 0,0 4-13 0,0 1-15 0,0 2-15 16,0 1-9-16,0 1-8 0,0 2-7 0,0 1-3 0,0 2-2 16,0 2-3-16,0 1-2 0,0 0-3 0,0 2 2 0,0-1-2 0,0 2 1 15,0-2-2-15,0 3 2 0,0-3-2 0,0 2 3 0,3 0 0 0,-1-1 1 16,-1 2 0-16,-1-4-2 0,3 3 1 0,-1-1-1 0,0 0 0 15,-1 2-4-15,1 1-1 0,-1-3 0 0,-1 1-3 0,2 0 0 16,-2 2-1-16,0-2 0 0,-2 1 1 0,2-1 0 0,0 2 1 0,-1-3-1 16,-1 1 2-16,1 2 0 0,-1-2 2 0,2-1 1 0,-2 1 3 0,-1 1 1 15,2-1 2-15,-1 1 2 0,-1 1-1 0,0 0-1 0,0 1-1 16,-2-2 1-16,2 2-2 0,-2 2 0 0,0-2-2 0,0 0 0 16,-2 1 0-16,0-1-2 0,1 0-1 0,1 0-1 0,0-1-1 0,-2-1-1 15,0 1-1-15,1-3-3 0,1 2 2 0,0-3-1 0,-1-1 0 16,0 2-1-16,1-2 0 0,0-2 0 0,2 1-1 0,-2-1-1 0,1 0-1 15,-1-2 0-15,2 1-2 0,1-1 2 0,-1-2-1 0,-2 0 3 16,2 0 0-16,1 0 0 0,-1-4 3 0,-3 4 0 0,5-4 0 0,-2 1 2 16,-1 0 1-16,3 0 1 0,-3 1 1 0,1-2 3 0,0 1-1 15,1 0 2-15,-1 2-2 0,-3-1 1 0,3 1-2 0,0-2 0 16,1 1-2-16,-3 2-1 0,2 0 0 0,-2-2-2 0,1 4 1 0,-2-2-4 16,1 2-2-16,-2-2 1 0,1 1-2 0,1 1-1 0,-4-1 1 15,3-1-1-15,-1 2-2 0,-1-4-1 0,-1 2 0 0,1-1 0 0,2-1 0 16,-1 0 0-16,-2 1 0 0,1 0 0 0,0-4 0 0,1 4 0 15,-2-3 0-15,3 0 0 0,-1-1 0 0,-1 3 0 0,-1-3 0 0,3 1 0 16,-1-1 0-16,-1-1 0 0,2 0 0 0,-2 0 0 0,0 1 0 16,2-2 0-16,0 1 0 0,0-1 0 0,-1-2 0 0,2 0 0 15,-1-1 0-15,3 0 0 0,-2-2 0 0,-1 1 0 0,4-2 0 0,-2-2 0 16,0 0 0-16,1 1 0 0,0-4 0 0,1 2 0 0,-1-4 0 16,1 3 0-16,-1-2 0 0,2-3 0 0,-2 1 0 0,1-1 0 0,1-1 0 15,-1-1 0-15,1 0 0 0,1-1 0 0,-2-1 0 0,2 1 0 16,0-1 0-16,0 1 0 0,0 0 0 0,0-3 0 0,-2 2 0 0,2 1 0 15,0 1 0-15,0-1 0 0,0-1 0 0,0 1 0 0,0 1 0 16,0-2 0-16,0 1 0 0,0 1 0 0,0 0 0 0,0-2 0 16,0 4 0-16,0-2 0 0,0 1 0 0,0 1 0 0,0-1 0 0,-1 2 0 15,1 0 0-15,-2 0 0 0,1 0 0 0,-1 2 0 0,0-2 0 16,1-1 0-16,-1 0 0 0,0 0 0 0,-1-1 0 0,2 1 0 16,-2-2 0-16,1-2 0 0,-1 1 0 0,2-1 0 0,-1-1 0 0,0-1 0 15,2-2 0-15,-1 0 0 0,-1-1 0 0,2 0 0 0,0-2 0 0,0 0 0 16,0 0 0-16,-2-2 0 0,-1 0 0 0,0-1 0 0,-2-2 0 15,-1 0 0-15,2-2 0 0,-3 0 0 0,2-2 0 0,-3-2 0 16,-1-1 0-16,1-2 0 0,0 1 0 0,-2-6 0 0,1 1 0 0,-2-2 0 16,1-1 0-16,-2-1 0 0,2-2 0 0,-2 0 0 0,-1-1 0 0,3 0 0 15,-5 0 0-15,4-2 0 0,-2 2 0 0,0 0 0 0,1-2 0 16,-1 4 0-16,0-2 0 0,1 1 0 0,-1 0 0 0,2 3 0 16,0 0 0-16,0 2 0 0,1 1 0 0,1 1 0 0,1 2 0 0,2 3 0 15,1 2 0-15,-1 0 0 0,1 3 0 0,2 3 0 0,1-1 0 16,1 2 0-16,-1 1 0 0,2 2 0 0,0 0 0 0,0 0 0 0,0 4 0 15,2-1 0-15,-1 0 0 0,1 3 0 0,1-1 0 0,0 5 0 16,3 0 0-16,-1 4 0 0,3-1 0 0,-1 4 0 0,-1-1 0 0,5 4 0 16,-3-1 0-16,1 3 0 0,1-2 0 0,-1 1 0 0,-1 0 0 15,3 0 0-15,-3-2 0 0,2-1 0 0,-1 2 0 0,2-2 0 16,-1-1 0-16,-1-1 0 0,2-1 0 0,0-1 0 0,2-2 0 0,-2 0 0 16,0-4 0-16,1 2 0 0,1-4 0 0,-1-2 0 0,2-1 0 15,-2-3 0-15,4 0 0 0,-3-5 0 0,4 0 0 0,-2-4 0 0,3-3 0 16,0-2 0-16,2-4 0 0,1-1 0 0,-2-4 0 0,5-2 0 15,-1-1 0-15,1-3 0 0,-2 0 0 0,2-1 0 0,1-1 0 16,-1 0 0-16,-2 3 0 0,0-1 0 0,-1 2 0 0,-1 1 0 0,-2 4 0 16,0 0 0-16,-3 2 0 0,2 4-132 0,-4 0-45 0,1 5-49 15,-3-1-58-15,0 3-56 0,0 1-60 0,-1 4-41 0,-1 1-34 0,-1 1-39 16,0 2-41-16,0 2-10 0,0 1 3 0,-2 1 10 0,0 2 17 16,-1 3 28-16,-2-2 34 0,1 4 51 0,-3 0 56 0,-2 2 60 15,-1 1 64-15</inkml:trace>
  <inkml:trace contextRef="#ctx0" brushRef="#br0" timeOffset="67502.19">9524 15184 123 0,'-5'-1'217'15,"-1"-2"9"-15,-2 3 5 0,-1 0 2 0,-1 0 5 0,-1 0 4 16,-3 0 12-16,1 0 15 0,-1-2 12 0,0 2 13 0,-2-1-41 16,2-1-66-16,-2 1-35 0,2-1-21 0,-4 0-7 0,4 1-1 0,-2-2 5 15,0 2 5-15,-1-2 13 0,3 1 14 0,-2 1 3 0,2-1-2 0,-2 0 6 16,3 2 9-16,-2-1 1 0,2-1 0 0,0 2-3 0,-1 0-4 15,1 0-6-15,-1 2-4 0,1-1-4 0,-1 1-6 0,0 3-14 16,0-2-17-16,1 1-11 0,-1 1-11 0,-2 1-16 0,3 1-19 0,-1-1-14 16,1 3-9-16,-2 0-5 0,2 0-2 0,-3 3-2 0,4 0-1 15,-1-1-2-15,0 5-3 0,0 1-1 0,1 0-4 0,1 3-1 0,0 1-3 16,0 2-1-16,1-1-2 0,2 2-2 0,1 1 0 0,0 0-2 16,2 2-1-16,-1 0-2 0,1 2-2 0,2-1 0 0,0 1-1 0,0 0-1 15,1 0-1-15,1 1 1 0,1 0 1 0,3-2-1 0,-1-1 1 16,2 1-1-16,-1-2-1 0,4 0 2 0,-1-3 0 0,4 0 1 15,0 0-2-15,3-2 2 0,1 0 0 0,2-2-1 0,1 2 1 0,3-3-1 16,0 0 1-16,5-1 1 0,-1-1 1 0,3-2 1 0,3 0 1 16,2 0 1-16,4-2 1 0,0-1 1 0,2 1 1 0,2-3 2 0,4 0 0 15,-1-1 1-15,4-1 1 0,-1-1-1 0,3-2 2 0,0 2-1 16,2-3-2-16,-1 2 0 0,0-3-1 0,0 0-1 0,0-2 0 16,0 2 0-16,0-1-1 0,-1-1 0 0,2-1-1 0,-1-1-2 0,-2 1-1 15,4 0 1-15,-3-1-2 0,2 0 0 0,-1-1 0 0,-1 2 0 16,3-2-1-16,-1 1-1 0,-2-1-1 0,2 0 1 0,-1 0 0 0,-1-1-1 15,0 1 0-15,0-1 0 0,2-1-1 0,-1 0 0 0,-2 1 0 16,2-2 1-16,0 0 0 0,-2 0-2 0,1-2 1 0,-3 1 0 16,2-2-2-16,-4 0 0 0,-1-1-1 0,1 0-1 0,-6 0 1 0,2-2-3 15,-3 1 0-15,-4-1-2 0,-1-1-2 0,-2 1 1 0,-3-1-2 0,-1 0 0 16,-3 1 2-16,-2-1-2 0,-4 1 1 0,2 0 0 0,-3-1-1 16,-3 2 1-16,-2-1 2 0,0-2 2 0,-3 1 1 0,-2 1 1 15,0-1 2-15,0 0 2 0,-1 0 0 0,-2-1 3 0,-1-1 1 0,-2 0 3 16,0 0 6-16,0-1 2 0,-2 1 5 0,-1-1 4 0,0-3 3 15,-3 1 4-15,1 0 4 0,-3 0 5 0,0 0 1 0,-3 1 1 0,0-4 4 16,-2 4 0-16,-1-3 3 0,0 0-2 0,-2 1-1 0,-1-2 0 16,-2 0-2-16,0 2-1 0,1-2-2 0,-2 0-1 0,0 0-4 0,0-1-37 15,-2 2 0-15,2 0 0 0,-1 0 0 0,1 1 0 0,-1 0 0 16,0-1 0-16,-2 2 0 0,-1 0 0 0,2-1 0 0,-2 0 0 0,-3 0 0 16,0 1 0-16,1-1 0 0,-3-1 0 0,-1 2 0 0,-1-1 0 15,-3 1 0-15,1-2 0 0,-5 2 0 0,0 0 0 0,-4-1 0 0,-1 0 0 16,-6 1 0-16,1 2 0 0,-4-2 0 0,-3 2 0 0,-2 1 0 15,1 0 0-15,-1 1 0 0,-3 3 0 0,0 0 0 0,0 2 0 16,0 4-39-16,0 1-110 0,-1 2-40 0,-1 4-55 0,0 2-58 0,1 2-58 16,-3 3-57-16,-1 5-39 0,-1-1-32 0,0 4-34 0,-1 2-33 15,1 1-11-15,3 1 5 0,-2 0 10 0,0 0 15 0,3 0 32 0,2-2 39 16,2-1 57-16,1-1 64 0,0-3 65 0,3-3 62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07-18T15:14:56.6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11837 4390 169 0,'2'2'199'0,"-2"-2"10"0,0 0 3 0,0 0 1 0,0 0 4 0,0 0 4 16,0 0 9-16,0 0 11 0,0 0 11 0,0 0-25 0,-2-2-42 15,2 2-25-15,0 0-17 0,0 0-10 0,0 0-5 0,0-3 2 16,0 3 7-16,0 0 5 0,0-1 7 0,0-3-1 0,2 3-2 0,-2-2-9 16,3 3-7-16,-2-3-9 0,2 2-10 0,-1-1-4 0,1 1-6 15,2-2 0-15,-2 3-2 0,2-3 0 0,2 1 3 0,0 0 3 0,1 2 4 16,0-2 5-16,3 0 5 0,-1 1 1 0,1 1 2 0,1-2-2 15,1 2-4-15,3-1-5 0,-2 1-7 0,3 0-9 0,1 0-9 0,1 0-10 16,-2 0-10-16,2 1-13 0,2 1-12 0,-2-1-9 0,1 1-9 16,2 0-5-16,-2 2-4 0,2-1-2 0,-2 1-1 0,-1 1-2 15,2 0-3-15,-1 2 1 0,-1-1 0 0,3-1-2 0,-1 3-1 0,-2 0 1 16,3-1-1-16,-2 2 0 0,1 0 1 0,1-1-2 0,0 0 1 16,-1 2-2-16,1-3 0 0,0 2 0 0,-1 0 0 0,3 0 1 15,-1 1 1-15,2-3 2 0,1 2 0 0,-1-2 1 0,2 1 1 0,0 0 0 16,3 0 1-16,0 0 0 0,0-1 0 0,2 1 0 0,-1-3 1 15,1 2 0-15,0 0 3 0,-1-1-1 0,2 2 0 0,-1-2 0 0,0-2-1 16,-1 1-1-16,1 1 2 0,2-2 0 0,1-1 1 0,-2 2 1 16,1-2 3-16,2 0 1 0,-1-2 1 0,1 1 2 0,4-1 1 0,-4 1 2 15,5 0 1-15,-3-2 1 0,6 0 1 0,-2 0 3 0,2 0 0 16,0 0-1-16,2-2 4 0,-2 2-2 0,2-2 1 0,1 2 1 16,1-1 1-16,-1 1-1 0,1-2-1 0,-1 2 0 0,0-1-3 0,1-1 0 15,1 2 0-15,-1-1-3 0,1 1 1 0,-1 0-2 0,0 0-4 0,2 0 0 16,-2 0-2-16,1 1-2 0,-3 1-2 0,3-1-1 0,0 1-2 15,-2-1 0-15,1 3-1 0,-4-2 2 0,3 0-3 0,1 1-1 16,-1 0 0-16,-1 0 0 0,3-2 0 0,0 2-1 0,0 0-1 0,0 0-2 16,2-1 0-16,-1 1-1 0,1 0 0 0,1 0-1 0,0-2-2 15,0 1 0-15,-1-1 2 0,1 2-1 0,0-1 0 0,-1-2 0 0,3 1 0 16,-1 1-1-16,0-1 1 0,2 1 0 0,0-2-1 0,1 3 0 16,1-3 1-16,-3 1-1 0,3 1 2 0,-2-1-2 0,0 0-2 0,2 3 1 15,0-3 0-15,-3 1 0 0,1-1 0 0,2 1 0 0,0-2 2 16,0 1 0-16,-2 1-1 0,4-1 0 0,-1-1 0 0,-1 0-1 15,2 0 0-15,1 0 0 0,-2 0 1 0,2 0 1 0,-1 0 0 0,1 0 0 16,0-1-1-16,-5 1 0 0,5-2-1 0,-1 2 0 0,-1-1 1 16,2 1 1-16,0 0-1 0,-1-2-1 0,1 2 1 0,-2 0 1 0,2 0-1 15,-1 0 1-15,-2 0 0 0,2 2 1 0,-2-2 0 0,1 0-2 16,-3 1 3-16,2-1-1 0,0 2-1 0,-1-1 1 0,1-1-1 0,-2 0 1 16,2 2-2-16,-2 0 1 0,-1-2 1 0,1 2-2 0,0 0-1 15,-1-1 0-15,1-1 1 0,-4 2 0 0,3-2 2 0,-1 0 0 16,-2 3-1-16,3-3 1 0,0 0 0 0,-1 0 2 0,0 0 0 0,0-3 1 15,1 3 1-15,1 0-1 0,-2 0 2 0,0-2-1 0,3 1 0 16,-3-1-1-16,2 0 2 0,-4 0 1 0,3-1 0 0,-3 0-8 0,3 1-1 16,-1-1 0-16,3 0 0 0,-4 0 0 0,2 0 0 0,-1-1 0 15,3 1 0-15,-4 0 0 0,2-2 0 0,-1 1 0 0,1 1 0 0,-1-3 0 16,-1 1 0-16,0-1 0 0,-3-1 0 0,1 2 0 0,1-1 0 16,-2 0 0-16,1 0 0 0,-2-1 0 0,4-1 0 0,-1 1 0 15,-2-1 0-15,1-1 0 0,2 2 0 0,-2-1 0 0,2-1 0 0,0 0 0 16,-3 0 0-16,1 0 0 0,1 0 0 0,0-1 0 0,-1-1 0 15,-1 1 0-15,3-1 0 0,-1-1 0 0,-2 0 0 0,3 0 0 0,-1 0 0 16,0-1 0-16,-3-1 0 0,2 1 0 0,0 0 0 0,-3-3 0 16,1 3 0-16,-1-2 0 0,-2 1 0 0,-1-2 0 0,-1 1 0 0,-1 0 0 15,-1 0 0-15,-1-2 0 0,-2 3 0 0,0-4 0 0,0 1 0 0,-2 3 0 16,-1-2 0-16,-2 1 0 0,2-2 0 0,-2 2 0 16,-1-1 0-16,0 1 0 0,-1 0 0 0,-1-2 0 0,-1 1 0 0,-1-1 0 15,-1 1 0-15,0-3 0 0,-1 2 0 0,-3 0 0 0,1-2 0 16,-1 1 0-16,-3-1 0 0,1-1 0 0,-2 0 0 0,2 0 0 0,-5 0 0 15,1-2 0-15,-1 2 0 0,-1-1 0 0,0-2 0 0,-1 1 0 16,-3-1 0-16,0 1 0 0,2-1 0 0,-5 1 0 0,0 0 0 0,-1-1 0 16,-2-1 0-16,0 0 0 0,-2 0 0 0,-1-1 0 0,-1 0 0 15,-2 0 0-15,-1-1 0 0,1 1 0 0,-3-2 0 0,0 1 0 0,-4 1 0 16,2-1 0-16,-1-1 0 0,-3 2 0 0,1 1 0 0,0-3 0 16,-3 3 0-16,0-2 0 0,1-1 0 0,0 1 0 0,-3 1 0 0,-1 0 0 15,0-1 0-15,0 1 0 0,0-1 0 0,-1 1 0 0,-2 0 0 16,1 0 0-16,-4-2 0 0,3 3 0 0,-2-1 0 0,-3 0 0 15,1 2 0-15,-2-3 0 0,-2 2 0 0,1-1 0 0,-2-2 0 0,-1 2 0 16,-2 0 0-16,0 0 0 0,0-1 0 0,-2 1 0 0,-1-1 0 16,0 1 0-16,-2 1 0 0,-3-2 0 0,3 2 0 0,-3 0 0 0,0 2 0 15,0-3 0-15,-2 3 0 0,0 1 0 0,-1-1 0 0,-3 1 0 16,1 0 0-16,-3 1 0 0,3 1 0 0,-4-1 0 0,1 2 0 0,-3 0 0 16,5 0 0-16,-7 2 0 0,3-1 0 0,0 1 0 0,-2 1 0 15,0-1 0-15,0 2 0 0,-1 0 0 0,-1 1 0 0,-2-1 0 16,0 1 0-16,0 1 0 0,-3-1 0 0,0 2 0 0,1-1 0 0,-4 0 0 15,0 1 0-15,0-1 0 0,-2 2 0 0,-1-2 0 0,1 1 0 0,-1-1 0 16,-1 2 0-16,-1-2 0 0,1 1 0 0,-3 1 0 0,2-1 0 16,-2 0 0-16,0 1 0 0,2-2 0 0,-3 2 0 0,0-1 0 0,3 1 0 15,-2 1 0-15,0-2 0 0,1 2 0 0,-1-1 0 0,1-1 0 16,-1 2 0-16,1 0 0 0,-3 0 0 0,4 0 0 0,-3 2 0 0,-1-2 0 16,0 0 0-16,3 1 0 0,-1 1 0 0,-1-1 0 0,0 1 0 15,2 1 0-15,-5-2 0 0,3 2 0 0,0 0 0 0,0 0 0 0,-3 0 0 16,1 2 0-16,4-1 0 0,-6 1 0 0,3 1 0 0,-1-2 0 15,-1 4 0-15,3-2 0 0,-4 1 0 0,0 1 0 0,3-1 0 0,-1 2 0 16,-1 0 0-16,1 0 0 0,2 2 0 0,-3-1 0 0,3 1 0 16,0-2 0-16,0 3 0 0,-1-3 0 0,1 1 0 0,-2 3 0 0,2-3 0 15,0 0 0-15,-3 2 0 0,2 0 0 0,-3 0 0 0,3 0 0 0,-2 0 0 16,1 2 0-16,0-1 0 0,-2 1 0 0,1-1 0 0,-2 2 0 16,-1-1 0-16,2 2 0 0,-2-1 0 0,0 0 0 0,1 0 0 0,-3 2 0 15,3-1 0-15,-2 2 0 0,0-1 0 0,1 1 0 0,-2 0 0 16,2 0 0-16,-2 0 0 0,3 1 0 0,-1 1 0 0,3-2 0 15,-1 1 0-15,4 1 0 0,1-2 0 0,0 0 0 0,6 0 0 0,-1 0 0 16,3-2 0-16,1 1 0 0,4-1 0 0,0-1 0 0,2 0 0 0,1 0 0 16,2 0 0-16,-1-1 0 0,4-1 0 0,-3 0 0 0,3 3 0 15,-3-3 0-15,3 1 0 0,-3 1 0 0,2 0 0 0,-2 0 0 16,-2-1 0-16,2 3 0 0,0 1 0 0,-3-1 0 0,3 1 0 0,-1 0 0 16,2 1 0-16,-3-1 0 0,3 2 0 0,0-2 0 0,1 0 0 0,2 1 0 15,0-1 0-15,2 2 0 0,1-3 0 0,0 2 0 0,4-1 0 16,-2 0 0-16,2 0 0 0,1 0 0 0,0 0 0 0,1 0 0 0,1 1 0 15,0-1 0-15,0 0 0 0,2 0 0 0,0 2 0 0,0-1 0 16,1-1 0-16,1 2 0 0,1-1 0 0,0-1 0 0,1 3 0 0,2-1 0 16,0 1 0-16,0-1 0 0,-1 2 0 0,1 0 0 0,0 0 0 0,1 1 0 15,0 1 0-15,1 0 0 0,-1 0 0 0,0 0 0 0,0 3 0 16,1-2 0-16,-2 1 0 0,3 1 0 0,-1 2 0 0,1-2 0 16,-1 1 0-16,0 2 0 0,1 0 0 0,-3 0 0 0,3 2 0 0,-2-1 0 15,0 1 0-15,2-1 0 0,-1 1 0 0,0 1 0 0,1-2 0 16,-1 1 0-16,3-1 0 0,-2 1 0 0,2-2 0 0,0 1 0 0,1-1 0 15,1 0 0-15,-1 0 0 0,2 0 0 0,2 0 0 0,-1 0 0 16,1-1 0-16,-2 1 0 0,6-2 0 0,-3 1 0 0,2 0 0 0,-2-3 0 16,2 3 0-16,1-2 0 0,0 0 0 0,1 0 0 0,-2 0 0 15,3-2 0-15,1 1 0 0,0 1 0 0,-2-2 0 0,4 1 0 16,-2-1 0-16,0 1 0 0,2-1 0 0,0 2 0 0,0-1 0 0,0 1 0 16,0 0 0-16,2 0 0 0,-2 1 0 0,0-1 0 0,0 2 0 15,2-2 0-15,-2 1 0 0,0 1 0 0,2-2 0 0,-1 0 0 16,0 1 0-16,-1-1 0 0,3 0 0 0,-3 0 0 0,2 0 0 0,-2 0 0 15,2 0 0-15,-1 0 0 0,1 0 0 0,-2 0 0 0,0 0 0 16,3-1 0-16,-3 1 0 0,2 0 0 0,0-3 0 0,0 2 0 0,1 1 0 16,0-3 0-16,0 2 0 0,2-2 0 0,-1 0 0 0,0 0 0 15,3-2 0-15,-1 2 0 0,-1-1 0 0,3 0 0 0,0-1 0 0,0-1 0 16,0 2 0-16,0-2 0 0,0 0 0 0,3 0 0 0,-1 0 0 16,-1 0 0-16,1 0 0 0,2-1 0 0,-2 2 0 0,1-1 0 15,0 1 0-15,2-1 0 0,-2 0 0 0,2 1 0 0,-2 1 0 0,2 0 0 16,1 1 0-16,-1-1 0 0,0 2 0 0,0-1 0 0,0 1 0 15,-1-2 0-15,4 2 0 0,-3-1 0 0,-1 0 0 0,1 2 0 0,0-2 0 16,0-2 0-16,2 1 0 0,-2-2 0 0,2 0 0 0,-2 0 0 16,1-3 0-16,1 3 0 0,-2-3 0 0,2 1 0 0,-2-2 0 0,1-1 0 15,3 2 0-15,-2-3 0 0,1 1 0 0,0 0 0 0,1-1 0 16,-1 0 0-16,1 0 0 0,2 0 0 0,-1-2 0 0,0 3 0 16,0-3 0-16,1-1 0 0,1 1 0 0,0-1 0 0,-1 0 0 0,2 0 0 15,0 0 0-15,-1 0 0 0,1-1 0 0,-2-1 0 0,3 3 0 0,-3-4 0 16,0 2 0-16,3 0 0 0,-4-2 0 0,1 1 0 0,0-1 0 15,0 0 0-15,0 2 0 0,-1-2 0 0,-1 0 0 0,1 0 0 16,-1 0 0-16,1 0 0 0,-1 0 0 0,2 0 0 0,-1 0 0 0,-1 0 0 16,2 0 0-16,-1 0 0 0,-1 0 0 0,2-2 0 0,-1 2 0 0,-1-1 0 15,2 1 0-15,-1-2 0 0,0 2 0 0,0 0 0 0,0-2 0 16,-2 2 0-16,3 0 0 0,-2-2 0 0,-1 2 0 0,0-2 0 16,1 2 0-16,0-1 0 0,-3 1 0 0,2 0 0 0,1-2 0 0,-2 2 0 15,-1 0 0-15,0-1 0 0,2 1 0 0,-2-2 0 0,-1 2 0 16,2-1 0-16,-1 1 0 0,0 0 0 0,0-2 0 0,2 1 0 0,-3-1 0 15,3 2 0-15,-2-3 0 0,1 3 0 0,-1-1 0 0,-1-1 0 16,1 1 0-16,0 1 0 0,-1 0 0 0,-2-2-6 0,2 2-63 0,-3 0-19 16,1 0-17-16,-1 2-40 0,-2-2-51 0,-2 1-74 0,0 2-87 15,-1 0-86-15,-2 2-85 0,0-1-40 0,-5 3-15 0,-2-2-4 16,-2 3 5-16,-2 0 8 0,-4 2 14 0,1 0 15 0,-5 1 20 0,1-1 38 16,-3 1 54-16,2 1 75 0</inkml:trace>
  <inkml:trace contextRef="#ctx0" brushRef="#br0" timeOffset="33682.31">7408 5850 93 0,'-4'1'155'0,"-1"1"9"16,-1-2 8-16,-1 0 10 0,-1-2 10 0,-2 2 13 0,0-1 16 15,0-1 22-15,-2 1 25 0,2-3-19 0,1 2-40 0,-2-1-15 0,1-2-2 16,-1 2 5-16,0-1 6 0,2-2 11 0,-1 0 8 0,-1 1 9 16,2-1 8-16,-1-1 3 0,-1 1-2 0,2-2-8 0,-1 1-13 15,-1-1-9-15,0-1-9 0,1 0-10 0,-2 0-11 0,2 0-13 0,-4-1-11 16,3-1-12-16,-2 1-14 0,-1-1-13 0,0 1-17 0,-2-2-12 15,2-1-12-15,-2 0-13 0,0 1-13 0,-3-1-4 0,3-1-5 0,-2 1 0 16,-1-2-1-16,1 1-2 0,-1-1-2 0,2 0-3 0,-1 0-3 16,0-1-1-16,2-1-3 0,0 2-3 0,0-3-1 0,0 0 0 15,4 0-1-15,0 0-3 0,-2-3-1 0,3 0-2 0,0 0-4 0,3-1-1 16,0-1-2-16,2-1-1 0,1-1-5 0,-1-2 1 0,4-2-2 16,1 1 0-16,1-4 0 0,1 1 0 0,4-2-2 0,1-2 1 0,1 1-1 15,1-1 0-15,1-2 1 0,5 1-1 0,1 0 0 0,2-3 0 16,3 3 1-16,0-3-1 0,3 3 1 0,1-3-1 0,3 3 0 0,1-2-1 15,1 1 0-15,1-1 0 0,3 1 1 0,0 1-1 0,0-2 1 16,2 3-1-16,0-2 0 0,1 3-1 0,1-1 0 0,2 2 2 0,-1 0 0 16,2 0-1-16,-1 3 1 0,4 0 0 0,-2 2 0 0,3-1 0 15,-1 0 1-15,3 4-1 0,-2-2 0 0,4 1 1 0,-1 3 0 0,-1-1 0 16,4-1-1-16,-1 5-1 0,1-2 0 0,0 4 2 0,4 0 0 16,-2 2 0-16,0 1 0 0,3 3 0 0,-1 2 1 0,3 1 0 15,0 3-1-15,2 2 0 0,-1 3 0 0,1 2 0 0,-1 3 0 0,2 3 0 16,-2 4 1-16,3 0-2 0,-3 6-1 0,-2 1-4 0,-1 4-2 15,0 3-2-15,-1 2-1 0,-3 3-3 0,-1 1-2 0,-4 2 0 0,-2 3-1 16,-2 0 0-16,-2 2 0 0,-5-1-2 0,-2 2 1 0,-3-1 0 16,-3 1 1-16,-3 0 2 0,-2-1 4 0,-3-1 1 0,-3 1 4 0,-2-3 1 15,-1 0 1-15,-3-1 2 0,-3 1 0 0,1-3 1 0,-5 3 2 16,1-2 1-16,-3 0 0 0,1 0 2 0,-4-1-2 0,1-1 2 16,-3 1-1-16,0-2 1 0,-3 0-1 0,1-1 1 0,-2 0 0 0,-1 0 2 15,-1-2-1-15,-1 1 1 0,-2-1 0 0,1 0-1 0,-1 0 1 0,-4-1 0 16,4 1 1-16,-3-2 0 0,-1 1 0 0,-2-1 0 0,1-2 0 15,-2 1 2-15,2 0 1 0,-4-2 0 0,0 1 0 0,0-1 1 16,-2-1 1-16,-1 1 1 0,-2 1 0 0,-1 0 3 0,-2 1 1 0,-2-2 6 16,-3 1 3-16,-1 1 3 0,-3 0 4 0,-1 1 3 0,-3 1 4 15,-4-1 2-15,-1 0 1 0,-2 3 4 0,-2-1 2 0,-1 0 5 0,-2 1 1 16,1 1 3-16,-2-1 3 0,0-1 2 0,2 0 0 0,2 0 3 16,0-1 4-16,4-4-56 0,0-1-14 0,3-2 0 0,3-1 0 0,2-2 0 15,5-4 0-15,0-3 0 0,4-2 0 0,1-1 0 0,1-2 0 16,1-2 0-16,3-2 0 0,-1 0 0 0,2-3 0 0,1 0 0 15,-1-1 0-15,-1-4 0 0,3 2 0 0,-1-1 0 0,0-2 0 0,1 0 0 16,-1-2 0-16,1 1 0 0,-1-1 0 0,-1 0 0 0,3 1 0 16,-2-2 0-16,-1 3 0 0,0-1 0 0,2 1 0 0,-2 0 0 15,-1 0 0-15,0 0 0 0,1 0 0 0,0 1 0 0,-1 1 0 0,1-1 0 16,1 1 0-16,0-1 0 0,1 0 0 0,-1 3 0 0,2-3 0 16,0 2 0-16,1-1 0 0,1 1 0 0,3-2 0 0,-1 2 0 0,3-1 0 15,-2 1 0-15,3-2 0 0,0 2-230 0,1-1-182 0,4-1-93 16,0-1-84-16,0-1-36 0,2-1-17 0,4-2 1 0,-1-2 4 0,3-2 14 15,3-2 16-15,2-2 19 0,3-2 24 0,0-1 44 0,1-1 54 16,5-1 92-16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07-18T15:17:49.20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13404 2418 16 0,'0'-4'147'0,"-1"1"12"0,-1 1 11 0,0-1 15 15,1 0 18-15,-1 0 17 0,-1-2 17 0,1 2 16 0,-1-1 15 16,0-1-9-16,0 1-21 0,-2 2-11 0,2-2-4 0,-2-1 1 15,2 1 6-15,-2 1 4 0,0-2 4 0,-2 1-4 0,1 1-11 0,-1-2-2 16,2 0 5-16,-3 2 1 0,2-1-1 0,-2 0-11 0,3-1-15 16,-3 2-16-16,2-3-12 0,-3 3-13 0,2-1-12 0,-1-1-13 15,-1-1-13-15,1 2-7 0,0-2-7 0,0 0-14 0,-3 0-18 0,3 0-12 16,-3-1-14-16,0 2-8 0,3-5-1 0,-3 3-3 0,0 0-4 16,0-2-2-16,1 0-3 0,-2 1-2 0,2-2 1 0,-1 0 0 0,-1 0 0 15,1 0-1-15,-2-1-2 0,2 1-1 0,1-1-3 0,-2 1 2 16,2-2 2-16,-1 1-2 0,2 1 2 0,-1-1-1 0,1 1-3 0,-2-1-1 15,3 1-1-15,0-1-2 0,0 1-1 0,0-1 0 0,0 1 0 0,2 1 1 16,-1-2 3-16,1 1-1 0,0-1-3 0,3 2-1 0,-2-2 0 16,2 1-3-16,0 1 1 0,1-3 0 0,0 2 0 0,1-1 0 15,1-1-1-15,1 0-1 0,1 0-3 0,0 0-3 0,1-1-2 0,0-1-1 16,4 1-1-16,-3-2 0 0,2 1-1 0,1 1 0 0,1-2 0 0,-2 1 0 16,3 0-1-16,-1 1 1 0,2 0-1 0,1 1 1 0,-2 0 0 15,1 0 0-15,2-1 0 0,-2 2-1 0,1 0 1 0,2 1 0 0,-1-2-1 16,1 3 1-16,1-2-2 0,-1 0 1 0,1 3 0 0,-1-1 0 15,4-2 0-15,-4 4 0 0,4-2 1 0,-1 1-2 0,0 1 0 0,0-1 2 16,1 0-2-16,-1 3 0 0,0-1 2 0,1 0-1 0,0 1 2 16,-2-1-1-16,2 2 0 0,0-1 0 0,-1 2 1 0,1-1-1 0,0 1 0 15,1 0 2-15,-2 0 0 0,3 1 0 0,-3 0 1 0,1 1-2 16,2 0 1-16,-1 1 0 0,1-2-1 0,-2 2 0 0,1 0 0 0,0 2 0 16,0-2 0-16,1 1 0 0,-1-1 1 0,0 1-1 0,1 3 0 15,0-3-1-15,-2 2 0 0,1 0 0 0,3 1 1 0,-5-2 1 0,2 2 0 16,1 0 0-16,-3 0-1 0,3 2 0 0,-3-1 0 0,0 1 0 15,-2-2 0-15,3 2-1 0,-4-1 1 0,3 1 1 0,-5 0-1 0,5 0 0 16,-7 0-1-16,4-1 0 0,-1 0 1 0,-2 1 1 0,1 0 0 0,-2 0-1 16,1 0 0-16,1 0 1 0,-2-1 0 0,1 1 0 0,0 0 1 15,0-2-1-15,-1 2 0 0,0 0 1 0,0-1 0 0,1 1 1 16,-2 0-1-16,3-2 1 0,-2 2-1 0,-1-1 1 0,2 1 1 0,-1-2 0 16,-1 2 0-16,0-1 0 0,0 1 0 0,1-2 1 0,-2 0 0 0,-1 1 0 15,2 1 0-15,0-1 0 0,-2-1 0 0,1 1-1 0,-1 1 0 16,0 0 2-16,0-2-1 0,1 2-1 0,-1-1 1 0,-1 0-1 15,3 2-1-15,-2-3 2 0,1 2-1 0,-3-1 1 0,3 1-2 0,0-2 1 16,-2 2 0-16,2-1 0 0,-3 1 0 0,3-2-1 0,0 2 2 0,-2 0-1 16,0-1 1-16,1 0 0 0,-1 0 0 0,0 0-2 0,1-1 2 15,-1 0 1-15,-2 3-1 0,3-3 0 0,-2 1 0 0,-1-1-2 0,0-1 1 16,0 2 2-16,2-1-2 0,-2-1 0 0,0 1-1 0,-1 0 0 16,1 0 0-16,0 1 0 0,-1-1 2 0,-1-1-1 0,3 2 1 0,-3-2 0 15,1 1 1-15,-1-1 2 0,2 2 1 0,0 1 3 0,-1-2 1 0,-1 1 1 16,1-1 2-16,1 1 1 0,-3 1-1 0,3-2 1 0,-3 1-1 15,2-1 0-15,0 1 0 0,-1-1 0 0,-1 1-2 0,2-1-1 16,0-1-1-16,-1 2-9 0,-1-3-3 0,3 3 0 0,-3 0 0 0,2-1 0 16,-2-1 0-16,3 0 0 0,-3 2 0 0,1-2 0 0,-1 0 0 15,2 0 0-15,-2 1 0 0,1-1 0 0,-1 2 0 0,2-2 0 0,-2 0 0 16,0 1 0-16,2-1 0 0,-1 0 0 0,-1 0 0 0,0 0 0 16,0 2 0-16,0-3 0 0,0 2 0 0,0 0 0 0,0-1 0 0,0 2 0 15,0-1 0-15,0 1 0 0,0-1 0 0,0 1 0 0,0-1 0 0,-1 2 0 16,-1-1 0-16,2 1 0 0,-2 0 0 0,1 0 0 0,-1 0 0 15,1 0 0-15,-2 0 0 0,1 0 0 0,-1 0 0 0,0 1 0 16,0 1 0-16,-1-2 0 0,-2 1 0 0,1 2 0 0,-1 0 0 0,0-2 0 16,-1 3 0-16,-1-2 0 0,-1 2 0 0,0-1 0 0,1 0 0 15,0-2 0-15,-2 1 0 0,2 1 0 0,0-4 0 0,0 3 0 0,-1-2 0 16,1 0 0-16,2 2 0 0,-2-4 0 0,-3 2 0 0,5-1 0 16,-3 1 0-16,0-2 0 0,1-1 0 0,-1 2 0 0,-1-1 0 0,-1-1 0 15,3 0 0-15,-3 0 0 0,0 0 0 0,0 0 0 0,-1 0 0 16,0 0 0-16,0-1 0 0,-2 1 0 0,2-2 0 0,-2 2 0 15,2-1 0-15,-1 1 0 0,0-2 0 0,0 1 0 0,0-1 0 0,1 1 0 16,-2-1 0-16,3 1 0 0,-2-1 0 0,1 1 0 0,-1-1 0 0,1-1 0 16,0 2 0-16,1-2 0 0,-1 1 0 0,1 1 0 0,-1-2 0 15,2 0 0-15,0 0 0 0,0 0 0 0,1 0 0 0,1 0 0 16,0 0 0-16,0 0 0 0,1 0 0 0,-2-2 0 0,3 1 0 0,-2 1 0 16,0 0 0-16,2-2 0 0,-2 2 0 0,2 0 0 0,-2-1 0 15,0-1 0-15,0 2 0 0,2 0 0 0,-2-1 0 0,0 1 0 0,3-2 0 16,-3 1 0-16,3 1 0 0,-2-2 0 0,0 2 0 0,3-1 0 15,-3 1 0-15,2-2 0 0,-1 1 0 0,0 1 0 0,1-3 0 0,0 3 0 16,-1-2 0-16,-2-1 0 0,4 2 0 0,-3-1 0 0,1-1 0 16,1 2 0-16,-3-2 0 0,4 0 0 0,-3 1 0 0,1-1 0 15,1 0 0-15,0 0 0 0,-3 2 0 0,4-2 0 0,-1 0 0 0,0-1 0 16,0 3 0-16,0-2 0 0,-1 0 0 0,0 2 0 0,3-2 0 0,-2 1 0 16,2 1 0-16,-1-2 0 0,0 1 0 0,-1 1 0 0,1-1 0 15,0 1 0-15,0-1 0 0,0 2 0 0,-1-1 0 0,1-1 0 16,-1 1 0-16,2-2 0 0,-2 3 0 0,0-2 0 0,2 1 0 0,-2-1 0 15,1 0 0-15,-1 1 0 0,1-2 0 0,-3 3 0 0,2-3 0 16,0 2 0-16,-1-1 0 0,-1-1 0 0,0 2 0 0,2-3 0 16,-1 3 0-16,-2-1 0 0,2 1 0 0,-1-2 0 0,1 2 0 0,0-1 0 15,-2-1 0-15,2 2 0 0,1-3 0 0,-2 3 0 0,2 0 0 16,-2-1 0-16,2-1 0 0,0 2 0 0,1-1 0 0,0 1 0 16,-1-1 0-16,1 1 0 0,-2-1 0 0,1 0 0 0,2 1 0 0,0 1 0 15,-2-3 0-15,1 3 0 0,0-1 0 0,-1-1 0 0,1 2 0 0,0-1 0 16,1-1 0-16,-2 2 0 0,2 0 0 0,-2-1 0 0,2 1 0 15,0-2 0-15,-1 2 0 0,0-1 0 0,1 1 0 0,0 0 0 16,0 0 0-16,-1 0 0 0,1 0 0 0,0 0 0 0,0 0 0 0,0 0 0 16,0 0 0-16,1 0 0 0,-1 0 0 0,1-2 0 0,-1 2 0 0,0 0 0 15,1-1 0-15,1 1 0 0,1 0 0 0,-3 0 0 0,3 0 0 16,-4 0 0-16,4 0 0 0,0 0 0 0,-4 0 0 0,4 0 0 16,-2 0 0-16,1 0 0 0,-1 0 0 0,2 0 0 0,-3 0 0 0,1 0 0 15,1-2 0-15,-1 2 0 0,2 0 0 0,-3 0 0 0,1 0 0 16,2 0 0-16,-1 0 0 0,1 0 0 0,-2 0 0 0,2 0 0 0,-1 0 0 15,1 0 0-15,-4-2 0 0,4 2 0 0,-2 0 0 0,2 0 0 16,-2 0 0-16,2 0 0 0,-2 0 0 0,-1 0 0 0,3 0 0 0,-1-1 0 16,-1 1 0-16,2 0 0 0,-2 0 0 0,2 0 0 0,-3 0 0 15,2 0 0-15,1 0 0 0,0 0 0 0,-2 0 0 0,2 0 0 16,-2 0 0-16,2 0 0 0,-1-1 0 0,1 1 0 0,-2 0 0 0,0-2 0 16,-1 2 0-16,2-1 0 0,-2-1 0 0,0 2 0 0,1-1 0 15,-1-1 0-15,-2 2 0 0,2-1 0 0,-2-1 0 0,0 1-112 16,-1-1-318-16,0 0-76 0,-1 2-72 0,1-1-40 0,-2 1-22 0,-1 1 0 15,1-1 7-15,-2 2 18 0,1 0 18 0,-1-2 22 0,2 3 23 16,-2-3 41-16,0 0 49 0,2 0 78 0,2-3 91 0</inkml:trace>
  <inkml:trace contextRef="#ctx0" brushRef="#br0" timeOffset="2636.38">6961 3547 121 0,'-13'2'162'0,"-1"-2"7"0,1-2 8 0,1 1 13 15,1 0 18-15,0-3 13 0,-2 1 11 0,5 0 9 0,-3-1 6 0,2-1-24 16,2-1-43-16,-1 2-18 0,2-2-13 0,0 0-4 0,0-2-2 16,1-1-5-16,-2 2-6 0,4-2-9 0,-2 1-16 0,1-3-8 15,1 2-8-15,0-1-6 0,-1 1-3 0,3-1-10 0,-2-1-13 0,1 1-8 16,0-1-5-16,1 1-4 0,-1 0-4 0,2-2-1 0,-2 1-2 16,2-1-2-16,0-1-2 0,2 0-4 0,-2 1-2 0,2-2-4 0,-1 1-4 15,1 0-3-15,1-1-3 0,0-1-4 0,2 2-3 0,-2-1-1 16,5-1 0-16,-3 1-1 0,1 1-1 0,1 0-2 0,-1-2-1 15,3 1 0-15,-1 1 1 0,2-1 0 0,1 2 1 0,0-1 1 0,0 0 0 16,1 1 1-16,0 1 1 0,2 0-1 0,-2 1 1 0,3-1 0 16,-1 2 0-16,0 0 1 0,2 2 1 0,-2-2-3 0,2 3 0 0,-2-2-1 15,2 2 1-15,-2 2-1 0,2-2-2 0,-3 2 0 0,2 0 0 16,0 1 0-16,0 2 2 0,0-2-1 0,2 3-1 0,-4 0 0 16,4 0 0-16,-4 2 3 0,4-1 2 0,-4 2-1 0,3 1 0 0,-4 1-1 15,1 1 0-15,1 0 1 0,-2 0 1 0,0 1 1 0,-3 2 0 0,1-1-1 16,-1 2 1-16,-1 0-1 0,-1-1 0 0,-1 4 0 0,2-1-1 15,-4-1 1-15,1 3 0 0,-1 0 1 0,0-1 0 0,-2 1 0 16,0-1-1-16,-1 2 0 0,-1 0-1 0,-1 0 0 0,-1 0 5 0,0-1 1 16,2 1 1-16,-4 0 4 0,0 0 5 0,1-2 5 0,-2 2 8 0,-1 0 10 15,0 0 12-15,0-1 13 0,-3 1 11 0,0-3 12 0,1 1 12 16,-3 1 9-16,3-2 11 0,-4 0 6 0,0-2 6 0,0 2-2 16,1-3-2-16,-2 0-6 0,-1 0-6 0,1-3-11 0,-2 2-13 0,0-2-19 15,-2-2-18-15,1-1-45 0,-1-1-58 0,-2-1-73 0,1-2-83 0,0-1-80 16,0-1-79-16,-1-2-54 0,-1-3-45 0,2-1-23 15,-2-2-10-15,0-1-6 0,2-1-2 0,0-2 2 0,1-2 8 0,0 2 33 16,0-4 44-16,2 1 65 0,2 0 72 0</inkml:trace>
  <inkml:trace contextRef="#ctx0" brushRef="#br0" timeOffset="5029.24">7356 3628 79 0,'-3'0'151'0,"1"-1"3"0,1 1 2 0,-1-2 4 0,-2 1 7 0,2 1 7 16,1-3 10-16,-1 2 8 0,2-3 10 0,-1 1-30 0,-1 0-46 15,2-1-26-15,0 0-10 0,-2 0-5 0,2-1-1 0,0 0 1 16,0 0 4-16,0-1 2 0,0 0 2 0,0 0-1 0,0 0-3 0,-1-3-5 16,1 2 0-16,0-1-4 0,0 0-1 0,0 1-1 0,0-1-3 15,0-2 2-15,0 1-4 0,0 0 1 0,0 0-3 0,0 0 0 16,0-1-6-16,0-1-2 0,0 1-6 0,0-1-4 0,1 1-4 0,-1-2-2 16,0-1-3-16,2 1-2 0,-2-1-3 0,0 1-2 0,3-1-4 15,-3 1-1-15,3-2-2 0,-1 2-2 0,1-1 0 0,-2-1 2 0,1 2 0 16,1 0-1-16,-3-1 0 0,3 1-1 0,1 0 0 0,-3-1-1 15,2 3 0-15,-1-2-1 0,0 3-2 0,-1 0-1 0,2 0-3 0,-1 0-3 16,1 4-3-16,-2-3-2 0,1 0-3 0,-2 2-2 0,3 0-1 16,-3 2-2-16,2-2 0 0,-1 1 0 0,1 0-1 0,0 1-1 15,-1 0 3-15,2-2-2 0,-1 1 0 0,1 1 0 0,0 0 2 0,1-1 0 16,2 0 0-16,-2 1 0 0,1-1 1 0,0 1-2 0,1-1 0 16,2 1 0-16,0-1 1 0,0 2 0 0,-2-1-2 0,5 0 1 0,-3 0 3 15,2 3 0-15,1-2 0 0,-2 1 2 0,1 1 1 0,1 1 1 16,-2 0 2-16,-1 0 2 0,0 1 1 0,1 1 1 0,0-1 3 0,-3 2 0 15,2 0 2-15,-2 0-1 0,-1 0-1 0,1 2-1 0,-3-1 0 16,2-1 1-16,-2 3-3 0,1-3-1 0,0 1-2 0,-1 0-1 16,0 0-1-16,-1 2 1 0,1-1-3 0,-1-1-1 0,1 1-2 0,-1 1-1 15,-1-2 1-15,2 2-1 0,1 0-1 0,-3 0 1 0,4 0 1 0,-1 2-1 16,-2-3 1-16,1 3 1 0,0 0-1 0,1-1 2 0,-1 2 1 16,0 0 3-16,-1-1 4 0,2 1 4 0,-2 1 3 0,-1-1 5 15,2 0 3-15,-1 0 4 0,0 0 4 0,-1 0 3 0,1 2 3 0,-2-1 4 16,0 1 3-16,0-1 4 0,0 1 5 0,0 1 4 0,-2 0 2 15,1 0-1-15,-1-1-2 0,0 3-2 0,-1-2-2 0,0 2-3 16,-3-1-2-16,3 1-3 0,-2-1-4 0,2-1-1 0,-2 2-5 0,0-2-2 16,-1 0-6-16,0 0-4 0,1 1-4 0,0-4 0 0,-1 2 1 15,-1-2-1-15,0 0-1 0,2 1-1 0,-3-2 0 0,1 1-2 0,-2 1 2 16,1-4-1-16,-1 3 0 0,-2-3-2 0,3 2-2 0,-2-2-3 16,-2 1-3-16,2-1-2 0,-1 0-1 0,0 0-2 0,0 0-1 0,-2-2 0 15,1-1-2-15,1 2 0 0,-2-2-3 0,0 0-1 0,2 0-2 16,-1-2-7-16,-1 3-11 0,-1-4-26 0,1 1-35 0,0-1-52 15,-1-1-62-15,3 1-67 0,-3-4-69 0,1 3-67 0,-1-2-68 0,1-1-34 16,1-1-17-16,-1-1-8 0,2 0-4 0,1 1 5 0,-2-3 8 0,2-2 27 16,1 1 34-16,-2-1 54 0,3 0 63 0,0-1 67 0</inkml:trace>
  <inkml:trace contextRef="#ctx0" brushRef="#br0" timeOffset="10286.94">8237 3805 7 0,'-1'-1'112'0,"-3"1"8"0,3-2 6 15,-2 0 6-15,1 1 6 0,0 1 5 0,-1-1 5 0,2-1 4 0,-1 2-10 16,0-1-21-16,-1 1-10 0,3 0-7 0,0-2 2 0,0 2 3 0,0 0 4 16,-3-1 3-16,3 1 2 0,0 0 2 0,0 0 3 0,0 0 4 15,0 0 2-15,0 0 2 0,0 0 1 0,0 0 3 0,0 0 0 16,0 0 1-16,0 0-1 0,0 0 0 0,0 0 2 0,0 0 4 0,0 0 5 16,0 0 7-16,0 0 8 0,0 0 8 0,0 0 7 0,0 0 7 0,0 0 2 15,0 0 2-15,0 0-5 0,0 0-6 0,0 0-7 0,0 0-7 16,0 0-9-16,3 0-8 0,-1 0-14 0,-1 0-11 0,1 0-14 15,1 0-16-15,0 0-12 0,-1 0-12 0,3-2-10 0,-2 2-6 0,0-1-3 16,3 1-3-16,-1-2 1 0,0 0 0 0,1 2-1 0,-1-1-2 16,1-1-1-16,2 1 0 0,-2-2-1 0,1 2 0 0,1-2-2 15,1 1 0-15,-1 1-3 0,0-2-1 0,3 1-1 0,-3 0-1 0,3 0 2 16,0-1 0-16,2 0 0 0,-2-1 2 0,3 2-2 0,-1-1-1 0,2-2-1 16,-2 1-3-16,3-1 0 0,-3 1-3 0,2-1-1 0,0 2-2 15,0-1-1-15,-2-3-5 0,3 4-2 0,-2-1-2 0,1 0-2 16,0 1-1-16,-2-2 1 0,3-1 0 0,-2 2 1 0,2 0 2 0,-3-1 0 15,2 1 2-15,-2 0 0 0,1 0 1 0,-1-1 2 0,-2 0-1 16,3 1 0-16,-1 0 0 0,-1-1-1 0,-1 0-1 0,2 1-16 16,-2 0 0-16,0 0 0 0,2 0 0 0,-2 0 0 0,0-1 0 0,1 2 0 15,-2 0 0-15,1-1 0 0,2 2 0 0,-2-2 0 0,1 1 0 0,-2 0 0 16,1 0 0-16,2 0 0 0,-2 1 0 0,0-1 0 0,1 0 0 16,-2 0 0-16,1 0 0 0,2 2 0 0,-4-1 0 0,2-3 0 15,0 3 0-15,-1-1 0 0,2 0 0 0,-4 0 0 0,2 0 0 0,-2 1 0 16,3-1 0-16,-2 0 0 0,1 0 0 0,1 2 0 0,-2-3 0 15,1 2 0-15,2-1 0 0,-2 1 0 0,0-1 0 0,0 0 0 0,2 1 0 16,0 0 0-16,-1-1 0 0,-1 1 0 0,2 1 0 0,-1-3 0 16,1 3 0-16,0-2 0 0,-1 2 0 0,3-1 0 0,-2 1 0 0,-1-1 0 15,1 1 0-15,1-1 0 0,-2 2 0 0,2 0 0 0,-2 0 0 16,1-3 0-16,1 3 0 0,-2-2 0 0,0 2 0 0,0-1 0 16,-1 1 0-16,2 0 0 0,-2 0 0 0,2 0 0 0,-2 0 0 0,0 0 0 15,0 0 0-15,0 0 0 0,-2 0 0 0,2 0 0 0,0 0 0 16,-2 0 0-16,2 0 0 0,-1 0 0 0,-1 0 0 0,0 0 0 15,0 1 0-15,1-1 0 0,-2 0 0 0,1 2 0 0,0-2 0 0,1 0 0 16,1 3 0-16,-2-3 0 0,2 0 0 0,-3 0 0 0,3 0 0 16,0 2 0-16,-2-2 0 0,2 1 0 0,-2-1 0 0,3 2 0 0,-2-2 0 15,-1 0 0-15,3 0 0 0,-3 0 0 0,2 1 0 0,-1-1 0 16,1 2 0-16,-2-2 0 0,1 1 0 0,0-1 0 0,-2 2 0 0,3-1 0 16,-1 0 0-16,-1 1 0 0,1 0 0 0,-1-1 0 0,0 1 0 0,0-1 0 15,0 1 0-15,0-2 0 0,0 2 0 0,0-1 0 16,-2 0 0-16,2 1 0 0,0-1 0 0,-2 0 0 0,2 1 0 0,0 0 0 15,0-1 0-15,-2 1 0 0,2-2 0 0,-1 2 0 0,0 0 0 0,1 1 0 16,-2-1 0-16,1-1 0 0,1 1 0 0,-1-1 0 0,0 2 0 16,1-1 0-16,-2 1 0 0,3-2 0 0,-2 1 0 0,-1-1 0 0,2 2 0 15,0-1 0-15,-2-1 0 0,2 2 0 0,0 0 0 0,0-3 0 16,0 2 0-16,0-1 0 0,0 1 0 0,1-1 0 0,-1-1 0 0,0 2 0 16,0-1 0-16,1 1 0 0,-1-1 0 0,-1 0 0 0,1 1 0 15,1 0 0-15,1-2 0 0,-2 0 0 0,1 3 0 0,-1-3 0 16,0 0 0-16,0 1 0 0,3 1 0 0,-2-2 0 0,-1 0 0 0,3 0 0 15,-1 3 0-15,-1-3 0 0,2 0 0 0,-1 1 0 0,1-1 0 0,0 2 0 16,0-2 0-16,0 0 0 0,0 0 0 0,0 0 0 16,2 0 0-16,-2 0 0 0,0 0 0 0,1 0 0 0,0-2 0 0,-1 2 0 15,1 0 0-15,-2 0 0 0,1 0 0 0,2-1 0 0,-2 1 0 0,1 0 0 16,1 0 0-16,-2 0 0 0,0-3 0 0,0 3 0 0,2 0 0 16,-2 0 0-16,-1 0 0 0,2 0 0 0,-4 0 0 0,3 0 0 0,0 0 0 15,-3 0 0-15,2 0 0 0,-1-2 0 0,0 2 0 0,-1-1 0 16,1 1 0-16,0 0 0 0,0-2 0 0,-1 1 0 0,0 1 0 0,1 0 0 15,-1-2 0-15,2 0 0 0,-1 1 0 0,-1 1 0 0,0-1 0 16,2-1 0-16,-1 1 0 0,-1-1 0 0,2 2 0 0,-1-1 0 16,-1 1 0-16,0-2 0 0,2 2 0 0,-1-1 0 0,0 1 0 0,-1 0 0 15,2-2 0-15,-1 2 0 0,-1 0 0 0,3 0 0 0,-3 0 0 16,3 0 0-16,-1 0 0 0,1 0 0 0,-2 0 0 0,1 0 0 16,2-3 0-16,-2 3 0 0,2 0 0 0,-2-2 0 0,1 1 0 0,0 1 0 15,-1 0 0-15,-1-1 0 0,2 1 0 0,-1-2 0 0,-1 2 0 0,2-1 0 16,-1 1 0-16,-1-2 0 0,1 2 0 0,1 0 0 0,-2 0 0 15,-1 0 0-15,3-1 0 0,-3 1 0 0,0 0 0 0,1 0 0 16,-1 0 0-16,0 0 0 0,0 0 0 0,0 0 0 0,0 0 0 0,0 0 0 16,-2 0 0-16,4 0 0 0,-4 0 0 0,2 0 0 0,0 0 0 15,1 0 0-15,-2 0 0 0,1 1 0 0,-2-1 0 0,3 0 0 16,-1 0 0-16,0 0 0 0,0 0 0 0,0-1 0 0,0 1 0 0,0-2 0 16,0 2 0-16,1-1 0 0,-1 1 0 0,0-1 0 0,3-1 0 0,-3 2 0 15,0-2 0-15,2 0 0 0,0 1 0 0,-2 0 0 0,1-1 0 16,0 2 0-16,0-1 0 0,-1-1 0 0,0 2 0 0,3 0 0 15,-3-1 0-15,0 1 0 0,0-2 0 0,0 2 0 0,-2-2 0 0,1 2 0 16,-1 0 0-16,1 0 0 0,0 0 0 0,-1 0 0 0,1-1 0 16,0 1 0-16,0 0 0 0,-2 0 0 0,1 0 0 0,0 0 0 0,0-1 0 15,1 1 0-15,-2 0 0 0,1 0 0 0,0 0 0 0,-1 0 0 16,3 0 0-16,-3 0 0 0,1 0 0 0,-1 0 0 0,1 0 0 0,2 0 0 16,-3 0 0-16,1 0 0 0,-1 0 0 0,1 0 0 0,2 0 0 15,-2 0 0-15,-1 0 0 0,2 0 0 0,-1 0 0 0,1 0 0 16,0 0 0-16,-1 0 0 0,2 0 0 0,-2 0 0 0,2 0 0 0,-3 0 0 15,2 0 0-15,-1 0 0 0,2 0 0 0,-2 0 0 0,2 0 0 16,-2-2 0-16,2 2 0 0,0 0 0 0,-2-1 0 0,3 1 0 16,0-2 0-16,-3 2 0 0,2 0 0 0,2-2 0 0,-3 2 0 0,3-1 0 15,-2 1 0-15,0-1 0 0,1 1 0 0,-1-2 0 0,0 2 0 0,1 0 0 16,-1-1 0-16,0 1 0 0,-1-1 0 0,2 1 0 0,-1 0 0 16,-2 0 0-16,2 0 0 0,0-2 0 0,0 2 0 0,0 0 0 0,-1 0 0 15,2 0 0-15,-1 0 0 0,0 0 0 0,-2 0 0 0,3-2 0 16,-2 2 0-16,1 0 0 0,-2 0 0 0,3 0 0 0,-2 0 0 0,-1 0 0 15,1 2 0-15,-1-2 0 0,1 0 0 0,0 0 0 0,-1 2 0 16,2-2 0-16,-2 1 0 0,2-1 0 0,-1 0 0 0,-1 1 0 16,2-1 0-16,1 0 0 0,-2 2 0 0,-1-2 0 0,2 1 0 0,0 0 0 15,0 1 0-15,-2-2 0 0,2 2 0 0,1-1 0 0,-2 1 0 16,1-1 0-16,0 0 0 0,1 3 0 0,-2-3 0 0,1 1 0 16,1 1 0-16,-3-2 0 0,2 2 0 0,-1-1 0 0,-1 0 0 0,3-1 0 15,-1 0 0-15,-1 1 0 0,-1-1 0 0,3 1 0 0,-1-1 0 16,0-1 0-16,0 2 0 0,0-2 0 0,0 1 0 0,0-1 0 0,-2 0 0 15,3 1 0-15,-1 1 0 0,-1-2 0 0,1 0 0 0,-1 0 0 16,2 0 0-16,-1 0 0 0,-2 0 0 0,3 0 0 0,-2 0 0 0,-1 0 0 16,2 0 0-16,-1 0 0 0,0 0 0 0,-1 0 0 0,2 0 0 15,-2 0 0-15,2 0 0 0,-1 0 0 0,-1 0 0 0,2-2 0 0,0 2 0 16,-2-1 0-16,2 1 0 0,0 0 0 0,1 0 0 0,-1-1 0 16,1 1 0-16,0-2 0 0,0 2 0 0,-1-1 0 0,0-1 0 0,1 1 0 15,0-1 0-15,0 2 0 0,0-1 0 0,1 0 0 0,-2-1 0 16,4 2 0-16,-4-2 0 0,2 2 0 0,-2-3 0 0,3 3 0 0,-2 0 0 15,1-1 0-15,-1-1 0 0,1 2 0 0,0-1 0 0,-1 1 0 16,0-2 0-16,-1 2 0 0,0 0 0 0,1-1 0 0,0 1 0 0,-1-2 0 16,1 2 0-16,-1-2 0 0,0 2 0 0,-2 0 0 0,3 0 0 0,-1 0 0 15,-1 0 0-15,-1 0 0 0,2 0 0 0,1 0 0 0,-4 0 0 16,2 0 0-16,-1 0 0 0,2 0 0 0,-2 0 0 0,0 0 0 16,1 0 0-16,-1 0 0 0,0 0 0 0,1 2 0 0,-1-2 0 0,-1 0 0 15,1 2 0-15,0-2 0 0,1 0 0 0,-1 1 0 0,-1-1 0 0,1 0 0 16,0 0 0-16,-1 0 0 0,2 2 0 0,-3-2 0 0,1 0 0 0,-2 1 0 15,3-1 0-15,-2 2 0 0,0-2 0 0,0 0 0 0,0 1 0 16,0-1 0-16,-1 0 0 0,0 0 0 0,3 0 0 0,-3 0 0 0,2 1 0 16,0-1 0-16,0 0 0 0,-1 2 0 0,1-2 0 0,1 0 0 0,-1 0 0 15,1 0 0-15,-1 0 0 0,2 0 0 0,0 0 0 0,-2 0 0 16,3 0 0-16,-1 0 0 0,-1 0 0 0,1 0 0 0,-2 0 0 0,3 0 0 16,-3 0 0-16,4 0 0 0,-2 0 0 0,-1 0 0 0,2 0 0 0,0 0 0 15,-2 0 0-15,-1 0 0 0,3 0 0 0,-2 0 0 0,0 0 0 16,1 0 0-16,-1 0 0 0,-1 0 0 0,1 0 0 0,-1 0 0 0,1 0 0 15,-1 0 0-15,-2 0 0 0,0 0 0 0,2 0 0 0,-1 0 0 16,-1 0 0-16,-2 0 0 0,2 0 0 0,0 0 0 0,-3 0 0 0,2 0 0 16,-2 0 0-16,3 0 0 0,-3 0 0 0,2 0 0 0,-1 0 0 0,1 0 0 15,-1 0 0-15,3 0 0 0,-3 0 0 0,3 0 0 0,-1 0 0 16,0 2 0-16,1-2 0 0,1 0 0 0,-2 0 0 0,0 2 0 0,2-1 0 16,-3-1 0-16,3 0 0 0,-2 0 0 0,0 0 0 0,-2 1 0 15,2-1 0-15,-3 0 0 0,0 0 0 0,2 0 0 0,-2 0 0 0,0 0 0 16,0 0 0-16,0 0 0 0,0 0 0 0,-2 0 0 0,-2 0 0 15,-4 2 0-15,-2-1-48 0,-1 2-716 0,-4 0-31 0,-3 0 1 0,-4 2 15 16,-5-2 23-16,-1 1 28 0,-2-1 26 0,-2 2 29 0,0-2 38 16,2 0 45-16,0 0 95 0,4 0 122 0</inkml:trace>
  <inkml:trace contextRef="#ctx0" brushRef="#br0" timeOffset="15150.09">6727 4842 44 0,'-3'0'112'16,"2"0"6"-16,-1 0 6 0,0 2 4 0,-1-1 5 0,3-1 5 15,0 0 1-15,0 0-5 0,0 0-13 0,0 0-17 0,0 0-13 16,0 0-11-16,0 0-5 0,0 0 0 0,0 0 2 0,0 0-1 0,0 0 3 16,0 0 1-16,0 0 2 0,0 0 5 0,0 0 3 0,0 0 5 15,0 0 2-15,0 0 5 0,0 0 4 0,0 0 5 0,0 0 7 0,0 0 8 16,0 0 4-16,3 1 2 0,1-1 4 0,-1 2 7 0,1-1 3 15,2 0 5-15,-1 1 5 0,0 0 4 0,2-2 2 0,-1 1 3 0,3 1 4 16,-1-1 4-16,0 1-2 0,1-2 1 0,1 1-2 0,1 1-2 16,0-2-5-16,0 1-10 0,0-1-8 0,3 0-10 0,-2 2-9 15,2-2-11-15,0 0-9 0,0 0-10 0,0 0-9 0,1 0-13 0,-1 0-9 16,2 0-12-16,-2-2-8 0,0 2-5 0,2 0-3 0,-2-1-2 16,2 1-1-16,-2-3-3 0,2 3-1 0,-1-2-1 0,0 1-1 0,0-1 0 15,0 1-3-15,1-1-2 0,1 0 0 0,-1 1 0 0,0 1 1 16,0 0-1-16,3-3 1 0,-2 3-2 0,-1-1 1 0,3 1-2 0,-3-1 2 15,4-1 0-15,-4 2-2 0,3-2 0 0,0 2 1 0,0-1-1 16,0-1 1-16,-1 1-1 0,2 1 0 0,-3 0 0 0,1-2-1 16,1 1 0-16,-2 1-2 0,2-2 0 0,-2 2-1 0,1-1 0 0,-1-1-2 15,1 2-1-15,-1 0-1 0,1-1-2 0,-1 1 1 0,0 0 0 16,-1 0-2-16,3 0 0 0,-3 0 1 0,1 1-1 0,-1-1-2 0,0 0 1 16,0 2 0-16,-1-1-1 0,0-1-2 0,0 2 1 0,-2-2 0 15,1 1 0-15,-1 1 0 0,-2-2-1 0,2 1-1 0,-2-1-1 0,1 2 1 16,0-1 0-16,-3-1 1 0,3 2-1 0,-2-2 1 0,1 0 1 15,0 2 1-15,0-1-1 0,-1-1 1 0,-1 0 0 0,2 1 0 16,-1-1-2-16,-1 0 2 0,2 2 1 0,-1-1-2 0,2-1 0 0,-2 0-1 16,0 0 1-16,2 0 0 0,-1 0 0 0,-1 0 0 0,4 0-1 15,-3 0 2-15,2 0 0 0,-1 0-2 0,-2 0 1 0,2 0 0 0,-2 0-1 16,1 0 0-16,0 1 0 0,0-1-2 0,0 2-2 0,-1-2 0 16,-1 2 0-16,-1-1 1 0,3 1 0 0,-1-1-2 0,-1 1 1 0,2-2 0 15,-1 3-1-15,-1-3 1 0,2 1 0 0,-1 1 0 0,-2-1 0 16,3-1 1-16,-2 2 1 0,1-1-1 0,1 1-1 0,-2-1 0 15,1-1 1-15,-1 2-1 0,2-1-1 0,-3 1 2 0,2-2-1 0,2 1 1 16,-4 1 2-16,2-1 0 0,2 1 1 0,-2 0 1 0,2-2-1 0,0 0 2 16,-1 0-1-16,1 0 1 0,1 2 0 0,-2-2 1 0,3 2-8 15,-2-2-1-15,0 1 0 0,-1-1 0 0,0 0 0 0,3 0 0 16,-2 0 0-16,0 0 0 0,-1 0 0 0,2-1 0 0,-2 1 0 0,0-2 0 16,3 2 0-16,-3-2 0 0,0 2 0 0,2 0 0 0,-2-2 0 15,0 0 0-15,0 1 0 0,0 1 0 0,0-2 0 0,0 1 0 0,-3 1 0 16,2-2 0-16,-1 1 0 0,-1 1 0 0,0-2 0 0,-3 2 0 15,2 0 0-15,0-1 0 0,-2 1 0 0,-2-2 0 0,2 2 0 16,-2 0 0-16,3 0 0 0,-3 0 0 0,0 0 0 0,1 0 0 0,-3-1 0 16,2 1 0-16,-1 0 0 0,1 0 0 0,0 0 0 0,-1 0 0 15,2 0 0-15,0 0 0 0,-1 0 0 0,0 0 0 0,0 1 0 0,0-1 0 16,-1 0 0-16,3 0 0 0,-2 2 0 0,0-2 0 0,2 0 0 16,-1 0 0-16,0 0 0 0,-1 0 0 0,0 0 0 0,0 0 0 15,1 0 0-15,0 0 0 0,-1 0 0 0,0 0 0 0,-3 0 0 0,2 0 0 16,-2 0-93-16,1-2-87 0,-1 2-78 0,-1-1-100 0,-1-1-110 15,2 2-70-15,-3-3-50 0,-3 2-24 0,-2-2-10 0,0 3 4 0,-4-2 8 16,0 2 17-16,-4 0 20 0,1 2 25 0,-4 1 32 0,1-2 63 16,-4 2 80-16</inkml:trace>
  <inkml:trace contextRef="#ctx0" brushRef="#br0" timeOffset="26985.77">15148 4743 161 0,'-2'9'261'0,"2"-2"22"15,0-1 14-15,0 0 12 0,-1-3 14 0,1 0 14 0,0-1 17 0,0-2 13 16,0 0 13-16,0 0-19 0,0 0-34 0,0 0-53 0,0 0-63 16,0 0-63-16,0 0-60 0,0 0-66 0,0 0-69 0,0 0-83 15,0 0-92-15,0 0-59 0,0 0-45 0,0 0-28 0,0 0-19 0,0-5-10 16,0 2-4-16,0 3-1 0,0-7 0 0,1-1 14 0,3-1 23 15,-3-2 46-15</inkml:trace>
  <inkml:trace contextRef="#ctx0" brushRef="#br0" timeOffset="54325.92">9848 4063 99 0,'0'-4'191'0,"0"-1"15"0,0 2 13 0,0 2 15 0,-2-2 15 0,2 3 16 16,0 0 15-16,0 0 13 0,0 0 8 0,0 0-23 0,0 3-39 0,-1-2-30 16,1 2-25-16,1 0-9 0,-1 3-2 0,2-1 9 0,0 1 15 15,1 2 12-15,0 3 14 0,0 1 3 0,2 1-1 0,0 3-1 16,-1 2-4-16,1 0-2 0,-2 3-3 0,2-2-5 0,-3 3-3 0,-1 1-13 16,1 1-14-16,0 0-22 0,-2 1-26 0,-2-2-25 0,0 4-26 15,-1-1-17-15,-2 1-11 0,0-1-10 0,-2 3-4 0,-1 0-5 0,0-1-4 16,1 2-2-16,-5-1-4 0,4 1 0 0,-3 1-3 0,0-2-1 15,1-1-3-15,-1 1 0 0,0-4-2 0,2 1-1 0,-1-2-3 0,1-2 1 16,1-2 0-16,3-2 1 0,-1-2-2 0,1-2-1 0,1-1-2 16,0-2-1-16,3-2-1 0,-1-2 0 0,2 0-3 0,0-2 0 15,2 0-1-15,-1-1-2 0,3-1-1 0,1 0-1 0,2 0 0 0,-1 0 1 16,2 0 3-16,5-1 3 0,-2 1 4 0,3-2 1 0,0-1 5 16,2 3 3-16,2-3 2 0,0 0 5 0,0-1 3 0,3-1 3 15,-1 1 3-15,2-2 1 0,-1-2 0 0,2 2 1 0,-2-3-1 0,1 2-1 16,0-2-2-16,-1 1-1 0,0-1-3 0,-1 2 0 0,0-2-3 15,0 0-2-15,-2 1-5 0,0-1-2 0,-2 0-2 0,-2 2 0 0,0 1-3 16,-3-2-2-16,-1 2-1 0,1 0 0 0,-5 0-1 0,-1 2-4 16,-2-1-3-16,0 2 0 0,-1-1 0 0,-2 1 0 0,0 0 0 0,0 0 0 15,0 0-10-15,-2 1-35 0,-2-1-23 0,-1 0-45 0,-2 2-61 16,-1-2-78-16,-2 1-83 0,1 1-86 0,-2-2-86 0,-1 1-50 16,1 1-34-16,-2-1-15 0,2-1-6 0,0 0 7 0,0-1 13 0,3-1 19 15,2-1 24-15,1 0 46 0,2-1 63 0,1-1 76 0</inkml:trace>
  <inkml:trace contextRef="#ctx0" brushRef="#br0" timeOffset="54542.59">10571 4638 138 0,'6'-2'404'0,"0"1"53"0,-3-1 31 0,-1 2 15 0,-2 0 10 0,0 0 9 16,0 0 10-16,0 0 9 0,0 0 10 0,0 0 6 0,0 2 3 15,0-2-77-15,0 0-118 0,-2 1-104 0,2-1-100 0,0 0-60 16,0 0-39-16,0 0-27 0,0 2-23 0,0-2-39 0,0 0-45 0,0 0-57 15,0 0-66-15,0 1-70 0,0 1-74 0,0 0-62 0,-1 2-55 16,1 0-40-16,-2 2-34 0,2 2-13 0,-3-1 0 0,0 2 9 16,2 2 12-16,-2-1 28 0,1 1 35 0,-1-1 48 0,1 3 56 0,-1-3 65 15</inkml:trace>
  <inkml:trace contextRef="#ctx0" brushRef="#br0" timeOffset="54686.71">10594 4867 129 0,'4'8'290'0,"-1"-1"28"0,-1-1 16 15,-1-1 10-15,-1-1 17 0,-1 1 22 0,-1-2 32 0,0 0 37 0,1-2 32 16,-1 1 23-16,2-1-29 0,0-1-55 0,-2 2-66 0,2-2-70 15,0 0-42-15,0 0-29 0,0 0-20 0,0 0-17 0,0 0-32 0,0 0-43 16,0 0-73-16,0 0-91 0,0 0-100 0,0 0-107 0,0 0-94 16,0 0-87-16,0 0-43 0,0 0-23 0,0 0-11 0,0 0-7 0,0-5 4 15,-1-1 4-15,1 0 16 0,1 0 20 0,1-3 41 0,0 0 54 16,1 0 72-16</inkml:trace>
  <inkml:trace contextRef="#ctx0" brushRef="#br0" timeOffset="56707.48">11355 4063 49 0,'11'-9'239'0,"-3"0"32"0,1-1 20 15,-2 4 18-15,-3 1 23 0,0 1 26 0,-3-1 42 0,1 4 47 0,-2 1 36 16,0 0 30-16,0 0-19 0,0 0-43 0,0 0-44 0,0 0-47 16,-2 1-30-16,1 1-26 0,-1-1-20 0,0 1-13 0,2-1-20 15,-3 1-25-15,2-1-40 0,-3 3-47 0,1-2-34 0,-1 3-31 0,-2 1-19 16,-1 0-14-16,-3 4-11 0,-2 1-11 0,-1 3-10 0,-4 3-10 15,-1 1-15-15,-2 3-14 0,-4 1-17 0,2 3-18 0,-3 0-33 0,-2 2-38 16,0 0-47-16,-1 0-50 0,2-1-52 0,0-1-50 0,1-1-36 16,2-1-29-16,1-2-15 0,1-3-7 0,4-3 3 0,1-1 6 0,3-1 10 15,2-4 11-15,2-3 28 0,4-2 36 0,4-1 49 0,1-3 51 16,3-1 56-16,0-1 55 0,5-1 45 0,0 0 42 0,0-1 31 16,1 3 28-16,2-3 28 0,0 3 26 0,0-1 30 0,0 2 30 0,-1 2 31 15,2 0 28-15,0 2 33 0,-3 2 41 0,3 0 34 0,-2 1 35 16,0 1 18-16,-1 2 9 0,-1 1 1 0,-2 1-5 0,1 1-11 15,-2 2-15-15,-1 0-18 0,-1 2-18 0,0 1-20 0,-3 1-23 0,0 1-29 16,-3-1-38-16,0 2-38 0,-1 1-39 0,-3 1-24 0,2 0-21 0,-3-1-12 16,0 1-12-16,-1-1-6 0,1 1-8 0,-2-1-11 0,1-2-11 15,0-2-17-15,1 0-17 0,1-5-18 0,1 1-22 0,0-5-40 0,1-2-49 16,3-4-72-16,2-3-86 0,-1-4-71 0,2-5-66 0,4-5-55 16,3-5-51-16,3-5-22 0,2-6-7 0,7-3 2 0,0-6 8 0,5-3 15 15,3-5 16-15,2-2 40 0,2 1 48 0,4-2 75 16,0-2 84-16</inkml:trace>
  <inkml:trace contextRef="#ctx0" brushRef="#br0" timeOffset="57150.84">11668 4095 13 0,'30'-21'263'0,"-5"1"25"0,-4 4 15 0,-1 2 28 0,-7 4 37 16,0 1 51-16,-5 3 61 0,-5 3 42 0,0 0 32 0,-3 3 16 0,-3 2 11 15,0 0-60-15,-4 3-95 0,1 0-58 0,-6 3-41 0,0 1-23 16,-3 2-15-16,-3 4-27 0,-1 0-38 0,0 1-51 0,-3 2-58 0,0 1-43 16,-2 1-30-16,2 1-19 0,-2-1-11 0,2 1-5 0,0 0-5 15,3-2-4-15,0-1-3 0,3 0-4 0,1-3-7 0,3-1-5 16,0-2-7-16,4-1-9 0,0-3-10 0,3-1-9 0,2 0-12 0,1-3-5 15,2-2-5-15,0 1-1 0,3-1-1 0,-1-2 2 0,3 0 2 16,1 2 4-16,1-2 5 0,0 0 6 0,1 2 6 0,0-1 8 16,2 1 12-16,-1-2 10 0,1 3 11 0,-1 0 7 0,-1-2 5 0,0 2 4 15,0 1 1-15,0 0 4 0,-2 0 2 0,0 1 2 0,-1-1 1 16,0 1 1-16,-2 1-1 0,2-2 2 0,-3 0 1 0,-1 1-1 0,2 0 0 16,-1 1-1-16,-1 0-2 0,-1-3-11 0,0 4-14 0,-1-2-31 15,-1 1-37-15,-2 0-47 0,-1 1-45 0,0-1-44 0,-1 2-46 0,-2-1-30 16,-1 4-25-16,-3-2-16 0,1 3-7 0,-3 0-5 0,0 1 2 15,-2 2 5-15,0 0 14 0,-3 2 34 0,0 1 46 0,0 0 60 16,2 1 63-16,-1-1 64 0,3-1 67 0,0-1 44 0,1-1 40 0,5-1 24 16,-1-2 15-16,4-2 14 0,1-2 11 0,4-1 24 0,2-1 29 0,2-4 27 15,3 1 27-15,2-3 10 0,2-2 1 0,4-1-6 0,2-1-16 16,3-2-14-16,0-2-11 0,3-2-7 0,0-3-7 0,3 0-7 16,1 0-10-16,-1-5-22 0,4 1-30 0,-3-1-31 0,1-1-36 0,0 1-27 15,-2-2-26-15,-2 2-22 0,0 0-22 0,-2 2-34 0,-4-1-40 16,-1 1-48-16,-3-1-51 0,-1 2-55 0,-4 0-61 0,-1 0-46 0,-4 2-43 15,0-1-43-15,-4-1-45 0,-1 3-21 0,-3-1-7 0,0 1 7 16,-3 1 11-16,-2-1 28 0,0 2 37 0,-1-1 45 0,-2 1 50 0,0 1 57 16,-1-2 59-16</inkml:trace>
  <inkml:trace contextRef="#ctx0" brushRef="#br0" timeOffset="57373.3">11567 4191 56 0,'0'0'182'0,"0"0"11"0,0 0 18 0,1 1 20 15,-1 4 25-15,3 1 32 0,-3 1 36 0,2 1 34 0,0 2 31 16,-1 4 29-16,2-2-6 0,-1 4-22 0,1 0-15 0,1 3-12 0,-1 0-5 15,0 2-3-15,1 0-9 0,-1 0-11 0,1 2-18 0,-1 1-25 16,2 1-27-16,-2-1-29 0,3 2-32 0,0-1-36 0,-1 1-29 0,2 0-25 16,-1-1-17-16,2 0-13 0,3 0-9 0,-2-2-8 0,1 0-7 15,2-2-10-15,1-2-6 0,3-1-8 0,-2-1-6 0,3-2-7 0,-2-3-5 16,4-3-3-16,-2 0-4 0,2-3-5 0,0-3-6 0,-1-2 0 16,0-2 0-16,0-1 0 0,1-4-9 0,0 0-24 0,-2-3-17 15,0 0-18-15,-2-3-26 0,0-1-30 0,0-1-51 0,-3-1-60 0,0 1-68 16,-3 0-71-16,0-1-59 0,-1 0-49 0,-3 1-43 0,2 2-39 0,-4 0-11 15,0 0 0-15,0 2 12 0,0 1 16 0,-1 0 25 0,1 1 30 16,-2-1 49-16,3 3 60 0,0-3 69 0,0 3 71 0</inkml:trace>
  <inkml:trace contextRef="#ctx0" brushRef="#br0" timeOffset="58044.56">12299 4429 124 0,'-6'3'402'0,"-1"-1"65"0,1 0 31 15,-2 0 16-15,0 0 17 0,2-1 13 0,-1-1 16 0,-1 0 19 0,2 0 15 16,0 0 11-16,3 0-14 0,-2 0-32 0,3-1-106 0,1 1-141 0,1 0-88 16,0 0-66-16,1-4-29 0,1 2-19 0,3-1-14 0,0 0-15 15,1 0-21-15,2-2-60 0,1 1 0 0,1-1 0 0,1 1 0 0,0 0 0 16,0-3 0-16,3 3 0 0,-3 1 0 0,0 0 0 0,0-2 0 16,-1 2 0-16,1 2 0 0,-2-1 0 0,-1 2 0 0,-3 0 0 15,3 0 0-15,-4 2 0 0,0-1 0 0,-3 2 0 0,1 2 0 0,-2-1 0 16,-2 2 0-16,1 2 0 0,-3 2 0 0,-3 1 0 0,2 0 0 15,-3 3 0-15,0 3 0 0,-4-1 0 0,0 2 0 0,1-1 0 0,-3 4 0 16,3-2 0-16,-3 1 0 0,1 1 0 0,-1 0 0 0,1-2 0 16,2 3 0-16,0-3 0 0,0 0 0 0,3-1 0 0,2 1 0 15,-2-3 0-15,5 1 0 0,1-4 0 0,1 0 0 0,1-1 0 0,1-1 0 16,4-1 0-16,0-2 0 0,2 0 0 0,0-3 0 0,3 0 0 0,2-2 0 16,-1-2 0-16,2-1 0 0,1-1 0 0,1-2 0 0,0-3 0 15,3 0 0-15,-1-3 0 0,-1-2-33 0,1 0-28 0,2-2-19 16,-3 0-18-16,1-2-32 0,-2 0-38 0,0 0-48 0,-2-2-52 0,-2 4-53 15,0-2-55-15,-3 1-33 0,-3 1-27 0,-2 1-9 0,0 1-3 16,-3 2 8-16,-1 0 12 0,-2 3 17 0,-1 0 21 0,-2 3 39 0,-1 0 46 16,-2 0 58-16,1 3 63 0,-1 0 69 0,-1 3 70 0,-1-1 66 15,2-1 59-15,1 2 46 0,-3 0 41 0,4 0 31 0,-1 0 32 16,2 0 20-16,0 0 18 0,1-1 7 0,2 1 5 0,1-2 6 0,2-1 9 16,0 0 6-16,2 0 1 0,3 0-9 0,2-1-18 0,1-1-16 15,2 1-21-15,6-2-20 0,-2-2-23 0,6 1-16 0,0-2-19 0,3-2-11 16,2 1-8-16,2-1-12 0,0-2-12 0,1 1-13 0,4-2-8 15,-2 2-10-15,3-1-8 0,-1 2-7 0,0-1-5 0,-1 2-4 0,1 0-5 16,-2 2-1-16,-2 0-2 0,-1 2 0 0,-3 0-2 0,-2 3-3 16,-1 0-7-16,-4 3-4 0,-3 0-30 0,-2 2-8 0,-3 0 0 0,0 2 0 15,-4 3 0-15,-2 2 0 0,-1 0 0 0,-2 0 0 16,-2 3 0-16,-1 2 0 0,-3 1 0 0,-3 1 0 0,-1 1 0 0,0-1 0 16,-2 2 0-16,1 0 0 0,-2-1 0 0,-3 1 0 0,2-2 0 0,-2 2 0 15,0-3 0-15,1 0 0 0,-1 0 0 0,0-3 0 0,0-1 0 16,0-1 0-16,2-2 0 0,0-2 0 0,1-3 0 0,1-2 0 0,1-1 0 15,2-3 0-15,-1-3-30 0,3-3-239 0,3-3-84 0,-1-4-78 16,1-2-73-16,4-6-55 0,0-3-47 0,2-3-16 0,0-5-2 0,3-2 9 16,-1-7 16-16,4-1 21 0,3-3 23 0,0-3 42 0,3 0 48 15,-1-1 70-15,4-1 82 0</inkml:trace>
  <inkml:trace contextRef="#ctx0" brushRef="#br0" timeOffset="58208.63">12983 4104 15 0,'15'-22'292'16,"-2"6"63"-16,-3 4 42 0,-2 5 38 0,-3 3 36 0,-2 4 37 15,-3 4 29-15,-3 5 26 0,0 1 20 0,-5 5 17 0,2 4-10 0,-7 4-24 16,0 4-61-16,-2 5-78 0,-3 2-61 0,-1 4-54 0,-3 4-38 15,0 1-30-15,-3 4-93 0,-1 1-151 0,-2 3 0 0,0 1 0 0,-1 2 0 16,1 0 0-16,-1 0 0 0,2-3 0 0,2-1 0 0,1-2 0 16,2-5 0-16,4-2 0 0,1-7 0 0,6-5 0 0,2-7 0 15,4-4 0-15,5-6 0 0,2-6 0 0,4-5-153 0,2-6-292 0,3-6-92 16,4-4-83-16,2-4-40 0,3-7-18 0,4-2 2 0,-2-5 13 16,5-2 25-16,1-1 29 0,2-3 33 0,0 2 31 0,0-2 54 0,2 0 62 15,-2 1 86-15</inkml:trace>
  <inkml:trace contextRef="#ctx0" brushRef="#br0" timeOffset="58570.01">13194 4296 161 0,'11'-8'429'0,"-5"2"59"0,-1 2 37 0,-2 1 23 0,0 1 16 0,-3 2 16 16,0 0 16-16,2 2 13 0,-2-2 15 0,0 0 8 0,2 0 9 0,0 1-74 15,-2-1-114-15,4 0-109 0,0 0-106 0,1-1-57 0,2-1-170 16,-1 1-11-16,6-1 0 0,-2-1 0 0,4 0 0 0,-1-1 0 0,1-1 0 16,0 0 0-16,2 1 0 0,2-2 0 0,-4 1 0 0,0 0 0 15,2-1 0-15,-2 0 0 0,0 3 0 0,-1-2 0 0,-2 1 0 0,-1 1 0 16,0 0 0-16,-2 0-199 0,-3 1-113 0,2-1-65 0,-4 2-64 15,1 1-43-15,-2 1-31 0,-2-1-21 0,-2 5-14 0,-2-1-10 16,1 2-6-16,-4 2 7 0,1 1 15 0,-4-1 32 0,1 3 39 0,-1 0 69 16,-1 2 86-16,-3-1 99 0,3 2 105 0,-5 2 88 0,2-1 84 15,0 0 70-15,0 2 63 0,-2-1 63 0,2-1 55 0,-2 1 50 0,3-2 46 16,2 0 36-16,-1-2 36 0,3-2 1 0,1-1-12 0,2-1-28 16,3 0-36-16,0-3-37 0,1 0-38 0,4-2-31 0,0-2-30 15,2 2-26-15,2-3-27 0,2 0-29 0,1 0-35 0,1-3-30 0,1 2-30 16,2-2-21-16,1-2-16 0,1 1-6 0,0-2-8 0,1 0-3 15,-2 0-6-15,2 0-10 0,0-2-13 0,-2 2-16 0,0 1-16 0,-1-2-20 16,-2 1-24-16,0 1-37 0,-3 1-42 0,-1 0-45 0,0 1-46 16,-2 0-52-16,-3 2-54 0,-1-3-48 0,-1 4-44 0,0 0-37 0,-5 0-37 15,-2 1-11-15,1 3 2 0,-3-1 12 0,1 1 18 0,-4 2 34 16,1 0 42-16,-2 3 43 0,-3 0 47 0,2 0 52 0,-2 2 56 0</inkml:trace>
  <inkml:trace contextRef="#ctx0" brushRef="#br0" timeOffset="58712.07">13192 4621 56 0,'-11'12'236'0,"3"0"19"0,2-1 8 0,-2-1 5 0,5-2 9 15,1-1 8-15,2-1 15 0,0 0 18 0,4-3 20 0,0 1 21 16,4 0-25-16,0-3-43 0,2 1-48 0,4-2-51 0,-2-2-27 0,2 1-17 16,4-4-10-16,-1 1-3 0,3-4-14 0,-2-1-18 0,4-1-32 15,-2 1-40-15,0-5-58 0,0 1-65 0,-2-2-66 0,2 0-64 0,-4-1-60 16,0 0-62-16,-1-2-30 0,-3 0-15 0,-1 0-7 0,-1-1-4 16,-1 0 5-16,-3-2 7 0,1 2 16 0,-2-2 23 0,-1 0 39 15,1 0 44-15</inkml:trace>
  <inkml:trace contextRef="#ctx0" brushRef="#br0" timeOffset="59104.46">13456 4000 91 0,'-3'5'239'0,"0"0"18"0,0 5 11 0,-2-1 9 0,2 4 15 0,0 4 21 16,0 2 31-16,-1 2 36 0,1 3 38 0,0 3 43 0,1 2-18 16,-1 2-44-16,2 4-41 0,-3 1-41 0,0 1-21 0,1 2-10 0,0 2-6 15,-1-1-5-15,1 0-11 0,-2 0-17 0,2-1-28 0,1 0-36 16,-1-3-41-16,2-2-40 0,-2-1-27 0,3-4-23 0,0-2-18 15,3-3-18-15,-2-3-20 0,1-3-19 0,-1-5-29 0,4 0-28 0,-3-5-35 16,4-2-33-16,-2-1-33 0,2-5-28 0,0 0-25 0,-1-3-22 0,0 0-18 16,-1-2-13-16,1-1-4 0,0-1 6 0,-2 1 15 0,2-2 22 15,-1 2 37-15,-2 0 44 0,-2 0 53 0,0 2 58 0,0-1 61 16,0 2 60-16,-2 0 62 0,-2 2 59 0,-2-1 40 0,-1 4 29 0,-1-1 15 16,-1 1 10-16,-2 1 3 0,-2 1 0 0,-1 2-11 0,0 0-17 15,-2 2-18-15,-2 1-23 0,1 0-26 0,1 1-32 0,-1 1-34 16,1-2-33-16,0 1-20 0,2 1-13 0,0-1-8 0,3-1-6 0,3 1-5 15,-3-4-7-15,4 1-4 0,3-1-5 0,0-2-5 0,4 1-3 0,2-2-5 16,1 0-3-16,2-2-3 0,3-1-2 0,4-1-1 0,3-2 0 16,2 0-1-16,2-2 1 0,3-1 0 0,3-1-1 0,1-1-2 15,2-1-5-15,0-1-6 0,1-1-7 0,-2 1-14 0,3-2-14 0,-3 0-26 16,0 0-34-16,1-2-48 0,-2 1-57 0,-3 1-64 0,-2-3-69 16,3 1-59-16,-4-1-54 0,2 0-41 0,-4 0-35 0,0 0-12 15,0-2 0-15,-1 1 6 0,-1 0 13 0,0-2 27 0,0 0 30 0,1 0 51 16,-2 0 56-16,0-3 66 0,1 0 68 0</inkml:trace>
  <inkml:trace contextRef="#ctx0" brushRef="#br0" timeOffset="59429.39">14209 4090 186 0,'0'-5'461'0,"-2"1"64"16,-1 3 35-16,-2-1 18 0,2 2 11 0,-2 3 13 0,-1-2 11 16,0 2 10-16,0-1 10 0,-1 1 7 0,-3 0 4 0,1 0-82 15,0 1-125-15,-3 1-127 0,0 0-124 0,3 2-144 0,-4 1-42 0,0-1 0 16,0 2 0-16,0 0 0 0,0 1 0 0,0 1 0 0,-1 1 0 15,-1 2 0-15,1-1 0 0,-2 2 0 0,-1 0 0 0,3 0 0 16,-3 2 0-16,1-3 0 0,1 3 0 0,3-2 0 0,-1 0-56 0,4 0-25 16,-1-2-7-16,4 0 0 0,1-3 0 0,2 1 6 0,1-2 9 15,2-2 7-15,2 0 7 0,1 0 4 0,2-1 5 0,1-1 2 0,2-1 2 16,0-1 6-16,2 0 8 0,2-2 9 0,3 1 8 0,0-1 7 16,1-1 6-16,1-1 4 0,1 1 3 0,2-2 3 0,-1 1 2 15,-1-2 0-15,1 1 1 0,-2-3 0 0,0 3 0 0,-2-1-3 0,2-2-1 16,-4 2-7-16,-1-2-6 0,-2 1-10 0,1 0-12 0,-2 1-22 15,-4 0-23-15,0-1-33 0,0 2-42 0,-2-1-43 0,-3 1-46 0,0 1-46 16,-2-2-48-16,-1 3-35 0,-2-2-26 0,-1 4-23 0,-2-1-17 16,-3 1-16-16,3 2-17 0,-3 0-1 0,-3 3 4 0,1 0 27 0,-2 2 34 15,0 0 42-15,-2 2 44 0,-1 2 47 0,-1 1 46 0,-1 1 37 16,-1 1 29-16</inkml:trace>
  <inkml:trace contextRef="#ctx0" brushRef="#br0" timeOffset="59562.45">13826 4621 224 0,'-15'15'264'0,"2"-1"17"0,2-1 7 15,3-2 5-15,2-1 2 0,2-2 8 0,4-1 10 0,4-1 20 16,0-1 23-16,6-1 6 0,-1-1-4 0,2-2-29 0,5 1-41 0,0 0-29 15,3-2-25-15,1-2-10 0,1-1-4 0,1 0-3 0,3-1-1 0,-3-1-11 16,2 0-12-16,0 0-29 0,-2-1-37 0,0 0-54 0,-3-2-66 16,2 1-62-16,-4 0-59 0,1-1-52 0,-6 0-45 0,2-1-46 15,-2 0-45-15,-2 0-37 0,-2 0-35 0,-3 0-40 0,0-1-44 0,-2-1-15 16,0 2 0-16,-3-1 16 0,0-1 24 0,-1 2 32 0,-1-1 35 16,-1-2 36-16,1 3 39 0,-1-2 41 0,0 1 44 0</inkml:trace>
  <inkml:trace contextRef="#ctx0" brushRef="#br0" timeOffset="59795.38">14125 4297 137 0,'-6'12'277'0,"0"-1"20"0,1 4 14 0,-2 0 9 0,2 3 12 0,-2 0 21 15,1 3 26-15,1 0 31 0,-2 1 38 0,1 3 13 0,-2 1 4 16,2 1-47-16,1 2-71 0,-1 0-45 0,2 0-33 0,0 1-17 16,-1 0-7-16,2 0-9 0,3 1-10 0,0-3-19 0,2 0-23 0,2-2-32 15,1 0-36-15,1-6-29 0,2 2-27 0,3-6-17 0,0-1-11 16,2-3-8-16,3-3-7 0,0-2-10 0,3-2-14 0,-1-5-20 15,2-2-26-15,0-2-43 0,2-4-55 0,-1-1-49 0,1-4-46 0,1-2-52 16,-3-2-52-16,2-2-56 0,0-2-58 0,-3-2-39 0,3 1-30 16,-2-2-10-16,-2-2 1 0,1 2 15 0,-2 0 21 0,-3 0 44 0,1 2 51 15,-1-2 48-15,-3 1 47 0,1 1 51 0</inkml:trace>
  <inkml:trace contextRef="#ctx0" brushRef="#br0" timeOffset="65872.55">15069 4081 156 0,'3'-7'187'0,"2"1"17"16,-2 0 17-16,-2 1 21 0,1 1 26 0,-2 1 30 0,2 0 30 0,-2 3 36 15,0 0 41-15,0 0-7 0,0 0-27 0,0 0-16 0,0 0-11 16,0 0-10-16,0 0-9 0,0 0-13 0,0 4-11 0,0 1-16 15,1-1-20-15,1 4-24 0,0-1-24 0,-1 3-31 0,2 1-32 0,-1 3-32 16,1-1-27-16,0 4-15 0,-1-1-9 0,2 3-7 0,-1 3-3 0,-1-1-2 16,0 3-5-16,-2-2-4 0,0 4-7 0,0-1-3 0,-2 1-7 15,0 1-5-15,-1 1-6 0,-1-1-3 0,-1 2-5 0,0-2-2 16,1 3-2-16,-3-2-2 0,-2 2-2 0,3-1-2 0,-1 0-2 0,-1 0-5 16,0 0-6-16,1-2-8 0,0-1-10 0,2 0-13 0,0-3-14 15,1-2-28-15,-1-3-35 0,2-2-47 0,3-4-56 0,2-1-57 0,-1-5-58 16,5-2-49-16,1-2-46 0,-1-4-45 0,5-4-45 0,0-1-16 15,2-3-4-15,2-1 6 0,-2-4 12 0,4-2 26 0,-2 1 34 0,2-4 49 16,-1 1 54-16,3-2 58 0,-1 0 60 0</inkml:trace>
  <inkml:trace contextRef="#ctx0" brushRef="#br0" timeOffset="66150.12">15731 4141 217 0,'5'-6'257'0,"0"2"19"0,-2 1 10 15,0 0 16-15,-3 3 12 0,0 0 26 0,0 0 31 0,0 3 38 0,2 0 41 16,0 3-4-16,-1 0-28 0,2 3-37 0,-1-1-42 0,2 6-34 16,-2 0-27-16,3 4-15 0,-2 0-9 0,4 3-11 0,-3 1-11 0,2 2-22 15,1 3-27-15,-1 0-36 0,1 2-40 0,-3 0-27 0,2 0-20 16,1 1-14-16,-3 0-8 0,1 0-5 0,0 0-4 0,-2 0-5 0,2-1-1 16,-2-1-4-16,-2 1-2 0,1-2-3 0,0-2-4 0,-2 1-2 15,0-3-2-15,0-3-4 0,0 0-5 0,-2-1-6 0,0-2-11 16,2-4-12-16,-3 1-18 0,2-4-34 0,-4-1-44 0,2-3-60 15,0-1-68-15,-2-1-67 0,0-2-66 0,0-2-61 0,-4-2-57 0,3-2-26 16,-2-1-12-16,1-1-1 0,-3-3 5 0,2-1 11 0,0-1 16 0,-2-1 35 16,-1-1 45-16,3-2 58 0,-3 0 70 0</inkml:trace>
  <inkml:trace contextRef="#ctx0" brushRef="#br0" timeOffset="66420.22">15142 4537 186 0,'-11'2'254'0,"4"-1"21"0,-1-1 21 15,2 0 20-15,-2 0 31 0,4 0 37 0,0-1 35 0,1 1 39 0,0-2 25 16,1 2 18-16,1-1-42 0,1 1-73 0,1-2-47 0,-1-1-33 16,4 2-22-16,-1-2-17 0,0 0-17 0,3 0-19 0,3 0-26 0,1-2-32 15,1 3-34-15,2-3-37 0,1 0-23 0,3 2-21 0,1-2-11 16,2 3-7-16,2-1-6 0,1 0-2 0,2 1-4 0,0 1-4 15,4-2-2-15,-2 3-4 0,1-1-4 0,0 1-3 0,-1 0-9 0,3 0-10 16,-4 0-12-16,1 0-16 0,-2 0-33 0,-3 0-41 0,2-3-63 16,-3 2-67-16,-3 1-71 0,0 1-74 0,-1 2-64 0,-4-2-59 0,3 0-29 15,-5 2-16-15,1 0-1 0,-2 2 2 0,1-1 11 0,-2 1 11 16,2-1 33-16,-1 3 43 0,1-3 60 0,0 2 69 0</inkml:trace>
  <inkml:trace contextRef="#ctx0" brushRef="#br0" timeOffset="66619.25">16198 4478 302 0,'-3'4'437'0,"-1"2"52"0,0-2 24 0,-1 2 11 0,1-3 8 15,-3 2 2-15,4-4 3 0,-2 3 3 0,3-2 1 0,-1 0 3 0,2-1-46 16,-1 1-69-16,2-2-109 0,0 0-135 0,0 0-78 0,0 0-52 16,2 0-31-16,-2 3-25 0,1 0-39 0,2-2-44 0,-1 1-65 0,1-1-77 15,0 2-71-15,2-2-72 0,-1 3-61 0,-3-1-60 0,2 0-27 16,2 1-14-16,-2 0-9 0,0 3-1 0,-1-1 7 0,1-1 11 0,-2 3 31 15,3 0 44-15,-1 1 63 0,-1 0 71 0</inkml:trace>
  <inkml:trace contextRef="#ctx0" brushRef="#br0" timeOffset="66762.09">16278 4785 167 0,'3'10'371'0,"-3"-2"38"0,2 0 22 0,-2-1 15 16,0-1 13-16,0-3 18 0,0-2 24 0,0-1 17 0,0 0 14 16,0 0 8-16,0 0 2 0,0 0-79 0,0 0-121 0,0 0-90 15,0 0-74-15,0 0-45 0,0 0-36 0,0 0-49 0,0-1-58 0,0-2-98 16,0 1-118-16,0 2-109 0,0-4-105 0,-2-3-55 0,2 2-31 15,-3-1-16-15,3-2-7 0,-1-1-4 0,-2 0 2 0,3-1 9 16,0-1 14-16,0 1 34 0,3-1 44 0,-2-3 81 0</inkml:trace>
  <inkml:trace contextRef="#ctx0" brushRef="#br0" timeOffset="67394.45">16863 3616 205 0,'5'-7'295'0,"2"-1"32"0,-4 2 19 0,0 2 14 16,0-2 15-16,-1 4 17 0,-1 1 20 0,-1 1 21 0,0 0 19 15,0 0 22-15,2 1-38 0,0 1-65 0,0 4-54 0,2-2-49 0,-1 2-35 16,2 3-28-16,-2-1-18 0,3 2-13 0,-1 1-15 0,3 0-15 16,-2 2-21-16,0 0-21 0,3-1-20 0,-2 2-22 0,-1-1-22 15,1-1-22-15,-1 0-25 0,-1 0-25 0,3 0-37 0,-5-1-48 0,0-1-50 16,0-1-53-16,1 2-55 0,-4-5-57 0,0 4-50 0,-4-1-45 15,1 0-38-15,-2 0-32 0,-1 0-14 0,-2 2-1 0,0 0 9 0,-1-4 14 16,-5 5 35-16,1-3 43 0,-3 1 51 0,3-1 50 0,-4 0 55 16</inkml:trace>
  <inkml:trace contextRef="#ctx0" brushRef="#br0" timeOffset="67599.72">16742 4054 116 0,'-10'12'240'16,"6"-1"20"-16,-1-1 20 0,2-2 19 0,-1-3 22 0,1 0 21 16,0 0 28-16,-3-2 30 0,4-2 31 0,1 1 28 0,1-2-26 15,0 0-52-15,0 0-40 0,1 0-31 0,5 0-17 0,1 0-10 16,-1 0-14-16,4-2-14 0,1 2-20 0,1-1-17 0,4-2-26 0,-2 3-25 15,5 0-28-15,1-2-28 0,0-1-22 0,3 2-17 0,0 0-14 0,2-2-8 16,0 2-10-16,4-2-8 0,-2 2-7 0,1-2-2 0,0 1-4 16,3 1-3-16,-6-3-9 0,2 3-12 0,2-1-13 0,-4 1-15 15,-2-2-23-15,-1 0-26 0,-2 2-47 0,-5-1-56 0,0-2-58 16,-1 4-60-16,-6 0-51 0,-2-2-45 0,0 4-43 0,-4-2-40 0,-2 0-27 16,-2 3-25-16,-2 1-3 0,-3 2 5 0,-2 0 19 0,-4 2 24 0,2 0 45 15,-5-1 56-15,2 3 58 0,-5-1 61 0,1 0 50 0</inkml:trace>
  <inkml:trace contextRef="#ctx0" brushRef="#br0" timeOffset="68463.25">16922 4273 44 0,'-14'8'169'0,"-1"-1"12"0,3 1 9 16,-1-1 16-16,2-1 20 0,2 0 23 0,1 0 24 0,1 1 25 0,1-3 24 15,2-1-4-15,-1 1-14 0,3-1-7 0,1 3-4 0,-1-1 5 16,0-1 12-16,2 2 3 0,0-1 4 0,0 4-10 0,0-2-14 16,0 1-21-16,0 0-24 0,0 2-21 0,0 0-23 0,0-1-26 0,0 0-24 15,0-1-28-15,0 1-28 0,0 0-28 0,0-3-25 0,0-1-17 16,0 2-16-16,0-3-13 0,2 1-9 0,0-4-7 0,1 2-7 0,2-3-5 15,-1 0-2-15,2 0-4 0,2-3-3 0,4 0-1 0,-2-1-2 0,3-2 1 16,2 0-2-16,0 0 3 0,4-2 4 0,-1 1 5 0,2 1 4 16,-1-2 5-16,3 1 4 0,0 1 4 0,0 1 3 0,-1-1 3 15,1 3 3-15,0 2 1 0,-2-2 1 0,-2 1 3 0,3 2 1 0,-5 0 2 16,1 0 4-16,-3 2 5 0,0 1 6 0,-2-2 4 0,-3 1 5 16,0 1 5-16,-2-1 6 0,-1 2 5 0,-3-1 5 0,-1 1 3 0,1-1 6 15,-3 1 1-15,-1 1 1 0,-3 1-3 0,1 0-1 0,-2 0-7 16,-1 0-4-16,-3 2-6 0,-1-2-3 0,-1 3-5 0,-1 0-6 15,-5 0-7-15,4-2-4 0,-5 2-6 0,-1 0-5 0,0 0-7 0,2-1-4 16,-4-1-3-16,2 1-4 0,-1-1 0 0,-2-1-5 0,2 0 0 16,0 0-1-16,0-1-1 0,0-1 1 0,1 1-1 0,2-1-1 0,0 1 2 15,-1-2 1-15,4 3 2 0,-2-3 4 0,4 1 1 0,-1 1 2 16,0 1 1-16,4-2 2 0,1 4 1 0,-1-2 1 0,0 1 0 0,1 1 1 16,2 1 1-16,-1 1 2 0,2 0 0 0,1 4 0 0,-2 0 1 15,3 1 2-15,0 1 3 0,-3 2 2 0,2 2 4 0,0-1 4 16,0 2 4-16,0 0 4 0,0-1 0 0,1 1 5 0,2 0 1 15,-3-2 1-15,0-1 1 0,1 2 2 0,1-5-1 0,1 1 2 0,1-2-2 16,-2-2-1-16,4-2-2 0,-1-1-6 0,1-3-2 0,-1 0-3 0,5-2-2 16,-2-3-2-16,0-1-1 0,3 0-1 0,1-5-2 0,3 1 0 15,0-3-2-15,0 0-2 0,6 0 0 0,-2-4-2 0,4 1 1 16,-1-2 0-16,2 0-1 0,2-2 1 0,0 2-2 0,2 0 0 0,1 2 0 16,0-1 0-16,4 0-1 0,-3 3 0 0,3 0 1 0,-1-1 0 15,1 5-1-15,-4-2 0 0,4 2 0 0,-2 0 1 0,-1 3 0 0,0-1 0 16,-4 2-1-16,-2 2 0 0,1-1 1 0,-2 3 1 0,-2 0 0 15,-3 2 1-15,-1-2 1 0,-2 5 1 0,2-1 2 0,-4-1 1 0,-2 4 3 16,0-1 0-16,-2 1 2 0,0-1 2 0,-3 1 4 0,-1 1 0 16,1-1 0-16,-4 2 2 0,1 0-1 0,-1 1 4 0,-1-2-1 15,-2 1 2-15,-1-1-3 0,0 2 1 0,-2-2-2 0,1 1-2 0,-4-1 1 16,3 0-5-16,-3-2 0 0,-1 3-2 0,0-4-3 0,0 0 0 16,-1 0-4-16,0-2-1 0,-2-1-5 0,0-1-3 0,1-2-3 0,0 0-7 15,-2-3-5-15,2-3-6 0,-2 0-7 0,3-3-5 0,1-2-5 16,-4-1-3-16,5-1-3 0,-1-2-1 0,0-2-2 0,3 1-1 0,-2-2-1 15,1 0 2-15,5 0 1 0,-1-2 5 0,0 2 2 0,3 2 8 16,1-2 5-16,1 1 5 0,1 1 6 0,1 3 4 0,1-1 2 0,-1 2 0 16,3 1 1-16,0 3 3 0,-1-2 2 0,4 3 1 0,-3-1 0 15,1 2 2-15,0 2 0 0,3-1 0 0,-4 1 0 0,1 1 1 0,2 1 0 16,-2-1-1-16,2 3 1 0,-2-1 1 0,-2 1 2 0,2 0 1 16,-2 1 3-16,0 1 2 0,-1-1 2 0,0 2 4 0,-2 2 4 15,0-1 1-15,0 1 3 0,-4-1 2 0,3 4 1 0,-3-2 1 0,1 0 1 16,-2 1 1-16,1 1-2 0,-4-1 0 0,3 0-1 0,-3 0-4 15,2-1-1-15,-2 0-4 0,0-2-3 0,0 0-3 0,2 0-3 0,-3-1-2 16,2-2-4-16,-1 1-5 0,2-2-9 0,-1-2-7 0,-2 1-15 16,3-2-13-16,-1-2-26 0,1 1-30 0,-2-4-42 0,4 1-50 15,-3-2-57-15,2 0-60 0,0-3-49 0,1 1-39 0,-1-2-39 0,4-1-38 16,1-2-23-16,1-1-19 0,4-1 1 0,-1 0 8 0,3-1 20 16,3-1 29-16,0 1 41 0,3-2 52 0,4 1 56 0,-2 0 62 0,4 0 48 15</inkml:trace>
  <inkml:trace contextRef="#ctx0" brushRef="#br0" timeOffset="68794.33">17654 4582 108 0,'13'-4'241'0,"-4"1"22"15,-1 1 24-15,0 1 25 0,-2 1 47 0,1 1 54 0,-6-1 45 16,2 3 38-16,-1-1 23 0,0-1 20 0,-1 2-37 0,1-1-62 0,-2 0-47 16,-2 0-38-16,2 1-26 0,-3 2-19 0,0-1-24 0,-2 1-25 0,-1 1-47 15,-2 1-54-15,0 0-43 0,0 3-38 0,-2 0-25 0,-2 1-20 16,-1 1-16-16,-1-2-18 0,3 4-18 0,-3-2-19 0,0-2-23 15,1 2-28-15,-1-2-37 0,2 1-48 0,0-2-43 0,2-3-39 0,2 1-44 16,2-5-45-16,0 0-29 0,4-2-23 0,2-3-8 0,2-2 0 16,6-2 7-16,-2-2 13 0,2-2 23 0,3-1 26 0,3 0 45 0,-1-2 48 15,1 1 48-15,1 0 45 0,0 2 52 0,1-1 55 0,0 3 44 16,-2 2 39-16,0 1 34 0,1 1 28 0,-1 4 25 0,-2-1 22 16,1 2 23-16,1 3 19 0,-2 0 20 0,1 2 17 0,-1 1 21 15,2 1 17-15,-5 1 10 0,4 0 5 0,-1 3-5 0,-2 0-7 0,1-1-16 16,0 1-20-16,0 1-18 0,-3 0-21 0,2-2-24 0,-2 2-23 15,-2-1-41-15,1-2-50 0,-3 0-63 0,2-2-71 0,-1-1-74 0,-2 0-78 16,-3-3-66-16,3 0-59 0,-3-3-50 0,0 0-46 0,0 0-23 16,-1-4-11-16,-1-1-6 0,2-2 0 0,-1-2 18 0,-1 0 25 0,0-5 40 15,2 1 48-15,2-2 57 0,0 0 63 0</inkml:trace>
  <inkml:trace contextRef="#ctx0" brushRef="#br0" timeOffset="68981.98">17818 4317 168 0,'-4'-3'225'15,"-1"3"11"-15,4 3 9 0,-3 1 14 0,1 4 20 0,2 1 27 16,1 3 29-16,0 1 32 0,1 2 35 0,2 3 2 0,1 3-16 0,0 2-27 16,2 1-35-16,-1 1-20 0,-2 4-13 0,2-1-6 0,0 2-1 15,-3 0-12-15,-1 3-14 0,1 2-20 0,-4-1-27 0,2 1-31 0,-3 2-31 16,-2 1-31-16,2-2-32 0,-2 0-21 0,-1-2-15 0,-2 1-18 16,2-4-16-16,-1-1-25 0,2-4-28 0,1-2-53 0,-1-6-68 0,4-2-79 15,-1-5-87-15,2-4-79 0,2-5-77 0,4-4-38 0,-2-5-18 16,3-4-10-16,3-5-4 0,0-2 4 0,2-6 8 0,0-2 17 15,4-4 25-15,0-1 48 0,4-4 62 0,-1-1 76 0</inkml:trace>
  <inkml:trace contextRef="#ctx0" brushRef="#br0" timeOffset="69408.78">18291 4372 164 0,'2'0'381'0,"-2"3"68"0,-2 0 37 16,1 3 20-16,-3 0 16 0,0 0 14 0,-2 1 15 0,-1 0 15 15,1 0 9-15,-2 4 9 0,1-3-26 0,-3 3-48 0,2 1-89 16,-2-1-112-16,-2 2-82 0,2 1-65 0,0 0-37 0,-2-1-18 0,1 2-17 15,0 0-14-15,1-2-16 0,2 1-13 0,0-2-14 0,2 0-14 16,2-2-17-16,0-1-16 0,4-1-13 0,4-2-13 0,-1-3-10 0,4-2-7 16,4-1-10-16,1-1-6 0,3-2-7 0,3-3-9 0,2-2-10 15,2-1-12-15,2-1-12 0,-2-2-13 0,2 1-2 0,1 1 2 0,0-2 7 16,-2 1 6-16,-1 2 9 0,-2 1 8 0,-2 1 7 0,1 3 5 16,-5-1 8-16,0 2 6 0,-1 1 9 0,-4 0 10 0,-1 0 11 0,0 2 13 15,-3 0 4-15,-2 0 4 0,2 2-8 0,-4 0-16 0,-1-2-21 16,-1 2-28-16,-4 1-28 0,1-1-33 0,-1 4-30 0,-2-2-31 0,1 0-19 15,-3 3-16-15,-1-1-9 0,0-1-6 0,0 2-2 0,-2 0 1 16,1-1 11-16,-3 2 17 0,5-2 24 0,-4 0 26 0,-1 0 35 16,2 0 37-16,-1 1 43 0,1-2 46 0,3 1 48 0,-4 1 47 0,2-2 37 15,3 1 30-15,-1-1 17 0,2 0 13 0,3 0 5 0,0-1 3 16,1 0 8-16,3-2 8 0,2 1 10 0,-1-1 11 0,4-2 6 16,0 3 1-16,2-2-13 0,3 1-20 0,-2-2-20 0,4 0-18 0,1-2-11 15,0 1-6-15,1-2-11 0,1 1-12 0,0-1-25 0,1 1-37 16,-2-3-48-16,1 0-57 0,-1-1-56 0,0 2-59 0,-1-2-50 0,-1 0-43 15,-2-2-47-15,0 2-49 0,0-3-25 0,-3 2-11 0,-1-1-2 16,1-2 5-16,-1 1 18 0,-2-3 25 0,0 1 35 0,-3-1 40 0,3-1 41 16,-3 0 41-16</inkml:trace>
  <inkml:trace contextRef="#ctx0" brushRef="#br0" timeOffset="69724.85">18491 4173 77 0,'-5'-9'239'0,"0"2"22"0,2 2 14 0,0 3 8 16,-1 1 9-16,1 2 13 0,2 2 16 0,-4 3 18 0,4 2 27 15,-1 0 27-15,0 5-16 0,-1 2-38 0,3 0-32 0,-3 6-32 0,1 1-20 16,-1 3-13-16,0 1-8 0,-2 4-6 0,2 0-8 0,-3 2-12 16,0 2-15-16,-1 1-15 0,-1 1-25 0,-1 0-26 0,1-2-27 0,-2 1-23 15,1 1-21-15,-4-3-18 0,4-2-12 0,-2 1-5 0,0-4-3 16,1 1-2-16,-1-4 3 0,2 1 1 0,1-4 2 0,-5-1 0 16,4-1 3-16,1-2 5 0,-2 0 7 0,-1-3 8 0,3 0 10 0,0-2 9 15,-1-1 8-15,3-1 7 0,-1-2 4 0,2-1 2 0,0 0 2 16,2-2 1-16,2 0 2 0,-2-1 3 0,3-1 1 0,4 1 2 0,-2-2-5 15,3 1-36-15,0-2-55 0,3 1 0 0,2-2 0 0,2 2 0 16,-1-1 0-16,3-2 0 0,0 1 0 0,3-1 0 0,0 0 0 16,1 0 0-16,-2 0 0 0,3 0 0 0,1 2 0 0,-2-2 0 0,3 0 0 15,-3 1 0-15,0-1 0 0,2 3 0 0,-2-3 0 0,-1 2 0 16,1-1 0-16,-3 1-80 0,3-2-225 0,-5 1-96 0,-1-1-91 16,2 0-90-16,-1-1-40 0,0-1-18 0,-1-1-1 0,-2-3 8 0,6 2 12 15,-5-4 22-15,4 1 22 0,-2-4 29 0,3-1 49 0,-2 0 64 16,2-1 82-16</inkml:trace>
  <inkml:trace contextRef="#ctx0" brushRef="#br0" timeOffset="70123.08">18984 4118 200 0,'3'-8'352'15,"-2"3"62"-15,-1-1 44 0,0 3 31 0,-1 0 23 0,-2 2 17 0,0 1 14 16,0 0 11-16,-1 3 10 0,0-3 8 0,0 1-42 0,-1 2-64 15,1 2-75-15,-4-1-82 0,3 2-66 0,-3 0-60 0,0 2-40 16,1-1-31-16,-1 4-19 0,0-1-19 0,1 1-14 0,-2 1-9 0,1 0-11 16,2 0-7-16,-1 1-7 0,1-1-5 0,3 2-4 0,1-2-6 15,-1 1-2-15,3-2-2 0,2 1-4 0,1-2-1 0,0 1-1 0,3-1 0 16,1-2-2-16,2 1 0 0,2-2-3 0,0-1 1 0,1 0-6 16,3-2-4-16,0-2-9 0,0 0-10 0,0-2-12 0,2-2-15 0,-1 0-18 15,1-3-24-15,-3-1-38 0,4-2-51 0,-5-1-54 0,0 0-56 16,-1-1-56-16,-1-2-51 0,1 0-39 0,-4 0-32 0,2-2-29 15,-3 0-29-15,2 1-5 0,-1 0 4 0,-4-1 15 0,4 1 21 0,-2 1 39 16,-1 1 49-16,0 1 56 0,-2-1 57 0,2 1 55 0</inkml:trace>
  <inkml:trace contextRef="#ctx0" brushRef="#br0" timeOffset="70277.64">19218 4114 26 0,'5'-1'191'0,"-1"-2"43"15,1 6 34-15,1-2 29 0,1 2 32 0,-3 2 33 0,3 1 40 16,-1 0 43-16,0 1 30 0,-3 2 29 0,1 0-21 0,-1 0-42 0,-2 1-39 16,1 0-40-16,1 2-35 0,-1-1-31 0,0 2-28 0,-1 0-27 15,-1 3-28-15,2-2-34 0,-1 1-41 0,-1 0-45 0,3 0-37 16,-3 1-36-16,-3-2-36 0,3 1-41 0,0 0-52 0,-1-1-63 0,-1-4-70 15,-1 2-76-15,0-2-70 0,-1 1-66 0,0-2-39 0,-3 0-25 16,1-1-11-16,2-2-4 0,-5 1 3 0,3-1 8 0,-2 0 20 0,-1-1 30 16,1-1 49-16,-2-1 57 0,1 0 71 0</inkml:trace>
  <inkml:trace contextRef="#ctx0" brushRef="#br0" timeOffset="70980.86">18993 4540 184 0,'-9'10'287'0,"3"1"26"0,-2 1 27 0,3 3 31 0,-2 0 43 16,1 2 53-16,2 2 34 0,-1 3 27 0,2 0 18 0,-4 0 15 0,2 2-41 15,1 2-66-15,-1 1-58 0,0 2-49 0,0-1-30 0,1 0-17 16,-3 2-23-16,0 0-27 0,2 0-40 0,-2 0-49 0,1 2-31 16,0-2-26-16,-4-2-20 0,4 1-15 0,0-1-10 0,-1-2-58 0,2-2-1 15,-2-2 0-15,2-4 0 0,0-1 0 0,4-4 0 0,-3-2 0 16,4-4 0-16,0-2-28 0,0-4-66 0,4-2-22 0,-1-5-35 0,3-5-43 16,-1-1-50-16,4-4-55 0,2-5-57 0,1-4-58 0,3-1-34 15,-2-5-25-15,4 0-5 0,-1-3 3 0,2-1 12 0,-1 1 18 16,-4 0 26-16,1 2 31 0,2 0 50 0,-7 2 60 0,4 3 75 0,-4 2 81 15,-1 2 90-15,0 1 91 0,1 2 78 0,-4 2 65 0,3 3 58 16,-3 0 54-16,4 0 39 0,-2 3 32 0,-1 0 15 0,2 2 1 0,0-1-7 16,0 2-14-16,0 3-22 0,-2-1-22 0,3 1-30 0,1 1-30 15,-2 1-28-15,0 1-33 0,1 1-38 0,1 1-36 0,-1 1-34 16,1 1-32-16,-2 1-18 0,1 1-15 0,-1 1-7 0,1 1-4 0,-2 1-2 16,1 1-5-16,-2 2-2 0,2 2-4 0,-2-1-4 0,-1 1-1 15,-2 2-3-15,2 2 1 0,-3 0-3 0,-1 2 1 0,4-2-1 0,-5 4 1 16,0-1-1-16,0 2 1 0,-2-1-1 0,-1 4 1 0,0-2-1 15,2 2 1-15,-3-1 1 0,-1 0-2 0,2 2 1 0,-2-1 0 0,1 0 0 16,-2 2-1-16,1-3 0 0,0 2 0 0,-1-1 0 0,1-1-2 16,0-1 0-16,-1 0-1 0,1-1-3 0,-1-4 1 0,3 1-4 0,-4-4-3 15,6-1-10-15,-5-3-11 0,2-1-11 0,1-2-10 0,0-5-11 16,0 0-9-16,1-2-10 0,-1-2-7 0,0-3-7 0,-1 0-7 0,1-4-5 16,-1-1-5-16,-1-1 1 0,4-1 3 0,-6-1 5 0,2-1 10 15,0 0 10-15,-2-1 13 0,1-1 16 0,-1 1 17 0,-1-1 19 16,-1 1 22-16,1 1 18 0,0 0 16 0,-2 1 13 0,1 2 10 0,1 0 8 15,2 2 3-15,-1 1 4 0,0 1 3 0,2 1 0 0,0 1-3 16,2 2-5-16,1-1-5 0,1 0-13 0,1 2-16 0,1 0-8 0,-1 0-12 16,5-1-7-16,-2 2-9 0,2-2-8 0,3 1-7 0,0-1-13 15,-2 2-12-15,2-1-20 0,3-2-27 0,-2 2-37 0,1 0-43 0,-1 2-46 16,1-1-44-16,0 1-43 0,-4-1-42 0,1 2-33 0,2 2-23 16,-5-1-14-16,1 1-11 0,-2 1-3 0,-1 0 1 0,1 2 16 15,-3-1 22-15,0 0 41 0,-3 2 50 0,1 0 51 0,-1 0 57 0,-2 0 56 16,1 2 57-16,-1-1 52 0,-2 1 50 0,1-1 48 0,-2-1 49 15,2 2 48-15,-2-1 48 0,-1 1 48 0,1-1 48 0,0 1 38 16,-2-1 34-16,-1 1 16 0,3-2 7 0,0 1-3 0,-1 1-7 0,3 0-18 16,-1-3-22-16,2 1-29 0,1 0-34 0,0-1-35 0,4-1-37 0,0 1-44 15,0-1-45-15,4-1-41 0,0 0-39 0,4-2-29 0,0 1-26 16,3 0-33-16,0-2-33 0,5-2-62 0,-2-1-73 0,1-1-88 16,2-1-94-16,2-1-68 0,-1-1-61 0,0-2-29 0,0 0-15 0,1-2-6 15,0 1-4-15,-2-3 5 0,0 2 8 0,0-1 20 0,1-2 29 16,-2 1 58-16,2-1 75 0</inkml:trace>
  <inkml:trace contextRef="#ctx0" brushRef="#br0" timeOffset="71341.98">19718 4428 314 0,'-2'-6'444'0,"0"1"53"0,1 1 33 0,-2 1 23 15,1 1 15-15,-1 1 17 0,-1-1 14 0,1 1 14 0,-3 1 16 0,2 0-3 16,-1 1-11-16,-2-1-83 0,2 2-117 0,-4-1-103 0,1 1-95 0,0-2-75 15,-1 3-142-15,-2-2 0 0,0 2 0 0,-1-2 0 0,-2 3 0 16,2-1 0-16,-6 0 0 0,4 0 0 0,-3 2 0 0,1-1 0 16,-3-1 0-16,0 3 0 0,1-3 0 0,1 1 0 0,1 1-113 0,-1-2-114 15,3-2-57-15,1 2-61 0,4-3-65 0,-1 0-46 0,2-1-38 16,4-1-24-16,2-1-18 0,2 3-11 0,2-6-7 0,-1 2 5 0,4-1 13 16,1 1 24-16,-1-1 31 0,1 3 65 0,1-2 86 0,-1 3 93 15,2 1 97-15,-2 0 79 0,0 1 73 0,-1 3 59 0,0 1 53 0,1 1 55 16,-3 0 56-16,0 2 45 0,1 2 36 0,-3 1 39 0,2-1 39 15,1 1 17-15,-3 2 9 0,2-1-8 0,-1 3-15 0,1-1-17 16,2 1-18-16,-2-1-20 0,2 0-18 0,-4 1-25 0,4-1-26 0,-2-1-27 16,2 1-31-16,1-2-35 0,0-2-37 0,2 1-40 0,1-2-42 15,0-2-34-15,0 1-30 0,1-3-37 0,2 0-37 0,0 0-42 0,0-2-44 16,1-2-43-16,0 1-44 0,1 0-45 0,-2-2-43 0,1 0-38 16,0-2-33-16,-2 0-36 0,1 1-41 0,-1-1-14 0,-1 1 2 15,2-2 20-15,-2 1 30 0,0-1 36 0,0 0 39 0,0 0 44 0,0-1 41 16,2 1 47-16,-4-2 42 0</inkml:trace>
  <inkml:trace contextRef="#ctx0" brushRef="#br0" timeOffset="71722.16">19896 4659 21 0,'7'2'280'0,"-6"-2"63"16,2 2 56-16,2-2 56 0,-5 0 42 0,-3 3 36 0,1-1 28 15,-1-2 23-15,2 4 18 0,-3-2 17 0,-1 1-17 0,1-2-36 0,-3 4-53 16,0-2-63-16,-1 3-58 0,0-2-52 0,-5 0-51 0,2 1-144 0,0 3-145 16,-3-4 0-16,-1 2 0 0,1 0 0 0,-2-1 0 0,1 1 0 15,-1 0 0-15,-1-2 0 0,-3 2 0 0,1-1 0 0,1-1 0 16,0 1 0-16,-2-1 0 0,-2-1 0 0,2 2 0 0,-2-4 0 0,5 2 0 15,-4-1 0-15,1-2 0 0,2 0 0 0,-1 0-147 0,5-2-142 16,-2-1-33-16,4 2-27 0,-1-2-20 0,5-2-18 0,0 2-9 0,3 1-7 16,-1-2 5-16,3 3 9 0,0-2 19 0,1 1 23 0,1 1 36 15,1 1 42-15,0 0 59 0,0 0 65 0,-2 1 60 0,2 2 62 0,0 0 60 16,0 2 62-16,0 0 67 0,0 2 67 0,3 2 47 0,-3 0 36 16,4 2 25-16,-3 0 15 0,1 3 7 0,1 0 2 0,1 3-8 15,0 0-12-15,0 1-18 0,1 0-20 0,0 1-26 0,1-1-29 0,2 2-39 16,-2-2-43-16,2 0-31 0,0-3-27 0,2 1-20 0,-1-1-34 15,3-1-58-15,-2-2 0 0,1 0 0 0,1-3 0 0,2 0 0 0,0 0 0 16,2-4 0-16,-2 2 0 0,5-3 0 0,-1 1 0 0,0-4 0 16,1 1 0-16,2-1 0 0,-1-1 0 0,-1-3 0 0,2 2 0 0,0-2 0 15,-3 0 0-15,-2-2 0 0,3-1-23 0,-4 0-98 0,0-1-32 16,0-2-50-16,0 0-60 0,-4-2-75 0,2-1-82 0,0 0-69 16,-4-1-67-16,1-1-25 0,1-1-7 0,-2 0 4 0,1 0 10 0,-1-1 14 15,-1-2 16-15,0 0 27 0,5 0 28 0,-5-3 52 0,1 0 59 16,-1-3 75-16</inkml:trace>
  <inkml:trace contextRef="#ctx0" brushRef="#br0" timeOffset="72531.64">19496 4178 42 0,'2'1'126'0,"-2"-1"8"0,0 0 6 0,0 0 5 0,0 0 4 0,0 0 5 15,0 0 4-15,0 0-8 0,0 0-11 0,0 0-18 0,0 0-20 0,0 0-15 16,0 0-10-16,0 0-9 0,0 0-6 0,0 0-4 0,0 0-2 15,0 0-4-15,0 0 2 0,1 0-2 0,-1 0 3 0,2 1 0 16,-2-1 4-16,2 2 3 0,-2-2 6 0,0 1 4 0,0 1 7 0,0 1 6 16,0-3 7-16,1 1 5 0,-1 2 6 0,0-3 4 0,0 3 6 15,0-1 4-15,2-1 4 0,-1 1 1 0,-1 1 3 0,0-2 0 0,0 2 1 16,0 0 1-16,0 0 1 0,0 2-3 0,0-2-1 0,-1 1-4 16,-1 2-5-16,2 0-6 0,-1 0-5 0,-3 0-5 0,3 2-4 15,-3-1-6-15,1 2-8 0,2 0-8 0,-4 0-8 0,2 0-10 0,-2 2-9 16,1-2-7-16,0 0-9 0,1 1-5 0,-2-1-2 0,4 0-4 15,-4 0-5-15,2 0-11 0,-2-2-15 0,2 3-23 0,1-3-33 0,-1-1-39 16,2 2-48-16,-3-3-49 0,1 3-48 0,2-2-56 0,-3 0-59 16,3-1-31-16,-1 2-16 0,1-1-7 0,-1 0-4 0,-1 0 6 15,3-1 8-15,0 0 23 0,0-1 28 0,3-1 41 0,-1 0 46 0</inkml:trace>
  <inkml:trace contextRef="#ctx0" brushRef="#br0" timeOffset="90035.61">14759 2506 26 0,'0'3'140'0,"0"-1"13"16,-1-2 11-16,1 0 13 0,-2 3 11 0,2-3 14 0,0 0 15 15,0 0 11-15,-2-2 10 0,1 1-8 0,-1-1-15 0,1-1-11 16,-1 2-6-16,0-4-2 0,-1 1 4 0,3-1 4 0,-2-1 8 0,1 2 7 16,-1-2 10-16,2 1 7 0,-4-1 8 0,2-1 0 0,1 2-6 0,-1-2-9 15,-1 1-10-15,1-2-9 0,1 1-9 0,-1-3-10 0,-1 2-12 16,1-3-15-16,-1 1-18 0,-2-1-18 0,1-1-18 0,1 0-23 16,0 0-20-16,-1-3-18 0,0 2-10 0,-1-2-9 0,1-2-5 0,0 0-6 15,-1 0-4-15,2-3-3 0,2 2-3 0,-1-3 0 0,0 0-2 16,-1-1-1-16,3 1-2 0,0-2-1 0,0 2-1 0,3-1 2 0,-3 1-1 15,4 1 2-15,-3-1-1 0,4 3 1 0,-1-1 1 0,3-1-1 16,-2 2-1-16,3 0 1 0,-2 0-2 0,5 0 1 0,-2 0-1 0,1 0 1 16,2 0-1-16,1 2 0 0,0 0-2 0,-1 2-2 0,4-1 0 0,-3 0-1 15,1 1 0-15,2 1 1 0,0 2-1 0,1 1 0 0,2-1 0 16,-1 2 0-16,2 3 0 0,0-1 0 0,1 0 1 0,1 5 0 16,0-1 2-16,1 1-1 0,0 2 1 0,1 0-1 0,-1 3 1 0,0 0-1 15,1 2 0-15,-1 1 0 0,1 0 0 0,-3 3 0 0,1 0 0 0,-2 0 1 16,1 3 0-16,-2-2 0 0,0 0-2 0,-2 3 0 0,0-1 2 15,-1 1 0-15,0-2 0 0,-1 1 0 0,-2-2-1 0,-3 2 2 16,1-2 0-16,2 3 1 0,-4-3-1 0,-1 1 2 0,1-2 0 0,-2 1 3 16,-1 1 2-16,-1-1 1 0,0-1 2 0,-1 0 3 0,1 2 3 0,-3-1 2 15,-1-1 3-15,1 1 1 0,-2 3 4 0,-2-3 3 0,1 2 2 16,-3 0 3-16,1 2 1 0,-3-1 2 0,2 1-1 0,-3 1 2 16,1 0 1-16,-1-2 0 0,-2 2-1 0,1 0 2 0,0 2 0 0,-3-2 1 15,3-1 1-15,-1 2-3 0,-1-1 2 0,-1 0-2 0,2-2-1 0,-1 2-1 16,-1-1-1-16,0-1-2 0,1-1-2 0,-2 2 0 0,2-2 1 15,0 0-2-15,-2 0-4 0,3 0-22 0,-2-1-7 0,0 0 0 16,-1 1 0-16,-1 0 0 0,1-1 0 0,-2-1 0 0,1 1 0 0,1-1 0 16,-2 1 0-16,1-2 0 0,-1 0 0 0,1-2 0 0,-1 1 0 0,1-2 0 15,0-1 0-15,-1 2 0 0,3-3 0 0,-1-1 0 0,-1 0 0 16,2 0 0-16,-2-1 0 0,2 1 0 0,-3-2 0 0,3-1 0 16,0 0 0-16,-2 0 0 0,2-1 0 0,-3-2 0 0,4 1 0 15,-3-1 0-15,1 0 0 0,1-1 0 0,0-1 0 0,-2-1 0 0,0 0 0 16,0 2 0-16,-2-4 0 0,1 2 0 0,0 0 0 0,-2 0 0 15,0-1 0-15,-1 1-104 0,1-2-129 0,-3 2-85 0,1-1-96 0,0-1-81 16,0 1-76-16,1-1-32 0,0-1-9 0,2 0 1 0,-2-1 8 16,2-1 13-16,3 1 15 0,1-1 17 0,1-1 22 0,1 0 49 0,1 0 63 15,3 0 86-15</inkml:trace>
  <inkml:trace contextRef="#ctx0" brushRef="#br0" timeOffset="97331.16">6861 6999 40 0,'0'0'115'0,"0"0"4"16,0 0 3-16,0 0 1 0,0 0 1 0,0 0 1 0,0 0-4 15,0 0-4-15,-1 0-18 0,1 0-24 0,0 0-18 0,-2 0-19 0,2 0-11 16,-1 0-9-16,-1 0-3 0,2 0-4 0,-2 0-3 0,2 0-1 16,-4 0-2-16,1 0-3 0,3 0-3 0,-2 0-5 0,2 0-5 15,-1 1-4-15,1-1-6 0,0 0-5 0,-2 0-7 0,2 0-6 0,0 0-11 16,-2 2-9-16,2-2-16 0,0 0-14 0,0 0-14 0,0 0-12 16,0 0-3-16,0 0 0 0,0 0 2 0,0 0 2 0,0 0 4 15,0 0 7-15</inkml:trace>
  <inkml:trace contextRef="#ctx0" brushRef="#br0" timeOffset="108565.22">16204 2484 126 0,'0'0'178'0,"0"0"7"0,0 0 9 15,-3 0 11-15,0-2 19 0,1 1 25 0,-1-1 27 0,1 1 27 0,-2-2 6 16,-1-1-4-16,2 2-13 0,2-1-13 0,-3 0 4 0,-1 0 14 15,2 0 11-15,0-2 9 0,0 2 3 0,0 0-1 0,-3-1-15 0,2-1-19 16,-2 2-21-16,1-1-20 0,0-1-18 0,1 2-16 0,-4-1-21 16,2-1-22-16,-1 2-26 0,-1-1-30 0,-1-1-18 0,1 0-13 0,0 3-3 15,-2-3 0-15,0 2-2 0,2-1 0 0,-2-1-2 0,-1 2-6 16,1-1-1-16,2 1 1 0,-2 0 0 0,0-2-2 0,0 1 0 0,1-1-3 16,0 2-1-16,-1-1-50 0,2-1-11 0,-1 2 0 0,-1-1 0 15,2-1 0-15,-1 0 0 0,1 0 0 0,2 0 0 0,-3-1 0 0,0 0 0 16,1 0 0-16,2 0 0 0,-1 0 0 0,-2-1 0 0,3-1 0 15,-1 1 0-15,1-2 0 0,0 1 0 0,0-1 0 0,-1 0 0 16,2-1 0-16,-1 1 0 0,0-3 0 0,0 1 0 0,-1-1 0 0,2-1 0 16,1 1 0-16,-3-2 0 0,4 1 0 0,-3-1 0 0,1 1 0 15,2-1 0-15,0 1 0 0,0-1 0 0,-1 2 0 0,1-1 0 0,2 1 0 16,-1 0 0-16,0 0 0 0,2 0 0 0,0-1 0 0,0 2 0 16,2-1 0-16,0-1 0 0,-1 3 0 0,1-2 0 0,-1 2 0 0,3-2 0 15,-1-1 0-15,0 2 0 0,0-1 0 0,2 0 0 0,1 0 0 16,0-2 0-16,-1 0 0 0,0 1 0 0,2 0 0 0,0-1 0 0,-1 1 0 15,2-2 0-15,1 1 0 0,1-1 0 0,0 0 0 0,0 0 0 16,2 2 0-16,-1-2 0 0,0 0 0 0,2 0 0 0,0 3 0 0,1-2 0 16,-3 2 0-16,0 0 0 0,3 0 0 0,-1 2 0 0,1 1 0 15,-1 0 0-15,1 1 0 0,0 1 0 0,-1-1 0 0,3 2 0 0,-2 2 0 16,2-1 0-16,1 2 0 0,-3 0 0 0,3 2 0 0,-1 1 0 16,2 0 0-16,-4 3 0 0,2 0 0 0,1 0 0 0,0 1 0 0,0 2 0 15,0 0 0-15,-1 0 0 0,3 1 0 0,-3 3 0 0,2-3 0 0,0 4 0 16,-2-2 0-16,1 1 0 0,-1 0 0 0,-1 1 0 0,2 1 0 15,-2 0 0-15,0 0 0 0,-2 2 0 0,0-2 0 0,1 1 0 16,-2 1 0-16,-3-1 0 0,4 2 0 0,-5-1 0 0,0 1 0 0,-2-2 0 16,2 1 0-16,-2-1 0 0,0 2 0 0,-1 0 0 0,0 0 0 0,-2 2 0 15,2-1 0-15,-4 2 0 0,2-1 0 0,-3 1 0 0,2-2 0 16,-2 1 0-16,0-1 0 0,0 0 0 0,0 0 0 0,-2-3 0 16,2 2 0-16,-1-2 0 0,-1 0 0 0,1 0 0 0,-4-1 0 0,4 0 0 15,-2 0 0-15,-1 0 0 0,-2 0 0 0,1 0 0 0,-1-1 0 0,-2 1 0 16,2-2 0-16,-1 2 0 0,-1-1 0 0,-1-1 0 0,-1 1 0 15,2-2 0-15,0 0 0 0,-2 0 0 0,2 0 0 0,-2-2 0 16,-1 0 0-16,2 3 0 0,-1-3 0 0,-1 1 0 0,1-1 0 0,-1-1 0 16,1 2 0-16,-2-1 0 0,-2-1 0 0,1 2 0 0,2-1 0 15,-3-1 0-15,1 0 0 0,1 1 0 0,1 0 0 0,-1-1 0 0,2 1 0 16,-1-2 0-16,1 1 0 0,-1 0 0 0,2 0 0 0,-3 0 0 16,2-2 0-16,-2 4 0 0,3-2 0 0,-4-2 0 0,2 4 0 0,-1-2 0 15,0-2 0-15,0 2 0 0,-1 2 0 0,2-4 0 0,0 1 0 16,-2-1 0-16,2 1 0 0,-1-1 0 0,1-1 0 0,-1 0 0 15,2-2 0-15,-2 3 0 0,3-4 0 0,-2 0 0 0,1 0 0 0,2 0 0 16,-1-4 0-16,1 3 0 0,-2-2-135 0,1-1-152 0,0-1-88 0,1-1-84 16,-4 0-81-16,3-1-49 0,0 0-30 0,0 0-9 0,-3 0 3 15,3-1 13-15,-3 1 20 0,2-1 21 0,-2 1 26 0,3 1 45 16,-2-2 55-16,0 1 77 0,1-1 86 0</inkml:trace>
  <inkml:trace contextRef="#ctx0" brushRef="#br0" timeOffset="112151.69">6741 5760 124 0,'-3'0'133'15,"3"0"4"-15,-2 0 5 0,1 1 5 0,-1 1 7 0,2-2 8 0,-3 0 4 16,0 0 7-16,3 0-20 0,-1-2-32 0,-1 1-17 0,2 1-9 15,-1 0-4-15,1 0 2 0,-2-2 1 0,2 2 4 0,0 0 1 16,0 0 2-16,0-1 1 0,0 1-2 0,0 0-2 0,0 0-3 0,0 0-3 16,0 0-3-16,0 0-5 0,0 0-6 0,0 0-3 0,0 0-8 0,0 0-5 15,0 0-4-15,0 0-7 0,0 0-4 0,0 0-7 0,0 0-4 16,0 0-6-16,0 0-3 0,0 0-3 0,0 0-3 0,0 0 1 16,2-2 2-16,-1 2 5 0,1 0 10 0,-1-1 9 0,4-1 9 0,-2 1 9 15,0-1 6-15,2 2 12 0,1-3 12 0,-1 2 11 0,0-2 11 16,4 1 9-16,-2-1 5 0,1 2 4 0,-2-2-1 0,5 1-2 0,-3-1-7 15,0 2-4-15,3-2-3 0,-2 1-1 0,-1-1-4 0,3 2-4 16,-1-1-9-16,-1-1-6 0,2 1-7 0,-1 0-7 0,-1 0-5 0,2 1-7 16,0-2-1-16,-3 1-4 0,5 1-3 0,-4-2-3 0,1 1-7 15,-2-1-4-15,3 2-5 0,-2-2-5 0,-1 1-5 0,3-1-6 16,-3 2-2-16,0-1-2 0,1-1-2 0,-1 2 0 0,0-1-1 0,2-1-1 16,-1 2 0-16,-1-1-2 0,2-1-3 0,-1 2 0 0,-1-1-2 15,0-1 0-15,2 2 1 0,-1-1-2 0,-1 0 0 0,0 1-1 16,0 1 0-16,1-1-1 0,-1-1 0 0,-1 2 0 0,-1-1 0 0,1 1 2 15,-2 0 1-15,2 0-1 0,-1 0 1 0,-1-2-1 0,3 1 1 16,-4 1 1-16,3 0 2 0,-2 0 0 0,-1 0 1 0,1 0 0 0,1-2 1 16,-1 2-3-16,1 0 0 0,-1-1 0 0,0 1 0 0,1-2 0 15,0 2 1-15,-1 0 0 0,0 0 0 0,0-1-1 0,1 1-2 0,0-2 0 16,-1 2-1-16,1-2 0 0,-1 2 0 0,2-1 1 0,0 1-1 16,-2 0 1-16,3 0-3 0,-3-1 0 0,3-1-3 0,-2 2 1 15,2 0 0-15,-2-1-1 0,1 1 0 0,2 0 0 0,-3-2-1 0,2 1 0 16,-1 1 1-16,-1 0-1 0,3-2 0 0,-1 2 1 0,0-1-1 0,0-1 1 15,0 1 1-15,0-1-1 0,2 0 1 0,-1 1 1 0,-1 1 0 16,0-3 0-16,0 3-1 0,3-1 0 0,-3-1 0 0,1 1 0 16,0-1 0-16,0 1-1 0,-1-1-1 0,2 2 1 0,-2-1-1 0,0 1-1 15,-1-2 0-15,2 1 0 0,-1 1-2 0,0-2 1 0,0 2-1 16,1-1 0-16,-1-1 0 0,-1 2 0 0,1 0-1 0,1-1 1 0,-1 1 0 16,-2 0 0-16,2-2 0 0,1 1 0 0,-2 1 0 0,1 0-1 15,0-2-1-15,1 2 2 0,-1-1 0 0,0 1-1 0,1-2 2 0,-1 2 0 16,2-1 1-16,-2-1-1 0,3 1 0 0,-2-1 1 0,1 2-1 15,1-3 2-15,-2 2-1 0,0-1 2 0,1 1-1 0,0-2 0 16,-2 1-1-16,3 1-1 0,-2-1 1 0,-1 1 0 0,2-1-1 0,-1 0 1 16,1 1 0-16,-2 0-2 0,1-1 1 0,-1 1 0 0,0 1-1 0,0-2-1 15,1 1 0-15,-1 1 1 0,-1-2-1 0,-1 2 1 0,3-1 0 16,-1 1 0-16,-1 0 0 0,1-2 0 0,-1 2 1 0,1 0-2 16,-1-1 1-16,1 1 0 0,-1-2 0 0,1 2 1 0,0 0 0 0,0-2 0 15,3 1-1-15,-3 0 2 0,0-1-1 0,3 1 0 0,-1 1 0 16,-1-3-1-16,2 1 1 0,0 1 0 0,-1-2 1 0,2 1-2 15,-1 1 0-15,-1-1 0 0,1 1 0 0,0-1 1 0,-1 1-1 0,0-1-1 16,0 1 1-16,1-1 0 0,-2 1-1 0,1 1 1 0,-2 0 0 0,1-2 0 16,-1 2 0-16,2 0 0 0,-2 0-1 0,-1 0 1 0,0 0-2 15,1 0 1-15,0 0 0 0,0 0 0 0,-2 2 1 0,0-2-1 16,1 0 0-16,-1 0 0 0,2 0 0 0,-2 1 0 0,-1-1 1 0,0 0 0 16,1 0 1-16,2 0-1 0,-2 2 0 0,-1-2 0 0,0 0 0 15,1 0-1-15,2 0 1 0,-2 0 1 0,-1 0-1 0,3-2 1 0,-3 2 0 16,4 0 0-16,-2-1-1 0,-1 1 1 0,2 0 0 0,1 0 0 15,-2-2 0-15,1 2 1 0,0-1 0 0,1 1-1 0,-1 0 1 0,0-2-1 16,1 2 1-16,-1 0-1 0,0 0 0 0,2 0 1 0,-1 0-1 16,-3-1-1-16,2 1 1 0,0 0 0 0,1 0-1 0,-2 0 0 0,-1 0 0 15,2 0-1-15,0 0 0 0,-2 0 0 0,2 0 0 0,0 0 1 16,1 0 0-16,0 0 0 0,-1 0 1 0,2 1-1 0,-2-1-1 16,0 0 1-16,2 2 0 0,-1-2 1 0,2 1 0 0,-3-1 0 0,3 2 0 15,-1-2 1-15,-2 0-2 0,3 0 3 0,-3 0-1 0,0 1 1 16,0-1-1-16,1 0 2 0,-1 2 0 0,-2-2-1 0,2 0 0 0,-2 0-1 15,2 0 3-15,-3 0-1 0,0 0 1 0,1 0-1 0,0 0 0 16,-1 0 0-16,-2 0 0 0,2 0-1 0,-2 0 1 0,-1 0-2 16,3 0 0-16,-4 0-1 0,1 0 1 0,2 0-2 0,-2 0 1 0,0 0-2 15,-1 0 2-15,2 0-1 0,-3 0 0 0,2 1 0 0,0-1-1 16,-1 0 1-16,2 0 0 0,-1 2-1 0,-2-2 1 0,2 0 0 16,-1 0 0-16,-1 0 0 0,2 0 1 0,-2 0-1 0,0 0-1 0,0 0 2 15,0 0-1-15,0 0-3 0,0 0-5 0,0 0-9 0,0 0-15 0,0 0-18 16,0 0-23-16,0 0-60 0,-2 1-78 0,-1-1-93 0,-2 2-98 15,0 1-74-15,-3-2-63 0,-4 4-30 0,1-1-16 0,-5 1-7 16,-3 1 1-16,0 1 9 0,-3 2 12 0,0-1 20 0,-4 0 23 0,1 2 61 16,0-3 80-16</inkml:trace>
  <inkml:trace contextRef="#ctx0" brushRef="#br0" timeOffset="114623.06">6765 7024 27 0,'-2'0'62'0,"-2"-2"1"0,4 1-1 0,-2 0-2 0,2-1-4 0,-3 1-6 16,3 1-7-16,-1-3-3 0,-1 3-4 0,0-2 0 0,2 2-1 16,0-1-2-16,-1-1 1 0,1 2-2 0,-2-1 0 0,2-1-1 0,0 2-1 15,-2-2-1-15,2 2-3 0,-1-1-3 0,1 0-2 0,0 1-1 16,0 0-1-16,0-2-1 0,0 2 1 0,0 0 1 0,0 0 2 0,0 0 2 16,0 0 2-16,0 0 2 0,0 0 3 0,0 0 2 0,0 0 2 15,0 0 3-15,0 0 3 0,0 0 0 0,0 0 1 0,0 0 1 0,0 0-2 16,0 0-1-16,0 0 0 0,0 0-2 0,0 0 1 0,0 0-2 15,-2 2 1-15,2-2 0 0,0 0 3 0,0 0-3 0,0 0 2 16,0 0 2-16,0 0 1 0,0 0 3 0,0 0 4 0,0 0 3 0,0 0 9 16,0 0 8-16,0 0 9 0,2 1 10 0,-2-1 12 0,3 1 10 15,0-1 8-15,-1 2 7 0,1-2 5 0,0 0 4 0,3 0-1 0,-3 0 3 16,2 0 0-16,0 0 3 0,-2 0 3 0,2 0 6 0,0 0 2 16,2 0-1-16,-2 0 2 0,2 0-1 0,-1 0 4 0,-1 0 3 0,4 0-1 15,-4 0 0-15,3 0 2 0,-3 0 2 0,2 0 0 0,0 0-4 16,-1 0-9-16,-1-2-13 0,3 2-12 0,-2-1-11 0,0 1-12 15,1 0-11-15,1-1-11 0,-2 1-13 0,3-2-7 0,-1 2-7 0,-1-1-7 16,4 1-8-16,-3 0-3 0,0-2-4 0,1 1-2 0,0 1-1 16,1 0-3-16,-2-2 0 0,3 2-3 0,-3 0-2 0,2 0-2 15,0 0 1-15,-2 0 0 0,0 2-2 0,2-2 1 0,-1 0-1 0,-1 1-1 16,0 1 0-16,0-2 2 0,1 0-1 0,-2 1 3 0,1-1-1 0,0 2 1 16,1-2-2-16,-1 1 0 0,-1-1-2 0,-1 0 1 0,3 0 1 15,-2 0 0-15,-1 1 2 0,2-1-3 0,-1 0 1 0,0 0-1 16,-1 0-2-16,1 0-1 0,0 0 0 0,0 0-1 0,-1 0 0 0,-1 0 0 15,1 0 0-15,2 0-1 0,-2 0-2 0,-1 0-1 0,0 0 0 16,2 0-2-16,0 0 0 0,-1 0 0 0,-1 0 0 0,0 0-2 16,0 2 1-16,1-2-1 0,0 0 1 0,-1 0-1 0,1 2-1 0,1-2 1 15,-1 1 1-15,0-1 2 0,-1 0 1 0,3 0 1 0,-3 2 1 0,3-1 1 16,-1-1 1-16,0 0 1 0,1 2 0 0,-2-2 0 0,2 0 0 16,-2 1 1-16,2 1 0 0,-1-2-1 0,-1 0-2 0,3 0 0 15,-2 1 0-15,-1-1-2 0,2 0-1 0,0 0-3 0,-2 0-1 0,2 0 0 16,0 0 0-16,1 2-1 0,-2-2 1 0,1 0-1 0,-2 0 2 15,3 0-1-15,0 0-1 0,-3 1 0 0,2-1 0 0,1 0-1 0,-2 0 0 16,-1 0 0-16,2 0 1 0,-1 0 0 0,0 0-1 0,1 0 1 16,0 0-1-16,0 0 0 0,0 0 0 0,0 0 0 0,0 0-1 0,-1 0 1 15,1 0 1-15,0 0-1 0,0 0 1 0,1 0-1 0,1 0 1 16,-2 0 0-16,1 0-1 0,-1 0 1 0,0 0-1 0,0 0 2 0,3 0 0 16,-3-1-1-16,0 1 1 0,1-2-1 0,-1 2 2 0,0-1-2 15,0 1 4-15,0 0-1 0,0-2 0 0,0 1 1 0,0 1 1 0,1 0-1 16,-1-2 0-16,0 2 1 0,0-3-2 0,1 3 1 0,-2-1 0 15,1 1-1-15,1-2 0 0,-1 0 0 0,0 1-1 0,0 1 1 16,1 0-2-16,-2-1 1 0,1-1 1 0,0 1 1 0,-1 1 0 0,1-2 1 16,-1 1 0-16,1 1 1 0,-1-2 0 0,1 0 1 0,-1 2-2 15,-1-1 1-15,2 1 0 0,1-1-1 0,-2-1 1 0,-1 1 0 0,1-1-3 16,0 2 1-16,1-1-2 0,-1 1 0 0,-1-2 0 0,3 1-1 16,-2 1-2-16,-1 0 1 0,2-2 1 0,1 1 3 0,-1 1 2 0,0 0 0 15,0-1 2-15,3 1 0 0,-1-2 2 0,-1 2 0 0,4 0 0 16,-4 0 1-16,1-2 1 0,2 2-1 0,-2 0 1 0,1 0-1 15,2 0 0-15,-2 0-1 0,0 0-3 0,-2 2-9 0,3-2 0 0,-2 2 0 16,0-2 0-16,1 1 0 0,0-1 0 0,0 0 0 0,-3 0 0 0,3 0 0 16,0 1 0-16,-3-1 0 0,3 0 0 0,0 0 0 0,-3 0 0 15,3 0 0-15,-3 2 0 0,2-2 0 0,-1 0 0 0,2 0 0 16,-3 0 0-16,2 1 0 0,0-1 0 0,-1 2 0 0,0-2 0 0,0 1 0 16,1-1 0-16,1 0 0 0,-2 0 0 0,3 0 0 0,-3 0 0 15,2 0 0-15,0 0 0 0,-1 0 0 0,2 0 0 0,-1-1 0 0,-1 1 0 16,1-2 0-16,0 1 0 0,-1 1 0 0,0-3 0 0,0 3 0 15,1-1 0-15,-2-1 0 0,1 0 0 0,0 1 0 0,-1-1 0 16,1 1 0-16,-1-1 0 0,0 2 0 0,1-3 0 0,-2 3 0 0,2 0 0 16,0-1 0-16,-2 1 0 0,2 0 0 0,-1-2 0 0,1 0 0 15,-2 2 0-15,1 0 0 0,-1-1 0 0,0 1 0 0,0-1 0 0,0 1 0 16,0-2 0-16,0 2 0 0,0 0 0 0,-1-1 0 0,1 1 0 16,-3 0 0-16,3 0 0 0,-3 0 0 0,3 0 0 0,-2-2 0 15,0 2 0-15,-1 0 0 0,0 0 0 0,-1 0 0 0,1 0 0 0,-2 0 0 16,1 0 0-16,0 0 0 0,-2 0 0 0,1 0 0 0,-3 0 0 15,2 0 0-15,-1 0 0 0,-1 0 0 0,2 0 0 0,-2 0 0 0,3 0 0 16,0 0 0-16,-3 0 0 0,0 0 0 0,2 0 0 0,-2 0 0 16,0 0 0-16,1 0 0 0,-1 0 0 0,0 0 0 0,0 0 0 0,3 0 0 15,-3 0 0-15,2 0 0 0,-2 0 0 0,0 0 0 0,2 0 0 16,-2 0 0-16,0 0 0 0,0 0 0 0,1 0 0 0,-1 0 0 16,0 0 0-16,0 0 0 0,0 0 0 0,0 0 0 0,0 0 0 0,0 0 0 15,0 0 0-15,3 0 0 0,-3 0 0 0,0 0 0 0,0 0 0 0,0 0 0 16,0 0 0-16,0 0 0 0,0 0 0 0,0 0 0 0,0 0 0 15,0 0 0-15,0 0 0 0,0 0 0 0,0 0 0 0,0 0 0 16,0 0 0-16,0 0 0 0,0 0 0 0,0 0 0 0,0 0 0 0,0 0 0 16,0 0 0-16,0 0 0 0,0 0 0 0,0 0 0 0,0 0 0 15,0 0 0-15,0 0 0 0,0 0 0 0,0 0 0 0,0 0 0 0,0 0 0 16,0 0 0-16,0 0 0 0,0 0 0 0,0 0 0 0,0 0 0 16,0 0 0-16,0 0 0 0,0 0 0 0,0 0-6 0,0 0-246 0,-3 0-111 15,0 0-120-15,0 0-77 0,-2 2-50 0,-1-1-21 0,-2 1-7 16,-2-1 3-16,-2 0 8 0,1 1 15 0,-2 0 20 0,-3-1 25 15,2-1 29-15,0 0 63 0,1-1 80 0</inkml:trace>
  <inkml:trace contextRef="#ctx0" brushRef="#br0" timeOffset="126579.02">16729 2250 14 0,'-1'3'137'0,"-1"0"7"0,2-2 5 16,-2 1 9-16,-1-1 9 0,2 0 11 0,1-1 14 0,0 0 12 15,-4 0 13-15,3-1-17 0,-1 1-32 0,2-3-17 0,-1 2-8 0,1-2-3 16,0 0 2-16,-2-1 2 0,2 0 5 0,0 0 0 0,0 1 0 0,0-2-4 15,0 2-4-15,0-3-4 0,0 2-5 0,0-1-6 0,0 0-5 16,0 1-2-16,0 1 0 0,0-1 0 0,0-1 4 0,0 0-1 16,2 1 2-16,-2 1 1 0,0-1 3 0,1 0 3 0,-1 3 7 0,2-2 2 15,-2 0 1-15,1 0 2 0,-1 2-2 0,0-2-4 0,2-2-3 16,0 2-6-16,-2 0-9 0,0-1-8 0,1-1-7 0,-1 0-9 0,3 0-10 16,-3-1-9-16,2-1-9 0,0 2-12 0,-1-3-8 0,-1 1-6 15,2-1-6-15,-1 0-3 0,1 0-2 0,-2-1-3 0,3 0-2 0,-3 0-2 16,3-2-2-16,-1 2-1 0,-2-1-1 0,1-1-4 0,1 1-1 15,-1-1-1-15,1-1-2 0,1 0-1 0,-1 0-2 0,1 0 0 0,-1 0-2 16,1 0-1-16,0 0-3 0,0 0 0 0,2-2-1 0,-2 3 0 16,0 0 1-16,0-1-2 0,2 2 1 0,-2-3 0 0,1 3-1 0,0-2 0 15,1 2-1-15,-1-2 0 0,0 1 1 0,1 2 0 0,-2-3 0 16,2 3 0-16,-2 0 0 0,3-1-1 0,-2 2 0 0,1-1 0 0,0 0-1 16,2 0 1-16,-1-2 0 0,1 3 0 0,2-2-1 0,-1 0 1 15,2 1 0-15,-2-1 0 0,2 1 1 0,1 0 0 0,0-2-1 0,0 2 0 16,2 0 0-16,-4-1 2 0,3 1 0 0,1 0 0 0,-1 0 0 0,-1 0 2 15,3-1 0-15,-1 3 0 0,1-2 0 0,-1 2 1 0,1-1 0 16,0 1 2-16,0-1 0 0,0 0 1 0,-1 3 0 0,3-3 0 16,-2 2 0-16,0 0 0 0,1 2 0 0,0-2 0 0,1 1-1 0,0 2-1 15,-2 0 0-15,4 0 0 0,-2 3 1 0,1 0 0 0,2 0-1 0,-3 2 1 16,2 1 1-16,-1 0 0 0,0 1 0 0,0 2-1 0,1 0 0 16,0 0 0-16,-2 2 1 0,2-1 0 0,-4 2 0 0,3 0 0 15,-2 2 0-15,0-1 0 0,-2 1 0 0,-2 1-1 0,3-1-2 0,-2 2-1 16,-2-1 3-16,0 1-1 0,-2 1 0 0,0 1 1 0,-1 0 2 0,0 1 2 15,-2 1 2-15,0 1 1 0,-4 0 1 0,2 0 2 0,-1 0 0 16,-2 1 1-16,0-1 2 0,-2 2 0 0,1-2 3 0,-1 0 1 0,-3-2 2 16,1 2 0-16,-1-1 0 0,-2 1-2 0,1 0-3 0,-2-2 1 15,0 0-2-15,0 2 1 0,-1 0-1 0,1-1 0 0,-2 1 1 0,1-1-2 16,0-1-1-16,-1 2 0 0,-1 0-3 0,2-1 1 0,-1-1-2 16,-1 1 0-16,0-1 2 0,1 1-1 0,-2-1 0 0,2-1 0 15,-1 2-2-15,-1-1 0 0,1-1 0 0,-1 0 0 0,-2 0 0 0,1 0-1 16,0 0 0-16,-2-1 1 0,1 1 0 0,1-2-1 0,-1-1-2 0,1 0-8 15,1 2-1-15,-4-2 0 0,2 0 0 0,0 0 0 0,-3 0 0 16,4-2 0-16,-4 4 0 0,0-4 0 0,1 2 0 0,-1-1 0 16,3-1 0-16,-4 1 0 0,1-1 0 0,1-1 0 0,-1 0 0 0,3 0 0 15,-2-1 0-15,2-3 0 0,1 3 0 0,-3-2 0 0,3-2 0 16,1 3 0-16,1-4 0 0,-2 1 0 0,2-2 0 0,1 0 0 0,-2 0 0 16,2-2 0-16,2 2 0 0,-4-2 0 0,4-2 0 0,0 2 0 15,-2-3 0-15,1 2 0 0,1-2 0 0,0 0 0 0,-1 0 0 0,-1-2 0 16,2 0 0-16,-1 0 0 0,0-1 0 0,-1 0 0 0,0-2 0 15,0 1 0-15,1-1 0 0,-2-1 0 0,2 0 0 0,-1-1 0 16,2-1 0-16,0 0 0 0,-1 1 0 0,1 0 0 0,0-4 0 0,3 2 0 16,-2-2 0-16,0 1 0 0,3 0 0 0,-1-2 0 0,1 0 0 15,1-1 0-15,-3 2 0 0,3 0 0 0,0-1-33 0,0 1-174 0,0 0-72 16,-1 2-78-16,1-2-84 0,-2 4-70 0,-1 1-62 0,2 1-27 16,0 2-9-16,-1 2 1 0,2-1 8 0,-2 4 16 0,5 1 18 0,-3 1 27 15,3-1 28-15,0 0 58 0,0 0 73 0,0 0 83 0</inkml:trace>
  <inkml:trace contextRef="#ctx0" brushRef="#br0" timeOffset="128607.93">6876 7986 84 0,'-2'0'104'0,"-1"0"2"0,0 0-1 0,-2 0 1 0,2 0-2 16,0 0 2-16,-1-3-8 0,-2 3-9 0,3 0-26 0,0 0-27 15,-2-2-22-15,2 2-12 0,-2 0-12 0,0-1-13 0,1 1-17 16,-2 0-17-16,1 0-19 0,0 0-14 0,0 0-8 0,0 0-3 0,-1 1-3 15,2-1 0-15,0 0-1 0,1 2 1 0,0-2 2 0</inkml:trace>
  <inkml:trace contextRef="#ctx0" brushRef="#br0" timeOffset="129672.23">6759 7975 98 0,'0'0'122'0,"-2"2"3"16,1-2 4-16,-1 1 2 0,-1 1 2 0,1-1 4 0,1 1-4 15,-1-2-6-15,-1 4-18 0,1-2-21 0,1-1-15 0,-1 1-10 0,0-1-4 16,1 1-1-16,-1-2 1 0,-1 0 6 0,3 0 3 0,-3 0 6 0,2 0 1 15,-1 0 2-15,-1-2 1 0,1 1 0 0,1-1-3 0,-1-1-2 16,-1-1-6-16,1 2-3 0,2-2-5 0,-1 1-3 0,-1-3-3 16,0 1 0-16,2 0-5 0,-1 0-4 0,1-1-1 0,0-1-7 0,0 2 0 15,0-1-1-15,0-1 1 0,1 2 0 0,-1-1 1 0,2 0 1 16,-2 0 1-16,2 0-1 0,-1 0-3 0,1 0-1 0,1 0-2 0,-3 0 3 16,3 0 2-16,-1 0 0 0,1-1-2 0,0 2-1 0,0-1 0 15,0-2-1-15,0 2 2 0,1-1 1 0,-1-1 1 0,0 1-1 16,2-1 0-16,-2 2 0 0,2-1-4 0,1-1-3 0,-3 2-1 0,2-1 2 15,1-1-1-15,-1 2-1 0,0 0 2 0,2-2 1 0,0 3 3 16,-1-3 1-16,2 2 4 0,2 0 5 0,-1-2 2 0,1 3 2 0,1-1 3 16,0-2 6-16,0 4 6 0,3-2 4 0,-1-2 6 0,2 2 6 15,0-1 0-15,0 2-2 0,0-1 2 0,2-1-2 0,-1 2-1 16,0-1 0-16,0-1 4 0,-1 1 9 0,1 0 4 0,0 0 4 0,0 0 2 16,1-1-1-16,-1 2-4 0,0-1-3 0,0-1-2 0,1 2 0 15,-1-1-3-15,-2-1-3 0,3 2-3 0,-4 0-6 0,2 1-9 0,0-1-11 16,0 1-10-16,0-1-9 0,0 2-5 0,0 0-5 0,0 0 0 15,0 1-3-15,1 1 1 0,0 0 2 0,-2-1 0 0,4 2-1 0,-4 0 0 16,3 0 0-16,-2 0-2 0,2 2-1 0,-3-1-1 0,2 0-3 16,-2-1 0-16,4 4-3 0,-4-3-2 0,3 1-2 0,0 0-2 15,-1 0-4-15,0 1-2 0,2 0 1 0,0-1-1 0,0 0 0 0,1 2 2 16,0-1 0-16,-2-2 2 0,2 2-1 0,0 0 0 0,0 0 0 0,-2 0 1 16,1 0-1-16,-1 0 0 0,-1 2 0 0,1-2 1 0,-4 1-1 15,3 1 0-15,-2-2 0 0,-1 3 0 0,-2-2 0 0,0 2 0 16,1 2 0-16,0-3 1 0,-3 3 1 0,2-2 0 0,-1 1 0 0,-2 3 1 15,3-2 0-15,-2-1 1 0,-1 3 0 0,3-1-1 0,-3 0 2 16,2 0 0-16,-1 0-1 0,0 0 1 0,-1-1 0 0,2 1 0 0,-1 0-1 16,-1-2-1-16,0 1 1 0,0-1 0 0,1 0-1 0,0 0 0 15,-3 0-1-15,2-1-2 0,-2 0 1 0,2 2-1 0,-2-2 0 0,1 0 1 16,-2 0-1-16,2 0 0 0,-2 1 1 0,1 1 0 0,-1-1 1 16,0 0-1-16,1 1 1 0,0 0 0 0,-2 1-1 0,0-2 1 15,1 2 0-15,0-1 1 0,-2 1-1 0,3 0 1 0,-3-2 0 0,2 2 0 16,-2-1-1-16,2-1 1 0,-1 1 1 0,0-1 0 0,-2-1 0 15,2 2 1-15,-1-2 2 0,1 0 1 0,-1 0 2 0,0-2 1 0,-1 2 1 16,-1-1 2-16,1-1 2 0,0 0 0 0,-1 1 3 0,-1 0-1 16,0-1 3-16,0 0 2 0,0 0 0 0,0 0 0 0,-1 1 1 0,-1 0-1 15,0 0-1-15,-1 0-1 0,0 1 0 0,0-2 1 0,-1 2 1 16,0-1-2-16,-2 2-1 0,1-1-3 0,-2-1-1 0,1 2-2 16,1-1-3-16,-4-1 1 0,1 3-3 0,-2-3 0 0,0 3-3 0,0-2 0 15,-1 1-1-15,-3-1-2 0,3 0-4 0,-5 0 0 0,3 0 0 16,-1 0-2-16,-2 0 0 0,2 0 0 0,-2 1 0 0,0-2-1 15,-1 1 1-15,1 0-2 0,0 0 1 0,1 0-2 0,0-1 1 0,-2 0 0 16,1 0 0-16,0 0 0 0,0 1 0 0,1-2 0 0,-1 2 0 0,0-1 0 16,0 0-1-16,-1-1 0 0,2-1 1 0,-2 1 0 0,1 1 0 15,-1-2 1-15,1-1-1 0,-3 2 0 0,2 0-1 0,1-1 1 16,-3 0-1-16,3 0 1 0,-1 1 0 0,2-2 0 0,-2 1 1 0,1 0-1 16,1 2-1-16,0-3 0 0,0 0 1 0,0 3-1 0,0-2 0 15,0 0 0-15,1 2 0 0,0-3 1 0,-2 3 0 0,3-1 0 0,-2-2 0 16,0 2 0-16,1-1 0 0,1 2 0 0,-1-2 1 0,-2 0 0 15,3 0 0-15,-2-2 1 0,2 1 0 0,-1-1 0 0,1 0 1 0,-1-1 1 16,1 0-1-16,2 0 2 0,-3 0-1 0,3-1 1 0,0 0 1 0,0-2-1 16,1 1 0-16,-2-1 0 0,4 0 0 0,-2 0 0 15,1 0 0-15,-2-1-1 0,3 1 0 0,-2 0 0 0,1 0 0 0,1-2 0 16,0 1-2-16,-1 1 1 0,1-2 0 0,0 1-1 0,1 0 0 16,-2-1 0-16,1 2 0 0,2-2 0 0,-1 0 1 0,1 3-2 0,-2-3 1 15,2 1 0-15,1-1 0 0,0 2-1 0,2 0-1 0,-2-1 2 16,-1 1-1-16,3-2 0 0,0 2 1 0,0 1-2 0,0-3 0 0,-1 0 0 15,1 2 0-15,-2-2-4 0,1 1-6 0,1 0-11 0,-2-2-14 16,0 1-14-16,2-1-17 0,-2 0-23 0,-1 0-29 0,0 0-53 0,-1-1-67 16,1 2-71-16,-2-1-70 0,0 0-73 0,0 2-72 0,0-1-37 15,-1 2-20-15,-2 0-1 0,3 2 7 0,-2-1 11 0,1 2 15 0,1 0 24 16,0 0 28-16,2 2 54 0,-2-1 68 0,8-1 71 16</inkml:trace>
  <inkml:trace contextRef="#ctx0" brushRef="#br0" timeOffset="130908.03">6694 9255 67 0,'3'-2'150'0,"-3"0"4"0,0 2 3 0,0 0 0 0,0 0 6 0,0 0 7 16,0 0 8-16,3-1 13 0,-3 0-4 0,2-2-10 0,-1 1-19 15,1-1-23-15,-1 2-12 0,3-1-3 0,-1-1 2 0,0 2 4 0,2-2 8 16,1 0 11-16,0 0 5 0,1 1 4 0,1-2 3 0,1 1 5 15,0 0 4-15,1 0 2 0,1 0 8 0,0 1 11 0,2-1 8 16,-1 0 6-16,3 2 3 0,-2-1 3 0,2 0-4 0,-2 1-6 0,4 0-4 16,-4-1-5-16,1 2-10 0,1 0-14 0,0 0-12 0,-2 0-17 0,1 0-16 15,-1 0-19-15,1-1-17 0,-3 1-13 0,2 0-11 0,1-2-4 16,-3 2-7-16,3-1-6 0,-1-1 0 0,-2 1-2 0,3-1-3 16,-1-1 2-16,-1 1-2 0,1 1 1 0,-2-2 0 0,3 0-3 0,-1 0-1 15,1 0-2-15,-1 0-2 0,1 0 1 0,-1 0-2 0,-2-1-1 16,3 2-3-16,-1-1-2 0,2-2 0 0,-3 4-2 0,2-2-1 15,-2 1-1-15,1-2-2 0,-2 1 2 0,2 2-1 0,-1-1-2 0,0 1 1 16,-1-3-1-16,0 3-2 0,-2 0 1 0,2-1-1 0,0 1-1 0,0 1 1 16,-3 0 0-16,3-2-3 0,-3 2 0 0,2 0 0 0,-1 0-2 15,-1 0-1-15,0 0 1 0,2 0 0 0,-1 0-2 0,-1 0-1 16,0 0 1-16,3 0 0 0,-2 2 0 0,-1-2-1 0,2 0 0 0,-1 0-1 16,1 0 0-16,-1 0 0 0,2 0 1 0,-1 0-1 0,-2 1-1 15,4-1 0-15,-2 0 1 0,0 0 1 0,0 0 0 0,1 0 1 16,-1 0-1-16,2 0 1 0,-2 0 0 0,0-1 1 0,0 1-1 0,0 0 2 15,0 0 0-15,0 0 0 0,0 0 1 0,-2 0-3 0,1 0 2 16,1 0-1-16,-2 0-1 0,0 0 1 0,1 1 0 0,-2 1-2 0,-1-2 0 16,2 1 0-16,1-1-2 0,-2 1 1 0,-1 1 0 0,2 0-1 15,0-2 1-15,-2 1 0 0,2-1-1 0,-1 2 0 0,-1-2 0 0,3 1-3 16,-1-1 3-16,-1 0-1 0,-1 2 2 0,3-2-1 0,-2 1 0 16,1-1 1-16,-2 0 0 0,3 0-2 0,-1 2 3 0,0-2-1 15,0 0-1-15,1 2 2 0,-1-1 0 0,1-1 0 0,1 0 0 0,0 1-1 16,-2-1 1-16,4 2-1 0,-2-2 2 0,1 1-1 0,0-1-1 0,-1 1-5 15,1-1 0-15,1 0 0 0,-1 2 0 0,-1-2 0 0,2 0 0 16,0 0 0-16,0 0 0 0,-1 0 0 0,-1 0 0 0,4 0 0 16,-3 0 0-16,0 0 0 0,0 0 0 0,0 0 0 0,-1 0 0 0,2-2 0 15,0 2 0-15,0 0 0 0,-2 0 0 0,-1-1 0 0,2 1 0 16,-1-1 0-16,-1 1 0 0,0 0 0 0,-1 0 0 0,0-2 0 0,-1 2 0 16,-1 0 0-16,0 0 0 0,1 0 0 0,-3 0 0 0,1 0 0 15,0 0 0-15,-2 0 0 0,0 0 0 0,0 0 0 0,0 0 0 0,-3 0 0 16,2 0 0-16,-2 0 0 0,0 2 0 0,0-2 0 0,0 0 0 15,0 1-33-15,-2 0-145 0,-1 3-88 0,0-3-106 0,-3 4-93 16,-2-1-88-16,0 1-44 0,0-1-21 0,-3 4-9 0,-2-3 3 0,1 2 8 16,-2-1 12-16,-2-1 22 0,2 2 22 0,-4-3 47 0,4 1 57 15,-2-2 89-15</inkml:trace>
  <inkml:trace contextRef="#ctx0" brushRef="#br0" timeOffset="-189124.88">6811 9657 20 0,'-5'-3'103'0,"0"-2"5"0,0 0 3 0,-2 3 5 15,2-1 5-15,0-2 3 0,-1 2 1 0,1-2-12 0,2 3-18 0,-3-1-19 16,1 0-19-16,2 0-9 0,-2 0-7 0,2 1-2 0,1 0-3 15,-1 1-2-15,0 0-4 0,-2-1 1 0,2 2 1 0,0-1 3 0,0 1 2 16,0 1 5-16,-1-1 4 0,1 2 5 0,-2 0 6 0,2 0 11 16,-3 1 11-16,0 0 13 0,1 2 13 0,0-1 12 0,-1 1 15 0,-2-1 5 15,2 2 2-15,1-2 9 0,-1 1 12 0,1 1 10 16,-2-3 8-16,0 1 6 0,2 0 2 0,0 0 0 0,0-1-4 0,-1 0-1 16,3-1 0-16,-3-1-2 0,1 1-5 0,2 0 1 0,-2 0 2 0,3 0-8 15,-1-1-12-15,0-1-10 0,1 2-15 0,1-2-12 0,-2 1-10 16,3 1-12-16,-2-2-12 0,1 1-12 0,-1 1-15 0,1-1-12 0,-1 1-12 15,0-1-10-15,1 2-10 0,-1-1-6 0,2 2-6 0,-2-1-2 16,1 2-3-16,1 1 1 0,-2 0-1 0,2 0 0 0,0 1 1 0,0 2 0 16,0 0 0-16,0 0 0 0,0 0 1 0,2 0 0 0,-2 2 1 15,0-2-1-15,1 0 1 0,1-2-1 0,0 1 0 0,-1-1 0 16,1 2 0-16,1-3 0 0,-1 3-1 0,-1-3 2 0,4 2 0 0,-4-1 0 16,4 1 0-16,-2-1-1 0,-1 1-1 0,1-1 1 0,0 1 0 0,2-3 0 15,-2 3 0-15,2-2-1 0,-2 2 0 0,2-1 1 0,-2-1 1 16,2 0 0-16,-2 2 0 0,2-2 0 0,-2 0 0 0,3 0 0 15,0 0-1-15,-1 0 0 0,0 0 1 0,0-1 1 0,1 2 1 0,2-1-1 16,-2 0 0-16,-1-2 0 0,3 1 0 0,1-1-1 0,-2 1 0 16,2-1 2-16,-1 1 0 0,1-2 2 0,1 0 1 0,0 0 1 0,0 0-1 15,2-1 1-15,-3 0 1 0,5 1 1 0,-2-1 4 0,2-1 1 16,-2 2 2-16,2-1 2 0,1-1 1 0,-1 2 1 0,0-2 1 0,2 3 1 16,0-3 0-16,-2 1 0 0,2-1 1 0,-2 2 0 0,2-1-1 15,-2-1-1-15,0 2-2 0,-1-2 0 0,1 3-3 0,-1-3-2 16,1 1-1-16,-3-1-2 0,1 2-1 0,1-1 0 0,-3 1-1 0,1 0 2 15,2-2-1-15,-2 2 0 0,0 0 0 0,-2-1 0 0,3 1 2 16,0-2 0-16,-1 2 1 0,-1-1 1 0,2-1 0 0,-1 2-1 16,1-1 1-16,0-1 0 0,-1 1-1 0,3-1 0 0,-3-1-1 0,1 2 0 15,0-2-1-15,-1 1 0 0,3-1-2 0,-2 0 1 0,-1 2-3 16,1-2-1-16,1 1-1 0,-1-1 0 0,1 1-2 0,-2-1 1 0,2 2 0 16,-2-1-1-16,3 1 0 0,-1 0 0 0,-2-1-2 0,3 1 0 15,-3-1 0-15,3-1 0 0,-2 3 0 0,0-3 1 0,1 2-1 0,0-1 1 16,-1 1 0-16,1-1 0 0,-2-1-1 0,3 1 2 0,-3-1-1 15,3 0 0-15,-1 0 2 0,1 0-1 0,-1 0 3 0,0 0 0 16,-1 0 0-16,1 0 0 0,1-1 2 0,0 1 0 0,0 0 0 0,-1-1 1 16,0 1 0-16,-1 0 0 0,1 0-1 0,0-2 1 0,-1 1 0 0,-2 1-2 15,2 0 0-15,-2-2 0 0,1 2-1 0,-2-1-1 0,1-1 0 16,1 1-1-16,-2-1-1 0,1 1 2 0,1-3-1 0,-2 3 1 16,1-1 1-16,1 0-1 0,0-1 1 0,0 0 0 0,-1-2-2 0,2 2 2 15,-2 0-2-15,1 0 1 0,2-1 1 0,-2-1-1 0,1 1 0 16,-1 1-1-16,1 0 1 0,0-2-2 0,-1 2 0 0,-1 0 0 0,1 0-2 15,-2-1 1-15,1 2 0 0,-1-1 0 0,-1 0 1 0,2 2 0 16,-1-3-2-16,-1 1 1 0,0 1 0 0,-2-1 0 0,2 0-1 0,0 0 0 16,-2-1 1-16,1 2 1 0,2-1-1 0,-3 0 1 0,2-2 0 15,-1 2 0-15,1 0 0 0,1-1 0 0,-1 1 1 0,0-2-1 16,1 1 1-16,1-2 1 0,-2 0-1 0,3 0 1 0,-2-1-1 0,1 0-1 16,2-2 2-16,-2 2-2 0,0-2 1 0,2 0-1 0,-2 0 1 0,-1 0-2 15,4 0 1-15,-4 0 0 0,-1 0-2 0,2 0 2 0,-1 0 0 16,1 1-1-16,-2-1 0 0,-1 1 1 0,1 1-1 0,-1 0 1 15,-1 0-1-15,-1 0 1 0,2 1 1 0,-2 0 1 0,0 0-1 0,0 0 1 16,0 0 1-16,-2-1 1 0,3 1 0 0,-1-2 0 0,-2 2 2 16,3-3 0-16,-1 2 0 0,0-3-2 0,1 2 3 0,-1-2 0 0,0 0-2 15,1 1 1-15,-1 0 0 0,-2 0 0 0,3 0 0 0,-1-2-1 16,0 4 1-16,-2-2-1 0,0 0-1 0,2 0 4 0,-2 2 1 0,0-1 1 16,0-1 0-16,-1 2 3 0,-1-1 0 0,1 1 0 0,-2-1 2 15,0-1-1-15,0 3 2 0,0-1 2 0,-2-2-1 0,-1 3 1 16,0-2-1-16,0 2 0 0,0-1-1 0,-2 1 0 0,0-2-2 0,0 2 0 15,-4 2-1-15,3-2-2 0,-1-2-1 0,-2 4 0 0,-2-2-1 16,3-2-2-16,-2 3 1 0,-2 0-1 0,2 0 0 0,-1 1-1 16,-1 0-1-16,1 0-1 0,-1 0-1 0,-2 1-1 0,3 0 3 0,-3-1-2 15,1 2 1-15,-1-1-1 0,1 0 0 0,-1 1-1 0,0 1 1 16,1-1-2-16,-2 2 1 0,0-1-2 0,0 1-3 0,0-2 0 0,0 2 0 16,-2 0 0-16,2 0 0 0,-1 0 0 0,-1 0 0 0,1 0 0 15,-2 0 0-15,0 0 0 0,2 0 0 0,-2 2 0 0,1-2 0 0,-2 1 0 16,1-1 0-16,1 0 0 0,1 3 0 0,-3-3 0 0,2 2 0 15,1-1 0-15,-1 1 0 0,2-1 0 0,-2 1 0 0,1 0 0 16,1 0 0-16,0 0 0 0,0-1 0 0,0 2 0 0,-2-3 0 0,2 2 0 16,0 1 0-16,0-3 0 0,0 1 0 0,0 1 0 0,0-1 0 0,0 0 0 15,0 1 0-15,0 0 0 0,-2-1 0 0,4-1 0 0,-2 3 0 16,0-3 0-16,0 3 0 0,0-1 0 0,1-1 0 0,1 2 0 16,-1 0 0-16,0 0 0 0,1 0 0 0,-1 2 0 0,1-2 0 0,1 0 0 15,-1 0 0-15,2 1 0 0,-3-1 0 0,3 0 0 0,-2 0 0 16,2 0 0-16,0 0 0 0,-2 2 0 0,4-2 0 0,-1 0 0 15,-2 0 0-15,2-1 0 0,2 2 0 0,-3-1 0 0,3-2 0 0,0 2 0 16,-1-1 0-16,1-1 0 0,0 1 0 0,0-1 0 0,-1-1 0 0,3 1 0 16,-1-1 0-16,-1 2 0 0,2-2 0 0,-2 0 0 0,0 2 0 15,2-2 0-15,-1 0 0 0,-2 1 0 0,3-1 0 0,-1 2 0 16,1-2 0-16,-2 1 0 0,0 1 0 0,2-1 0 0,-1 1 0 0,1-2 0 16,-3 3 0-16,4-3 0 0,-3 1 0 0,3 0 0 0,-4 1 0 15,4 0 0-15,-1-1 0 0,-1 1 0 0,1-1 0 0,-2-1 0 0,2 3 0 16,-1-3 0-16,1 2 0 0,1-1 0 0,-2 1 0 0,2-1 0 15,0 1 0-15,0-1 0 0,0 0 0 0,1-1 0 0,-1 2 0 0,1 0 0 16,0-1 0-16,1-1 0 0,0 0 0 0,1 2 0 0,-1-1 0 16,0-1 0-16,1 0 0 0,-1 2 0 0,-1-2 0 0,2 1 0 0,-1-1 0 15,1 2 0-15,-1-2 0 0,1 1 0 0,-2 1 0 0,0-1 0 16,1 0 0-16,0-1 0 0,-3 2 0 0,3 0 0 0,-2-1 0 0,0 2 0 16,2-1 0-16,-2-1 0 0,-1 1 0 0,0 1 0 0,-1-2 0 15,1 0 0-15,1 3 0 0,-4-3 0 0,3 2 0 0,-1 0 0 16,-1-1 0-16,2 1 0 0,-2-1 0 0,0 2 0 0,0-1 0 0,0 0 0 15,-1 0 0-15,2 0 0 0,-1 0 0 0,2 1 0 0,-3-1 0 16,2 0 0-16,-1 0 0 0,2 0 0 0,-3 0 0 0,2 0 0 0,1 2 0 16,-2-2 0-16,0 0 0 0,2 1 0 0,0-1 0 0,-1 2 0 15,-2-2 0-15,4 0 0 0,-1 1 0 0,-1-1 0 0,1 0 0 0,-2 0 0 16,2 0-33-16,1 0-15 0,-3-1-10 0,3 1-16 0,-2-2-23 16,2 0-52-16,0-1-73 0,0-1-77 0,0 0-82 0,2-1-63 15,0-1-56-15,0 0-38 0,3 0-29 0,0-1-9 0,3-1 2 0,0 1 5 16,0-2 4-16,2 1 19 0,3-1 19 0,0 0 55 0,5 0 74 15,0 2 77-15</inkml:trace>
  <inkml:trace contextRef="#ctx0" brushRef="#br0" timeOffset="-188324.77">8776 9849 49 0,'0'-8'197'0,"0"0"14"0,0 3 14 15,0-1 16-15,0 1 20 0,-1 0 25 0,-1 1 25 0,0 1 29 16,2 0 32-16,0 0 34 0,0 3-12 0,-3 0-37 0,3 0-21 0,0 0-14 16,0 0-7-16,0 0-8 0,0 0-8 0,0 0-10 0,3 2-16 15,-3-1-19-15,4 2-19 0,0 2-23 0,0-3-26 0,2 5-28 0,2-1-26 16,0 0-26-16,1 1-12 0,2 2-9 0,0-1-2 0,2 2 0 15,1 1-3-15,-1-1-2 0,4 2 1 0,-2-1-2 0,2 1-2 16,0-2-3-16,1 3 1 0,0-2-1 0,0 1-4 0,2-1-2 0,-2-1-34 16,1-1-32-16,0-1 0 0,-2-1 0 0,4-1 0 0,-4-1 0 15,2-1 0-15,0-4 0 0,0 0 0 0,0-3 0 0,0-2 0 0,2-2 0 16,-1-4 0-16,1 0 0 0,-1-6 0 0,4-2 0 0,0-4 0 16,-2-4 0-16,3-3 0 0,2-3 0 0,0-4 0 0,1-2 0 15,1-3 0-15,-1-5 0 0,2-1 0 0,0-1 0 0,2-2 0 0,-1-2 0 16,-1 1 0-16,2-2 0 0,0 1 0 0,-2 1 0 0,1 2 0 15,-2 4 0-15,-1 1 0 0,-2 3 0 0,-1 3 0 0,-1 4 0 0,-4 4 0 16,-2 4 0-16,-1 3 0 0,-4 4 0 0,-1 5-213 0,-2 3-232 16,-4 5-70-16,-1 1-66 0,-2 4-36 0,-3 2-21 0,0 6-2 0,-3 3 7 15,0 5 17-15,-2 1 21 0,-1 3 24 0,-1 3 28 0,-2 2 48 16,-1 3 62-16,1 3 74 0,-2-1 83 0</inkml:trace>
  <inkml:trace contextRef="#ctx0" brushRef="#br0" timeOffset="-177510.81">17866 2385 45 0,'0'0'154'16,"-2"0"12"-16,-1 0 14 0,2-2 13 0,-4 1 14 0,2-2 23 15,-1 1 23-15,-2-1 26 0,2 0 25 0,0-1-1 0,0-1-16 0,-1-1 4 16,0 2 13-16,-1-2 12 0,1-2 10 0,0 2 4 0,1-1 0 15,-1-1-6-15,0 1-8 0,2-2-16 0,-5 0-17 0,5-2-20 16,-2 1-22-16,2-1-26 0,1-3-28 0,-1 3-28 0,3-3-29 0,0-1-24 16,0 0-21-16,2-1-14 0,-1-2-9 0,2-2-5 0,2 1-7 0,0-3-6 15,3 2-4-15,0-3-5 0,1-1-2 0,1-2-5 0,2 1-4 16,1-2-5-16,1 0-2 0,1-1-3 0,0-2-3 0,1 0-3 16,3 1-1-16,-3 0-2 0,3 1-2 0,-3 1-1 0,1 2-1 0,0 1-2 15,-1 1 1-15,2 4 0 0,-4-1 0 0,2 4 0 0,-2-1-1 0,3 2 1 16,-4 3 1-16,4-1-1 0,-2 3 0 0,0 0 0 0,1 1-1 15,0 2 0-15,0-1 0 0,0 4 0 0,0-1 0 0,-1 2-1 0,1 2 0 16,1-1 1-16,-2 4 0 0,2-1 0 0,-1 2 1 0,1 3-2 16,-1-2 1-16,3 6 1 0,-2-2 1 0,-1 3 0 0,3 1 0 0,-3 3 0 15,3-1 1-15,-3 2 0 0,1 2 0 0,-2 0-1 0,0 3 1 16,0 0 0-16,0 2 0 0,-3-1-1 0,1 2 2 0,-3 0 0 0,1 1-1 16,0 0 1-16,-3 0 0 0,0-1 1 0,-3 2-1 0,3-4 2 0,-4 2-1 15,0-2 0-15,-3 1 2 0,1 0 1 0,-2-2 0 0,-2 0 1 16,1 1 1-16,-3-1 2 0,0-2 2 0,-4 3 1 0,2-1 3 0,-4 1 1 15,-2-1 5-15,0 2 1 0,-2-1 2 0,-5-1 2 0,0 2 1 16,0-2 2-16,-3 0-1 0,-1 0 1 0,-3 0-2 0,2-2 0 16,-3 1-4-16,1-3 0 0,-3 0-3 0,1 0-2 0,1-2-5 0,-2-2-3 15,1 0-4-15,-2 0-8 0,4-3 0 0,-2 1 0 0,-1-2 0 16,3 0 0-16,-3-2 0 0,2-1 0 0,1-1-7 0,0-1-19 0,2-1-16 16,2-2-19-16,-1-1-22 0,2 0-45 0,0-3-60 0,1 1-79 15,2-4-89-15,0-2-88 0,-3-1-86 0,5 0-43 0,-1-3-22 16,-1 0-7-16,1 0 3 0,3-1 9 0,-4-1 13 0,4 1 18 15,-2-1 22-15,0 2 48 0,1 0 61 0,0 0 79 0</inkml:trace>
  <inkml:trace contextRef="#ctx0" brushRef="#br0" timeOffset="-174558.22">6706 11300 75 0,'-1'-2'125'16,"-1"-2"4"-16,2 2 0 0,-3-1 4 0,0 1 1 0,3 1 6 0,-1-1 2 16,-1-1 5-16,0 2-20 0,2-2-31 0,-1 1-21 0,1 2-17 15,0 0-6-15,0 0-4 0,0 0 0 0,0 0 2 0,0 0 0 0,0 0 1 16,0 0-2-16,0 0-1 0,0 0 3 0,0 0 1 0,1-2 4 15,1 1 4-15,0 0 4 0,2 1 3 0,-1-2 2 0,0 1 3 0,1-2 4 16,0 1 8-16,1-1 5 0,2 2 6 0,0-4 6 0,-2 2 6 16,3 0 1-16,-1-1-1 0,-1 0-2 0,3 0-5 0,-1 0-3 15,0 1 0-15,1-1 1 0,-1-2 1 0,0 4-1 0,2-3-8 0,-1 2-1 16,1 0-1-16,-2-1-2 0,3 0-3 0,-2 2 0 0,1-1 3 0,1-2 3 16,0 2 3-16,-1 2 3 0,2-4 3 0,-1 2-1 0,0 2-2 15,0-2 3-15,0-2 4 0,2 5 1 0,-2-5-1 0,0 3 0 16,0-1-2-16,0 0-2 0,-1 1-1 0,2 0-5 0,-1 0-6 0,-1 0-4 15,1 0-5-15,0 1-4 0,-1 0-7 0,0 1-5 0,0 0-10 16,1 0-4-16,0 0-6 0,-1 0-4 0,-1 0-4 0,2 1-5 16,-1-1-4-16,-1 1-4 0,0 1-2 0,1 0-4 0,-2 0-3 0,3-2 0 15,-3 2-2-15,2-2 1 0,-1 2 1 0,2-1-1 0,-1 1 2 16,2-1 1-16,-2-1 1 0,-1 0 1 0,4 2 0 0,-2-2 0 0,0 1 0 16,0-1 0-16,0 0 0 0,0 0-1 0,0 0 0 0,0 0 0 15,-1 0-1-15,2-1-1 0,-2 1-2 0,0 0-1 0,2 0-2 0,-4 0-1 16,3 0-1-16,0 0 1 0,-3 0-1 0,3 0 0 0,0 0 1 15,-3 1 0-15,3-1 1 0,0 1 0 0,-1-1 0 0,-1 0 0 16,2 2 1-16,-1 1-1 0,-1-3 1 0,2 0 0 0,-1 0 1 0,-2 2-1 16,4-1 0-16,-4-1 0 0,2 2-1 0,-1-1 0 0,1-1 0 15,-1 2 0-15,-1-2-1 0,1 1 0 0,1-1-1 0,0 0-1 0,0 2 0 16,-1-2 0-16,0 1-1 0,2-1 2 0,0 0 0 0,-1 0 0 16,2 0 1-16,-4 0 1 0,2 0-2 0,2 0 1 0,-4 0 0 0,2 0 1 15,2 0 1-15,-4-1 0 0,2 1 0 0,-1 0-1 0,1 0 0 16,-1 0 0-16,-1 0-1 0,3 0-1 0,-3 0 1 0,0 0 0 15,3 0 0-15,-3 0 0 0,0 1 0 0,3-1-1 0,-3 1-1 0,1 1 0 16,-1 0-1-16,2-1 1 0,-1-1-1 0,-1 3 2 0,0-1-1 0,1 0 0 16,-1 0 0-16,1 0-2 0,0-1 1 0,-3 0-1 0,2 3 0 15,0-3 0-15,1 2 0 0,-1-2 1 0,-1 1 0 0,1 1 1 16,-1-1 2-16,1-1-1 0,0 1 0 0,-1-2 1 0,2 1 0 0,-1 0 0 16,-2 1 2-16,2 0 0 0,0-2 1 0,0 2 0 0,0-2-1 15,0 0 1-15,1 0-2 0,-1 0-1 0,0 0 1 0,0 0 0 0,1 0-1 16,-1 0 0-16,1 0 1 0,1 0 0 0,-2 0-1 0,0 0 1 15,0 1-2-15,3-1 1 0,-1 0 0 0,-2 1 0 0,1-1 0 0,-1 2 0 16,2-2 1-16,0 1-1 0,-2-1 0 0,2 2 0 0,-2-2 1 16,4 1 1-16,-4 1 0 0,2-1 1 0,2 0 1 0,-2 1-1 15,1-1 2-15,0-1 0 0,0 0 1 0,2 2-3 0,-2-2 2 0,0 2 1 16,3-2 1-16,-3 0-1 0,3 0 1 0,-1 0 0 0,0 0-1 0,1 0 0 16,-1-2 0-16,2 2-1 0,-2-2 2 0,3 2-1 0,-3-1 0 15,2-1 1-15,-2 2 0 0,-2-1-1 0,3 0 0 0,-1-1-3 16,1 1-2-16,-1-1 1 0,-1 2-1 0,1 0 0 0,-2-1-1 0,3 1 1 15,-4-2-2-15,4 2 1 0,-3 0-2 0,2 0 1 0,1 0 0 16,-3 0 1-16,3 0 0 0,-2 0-1 0,0 2 2 0,2-2-1 0,-1 1 1 16,0-1-2-16,-1 0 1 0,2 2 0 0,-2-2 0 0,0 1 0 15,2-1 0-15,-1 2 1 0,1-2-1 0,-1 0 1 0,0 1 0 16,1-1 0-16,0 0 0 0,0 0 1 0,-1 0 1 0,1 0 0 0,1 0-2 16,-1 0 2-16,0 1-1 0,0-1 0 0,0 0 0 0,-1 0-2 15,1 0 1-15,1 0 0 0,-1 0-2 0,0 0 0 0,0 2-1 0,1-2 1 16,0 0 1-16,-2 0-1 0,3 1 1 0,-2-1 2 0,0 0-6 15,2 0-2-15,-2 0 0 0,2 0 0 0,0 0 0 0,-2 0 0 0,3 0 0 16,-2 0 0-16,0 0 0 0,1-1 0 0,0 1 0 0,-2-2 0 16,2 2 0-16,-2-1 0 0,-1 0 0 0,3 1 0 0,-3 0 0 0,-1-2 0 15,1 2 0-15,-1 0 0 0,0 0 0 0,-3 0 0 0,3 0 0 16,-3 0 0-16,0 2 0 0,0-2 0 0,1 1 0 0,-2 0 0 16,0 1 0-16,1-1 0 0,-2-1 0 0,1 2 0 0,0 0 0 0,1-1 0 15,-3 1 0-15,2-1 0 0,0 1 0 0,1-1 0 0,-2-1 0 16,-1 2 0-16,2-2 0 0,0 0 0 0,-2 1 0 0,1-1 0 0,-1 0 0 15,2 0 0-15,-2 0 0 0,-1-1 0 0,1 1 0 0,-1 0 0 16,3-2 0-16,-2 1 0 0,-1-1 0 0,0 1 0 0,0-1 0 0,-1-1 0 16,2 1 0-16,-2-1 0 0,0 1 0 0,-2-1 0 0,0 0 0 15,-2-1-179-15,-2 0-148 0,0 0-108 0,-1-1-107 0,-2 2-55 16,-4 0-28-16,1 2-13 0,-3-1-4 0,-3 4 5 0,-1-1 12 0,-3 4 18 16,-3 1 24-16,2 2 37 0,-5 2 47 0,-1 2 83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07-18T15:20:58.37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10319 8880 119 0,'-6'-2'132'0,"1"0"4"0,0 2 5 15,-4-1 3-15,3 0 7 0,-1-2 9 0,1 1 9 0,-2 1 12 16,0-2-23-16,2 0-35 0,-1 0-16 0,-2 0-3 0,3 0 2 0,-1-2 6 16,1 1 6-16,-2-1 8 0,1 1 8 0,0-1 11 0,-1-1 5 15,2 0 5-15,-2 0 0 0,0 2-3 0,2-3 4 0,-1 2 3 0,-2-1 6 16,1 0 5-16,2 0-1 0,-1 0-4 0,-2 1 4 0,1-1 8 15,2 0-1-15,-1 0-5 0,-2 0-8 0,1 0-9 0,2 0-5 16,-1 1 2-16,-2-2-7 0,1 1-8 0,1 0-12 0,1-1-12 0,-2 1-9 16,-1 0-5-16,2-2-16 0,1 1-19 0,-2-2-10 0,1 1-6 15,0-1-4-15,1 0-3 0,-1-1-5 0,1-1-6 0,0 1-6 0,-1-1-3 16,3-1-2-16,-1-1-3 0,0 1-1 0,-1-2-1 0,1-1-3 16,2 2 1-16,-2-1-2 0,2-1 1 0,0 0-1 0,-1 2 0 0,1-2-2 15,-1 1-1-15,1-1 0 0,0 2 1 0,-1-1 1 0,3-1 0 16,-2-1 1-16,1 4-1 0,0-2 0 0,-1 0-1 0,1 0-1 15,2 0-1-15,-1 0-1 0,-1-2 1 0,2 1-2 0,-1 2 2 0,-2-2-2 16,3-1 0-16,0 2-1 0,3 0 0 0,-2-2 1 0,-1 1-1 0,0-1 1 16,2 3 0-16,-1-2-1 0,-1-1 1 0,2 1-1 0,1-1 1 15,-1 2 0-15,0-1-1 0,-1 0 1 0,2 1-1 0,-1-1-1 16,1 0 0-16,0 0-1 0,2 2 1 0,-2-2-1 0,0 0 0 0,2 1 0 16,-2-2 1-16,2 4-1 0,1-4-1 0,0 2 1 0,-1-1 0 15,2 0 0-15,-1 0 0 0,2-2-1 0,0 1 1 0,1 1 0 0,-1-2-1 16,3 1 1-16,-3-1 0 0,3 1 0 0,0 0 0 0,0 1 1 15,-1-3 0-15,2 3 0 0,0-1-1 0,-1 0 0 0,1 2 1 0,1-1 1 16,-1 2 0-16,0-2 0 0,-1 2 0 0,1 0-1 0,1 1 0 16,-2 0-1-16,3 1 1 0,-1 0 1 0,-1 0-1 0,1 1 1 15,1 1-1-15,-1 0 1 0,0-1-1 0,-1 2 0 0,1 1 0 0,1-1 1 16,-1 0-1-16,-1 2 1 0,1 1 1 0,0 1-1 0,-1 0 1 16,1-1-1-16,0 2 2 0,-2 0-1 0,0 2-1 0,3-1 1 15,-3 1 0-15,3-2 2 0,-2 3 0 0,0 0 0 0,2 0 1 0,-1 0 0 16,1 1 1-16,-1 1 0 0,1 1 0 0,0-1 1 0,-1 3 2 15,1 0 0-15,1 1 1 0,-1 0 0 0,-1-1 0 0,0 3-1 0,0 2 1 16,0-2-1-16,-2 3 1 0,0-1-1 0,2 1 1 0,-4 2-1 16,2 1 2-16,-3-1-1 0,0 2 1 0,0-1-1 0,-1 0 2 0,0 2-2 15,-1-1 0-15,-1 1 1 0,0 1 0 0,-2-1 1 0,2 0 2 16,-2 1 0-16,2 1 1 0,-4 0-1 0,2 0 0 0,-1 0 0 16,1 0 0-16,-1 0-1 0,-1 0-2 0,-1 0 1 0,2 0 0 0,-2-1 0 15,0 1 0-15,0 0-1 0,-2 0-1 0,2-2-1 0,-1 2 0 0,-1-1 1 16,-1 0-1-16,1 1 1 0,-1-1-2 0,2 1 2 0,-4 0 0 15,2-1 0-15,0 1-2 0,-2 0 1 0,2 0-2 0,-2 0 2 16,2 0 1-16,-2 0-1 0,-1 1 1 0,1-1-3 0,2 0 2 0,-2 0-1 16,0-1-1-16,1 1 1 0,-2 0 0 0,1-2 2 0,0 2 1 15,-1-1 1-15,-1-1-2 0,2 1 1 0,-2-1-1 0,0 1-1 0,-1-1 0 16,0-1 0-16,-1 1-1 0,1 2-1 0,-2-1 0 0,1 0 0 16,-2-1-2-16,1 2 0 0,-2 0-3 0,2-1 0 0,-1-1-1 0,-3 1 1 15,3-1-1-15,-3 1 1 0,1-1-1 0,0-2 0 0,1 1 0 16,-1-2 1-16,-1 1-1 0,1-1 2 0,-1-1-1 0,3-1 1 0,-2-1-2 15,-1 3 2-15,3-5 0 0,-1 1 1 0,0 0 0 0,3-1 2 16,-2-3-1-16,0 3 2 0,1-3 1 0,1 1-1 0,-1-2 0 0,2 1 1 16,0-2-1-16,-2 0-1 0,2 1 0 0,-1-2 2 0,2 1-2 15,-1 0 1-15,0 0-2 0,1 0-2 0,-2-2 1 0,3 0-4 16,-1 3 1-16,-1-3 0 0,2 2-1 0,0-1 0 0,0 1-1 0,-1-1 1 16,2-1-1-16,-1 2 0 0,0-2 0 0,1 0-1 0,0 3 2 15,-1-3-1-15,1 2-1 0,-1-3 1 0,1 2 1 0,2-1-1 0,-2 1-1 16,1-1 1-16,-1-1-1 0,0 2-3 0,-1-2-2 0,3 0-10 15,-2 0-11-15,0 0-15 0,0 0-17 0,-1-2-26 0,-2 1-30 0,0-2-61 16,0 1-72-16,0-1-75 0,-2-2-77 0,0 3-68 0,-1-2-66 16,0-1-33-16,0 0-13 0,-2-1-1 0,2 2 10 0,1-2 10 15,-2-1 18-15,2 0 25 0,2 0 30 0,0-2 62 0,-1 0 74 0,4-1 76 16</inkml:trace>
  <inkml:trace contextRef="#ctx0" brushRef="#br0" timeOffset="1621.27">13423 7974 102 0,'-5'-9'183'0,"0"0"18"15,1-2 19-15,-2 2 20 0,1 0 20 0,0 0 23 0,0-1 23 0,3 4 23 16,1-2 26-16,2 1 2 0,1-1-8 0,3 1-2 0,3-2-3 0,2 1-4 16,5-1-6-16,1 0-11 0,3-1-12 0,5 1-16 0,2-2-19 15,4 2-17-15,2-1-20 0,1 2-21 0,2-1-22 0,3 2-34 16,-1 1-40-16,0 0-28 0,-2 0-27 0,0 3-16 0,-2 1-9 0,-1 1-8 15,-4 1-6-15,-1 1-2 0,-6 1-4 0,1 1-4 0,-5 1-3 16,-1 2-3-16,-3 0-2 0,-4 2-2 0,-1-1-1 0,-4 2-1 0,-3 3 0 16,-1-2-1-16,-5 6-1 0,0-1 1 0,-6 1-1 0,-1 2 0 15,-3 0-1-15,-3 3 0 0,-2 0-2 0,-3 0 1 0,-2 2-1 0,-1-1 0 16,0-1 0-16,-3 0-2 0,-1 2 0 0,2-4 0 0,0 1 0 16,1-2 0-16,1-2-1 0,0-1 0 0,5-2 1 0,1 0 2 15,1-4 0-15,5 0-1 0,0-2-1 0,6-2 0 0,3 1-1 0,0 0 1 16,4-4-2-16,2 3 1 0,2 0 1 0,4-1-1 0,-1 0 0 15,4 3 0-15,2-1 1 0,3-1 1 0,0 3-2 0,2 2 1 16,1-3 2-16,4 2 1 0,-2 0 0 0,2 0 3 0,-1 0 0 0,0 0 0 16,0 1 0-16,-1-1 1 0,1 0 1 0,-2 2 0 0,-2-2-1 15,-1 1 2-15,1-1 2 0,-4 2 1 0,0-1 1 0,-1 0 0 0,-4 3 1 16,0-3 4-16,-2 2 2 0,-2 0 1 0,-3 0 3 0,-2 2-2 16,-3 1 2-16,-3-2 0 0,0 4-1 0,-4-2-1 0,-3 2 0 0,0-1-2 15,-3 1-1-15,-3-1-2 0,-2 0-2 0,-3-1-2 0,1 0-5 16,-4 0-4-16,2-1-1 0,-2-1-5 0,-2 0-4 0,0-3-11 15,0 0-12-15,0-1-14 0,0-1-16 0,0-4-33 0,1 2-34 0,2-4-59 16,-1-1-67-16,4-2-69 0,2-1-69 0,0-4-65 0,5-1-67 16,2-4-30-16,3 1-12 0,2-5-2 0,6-3 10 0,0-3 11 0,6-2 17 15,3-4 30-15,3-1 37 0,4-3 56 0,4-5 70 0,3-1 69 16</inkml:trace>
  <inkml:trace contextRef="#ctx0" brushRef="#br0" timeOffset="1985.35">14444 7666 318 0,'19'-3'413'0,"-3"2"50"16,-2 2 27-16,-6 2 13 0,-1 2 12 0,-6 1 16 0,-1 2 14 16,0 0 17-16,-1 3 13 0,-2-1 15 0,-1 1-41 0,-1 5-69 0,1-1-92 15,-2 1-102-15,-1 5-65 0,1-1-46 0,-2 3-24 0,-1 1-11 0,-1 1-13 16,0 4-14-16,-2 2-57 0,1 1-56 0,-2 4 0 16,-3 1 0-16,4 2 0 0,-6 3 0 0,2 0 0 0,-2 3 0 0,-1 2 0 15,3-1 0-15,-1 1 0 0,0-1 0 0,2-1 0 0,2 0 0 0,2-4 0 16,6-2 0-16,1-4 0 0,4-4 0 0,4-3 0 0,6-4 0 15,-1-3 0-15,7-4 0 0,3-5 0 0,3-3 0 0,3-3 0 16,1-3 0-16,4-3 0 0,3-5 0 0,3-1 0 0,-1-4 0 0,2-3 0 16,-1-1 0-16,0-3 0 0,-1-2 0 0,1-1 0 0,-1-1 0 0,-3-1 0 15,-4-2 0-15,1 1 0 0,-7 1 0 0,0-1 0 0,-3 3 0 16,-5 1 0-16,0 0 0 0,-4 2 0 0,-4 1 0 0,-2 2 0 16,-3-1 0-16,-2 3 0 0,-4 0 0 0,-2 2 0 0,-5 1 0 0,-1 0 0 15,-3 1 0-15,-3 2 0 0,-3 2 0 0,-3 1 0 0,-2 1 0 0,-6 1 0 16,0 2 0-16,-4 1 0 0,1 2 0 0,-2 2 0 15,-3 0 0-15,3 1 0 0,-2 0 0 0,4 2-233 0,-1 0-133 0,3 0-99 16,2 0-96-16,5 0-50 0,-1 1-24 0,4-2-6 0,0 1 1 16,4-2 9-16,4-1 15 0,0 0 19 0,5-1 25 0,3-2 41 0,3 0 52 15,5-3 88-15</inkml:trace>
  <inkml:trace contextRef="#ctx0" brushRef="#br0" timeOffset="8417.73">26058 8860 94 0,'-7'-4'145'0,"1"-2"6"16,-3 1 4-16,1-2 8 0,0 1 10 0,0-3 10 0,-3 0 9 0,1 0 10 15,1 0 7-15,-2-2-19 0,1-1-35 0,1 0-13 0,-2 0-4 16,1-3-3-16,0 2-3 0,0-4 1 0,0 2 4 0,0-3-3 16,0 0-7-16,0 0-7 0,0-3-2 0,1 2-10 0,0-4-11 0,1-1-13 15,0 0-10-15,-2-1-7 0,6-1-5 0,-3-2-4 0,1 1-3 16,3-3-3-16,-3 0-6 0,4-3-4 0,0 1-2 0,4-3-3 0,0 3-5 15,4-3-5-15,-2-1-4 0,3 2-1 0,2-2 0 0,2 0-3 16,4 1-3-16,-1-1-2 0,2 2-4 0,2-2-1 0,3 1 1 0,0-1 5 16,1 2 7-16,1-1 5 0,1 0 5 0,0 2 7 0,1 1 7 15,0 2 7-15,1 0 6 0,-2 3 8 0,-1 0 7 0,3 1 4 16,-1 4 4-16,-3 2 4 0,4 2 6 0,-1 3-1 0,-2 2-2 0,1 1-4 16,-2 4 1-16,4 2-4 0,-3 5-2 0,-1-1-4 0,2 4-2 15,0 2-2-15,0 4 3 0,-1 0-2 0,-2 5-1 0,3 1-3 16,-2 1-5-16,0 5-4 0,-1 1-3 0,0 3-3 0,-2 1-4 0,-1 4-3 15,1 2-6-15,-5 2-5 0,3 1-4 0,-4 2-5 0,0 3-7 16,-2 0-4-16,-2 0-3 0,-1-1-3 0,-2 3-1 0,-1-2-2 0,0 2-1 16,-3-2 0-16,-2 0 0 0,0 0 0 0,-2-2 0 0,-1 1 1 15,-4-2 2-15,3 1 1 0,-6-2 2 0,2 1 2 0,-1-2-1 0,-4 0 2 16,2-2 4-16,-2 1 0 0,-2-3 0 0,0 2 2 0,0-4 1 16,-4 2 1-16,1-3 2 0,-2-1 0 0,1-1 1 0,-5 1 0 15,0-2 0-15,-1-2 2 0,-2-1 0 0,2 0-1 0,-4 0-2 0,-1-1-2 16,2-1 0-16,-2-2-1 0,0-1-2 0,0-1-1 0,0-3-1 0,1 0-3 15,1-3-2-15,-1 0-2 0,4-3-2 0,-2-1-3 0,3-2-2 16,1-2-1-16,-3-2-1 0,5-1-5 0,0-2-6 0,0-2-8 16,2-2-9-16,2-2-16 0,0-2-16 0,2-1-36 0,0-1-43 0,2-3-50 15,-1 2-54-15,2-3-56 0,1 0-56 0,1 0-56 0,0-1-57 16,0 1-34-16,1 0-20 0,-1 0-8 0,2 0 5 0,-1 1 10 16,1 1 14-16,0-1 36 0,2 1 43 0,-1 1 51 0,1-2 54 0,3 1 57 15</inkml:trace>
  <inkml:trace contextRef="#ctx0" brushRef="#br0" timeOffset="9283.84">29435 7835 186 0,'0'-4'201'0,"-5"3"6"0,-1 1 6 0,0 0 13 0,-6 1 16 15,3 1 22-15,-5 0 27 0,1 0 26 0,-3 3 29 0,3 0-9 16,-4 2-30-16,1-1-19 0,-1 2-12 0,-2 2-1 0,2-1 7 0,-4 3 3 16,0 0 1-16,-1 1-5 0,-1 2-9 0,1-1-18 0,1 2-20 15,-4 1-25-15,1 1-26 0,2-2-26 0,-1 2-22 0,3-1-24 16,1-1-21-16,2 1-18 0,1-2-14 0,3-2-10 0,4 1-5 0,0-2-5 16,4-2-6-16,5 1-4 0,1-2 0 0,6 0 0 0,3-2 0 15,5-1 1-15,4 1 0 0,3-2-2 0,2 1 0 0,4-1-1 0,2-2-1 16,5-2-2-16,1 2 1 0,2-3-1 0,0 0-2 0,0 0-1 15,3-3-5-15,-3 2-3 0,2-2-3 0,-4 0-2 0,1 1-3 0,-3-2-6 16,-2-1-7-16,-1 3-7 0,-2-2-12 0,-5 1-13 0,-1 0-18 16,-1 0-28-16,-2 0-36 0,-3 0-45 0,-3 2-46 0,-1-2-52 0,-4 0-51 15,-1 0-42-15,1-1-34 0,-4 0-24 0,-1 1-15 0,-3 0-17 16,-1-1-11-16,-1-1-13 0,-3 1-10 0,1-2 16 0,-2 0 30 16,-1-1 41-16,0 2 47 0,-1-1 48 0,3-2 53 0,-3-1 41 15,0 1 35-15</inkml:trace>
  <inkml:trace contextRef="#ctx0" brushRef="#br0" timeOffset="9456.9">29677 8002 65 0,'0'-7'162'0,"-2"1"14"15,-1 0 14-15,3 4 19 0,-1-1 18 0,-4 2 21 0,2-1 19 16,-1-1 16-16,0 3 15 0,0 0-17 0,0 2-33 0,-2 1-11 16,-1 1-1-16,1 2 9 0,-1 2 15 0,-2 4 9 0,-2 1 13 0,0 4-2 15,-3 2-6-15,-1 5-13 0,-2 0-13 0,-1 3-12 0,-2 5-12 16,-2-1-13-16,0 4-12 0,-4 2-22 0,1 1-23 0,-2 1-25 0,1 1-27 16,-1 3-25-16,-2-2-27 0,4 0-23 0,-2 1-22 0,0-2-30 15,3-2-34-15,2-1-46 0,5-2-48 0,1-4-56 0,3-2-57 0,7-4-50 16,3-1-47-16,3-3-51 0,8-6-57 0,1-1-25 0,10-7-15 15,2-1 2-15,6-4 4 0,4-4 23 0,4-2 27 0,8-4 41 16,0-4 46-16,5-1 54 0,4-5 57 0</inkml:trace>
  <inkml:trace contextRef="#ctx0" brushRef="#br0" timeOffset="9886">30600 8257 214 0,'6'-12'298'15,"-4"2"23"-15,-4-1 22 0,-1 1 18 0,-4 1 30 0,-3 0 37 16,-1 1 33-16,-3 1 28 0,-2-2 17 0,-3 1 11 0,1-1-50 0,-4 1-76 15,0 1-64-15,-1 0-57 0,0 0-32 0,-4 2-22 0,1 0-19 16,0 2-17-16,0 0-29 0,-1 1-38 0,1 1-32 0,1 2-27 0,1 1-17 16,1 3-10-16,3 1-7 0,2-1-5 0,0 5-3 0,4-1-1 15,3 3-4-15,2 1-1 0,4 2-1 0,1 1-1 0,6 3 1 16,3 1-1-16,1 2 1 0,8-1 0 0,1 6 1 0,4-2 0 0,2 2 2 16,2 0 1-16,2 0 2 0,4 0-1 0,-1 0 0 0,0 2 0 15,1-2 1-15,-1 0-1 0,-1-2 3 0,-2 1 0 0,-2-2 2 0,-1-1 5 16,-3 2 3-16,-3-3 4 0,-1 1 4 0,-3-1 5 0,-4-1 3 0,-4 0 5 15,1-1 5-15,-4 1 3 0,-2-2 2 0,-5 1 2 0,-2-1 0 16,-4-1 2-16,-1 2-1 0,-4-2 0 0,-1 0 1 0,-4 0-2 0,-2-2-1 16,-5 1-2-16,-1-1-52 0,-2-2-1 0,1 1 0 0,-4-4 0 15,-1 2 0-15,0-3 0 0,1 1 0 0,0-5 0 0,0 1 0 16,0-2 0-16,2-4 0 0,0-1 0 0,3-1 0 0,3-4 0 0,0-2 0 16,5-2 0-16,3-5 0 0,6-1 0 0,5-4 0 0,7-4 0 15,2-2 0-15,6-2 0 0,6-5 0 0,7-2 0 0,4-2 0 0,6-1 0 16,1-3 0-16,6 0 0 0,2-2 0 0,4 1 0 0,1-1-46 15,2 2-44-15,2-1-6 0,-1 1-8 0,-3 5-8 0,3 1-11 0,-2-1-35 16,-4 3-48-16,0 4-54 0,-3 2-58 0,-5 1-47 0,-1 3-45 0,-5 2-44 16,-4 1-45-16,-2 4-25 0,-4 1-16 0,-1 2-2 0,-5 2 1 15,-4 1 12-15,-2 2 15 0,-2 2 44 0,-3 5 56 0,-3-3 63 16,-2 1 66-16,-2 2 58 0</inkml:trace>
  <inkml:trace contextRef="#ctx0" brushRef="#br0" timeOffset="33026.03">10814 16944 114 0,'0'1'134'0,"-1"2"4"0,-1 0 1 0,2 0 3 0,0 2 2 16,-2-1 5-16,2 1 5 0,0 1-8 0,0 0-16 0,0-2-22 0,-1 4-29 16,1-1-11-16,-2 0 1 0,2 3 0 0,-3 0 5 0,3 1 7 15,-2 1 7-15,-1 0 10 0,2 1 7 0,-4 1 8 0,2-1 7 0,0 2 6 16,0 2 3-16,-1-2 5 0,0 1 6 0,0 1-2 0,-2-1-3 16,0 2-2-16,1-2-1 0,0 2 0 0,-1-1-1 0,0 1-1 15,-2 0 0-15,0 0 0 0,2-1-1 0,-1 1 0 0,-2-3-4 0,1 1-5 16,-2 1-4-16,2-3-6 0,-1 2-2 0,0-1 0 0,-1-2-2 0,-1 0-1 15,0 1-2-15,1 0-4 0,0-1-8 0,-2-1-9 0,1-1-11 16,0 0-6-16,-2 0-5 0,1 0-3 0,1-2 1 0,-2 0-1 0,2 0 0 16,-2-2-4-16,1 1-6 0,-1-1-5 0,0-1-9 0,1 0-3 0,-1-1-1 15,-1-1 1-15,1 1 1 0,-2-1 1 0,2-1-1 0,-3 0 1 16,2-1 0-16,-1-1-3 0,1 1-1 0,0-1-2 0,-2-1 1 0,2 0-2 16,-2-1 0-16,3-1 2 0,-2 1 2 0,2-1 0 0,-1-1 3 15,1 0 0-15,-1 0 2 0,3-2-1 0,-2 1 1 0,1 0 0 0,1-1 1 16,-1-1-1-16,0 0 1 0,2 0 0 0,1 0-3 0,-4-1-2 0,4-1-2 15,-2 1-6-15,1-2-2 0,-1 1-2 0,0-2-3 0,0 0-4 16,1 0-1-16,0 0-3 0,0-1-1 0,0-2-2 0,1-1-1 0,0 0-1 16,2 0-1-16,-1-3 0 0,1-2 0 0,0 1 0 0,2-5 0 15,-1 1-1-15,4-2 0 0,-3-3 1 0,4-2-1 0,-1-1 0 0,2-3 1 16,0-1-1-16,2-2-1 0,1 0 1 0,0-3-1 0,2 0 0 16,-2 0 1-16,2-2-1 0,2 2 0 0,0-2 0 0,-2 1 0 0,3 1 1 15,0 2 1-15,0-1-1 0,-2 2 1 0,2 3 0 0,0-1 0 16,1 2 0-16,-1 2 0 0,-1 0 0 0,1 2 0 0,-1 1-1 0,1 0 1 15,0 0 0-15,0 3 0 0,3-2-2 0,-3 1 0 0,2-1 0 16,2 2 0-16,-1-1 0 0,-1 1-1 0,4-2 0 0,-1 2 0 0,2-1 0 16,0 1 0-16,2 0 0 0,-1-2 0 0,1 3 2 0,1 1-2 15,1 0 1-15,-1-1 0 0,0 4 0 0,1-2-1 0,1 3 2 16,-4 0 0-16,3 3 0 0,-3 0-1 0,1 1 0 0,-2 4 0 0,0 0 0 16,-2 3 0-16,1 3 0 0,-2 0 0 0,-1 1 0 0,1 2-1 15,-2 2 0-15,-1 3 1 0,4-1 0 0,-4 3 1 0,1 1 0 0,2 1 0 16,-2 0 1-16,-2 3 0 0,4 1 0 0,-2 0 0 0,-2 2 1 15,4-1-1-15,-2 2 1 0,-2 0 0 0,3 3 1 0,-3-1-1 0,0 1 0 16,0 0-1-16,1 0 0 0,-1 0 0 0,0 3-1 0,1-3 1 16,-4 1 0-16,3 2 0 0,-3-1 0 0,1-1 0 0,-1 2 0 15,1-1 0-15,-1-1-1 0,0 2 1 0,-2-1 0 0,0-1 1 0,-1 1 0 16,1-2-1-16,0 1 0 0,-3-1 2 0,3 0 0 0,-3 0 1 0,0 0 0 16,0-1 2-16,-3-1 1 0,3 1 1 0,-3-2 2 0,2 1 1 15,-1 1 1-15,0-1 2 0,-1-1-1 0,1 0 2 0,-1 2 1 16,0-2 0-16,1 0-1 0,-1 0 1 0,0 1 0 0,-1-1-2 0,0 0-3 15,1 2 1-15,-2-2-3 0,2 1 0 0,-2 1 0 0,1-1-3 16,-2 1 0-16,-1 0 0 0,2-1-1 0,-1 2 0 0,1 0-2 0,0 1 0 16,-2 1-2-16,0-2 2 0,1 1-1 0,1 1 0 0,0 1-1 15,-1 0 0-15,2-1 0 0,-1 2 0 0,0-3 0 0,2 2-1 0,-1-1 1 16,0-1 0-16,-1 1-1 0,2-2 1 0,0-2-1 0,0 1 0 0,1-2 1 16,-1-2 0-16,0 1 0 0,1-4 0 0,-1 1 0 0,1-1-1 15,-1-2 0-15,0-2 0 0,3-1 0 0,-3 0 0 0,2 0 0 0,-1-2 0 16,2-2 0-16,-2 2 0 0,2-3 0 0,0 0 0 0,0 0 0 15,-1 1-3-15,1-1 0 0,-2 2-4 0,0 0-3 0,2-1-4 0,-3 1-3 16,3-1-4-16,-1 1-1 0,-1-1-4 0,0 1-2 0,1-1-3 16,-1 2-3-16,2 0-6 0,-3 0-5 0,3-1-5 0,-3 1-9 15,3 0-9-15,-3 0-18 0,3-2-22 0,-2 2-34 0,1-1-38 0,-1-1-43 16,2 1-45-16,-3-2-47 0,1 1-47 0,2-1-53 0,-4 2-61 0,-1 1-26 16,-2 0-10-16,0-2 3 0,-1 3 8 0,0 0 18 0,-3-1 27 15,1 0 36-15,-1 0 41 0,-1-2 47 0,1 1 48 0</inkml:trace>
  <inkml:trace contextRef="#ctx0" brushRef="#br0" timeOffset="33846.83">12773 15660 36 0,'10'-6'153'0,"-1"1"8"0,0 1 7 15,-4 2 13-15,0 1 20 0,-2 1 28 0,-1 1 37 0,1 2 35 16,0 2 35-16,-1 0 12 0,2 5 4 0,0-1 6 0,-1 3 6 0,0 3 5 16,-1 1 2-16,1 4 1 0,-2 1 0 0,1 3-9 0,-2 3-11 15,0 3-26-15,-2 1-31 0,-1 4-31 0,0 1-29 0,-2 3-41 16,0 1-42-16,-4 4-35 0,1-1-31 0,-2 4-17 0,0-2-13 0,0 3-8 16,-1-1-8-16,-3 2-6 0,4-3-5 0,-4 3-7 0,1-3-4 15,2-1-11-15,-3-1-15 0,3 0-15 0,-1-3-15 0,0-2-22 0,4-5-21 16,-2-2-45-16,0-4-53 0,5-5-65 0,0-4-75 0,0-5-63 15,5-7-58-15,0-7-49 0,2-3-45 0,3-3-16 0,1-6-4 0,1-6 8 16,4-4 9-16,-2-4 18 0,4-3 22 0,1-5 43 0,-3-1 54 16,5 0 66-16,-2-3 76 0</inkml:trace>
  <inkml:trace contextRef="#ctx0" brushRef="#br0" timeOffset="34177.15">12999 16237 91 0,'8'5'234'0,"0"-1"16"15,-2 4 8-15,-2 1 5 0,-1 3 18 0,-2 2 24 0,-1-1 33 16,0 3 41-16,2 2 44 0,-2 2 47 0,0 1-17 0,2 2-46 0,-1-1-42 15,-1 1-36-15,3 0-19 0,-1 1-9 0,0-1-7 0,-1 1-3 16,4-2-15-16,-1-1-21 0,1 0-35 0,2-1-37 0,1-4-44 0,2-1-45 16,0 0-29-16,1-4-18 0,3-2-12 0,1-3-9 0,2-2-5 15,2-2-4-15,0-5-2 0,3-2-2 0,2-4-2 0,-2-1 0 0,3-5-1 16,2-3-2-16,-2-3 1 0,2-2-1 0,0-4-1 0,-3-1 0 16,1-2-1-16,-1-2 0 0,-1-1-1 0,-3 0-2 0,-2-1 1 15,0 1-2-15,-4 0 1 0,-3 1-2 0,0 1 0 0,-4 2 0 0,-3 2 1 16,-4 2 1-16,-3 2 0 0,-2 4 2 0,-3-1 0 0,-4 4 3 15,-1 1 0-15,-4 1 2 0,-1 4 0 0,-4 1-1 0,-1 1 1 0,-3 3 1 16,0 0 0-16,-2 3 0 0,1 2-2 0,-3 2 0 0,2 1-1 16,0 3-2-16,1 0-3 0,0 1-5 0,2 1-8 0,2 1-10 0,1 0-16 15,2 0-15-15,4 0-28 0,0 0-37 0,5 0-50 0,-1-2-62 16,4 1-60-16,3 1-65 0,0-2-49 0,5 2-43 0,0 0-45 16,3-1-41-16,2-1-16 0,3 0-2 0,3 0 7 0,0-1 15 0,3-2 27 15,0-1 33-15,4-3 52 0,1-1 60 0,3-2 63 0,2-3 65 16</inkml:trace>
  <inkml:trace contextRef="#ctx0" brushRef="#br0" timeOffset="34507.21">13683 16137 116 0,'12'13'251'0,"-4"2"23"15,-2 1 15-15,-2 1 19 0,0 1 30 0,-2 2 38 0,-2 0 45 0,0 0 52 16,0 1 32-16,0-1 21 0,0 1-31 0,0 1-60 0,0-1-49 16,0 0-43-16,0 0-24 0,4-1-14 0,-2 1-14 0,1 0-11 0,0 0-28 15,2-2-36-15,2 1-43 0,-1-1-49 0,3-1-30 0,1 0-23 16,-1-3-12-16,2 0-10 0,0-1-8 0,2-2-7 0,1-3-4 15,-1-2-6-15,3-2-5 0,-2-4-4 0,3-1-3 0,1-3-3 0,1-3-2 16,1-1-1-16,-1-6 0 0,2 0 0 0,-1-3-2 0,1-4-1 16,1-1 2-16,0-3-2 0,-1-1 0 0,1-1 0 0,-2-1-2 15,1-3 1-15,-4 2 1 0,1-2-1 0,-6 1 2 0,1 0-3 0,0 1 1 16,-4 1 0-16,-2 2 1 0,-3 1 0 0,-2 1 1 0,-2 0 2 0,-5 3 1 16,2 0 2-16,-5 2 1 0,0 1-1 0,-4-2 1 0,-1 1-2 15,-2 2 2-15,-2 1 0 0,-2-2-1 0,0 4 1 0,-1-1-2 16,-1 2 0-16,0 2-3 0,-1 1-5 0,0 2-8 0,2 0-9 0,-4 3-11 15,2 1-12-15,3 3-15 0,-2 0-17 0,3 1-34 0,-2 4-41 16,3-1-68-16,-2 4-80 0,3-2-82 0,1 3-80 0,0 0-59 0,2 2-46 16,1 0-19-16,1 1-5 0,0 1 7 0,1-2 8 0,2 0 12 15,2-1 17-15,-2 1 32 0,4-2 44 0,0-2 68 0,3-1 81 0</inkml:trace>
  <inkml:trace contextRef="#ctx0" brushRef="#br0" timeOffset="37134.56">25604 17022 46 0,'-6'0'183'0,"-1"-2"13"0,1 2 11 0,-1-1 6 16,-2-1 7-16,3-1 14 0,-1 0 17 0,2-2 18 0,-2 1 18 16,2-2-7-16,0 0-20 0,2 0-19 0,-2-1-19 0,4-1-4 0,-3-1 7 15,1 0 9-15,2 0 13 0,-4-2 7 0,4 1 10 0,-1-2-5 0,1 0-9 16,1 0-15-16,-2-1-13 0,0-1-16 0,2-1-13 0,0-1-17 16,0-1-19-16,0-2-22 0,2-1-22 0,0-1-21 0,1-1-20 0,3-4-17 15,-2 2-14-15,5-3-9 0,-1-1-5 0,4-4-4 0,-1 2-4 16,4-1-2-16,3-2-4 0,3 0-1 0,-2 0-3 0,3 0 0 0,3-1-3 15,0-1-3-15,1 1 0 0,-1 0-1 0,2 0 0 0,2 1 0 16,-3 1-1-16,0 1-1 0,0 1 0 0,0 1 0 0,-2 2 0 0,-1 3 0 16,3 2 0-16,-4 0 0 0,-1 5 1 0,0 0 0 0,0 4 1 15,-2-1-1-15,0 4 0 0,0 2 0 0,-2 2 0 0,4 2 1 16,-4 2-1-16,2 1 1 0,2 2 0 0,-4 1-1 0,4 4 1 0,1 1-2 16,-1 1 1-16,1 2 0 0,0 1-2 0,-2 1 1 0,2 0 1 0,0 3-1 15,-1-2 1-15,1 2-1 0,-1 1-1 0,-2 2 1 0,0-1 0 16,0 1-1-16,-3 0 1 0,1 2-1 0,-4-1 1 0,-4 1 0 15,4 1 1-15,-5 0 0 0,-3 1-1 0,-1 1-1 0,-1-1 0 0,-1 1 1 16,-7 1 0-16,4 0 0 0,-6 1 0 0,-1 1 0 0,2 1 1 16,-7-2 1-16,2 4 1 0,-3-3 0 0,0 2 2 0,-1 0 1 15,0 2 2-15,-4 0 3 0,3 0 2 0,-3-1 3 0,1 2 2 0,0 2 3 16,-3-1 5-16,4 1 3 0,-4 1 1 0,2-1 0 0,-1 2 4 0,-2-1-1 16,1 1 2-16,-1-3 1 0,1 2 0 0,-1-1 2 0,3-3 0 15,-1 0 0-15,0-3-1 0,0 0-1 0,1-2-1 0,1-1 1 0,0-1 1 16,-3-2-1-16,5 0 2 0,-2-3-1 0,1 0 0 0,0-3-1 15,3 0 0-15,-3-1 0 0,4-1 0 0,-3-1 1 0,3-2 0 0,-1-1 0 16,2-1-1-16,0-1-1 0,0-1-3 0,1-1-3 0,-2-1-19 16,4-1-10-16,-3-1 0 0,0-1 0 0,2-1 0 0,1 0 0 0,-4-1 0 15,2-1 0-15,2-1 0 0,-2-1 0 0,0-1 0 0,2 1 0 16,-3-4 0-16,4 1 0 0,-2-1 0 0,1-1 0 0,1-2 0 0,0 1 0 16,0-2 0-16,1 0 0 0,-1 2 0 0,1-4 0 0,1 2 0 0,-2-1 0 15,4-1 0-15,-1-1 0 0,-2 2 0 0,2-1 0 0,4 1 0 16,-4-1 0-16,1 1 0 0,0-2 0 0,1 1 0 0,2 2 0 15,-3-1 0-15,3-1 0 0,-1 1 0 0,1-1 0 0,-3 2 0 0,3-2 0 16,-1 3 0-16,1-3 0 0,-3 2 0 0,2-1 0 0,-2 1-15 0,1-1-57 16,2 2-13-16,-3-1-21 0,3 0-23 0,-2 1-49 0,-1-1-66 0,3 2-77 15,-3-1-85-15,1 1-69 0,-3 1-67 0,2 0-28 0,-3 1-10 16,1 1 2-16,-1-3 8 0,0 5 11 0,0-3 13 0,3 2 22 16,-3-1 22-16,2-1 52 0,-1 1 69 0,5-2 79 0</inkml:trace>
  <inkml:trace contextRef="#ctx0" brushRef="#br0" timeOffset="38362.94">28941 15845 38 0,'10'-4'201'0,"-3"0"24"16,-3 1 18-16,2 0 16 0,-4 1 19 0,-1 0 17 0,-1 2 21 15,0 0 20-15,0 2 32 0,-1 3 36 0,-1-1-6 0,1 2-27 0,-4 3-15 16,4 3-12-16,-6 2-12 0,2 2-14 0,-1 5-11 0,-5 3-9 0,3 5-13 16,-3 1-11-16,-1 2-17 0,-1 5-17 0,-4 1-29 0,-1 1-34 15,-1 4-36-15,-2 0-37 0,-1 1-24 0,-3 1-14 0,-2 1-12 16,0 2-9-16,-3 0-6 0,0-1-6 0,0 0-6 0,0 2-5 0,-1-3-7 15,1-1-5-15,1-1-11 0,2-3-13 0,2-1-13 0,0-3-14 16,4-4-24-16,3-3-26 0,5-4-52 0,1-5-68 0,6-6-72 0,1-5-79 16,5-5-71-16,5-7-69 0,1-4-38 0,6-7-23 0,5-7-4 15,2-2 4-15,6-7 8 0,2-4 11 0,5-3 23 0,3-4 26 0,2-2 52 16,3-5 65-16,3 1 75 0</inkml:trace>
  <inkml:trace contextRef="#ctx0" brushRef="#br0" timeOffset="38627.04">29509 16008 112 0,'11'0'300'0,"-3"1"38"0,-5 2 19 0,0 3 12 16,-3 2 24-16,-3 1 30 0,0 1 32 0,-2 2 36 0,-2 1 23 16,0 4 19-16,-1 0-26 0,-3 2-48 0,-1 1-62 0,0 1-73 0,-3 0-46 15,0 1-32-15,0 1-16 0,-1-1-8 0,-1 1-17 0,0-1-26 16,0 1-30-16,4-1-32 0,-2 0-21 0,4-3-17 0,1-1-12 0,1 0-11 16,4-3-9-16,2 0-5 0,1-2-6 0,4-1-5 0,3-1-4 15,3-2-5-15,2 0-5 0,3-2-3 0,4-1-2 0,3-2-5 0,2 0 0 16,5-3-2-16,-1 1-4 0,4-4-3 0,4 1-8 0,-3-1-9 15,4-1-10-15,-2-1-13 0,2 1-13 0,-2-2-14 0,1 1-18 16,-3 0-19-16,-1 0-37 0,-1 1-49 0,-6 0-62 0,3 0-69 0,-6 0-63 16,-2 1-61-16,-1 0-50 0,-4 0-46 0,-1 1-15 0,-2-2-1 15,-2 1 5-15,-3 1 11 0,-1-2 15 0,2 0 18 0,-3-2 39 0,1 1 47 16,-3-2 63-16,3 0 70 0</inkml:trace>
  <inkml:trace contextRef="#ctx0" brushRef="#br0" timeOffset="38829">30013 16042 130 0,'-6'-6'308'0,"0"3"33"0,-2 3 22 0,0 0 27 0,-1 5 28 16,-1-1 35-16,0 4 36 0,-2 2 29 0,-1 2 20 0,-1 3 5 15,0 4-2-15,-3 0-60 0,-1 5-93 0,-2 1-60 0,-2 4-46 0,1 2-27 16,-4 4-20-16,-2 1-23 0,-2 1-27 0,-1 4-31 0,-1 0-36 16,-3 3-26-16,3 2-19 0,-2 0-16 0,-1 0-11 0,1 1-12 0,1-2-14 15,2 0-18-15,4-3-18 0,0-3-25 0,4-5-26 0,6-2-53 0,2-5-64 16,5-5-77-16,2-4-89 0,6-6-81 0,5-4-84 0,3-5-45 15,7-6-25-15,2-5-10 0,4-5 0 0,5-5 7 0,4-5 13 0,3-2 19 16,2-4 24-16,1-2 50 0,3-4 64 0,0-1 77 0</inkml:trace>
  <inkml:trace contextRef="#ctx0" brushRef="#br0" timeOffset="39128.21">30388 16176 203 0,'0'7'388'0,"-5"1"56"0,1 2 26 0,-2 1 16 15,-1-1 13-15,-1 2 12 0,-3 2 12 0,3-1 10 0,-3-1 12 0,-1 4 11 16,0-3-32-16,0 2-53 0,-2 1-94 0,1-1-113 0,-3 2-71 16,3-1-50-16,-1 1-27 0,2-1-10 0,0 1-11 0,0-1-13 0,2-1-8 15,2 0-12-15,1-1-11 0,2-1-10 0,3-1-8 0,1 2-4 16,2-4-3-16,4 1-3 0,3-2-2 0,0 0-2 0,5-2-2 0,1 1-3 16,2-1 1-16,4-1-2 0,2-1 0 0,1 1-2 0,2-2-1 15,0 1 0-15,2-1-2 0,-1 1-1 0,1-1-2 0,1 2-4 0,-3-1-6 16,2 1-10-16,-4 0-10 0,1 0-11 0,-3 0-15 0,-1-1-14 15,-1 2-19-15,-1-1-20 0,-3-2-36 0,-2 1-47 0,-2-1-53 0,2 1-57 16,-5-4-55-16,0 1-58 0,-2-1-47 0,-2-2-45 0,1-1-24 16,-3-1-16-16,-1 0 0 0,3-1 7 0,-4-1 13 0,0-2 20 0,0 1 36 15,0-2 47-15,-4-1 53 0,4 0 57 0,-1-1 59 0</inkml:trace>
  <inkml:trace contextRef="#ctx0" brushRef="#br0" timeOffset="39335.17">30728 16088 80 0,'-11'-1'263'0,"3"2"28"0,-1 1 20 0,1 1 16 16,-5 3 26-16,4 1 32 0,-5 3 42 0,2 2 45 0,0 1 31 15,-4 5 20-15,2 0-26 0,-4 5-49 0,1 1-56 0,-5 4-58 0,0 2-37 16,-3 3-22-16,-2 3-17 0,-3 5-13 0,-2 1-24 0,-1 4-30 16,-4 2-41-16,-1 5-44 0,-3 1-34 0,-1 1-25 0,-1 2-24 15,-3 2-28-15,2-1-41 0,0-1-51 0,1-3-69 0,1-1-84 0,3-4-82 16,5-5-81-16,3-4-62 0,5-4-52 0,5-4-26 0,4-5-12 15,5-5-5-15,4-5 1 0,4-4 10 0,4-5 17 0,4-4 35 0,-1-2 45 16,6-5 69-16,-3-2 79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7EC70A-F502-4BDD-A00A-8A9C0175DC89}" type="datetimeFigureOut">
              <a:rPr lang="zh-CN" altLang="en-US" smtClean="0"/>
              <a:t>2025/1/6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83FA8A-98B0-4AA8-9E57-9232433126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9560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E8C5DF-0E91-4829-8EB2-D640E95B0EE5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93897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6DC166-603D-2042-6ED8-8D69364C2B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7522205-4B23-B893-1553-0634EB77C0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97177D-3519-CB79-F9AF-1F45F78B7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6A825C-6FB2-D1E5-9A03-B589A275E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41A728-B656-942D-5F86-7460F9E0F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08803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92690E-858D-02DF-3DC4-522529BFD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44D7B5-8DFC-28E3-FAC1-9718E20E11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A0BD22-2E21-6596-0430-5FB47CDF4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CB24B5-0383-AA6B-03BC-092AA92DD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ABACA4-E5EA-9CE0-FF89-54E8D36BE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49767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BE0921-9590-CD65-E9EF-AA94166EF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2DE6134-D737-0D87-9DBF-1341768E31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F3BC85-EDDC-6DD6-B4AD-CFC5DEB93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C85573-1EAC-E1F0-3536-02045C8ED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769E40-4DF6-E5F0-25BC-898492A29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00337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10FC0A-F9C1-8A11-B71D-B69F8E502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C7395B-9E2B-5E81-6D47-E8BE6B7EFE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303DE4D-3592-1818-7FF3-6208CF61FA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D1531C8-4E0B-F242-14BE-0B3F0308F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E0D1C1E-2992-79CA-8B85-831E47429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0E8C670-3ACD-D4D3-8518-82D49C7A9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58258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466946-970E-5DA8-06B6-F88778D49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196CF1E-5A91-A80B-A991-EFA7A613F9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81872E7-347F-CE68-9BC9-A420A1ABBD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5FC3539-2D75-25F5-E524-2AAE837307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CC6E54B-DA4D-2D1A-0D2C-2C7982F2E0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E00FDB0-5479-2214-5091-1D4772324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BBCEA2B-1F86-8C7C-2298-C9BBF82FF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0B7DCE9-15E3-0176-9F68-E1D3BA9B1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96899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CE9933-58A4-CE56-FA39-1C26C08C1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6ACCADE-AEE4-3BB4-BDB2-B936DA107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92553BC-7CC3-6AF9-6D3B-41E1D4DBE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8A8D18E-CFE0-DEB6-F08B-400B294D9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73286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AC45BDA-D2FA-94B7-7E72-09EDF8816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8A595E3-D61C-36F2-195F-72671B0CE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FD79C69-4805-B8D0-EB65-96525004D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21251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693348-0BAF-1BF5-587B-8D856D8E3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4B8D79-DB93-B501-CAE6-A532F528C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A680212-7CB4-FFC5-3DC6-75BCF4FAB1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758349F-2573-99F2-0FB2-CB7C44083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711A84-2243-6317-143A-17270ECD4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C85FDD4-5488-3074-D1EA-A4AA684C0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99254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C14234-24BE-4D54-3DF4-8A4AB2E88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C82E7E0-0050-18CC-DFF2-BF555236B4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5EC5DD-35F5-E116-98F4-9962481CAB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5B26E6F-12BA-B1BA-771A-741421D9E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2DE1E47-CC1C-D749-0C7A-E35CA7E94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510A29D-90FC-85F9-4E91-B70673B79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15177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356762-2B42-6177-93A2-3CFA40BBE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8CC6F9F-B82E-07AC-F1B3-52331913C4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E99E1A-7F34-A60A-A3FB-FE885A3B9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DA7A23-B01C-CE68-7D2E-48E7DE58C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BCD3BB-737D-63B2-291D-FF47A870E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46051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96BBD10-83C3-3F7B-720F-D1C594C44A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C226136-AE72-5300-5F42-E0F58F29F4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3ACF6E-5607-E6C2-5A2B-C6D555BB2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B3EB40-A746-36C0-8684-CBD421BB6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53F398-AF2A-35B6-4A5D-9549CF8C2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85319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D1CFB004-0BE2-6594-A684-1D414144F1E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35A2DA-1F7F-032D-860F-9434CD42A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BB46C-15FD-477F-AEAC-2240925A5F40}" type="datetimeFigureOut">
              <a:rPr lang="zh-CN" altLang="en-US" smtClean="0"/>
              <a:t>2025/1/6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57E8D6-1867-44DE-9D94-87167BA42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D4DE6E-0DF7-8A53-34F4-4203A5020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A56C0-451C-4745-96B8-116ACE4EE48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80E35E9-AB26-4483-5917-44E2A830064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8D620732-056B-250B-9839-8EF4696944DC}"/>
              </a:ext>
            </a:extLst>
          </p:cNvPr>
          <p:cNvSpPr/>
          <p:nvPr userDrawn="1"/>
        </p:nvSpPr>
        <p:spPr>
          <a:xfrm>
            <a:off x="7888310" y="69562"/>
            <a:ext cx="4303690" cy="64521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3600" b="1" cap="none" spc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Expert</a:t>
            </a:r>
            <a:r>
              <a:rPr lang="zh-CN" altLang="en-US" sz="3600" b="1" cap="none" spc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电子实验室</a:t>
            </a:r>
          </a:p>
        </p:txBody>
      </p:sp>
    </p:spTree>
    <p:extLst>
      <p:ext uri="{BB962C8B-B14F-4D97-AF65-F5344CB8AC3E}">
        <p14:creationId xmlns:p14="http://schemas.microsoft.com/office/powerpoint/2010/main" val="32065358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6DC166-603D-2042-6ED8-8D69364C2B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7522205-4B23-B893-1553-0634EB77C0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97177D-3519-CB79-F9AF-1F45F78B7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6A825C-6FB2-D1E5-9A03-B589A275E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41A728-B656-942D-5F86-7460F9E0F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ACCC614-345E-7333-AA10-296E689FE1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3968571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92690E-858D-02DF-3DC4-522529BFD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44D7B5-8DFC-28E3-FAC1-9718E20E11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A0BD22-2E21-6596-0430-5FB47CDF4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CB24B5-0383-AA6B-03BC-092AA92DD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ABACA4-E5EA-9CE0-FF89-54E8D36BE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06750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BE0921-9590-CD65-E9EF-AA94166EF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2DE6134-D737-0D87-9DBF-1341768E31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F3BC85-EDDC-6DD6-B4AD-CFC5DEB93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C85573-1EAC-E1F0-3536-02045C8ED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769E40-4DF6-E5F0-25BC-898492A29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27688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10FC0A-F9C1-8A11-B71D-B69F8E502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C7395B-9E2B-5E81-6D47-E8BE6B7EFE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303DE4D-3592-1818-7FF3-6208CF61FA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D1531C8-4E0B-F242-14BE-0B3F0308F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E0D1C1E-2992-79CA-8B85-831E47429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0E8C670-3ACD-D4D3-8518-82D49C7A9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41500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466946-970E-5DA8-06B6-F88778D49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196CF1E-5A91-A80B-A991-EFA7A613F9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81872E7-347F-CE68-9BC9-A420A1ABBD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5FC3539-2D75-25F5-E524-2AAE837307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CC6E54B-DA4D-2D1A-0D2C-2C7982F2E0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E00FDB0-5479-2214-5091-1D4772324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BBCEA2B-1F86-8C7C-2298-C9BBF82FF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0B7DCE9-15E3-0176-9F68-E1D3BA9B1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38168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CE9933-58A4-CE56-FA39-1C26C08C1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6ACCADE-AEE4-3BB4-BDB2-B936DA107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92553BC-7CC3-6AF9-6D3B-41E1D4DBE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8A8D18E-CFE0-DEB6-F08B-400B294D9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74352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AC45BDA-D2FA-94B7-7E72-09EDF8816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8A595E3-D61C-36F2-195F-72671B0CE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FD79C69-4805-B8D0-EB65-96525004D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89334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693348-0BAF-1BF5-587B-8D856D8E3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4B8D79-DB93-B501-CAE6-A532F528C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A680212-7CB4-FFC5-3DC6-75BCF4FAB1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758349F-2573-99F2-0FB2-CB7C44083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711A84-2243-6317-143A-17270ECD4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C85FDD4-5488-3074-D1EA-A4AA684C0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99156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C14234-24BE-4D54-3DF4-8A4AB2E88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C82E7E0-0050-18CC-DFF2-BF555236B4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5EC5DD-35F5-E116-98F4-9962481CAB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5B26E6F-12BA-B1BA-771A-741421D9E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2DE1E47-CC1C-D749-0C7A-E35CA7E94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510A29D-90FC-85F9-4E91-B70673B79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22665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356762-2B42-6177-93A2-3CFA40BBE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8CC6F9F-B82E-07AC-F1B3-52331913C4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E99E1A-7F34-A60A-A3FB-FE885A3B9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DA7A23-B01C-CE68-7D2E-48E7DE58C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BCD3BB-737D-63B2-291D-FF47A870E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0254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96BBD10-83C3-3F7B-720F-D1C594C44A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C226136-AE72-5300-5F42-E0F58F29F4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3ACF6E-5607-E6C2-5A2B-C6D555BB2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B3EB40-A746-36C0-8684-CBD421BB6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53F398-AF2A-35B6-4A5D-9549CF8C2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57444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D1CFB004-0BE2-6594-A684-1D414144F1E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35A2DA-1F7F-032D-860F-9434CD42A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BB46C-15FD-477F-AEAC-2240925A5F40}" type="datetimeFigureOut">
              <a:rPr lang="zh-CN" altLang="en-US" smtClean="0"/>
              <a:t>2025/1/6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57E8D6-1867-44DE-9D94-87167BA42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D4DE6E-0DF7-8A53-34F4-4203A5020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A56C0-451C-4745-96B8-116ACE4EE48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80E35E9-AB26-4483-5917-44E2A830064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8D620732-056B-250B-9839-8EF4696944DC}"/>
              </a:ext>
            </a:extLst>
          </p:cNvPr>
          <p:cNvSpPr/>
          <p:nvPr userDrawn="1"/>
        </p:nvSpPr>
        <p:spPr>
          <a:xfrm>
            <a:off x="7888310" y="69562"/>
            <a:ext cx="4303690" cy="64521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3600" b="1" cap="none" spc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Expert</a:t>
            </a:r>
            <a:r>
              <a:rPr lang="zh-CN" altLang="en-US" sz="3600" b="1" cap="none" spc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电子实验室</a:t>
            </a:r>
          </a:p>
        </p:txBody>
      </p:sp>
    </p:spTree>
    <p:extLst>
      <p:ext uri="{BB962C8B-B14F-4D97-AF65-F5344CB8AC3E}">
        <p14:creationId xmlns:p14="http://schemas.microsoft.com/office/powerpoint/2010/main" val="3072794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0CCD1B6-3773-DA7A-13E3-F889B89CA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563D2FC-EBF6-6D33-401B-BEB02F777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8E5235-638C-EB95-AD7E-F130CC33E7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22E896-456C-48B5-B916-825A97815996}" type="datetimeFigureOut">
              <a:rPr lang="zh-CN" altLang="en-US" smtClean="0"/>
              <a:t>2025/1/6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A04E0B-BC55-BA37-BA3D-720EAC2563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068F38-6F7A-2BD1-1022-580059EC2A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2550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0CCD1B6-3773-DA7A-13E3-F889B89CA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563D2FC-EBF6-6D33-401B-BEB02F777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8E5235-638C-EB95-AD7E-F130CC33E7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22E896-456C-48B5-B916-825A97815996}" type="datetimeFigureOut">
              <a:rPr lang="zh-CN" altLang="en-US" smtClean="0"/>
              <a:t>2025/1/6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A04E0B-BC55-BA37-BA3D-720EAC2563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068F38-6F7A-2BD1-1022-580059EC2A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8941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png"/><Relationship Id="rId4" Type="http://schemas.openxmlformats.org/officeDocument/2006/relationships/customXml" Target="../ink/ink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4.xml"/><Relationship Id="rId5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7" Type="http://schemas.openxmlformats.org/officeDocument/2006/relationships/image" Target="../media/image33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2.png"/><Relationship Id="rId5" Type="http://schemas.openxmlformats.org/officeDocument/2006/relationships/image" Target="../media/image31.jpeg"/><Relationship Id="rId4" Type="http://schemas.openxmlformats.org/officeDocument/2006/relationships/image" Target="../media/image30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7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3.jpeg"/><Relationship Id="rId5" Type="http://schemas.openxmlformats.org/officeDocument/2006/relationships/image" Target="../media/image32.png"/><Relationship Id="rId4" Type="http://schemas.openxmlformats.org/officeDocument/2006/relationships/image" Target="../media/image31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1.jpe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0CA67B6-B341-78B2-0450-4F144AA7B2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516" y="1308533"/>
            <a:ext cx="3198612" cy="319861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FAF49640-81CF-184F-1355-BD8BDA1CACDA}"/>
              </a:ext>
            </a:extLst>
          </p:cNvPr>
          <p:cNvSpPr txBox="1"/>
          <p:nvPr/>
        </p:nvSpPr>
        <p:spPr>
          <a:xfrm>
            <a:off x="4346487" y="1452098"/>
            <a:ext cx="770013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>
                <a:ln w="12700">
                  <a:solidFill>
                    <a:srgbClr val="4472C4"/>
                  </a:solidFill>
                  <a:prstDash val="solid"/>
                </a:ln>
                <a:solidFill>
                  <a:srgbClr val="4472C4">
                    <a:lumMod val="60000"/>
                    <a:lumOff val="40000"/>
                  </a:srgbClr>
                </a:solidFill>
                <a:effectLst>
                  <a:outerShdw dist="38100" dir="2640000" algn="bl" rotWithShape="0">
                    <a:srgbClr val="4472C4"/>
                  </a:outerShdw>
                </a:effectLst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国一学长带你学</a:t>
            </a:r>
            <a:endParaRPr kumimoji="0" lang="en-US" altLang="zh-CN" sz="4800" b="1" i="0" u="none" strike="noStrike" kern="1200" cap="none" spc="0" normalizeH="0" baseline="0" noProof="0">
              <a:ln w="12700">
                <a:solidFill>
                  <a:srgbClr val="4472C4"/>
                </a:solidFill>
                <a:prstDash val="solid"/>
              </a:ln>
              <a:solidFill>
                <a:srgbClr val="4472C4">
                  <a:lumMod val="60000"/>
                  <a:lumOff val="40000"/>
                </a:srgbClr>
              </a:solidFill>
              <a:effectLst>
                <a:outerShdw dist="38100" dir="2640000" algn="bl" rotWithShape="0">
                  <a:srgbClr val="4472C4"/>
                </a:outerShdw>
              </a:effectLst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6000" b="1" i="0" u="none" strike="noStrike" kern="1200" cap="none" spc="0" normalizeH="0" baseline="0" noProof="0">
                <a:ln w="12700">
                  <a:solidFill>
                    <a:srgbClr val="4472C4"/>
                  </a:solidFill>
                  <a:prstDash val="solid"/>
                </a:ln>
                <a:solidFill>
                  <a:srgbClr val="4472C4">
                    <a:lumMod val="60000"/>
                    <a:lumOff val="40000"/>
                  </a:srgbClr>
                </a:solidFill>
                <a:effectLst>
                  <a:outerShdw dist="38100" dir="2640000" algn="bl" rotWithShape="0">
                    <a:srgbClr val="4472C4"/>
                  </a:outerShdw>
                </a:effectLst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嘉立创</a:t>
            </a:r>
            <a:r>
              <a:rPr kumimoji="0" lang="en-US" altLang="zh-CN" sz="6000" b="1" i="0" u="none" strike="noStrike" kern="1200" cap="none" spc="0" normalizeH="0" baseline="0" noProof="0">
                <a:ln w="12700">
                  <a:solidFill>
                    <a:srgbClr val="4472C4"/>
                  </a:solidFill>
                  <a:prstDash val="solid"/>
                </a:ln>
                <a:solidFill>
                  <a:srgbClr val="4472C4">
                    <a:lumMod val="60000"/>
                    <a:lumOff val="40000"/>
                  </a:srgbClr>
                </a:solidFill>
                <a:effectLst>
                  <a:outerShdw dist="38100" dir="2640000" algn="bl" rotWithShape="0">
                    <a:srgbClr val="4472C4"/>
                  </a:outerShdw>
                </a:effectLst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EDA</a:t>
            </a:r>
            <a:r>
              <a:rPr kumimoji="0" lang="zh-CN" altLang="en-US" sz="6000" b="1" i="0" u="none" strike="noStrike" kern="1200" cap="none" spc="0" normalizeH="0" baseline="0" noProof="0">
                <a:ln w="12700">
                  <a:solidFill>
                    <a:srgbClr val="4472C4"/>
                  </a:solidFill>
                  <a:prstDash val="solid"/>
                </a:ln>
                <a:solidFill>
                  <a:srgbClr val="4472C4">
                    <a:lumMod val="60000"/>
                    <a:lumOff val="40000"/>
                  </a:srgbClr>
                </a:solidFill>
                <a:effectLst>
                  <a:outerShdw dist="38100" dir="2640000" algn="bl" rotWithShape="0">
                    <a:srgbClr val="4472C4"/>
                  </a:outerShdw>
                </a:effectLst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专业版</a:t>
            </a:r>
            <a:endParaRPr kumimoji="0" lang="en-US" altLang="zh-CN" sz="6000" b="1" i="0" u="none" strike="noStrike" kern="1200" cap="none" spc="0" normalizeH="0" baseline="0" noProof="0">
              <a:ln w="12700">
                <a:solidFill>
                  <a:srgbClr val="4472C4"/>
                </a:solidFill>
                <a:prstDash val="solid"/>
              </a:ln>
              <a:solidFill>
                <a:srgbClr val="4472C4">
                  <a:lumMod val="60000"/>
                  <a:lumOff val="40000"/>
                </a:srgbClr>
              </a:solidFill>
              <a:effectLst>
                <a:outerShdw dist="38100" dir="2640000" algn="bl" rotWithShape="0">
                  <a:srgbClr val="4472C4"/>
                </a:outerShdw>
              </a:effectLst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6FA0031-043B-C3F3-1566-C6704CCD000C}"/>
              </a:ext>
            </a:extLst>
          </p:cNvPr>
          <p:cNvSpPr txBox="1"/>
          <p:nvPr/>
        </p:nvSpPr>
        <p:spPr>
          <a:xfrm>
            <a:off x="7794985" y="3306832"/>
            <a:ext cx="3955058" cy="95410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>
                <a:ln w="12700">
                  <a:solidFill>
                    <a:prstClr val="black"/>
                  </a:solidFill>
                  <a:prstDash val="solid"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Expert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>
                <a:ln w="12700">
                  <a:solidFill>
                    <a:prstClr val="black"/>
                  </a:solidFill>
                  <a:prstDash val="solid"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电子实验室出品</a:t>
            </a:r>
            <a:endParaRPr kumimoji="0" lang="en-US" altLang="zh-CN" sz="2800" b="1" i="0" u="none" strike="noStrike" kern="1200" cap="none" spc="0" normalizeH="0" baseline="0" noProof="0">
              <a:ln w="12700">
                <a:solidFill>
                  <a:prstClr val="black"/>
                </a:solidFill>
                <a:prstDash val="solid"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+mn-cs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BD26316-E9C8-F710-FC9A-9D39FBCB6A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6644" y="4507146"/>
            <a:ext cx="1440431" cy="1440431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9FCB1B0B-9C09-68C0-92FA-ACE355ED4C8A}"/>
              </a:ext>
            </a:extLst>
          </p:cNvPr>
          <p:cNvSpPr txBox="1"/>
          <p:nvPr/>
        </p:nvSpPr>
        <p:spPr>
          <a:xfrm>
            <a:off x="633668" y="4765696"/>
            <a:ext cx="21224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1" i="0" u="none" strike="noStrike" kern="1200" cap="none" spc="0" normalizeH="0" baseline="0" noProof="0">
                <a:ln w="12700">
                  <a:solidFill>
                    <a:srgbClr val="4472C4"/>
                  </a:solidFill>
                  <a:prstDash val="solid"/>
                </a:ln>
                <a:solidFill>
                  <a:srgbClr val="4472C4">
                    <a:lumMod val="60000"/>
                    <a:lumOff val="4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电赛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AD4EEB2-FBD3-E5F7-B43E-9A805567A4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4554" y="4507146"/>
            <a:ext cx="1440431" cy="1440431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620DC432-2B65-AC1F-1C49-F022B52F2D93}"/>
              </a:ext>
            </a:extLst>
          </p:cNvPr>
          <p:cNvSpPr txBox="1"/>
          <p:nvPr/>
        </p:nvSpPr>
        <p:spPr>
          <a:xfrm>
            <a:off x="4008128" y="4765696"/>
            <a:ext cx="26576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1" i="0" u="none" strike="noStrike" kern="1200" cap="none" spc="0" normalizeH="0" baseline="0" noProof="0">
                <a:ln w="12700">
                  <a:solidFill>
                    <a:srgbClr val="4472C4"/>
                  </a:solidFill>
                  <a:prstDash val="solid"/>
                </a:ln>
                <a:solidFill>
                  <a:srgbClr val="4472C4">
                    <a:lumMod val="60000"/>
                    <a:lumOff val="40000"/>
                  </a:srgbClr>
                </a:solidFill>
                <a:effectLst>
                  <a:outerShdw dist="38100" dir="2640000" algn="bl" rotWithShape="0">
                    <a:srgbClr val="4472C4"/>
                  </a:outerShdw>
                </a:effectLst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蓝桥杯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292EC17-03C7-6AE3-28CD-8A7094AEAA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1389" y="4507146"/>
            <a:ext cx="1440431" cy="1440431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16FDBADE-4187-66E3-2099-167691F9CC41}"/>
              </a:ext>
            </a:extLst>
          </p:cNvPr>
          <p:cNvSpPr txBox="1"/>
          <p:nvPr/>
        </p:nvSpPr>
        <p:spPr>
          <a:xfrm>
            <a:off x="7972424" y="4765696"/>
            <a:ext cx="24967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1" i="0" u="none" strike="noStrike" kern="1200" cap="none" spc="0" normalizeH="0" baseline="0" noProof="0">
                <a:ln w="12700">
                  <a:solidFill>
                    <a:srgbClr val="4472C4"/>
                  </a:solidFill>
                  <a:prstDash val="solid"/>
                </a:ln>
                <a:solidFill>
                  <a:srgbClr val="4472C4">
                    <a:lumMod val="60000"/>
                    <a:lumOff val="40000"/>
                  </a:srgbClr>
                </a:solidFill>
                <a:effectLst>
                  <a:outerShdw dist="38100" dir="2640000" algn="bl" rotWithShape="0">
                    <a:srgbClr val="4472C4"/>
                  </a:outerShdw>
                </a:effectLst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嵌入式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2AD92C8-F014-65C6-CD17-A8C7685245B4}"/>
              </a:ext>
            </a:extLst>
          </p:cNvPr>
          <p:cNvSpPr txBox="1"/>
          <p:nvPr/>
        </p:nvSpPr>
        <p:spPr>
          <a:xfrm>
            <a:off x="4346487" y="3122167"/>
            <a:ext cx="3495994" cy="132343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0" b="1" i="0" u="none" strike="noStrike" kern="1200" cap="none" spc="0" normalizeH="0" baseline="0" noProof="0">
                <a:ln w="12700">
                  <a:solidFill>
                    <a:prstClr val="black"/>
                  </a:solidFill>
                  <a:prstDash val="solid"/>
                </a:ln>
                <a:solidFill>
                  <a:srgbClr val="FF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大师篇</a:t>
            </a:r>
            <a:endParaRPr kumimoji="0" lang="en-US" altLang="zh-CN" sz="8000" b="1" i="0" u="none" strike="noStrike" kern="1200" cap="none" spc="0" normalizeH="0" baseline="0" noProof="0">
              <a:ln w="12700">
                <a:solidFill>
                  <a:prstClr val="black"/>
                </a:solidFill>
                <a:prstDash val="solid"/>
              </a:ln>
              <a:solidFill>
                <a:srgbClr val="FF0000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81846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930E811-2067-D578-7A25-ED35BCC38E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7987" y="2130817"/>
            <a:ext cx="2596364" cy="259636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3B9A69F7-FB84-C33B-D2AF-A298B0A3BFB5}"/>
              </a:ext>
            </a:extLst>
          </p:cNvPr>
          <p:cNvSpPr txBox="1"/>
          <p:nvPr/>
        </p:nvSpPr>
        <p:spPr>
          <a:xfrm>
            <a:off x="4709220" y="2130817"/>
            <a:ext cx="6325457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>
                <a:ln w="12700">
                  <a:solidFill>
                    <a:schemeClr val="accent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dist="38100" dir="2640000" algn="bl" rotWithShape="0">
                    <a:schemeClr val="accent1"/>
                  </a:outerShdw>
                </a:effectLst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第二课</a:t>
            </a:r>
            <a:endParaRPr lang="en-US" altLang="zh-CN" sz="4000" b="1">
              <a:ln w="12700">
                <a:solidFill>
                  <a:schemeClr val="accent1"/>
                </a:solidFill>
                <a:prstDash val="solid"/>
              </a:ln>
              <a:solidFill>
                <a:schemeClr val="accent1">
                  <a:lumMod val="60000"/>
                  <a:lumOff val="40000"/>
                </a:schemeClr>
              </a:solidFill>
              <a:effectLst>
                <a:outerShdw dist="38100" dir="2640000" algn="bl" rotWithShape="0">
                  <a:schemeClr val="accent1"/>
                </a:outerShdw>
              </a:effectLst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  <a:p>
            <a:r>
              <a:rPr lang="en-US" altLang="zh-CN" sz="6600" b="1">
                <a:ln w="12700">
                  <a:solidFill>
                    <a:schemeClr val="accent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dist="38100" dir="2640000" algn="bl" rotWithShape="0">
                    <a:schemeClr val="accent1"/>
                  </a:outerShdw>
                </a:effectLst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stm32</a:t>
            </a:r>
            <a:r>
              <a:rPr lang="zh-CN" altLang="en-US" sz="6600" b="1">
                <a:ln w="12700">
                  <a:solidFill>
                    <a:schemeClr val="accent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dist="38100" dir="2640000" algn="bl" rotWithShape="0">
                    <a:schemeClr val="accent1"/>
                  </a:outerShdw>
                </a:effectLst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电赛开发板元件选型</a:t>
            </a:r>
            <a:endParaRPr lang="en-US" altLang="zh-CN" sz="6600" b="1">
              <a:ln w="12700">
                <a:solidFill>
                  <a:schemeClr val="accent1"/>
                </a:solidFill>
                <a:prstDash val="solid"/>
              </a:ln>
              <a:solidFill>
                <a:schemeClr val="accent1">
                  <a:lumMod val="60000"/>
                  <a:lumOff val="40000"/>
                </a:schemeClr>
              </a:solidFill>
              <a:effectLst>
                <a:outerShdw dist="38100" dir="2640000" algn="bl" rotWithShape="0">
                  <a:schemeClr val="accent1"/>
                </a:outerShdw>
              </a:effectLst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961985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45DD33D7-9BA2-73D3-31A2-6654C1799845}"/>
              </a:ext>
            </a:extLst>
          </p:cNvPr>
          <p:cNvGraphicFramePr>
            <a:graphicFrameLocks noGrp="1"/>
          </p:cNvGraphicFramePr>
          <p:nvPr/>
        </p:nvGraphicFramePr>
        <p:xfrm>
          <a:off x="1236998" y="1362582"/>
          <a:ext cx="9718004" cy="442735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859002">
                  <a:extLst>
                    <a:ext uri="{9D8B030D-6E8A-4147-A177-3AD203B41FA5}">
                      <a16:colId xmlns:a16="http://schemas.microsoft.com/office/drawing/2014/main" val="4048894845"/>
                    </a:ext>
                  </a:extLst>
                </a:gridCol>
                <a:gridCol w="4859002">
                  <a:extLst>
                    <a:ext uri="{9D8B030D-6E8A-4147-A177-3AD203B41FA5}">
                      <a16:colId xmlns:a16="http://schemas.microsoft.com/office/drawing/2014/main" val="3854366654"/>
                    </a:ext>
                  </a:extLst>
                </a:gridCol>
              </a:tblGrid>
              <a:tr h="90772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4800"/>
                        <a:t>需求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4800"/>
                        <a:t>方案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6966031"/>
                  </a:ext>
                </a:extLst>
              </a:tr>
              <a:tr h="643687">
                <a:tc rowSpan="5">
                  <a:txBody>
                    <a:bodyPr/>
                    <a:lstStyle/>
                    <a:p>
                      <a:pPr algn="ctr"/>
                      <a:r>
                        <a:rPr lang="zh-CN" altLang="en-US" sz="3200"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设计一款基于</a:t>
                      </a:r>
                      <a:r>
                        <a:rPr lang="en-US" altLang="zh-CN" sz="3200"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STM32</a:t>
                      </a:r>
                      <a:r>
                        <a:rPr lang="zh-CN" altLang="en-US" sz="3200"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的开发板，满足电赛仪表组的需求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主控：</a:t>
                      </a:r>
                      <a:r>
                        <a:rPr lang="en-US" altLang="zh-CN" sz="2800"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STM32F103VET6</a:t>
                      </a:r>
                      <a:endParaRPr lang="zh-CN" altLang="en-US" sz="2800"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2548244"/>
                  </a:ext>
                </a:extLst>
              </a:tr>
              <a:tr h="64368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信号接口：</a:t>
                      </a:r>
                      <a:r>
                        <a:rPr lang="en-US" altLang="zh-CN" sz="2800"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ADC DAC</a:t>
                      </a:r>
                      <a:endParaRPr lang="zh-CN" altLang="en-US" sz="2800"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6044977"/>
                  </a:ext>
                </a:extLst>
              </a:tr>
              <a:tr h="64368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模块接口：屏幕、</a:t>
                      </a:r>
                      <a:r>
                        <a:rPr lang="en-US" altLang="zh-CN" sz="2800"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iic</a:t>
                      </a:r>
                      <a:r>
                        <a:rPr lang="zh-CN" altLang="en-US" sz="2800"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、</a:t>
                      </a:r>
                      <a:r>
                        <a:rPr lang="en-US" altLang="zh-CN" sz="2800"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spi</a:t>
                      </a:r>
                      <a:r>
                        <a:rPr lang="zh-CN" altLang="en-US" sz="2800"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、</a:t>
                      </a:r>
                      <a:endParaRPr lang="en-US" altLang="zh-CN" sz="2800"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</a:endParaRPr>
                    </a:p>
                    <a:p>
                      <a:pPr algn="ctr"/>
                      <a:r>
                        <a:rPr lang="en-US" altLang="zh-CN" sz="2800"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usart</a:t>
                      </a:r>
                      <a:r>
                        <a:rPr lang="zh-CN" altLang="en-US" sz="2800"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、</a:t>
                      </a:r>
                      <a:r>
                        <a:rPr lang="en-US" altLang="zh-CN" sz="2800"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usb</a:t>
                      </a:r>
                      <a:endParaRPr lang="zh-CN" altLang="en-US" sz="2800"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8683910"/>
                  </a:ext>
                </a:extLst>
              </a:tr>
              <a:tr h="64368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电源设计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9778786"/>
                  </a:ext>
                </a:extLst>
              </a:tr>
              <a:tr h="64368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其他设计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58790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51989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92BAC2F-3833-7A2B-5C23-AD833F6FE730}"/>
              </a:ext>
            </a:extLst>
          </p:cNvPr>
          <p:cNvSpPr txBox="1"/>
          <p:nvPr/>
        </p:nvSpPr>
        <p:spPr>
          <a:xfrm>
            <a:off x="0" y="0"/>
            <a:ext cx="1904111" cy="5847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MCU</a:t>
            </a:r>
            <a:r>
              <a:rPr lang="zh-CN" altLang="en-US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选型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B484A80-7C0C-0882-C329-659D9FD222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0789"/>
            <a:ext cx="12192000" cy="6117211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60193309-46BE-6E17-A055-4C82A1593101}"/>
              </a:ext>
            </a:extLst>
          </p:cNvPr>
          <p:cNvSpPr txBox="1"/>
          <p:nvPr/>
        </p:nvSpPr>
        <p:spPr>
          <a:xfrm>
            <a:off x="7055088" y="2649266"/>
            <a:ext cx="4099712" cy="5847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ST MCU/MPU</a:t>
            </a:r>
            <a:r>
              <a:rPr lang="zh-CN" altLang="en-US" sz="3200" b="1">
                <a:solidFill>
                  <a:srgbClr val="FF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产品线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3B9C9898-72E6-4EAA-20AB-16B39039AF55}"/>
                  </a:ext>
                </a:extLst>
              </p14:cNvPr>
              <p14:cNvContentPartPr/>
              <p14:nvPr/>
            </p14:nvContentPartPr>
            <p14:xfrm>
              <a:off x="141480" y="1481040"/>
              <a:ext cx="11113920" cy="435816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3B9C9898-72E6-4EAA-20AB-16B39039AF5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2120" y="1471680"/>
                <a:ext cx="11132640" cy="4376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020505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0BA6CA0-DCBE-83B5-B184-D59891EF33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21" y="1629421"/>
            <a:ext cx="10553758" cy="5094512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05CF7DE1-25ED-21F2-5FC2-8D90732654D1}"/>
              </a:ext>
            </a:extLst>
          </p:cNvPr>
          <p:cNvSpPr txBox="1"/>
          <p:nvPr/>
        </p:nvSpPr>
        <p:spPr>
          <a:xfrm>
            <a:off x="0" y="0"/>
            <a:ext cx="1904111" cy="5847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MCU</a:t>
            </a:r>
            <a:r>
              <a:rPr lang="zh-CN" altLang="en-US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选型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F4FEAE0-014F-FD4A-0604-9F72E7006999}"/>
              </a:ext>
            </a:extLst>
          </p:cNvPr>
          <p:cNvSpPr txBox="1"/>
          <p:nvPr/>
        </p:nvSpPr>
        <p:spPr>
          <a:xfrm>
            <a:off x="4193876" y="1044646"/>
            <a:ext cx="3804247" cy="5847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STM32F1</a:t>
            </a:r>
            <a:r>
              <a:rPr lang="zh-CN" altLang="en-US" sz="3200" b="1">
                <a:solidFill>
                  <a:srgbClr val="FF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系列</a:t>
            </a:r>
            <a:r>
              <a:rPr lang="en-US" altLang="zh-CN" sz="3200" b="1">
                <a:solidFill>
                  <a:srgbClr val="FF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MCU</a:t>
            </a:r>
            <a:endParaRPr lang="zh-CN" altLang="en-US" sz="3200" b="1">
              <a:solidFill>
                <a:srgbClr val="FF0000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32DEE110-2DA5-DE66-8790-5845E8B8D63E}"/>
                  </a:ext>
                </a:extLst>
              </p14:cNvPr>
              <p14:cNvContentPartPr/>
              <p14:nvPr/>
            </p14:nvContentPartPr>
            <p14:xfrm>
              <a:off x="2408760" y="545760"/>
              <a:ext cx="6040440" cy="162468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32DEE110-2DA5-DE66-8790-5845E8B8D63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99400" y="536400"/>
                <a:ext cx="6059160" cy="1643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101191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5986A71-5E3B-778B-A1DA-9FAC80CBBB4E}"/>
              </a:ext>
            </a:extLst>
          </p:cNvPr>
          <p:cNvSpPr txBox="1"/>
          <p:nvPr/>
        </p:nvSpPr>
        <p:spPr>
          <a:xfrm>
            <a:off x="0" y="0"/>
            <a:ext cx="1904111" cy="5847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MCU</a:t>
            </a:r>
            <a:r>
              <a:rPr lang="zh-CN" altLang="en-US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选型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3CF5D00-99C1-EAF6-B289-2F1570D387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6649" y="641544"/>
            <a:ext cx="5289884" cy="6147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ACC16E0D-4B6D-94C8-9FF4-24D5AB2BE403}"/>
              </a:ext>
            </a:extLst>
          </p:cNvPr>
          <p:cNvSpPr txBox="1"/>
          <p:nvPr/>
        </p:nvSpPr>
        <p:spPr>
          <a:xfrm>
            <a:off x="7597093" y="1407520"/>
            <a:ext cx="4490909" cy="5847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STM32</a:t>
            </a:r>
            <a:r>
              <a:rPr lang="zh-CN" altLang="en-US" sz="3200" b="1">
                <a:solidFill>
                  <a:srgbClr val="FF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单片机命名规则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2A89E3D-CB68-C73D-AAE1-B41071B22F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2991" y="2725795"/>
            <a:ext cx="2199112" cy="197920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4361FECD-2047-DA86-233C-EA6709FA31C7}"/>
                  </a:ext>
                </a:extLst>
              </p14:cNvPr>
              <p14:cNvContentPartPr/>
              <p14:nvPr/>
            </p14:nvContentPartPr>
            <p14:xfrm>
              <a:off x="2360160" y="507960"/>
              <a:ext cx="4840920" cy="356040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4361FECD-2047-DA86-233C-EA6709FA31C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50800" y="498600"/>
                <a:ext cx="4859640" cy="3579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79997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13E7340-09FA-A12E-93C7-CD14D3B78C22}"/>
              </a:ext>
            </a:extLst>
          </p:cNvPr>
          <p:cNvSpPr txBox="1"/>
          <p:nvPr/>
        </p:nvSpPr>
        <p:spPr>
          <a:xfrm>
            <a:off x="0" y="0"/>
            <a:ext cx="1904111" cy="5847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MCU</a:t>
            </a:r>
            <a:r>
              <a:rPr lang="zh-CN" altLang="en-US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选型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A404E75-4E5A-B898-FDE7-F9E0326830DA}"/>
              </a:ext>
            </a:extLst>
          </p:cNvPr>
          <p:cNvSpPr txBox="1"/>
          <p:nvPr/>
        </p:nvSpPr>
        <p:spPr>
          <a:xfrm>
            <a:off x="1579472" y="2721807"/>
            <a:ext cx="3068597" cy="5232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2800">
                <a:solidFill>
                  <a:schemeClr val="tx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STM32F103</a:t>
            </a:r>
            <a:r>
              <a:rPr lang="en-US" altLang="zh-CN" sz="2800">
                <a:solidFill>
                  <a:srgbClr val="FF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T</a:t>
            </a:r>
            <a:r>
              <a:rPr lang="en-US" altLang="zh-CN" sz="2800">
                <a:solidFill>
                  <a:schemeClr val="tx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BU6</a:t>
            </a:r>
            <a:endParaRPr lang="zh-CN" altLang="en-US" sz="2800">
              <a:solidFill>
                <a:schemeClr val="tx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4551BA5-1C51-CBFD-710C-04D76EF99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5727" y="701031"/>
            <a:ext cx="3907427" cy="195675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F830C73-B00A-42DC-46FA-7DE61136CB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8503" y="698951"/>
            <a:ext cx="1942825" cy="1956752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2ECBC5F7-20D0-7877-C8A3-07F5C75619A8}"/>
              </a:ext>
            </a:extLst>
          </p:cNvPr>
          <p:cNvSpPr txBox="1"/>
          <p:nvPr/>
        </p:nvSpPr>
        <p:spPr>
          <a:xfrm>
            <a:off x="7277676" y="2721807"/>
            <a:ext cx="3004477" cy="5232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2800">
                <a:solidFill>
                  <a:schemeClr val="tx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STM32F103</a:t>
            </a:r>
            <a:r>
              <a:rPr lang="en-US" altLang="zh-CN" sz="2800">
                <a:solidFill>
                  <a:srgbClr val="FF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C</a:t>
            </a:r>
            <a:r>
              <a:rPr lang="en-US" altLang="zh-CN" sz="2800">
                <a:solidFill>
                  <a:schemeClr val="tx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8T6</a:t>
            </a:r>
            <a:endParaRPr lang="zh-CN" altLang="en-US" sz="2800">
              <a:solidFill>
                <a:schemeClr val="tx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8349DFD4-16B1-7276-0C28-E44100863C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4214" y="3521747"/>
            <a:ext cx="2199112" cy="1979201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E7444F9A-F6F9-39A5-203F-665A09833572}"/>
              </a:ext>
            </a:extLst>
          </p:cNvPr>
          <p:cNvSpPr txBox="1"/>
          <p:nvPr/>
        </p:nvSpPr>
        <p:spPr>
          <a:xfrm>
            <a:off x="7213560" y="5777668"/>
            <a:ext cx="2999667" cy="5232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2800">
                <a:solidFill>
                  <a:schemeClr val="tx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STM32F103</a:t>
            </a:r>
            <a:r>
              <a:rPr lang="en-US" altLang="zh-CN" sz="2800">
                <a:solidFill>
                  <a:srgbClr val="FF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Z</a:t>
            </a:r>
            <a:r>
              <a:rPr lang="en-US" altLang="zh-CN" sz="2800">
                <a:solidFill>
                  <a:schemeClr val="tx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ET6</a:t>
            </a:r>
            <a:endParaRPr lang="zh-CN" altLang="en-US" sz="2800">
              <a:solidFill>
                <a:schemeClr val="tx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A0D1A758-4BF6-EDB2-D4E1-E6AD86C8C9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6992" y="3432844"/>
            <a:ext cx="2145851" cy="2157008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E92F87AC-FBD3-590F-D86F-9DF5C6007A48}"/>
              </a:ext>
            </a:extLst>
          </p:cNvPr>
          <p:cNvSpPr txBox="1"/>
          <p:nvPr/>
        </p:nvSpPr>
        <p:spPr>
          <a:xfrm>
            <a:off x="1579472" y="5777668"/>
            <a:ext cx="3068597" cy="5232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2800">
                <a:solidFill>
                  <a:schemeClr val="tx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STM32F103</a:t>
            </a:r>
            <a:r>
              <a:rPr lang="en-US" altLang="zh-CN" sz="2800">
                <a:solidFill>
                  <a:srgbClr val="FF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V</a:t>
            </a:r>
            <a:r>
              <a:rPr lang="en-US" altLang="zh-CN" sz="2800">
                <a:solidFill>
                  <a:schemeClr val="tx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8T6</a:t>
            </a:r>
            <a:endParaRPr lang="zh-CN" altLang="en-US" sz="2800">
              <a:solidFill>
                <a:schemeClr val="tx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4A3ECB44-BB40-327E-DB85-AD904DF2EE1B}"/>
                  </a:ext>
                </a:extLst>
              </p14:cNvPr>
              <p14:cNvContentPartPr/>
              <p14:nvPr/>
            </p14:nvContentPartPr>
            <p14:xfrm>
              <a:off x="3552840" y="2639520"/>
              <a:ext cx="7509600" cy="371916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4A3ECB44-BB40-327E-DB85-AD904DF2EE1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543480" y="2630160"/>
                <a:ext cx="7528320" cy="3737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362168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4B660E3-86CC-1DF5-2191-817A0F0C1370}"/>
              </a:ext>
            </a:extLst>
          </p:cNvPr>
          <p:cNvSpPr txBox="1"/>
          <p:nvPr/>
        </p:nvSpPr>
        <p:spPr>
          <a:xfrm>
            <a:off x="0" y="0"/>
            <a:ext cx="1904111" cy="5847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MCU</a:t>
            </a:r>
            <a:r>
              <a:rPr lang="zh-CN" altLang="en-US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选型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4DF35B8-CDF5-EF48-A5D7-C06196F662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8509" y="894944"/>
            <a:ext cx="3010095" cy="225571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D943A05-7B2F-F142-4871-CE1CA65C65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3806" y="894943"/>
            <a:ext cx="3436918" cy="225571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D108F84-6E36-DEDC-C895-191C85A341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3257" y="4070065"/>
            <a:ext cx="3175484" cy="187831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D18B810-BBF8-E7B5-55C9-A6C248C049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5622" y="3791746"/>
            <a:ext cx="3175484" cy="214123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5D00A85B-390C-40A6-90EE-E264CC39F1AB}"/>
              </a:ext>
            </a:extLst>
          </p:cNvPr>
          <p:cNvSpPr txBox="1"/>
          <p:nvPr/>
        </p:nvSpPr>
        <p:spPr>
          <a:xfrm>
            <a:off x="2445452" y="3184123"/>
            <a:ext cx="895823" cy="5232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2800">
                <a:solidFill>
                  <a:schemeClr val="tx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BGA</a:t>
            </a:r>
            <a:endParaRPr lang="zh-CN" altLang="en-US" sz="2800">
              <a:solidFill>
                <a:schemeClr val="tx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BF2EADC-0A24-69A1-DA86-B3D26244314B}"/>
              </a:ext>
            </a:extLst>
          </p:cNvPr>
          <p:cNvSpPr txBox="1"/>
          <p:nvPr/>
        </p:nvSpPr>
        <p:spPr>
          <a:xfrm>
            <a:off x="8324353" y="3192262"/>
            <a:ext cx="1080104" cy="5232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2800">
                <a:solidFill>
                  <a:schemeClr val="tx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LQFP</a:t>
            </a:r>
            <a:endParaRPr lang="zh-CN" altLang="en-US" sz="2800">
              <a:solidFill>
                <a:schemeClr val="tx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3255B12-1AFB-3DF8-ECB9-AC572C051F33}"/>
              </a:ext>
            </a:extLst>
          </p:cNvPr>
          <p:cNvSpPr txBox="1"/>
          <p:nvPr/>
        </p:nvSpPr>
        <p:spPr>
          <a:xfrm>
            <a:off x="2445452" y="5932976"/>
            <a:ext cx="922047" cy="5232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2800">
                <a:solidFill>
                  <a:schemeClr val="tx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QFN</a:t>
            </a:r>
            <a:endParaRPr lang="zh-CN" altLang="en-US" sz="2800">
              <a:solidFill>
                <a:schemeClr val="tx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332F13B-1770-C15D-F3A7-66C6674D02DE}"/>
              </a:ext>
            </a:extLst>
          </p:cNvPr>
          <p:cNvSpPr txBox="1"/>
          <p:nvPr/>
        </p:nvSpPr>
        <p:spPr>
          <a:xfrm>
            <a:off x="8435665" y="5962746"/>
            <a:ext cx="857479" cy="5232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2800">
                <a:solidFill>
                  <a:schemeClr val="tx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CSP</a:t>
            </a:r>
            <a:endParaRPr lang="zh-CN" altLang="en-US" sz="2800">
              <a:solidFill>
                <a:schemeClr val="tx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C9D09F9B-9AFF-4E09-621A-73C390016A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75158" y="4070065"/>
            <a:ext cx="2638099" cy="1895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8315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84491A8-311C-A91D-E301-2A131E676EF9}"/>
              </a:ext>
            </a:extLst>
          </p:cNvPr>
          <p:cNvSpPr txBox="1"/>
          <p:nvPr/>
        </p:nvSpPr>
        <p:spPr>
          <a:xfrm>
            <a:off x="0" y="0"/>
            <a:ext cx="2724849" cy="5847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MCU</a:t>
            </a:r>
            <a:r>
              <a:rPr lang="zh-CN" altLang="en-US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最小系统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B0195B3-DBB2-9393-71D9-A418A33B3CE4}"/>
              </a:ext>
            </a:extLst>
          </p:cNvPr>
          <p:cNvSpPr txBox="1"/>
          <p:nvPr/>
        </p:nvSpPr>
        <p:spPr>
          <a:xfrm>
            <a:off x="2194229" y="5133935"/>
            <a:ext cx="16719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i="0">
                <a:solidFill>
                  <a:srgbClr val="333333"/>
                </a:solidFill>
                <a:effectLst/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时钟电路</a:t>
            </a:r>
            <a:endParaRPr lang="zh-CN" altLang="en-US" sz="2800"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FDA0F17-0749-8BA6-A4C6-08739B6E3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742" y="1564807"/>
            <a:ext cx="4875577" cy="171567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DE1C341-3A06-B15A-A949-E6F20A8D18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741" y="3280481"/>
            <a:ext cx="4875577" cy="1782204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390B4AD8-51C5-D92D-BDC3-0EA5E81D450D}"/>
              </a:ext>
            </a:extLst>
          </p:cNvPr>
          <p:cNvSpPr txBox="1"/>
          <p:nvPr/>
        </p:nvSpPr>
        <p:spPr>
          <a:xfrm>
            <a:off x="7659491" y="3501243"/>
            <a:ext cx="16719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i="0">
                <a:solidFill>
                  <a:srgbClr val="333333"/>
                </a:solidFill>
                <a:effectLst/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电源电路</a:t>
            </a:r>
            <a:endParaRPr lang="zh-CN" altLang="en-US" sz="2800"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31092C5-0E37-1E14-C448-E55B2B9282CE}"/>
              </a:ext>
            </a:extLst>
          </p:cNvPr>
          <p:cNvSpPr txBox="1"/>
          <p:nvPr/>
        </p:nvSpPr>
        <p:spPr>
          <a:xfrm>
            <a:off x="7659492" y="6311614"/>
            <a:ext cx="16719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i="0">
                <a:solidFill>
                  <a:srgbClr val="333333"/>
                </a:solidFill>
                <a:effectLst/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复位电路</a:t>
            </a:r>
            <a:endParaRPr lang="zh-CN" altLang="en-US" sz="2800"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0F5BE142-A1A6-3591-20FB-1AE42525FA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5508" y="4026228"/>
            <a:ext cx="4939917" cy="228185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07509DF5-F1CE-2271-60A5-A44F8DD7AF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0683" y="653143"/>
            <a:ext cx="3611813" cy="2844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1663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45DD33D7-9BA2-73D3-31A2-6654C17998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337946"/>
              </p:ext>
            </p:extLst>
          </p:nvPr>
        </p:nvGraphicFramePr>
        <p:xfrm>
          <a:off x="1236998" y="1362582"/>
          <a:ext cx="9718004" cy="442735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859002">
                  <a:extLst>
                    <a:ext uri="{9D8B030D-6E8A-4147-A177-3AD203B41FA5}">
                      <a16:colId xmlns:a16="http://schemas.microsoft.com/office/drawing/2014/main" val="4048894845"/>
                    </a:ext>
                  </a:extLst>
                </a:gridCol>
                <a:gridCol w="4859002">
                  <a:extLst>
                    <a:ext uri="{9D8B030D-6E8A-4147-A177-3AD203B41FA5}">
                      <a16:colId xmlns:a16="http://schemas.microsoft.com/office/drawing/2014/main" val="3854366654"/>
                    </a:ext>
                  </a:extLst>
                </a:gridCol>
              </a:tblGrid>
              <a:tr h="90772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4800"/>
                        <a:t>需求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4800"/>
                        <a:t>方案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6966031"/>
                  </a:ext>
                </a:extLst>
              </a:tr>
              <a:tr h="643687">
                <a:tc rowSpan="5">
                  <a:txBody>
                    <a:bodyPr/>
                    <a:lstStyle/>
                    <a:p>
                      <a:pPr algn="ctr"/>
                      <a:r>
                        <a:rPr lang="zh-CN" altLang="en-US" sz="3200"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设计一款基于</a:t>
                      </a:r>
                      <a:r>
                        <a:rPr lang="en-US" altLang="zh-CN" sz="3200"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STM32</a:t>
                      </a:r>
                      <a:r>
                        <a:rPr lang="zh-CN" altLang="en-US" sz="3200"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的开发板，满足电赛仪表组的需求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主控：</a:t>
                      </a:r>
                      <a:r>
                        <a:rPr lang="en-US" altLang="zh-CN" sz="2800"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STM32F103VET6</a:t>
                      </a:r>
                      <a:endParaRPr lang="zh-CN" altLang="en-US" sz="2800"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2548244"/>
                  </a:ext>
                </a:extLst>
              </a:tr>
              <a:tr h="64368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信号接口：</a:t>
                      </a:r>
                      <a:r>
                        <a:rPr lang="en-US" altLang="zh-CN" sz="2800"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ADC DAC</a:t>
                      </a:r>
                      <a:endParaRPr lang="zh-CN" altLang="en-US" sz="2800"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6044977"/>
                  </a:ext>
                </a:extLst>
              </a:tr>
              <a:tr h="64368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模块接口：屏幕、</a:t>
                      </a:r>
                      <a:r>
                        <a:rPr lang="en-US" altLang="zh-CN" sz="2800"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iic</a:t>
                      </a:r>
                      <a:r>
                        <a:rPr lang="zh-CN" altLang="en-US" sz="2800"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、</a:t>
                      </a:r>
                      <a:r>
                        <a:rPr lang="en-US" altLang="zh-CN" sz="2800"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spi</a:t>
                      </a:r>
                      <a:r>
                        <a:rPr lang="zh-CN" altLang="en-US" sz="2800"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、</a:t>
                      </a:r>
                      <a:endParaRPr lang="en-US" altLang="zh-CN" sz="2800"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</a:endParaRPr>
                    </a:p>
                    <a:p>
                      <a:pPr algn="ctr"/>
                      <a:r>
                        <a:rPr lang="en-US" altLang="zh-CN" sz="2800"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usart</a:t>
                      </a:r>
                      <a:r>
                        <a:rPr lang="zh-CN" altLang="en-US" sz="2800"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、</a:t>
                      </a:r>
                      <a:r>
                        <a:rPr lang="en-US" altLang="zh-CN" sz="2800"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usb</a:t>
                      </a:r>
                      <a:endParaRPr lang="zh-CN" altLang="en-US" sz="2800"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8683910"/>
                  </a:ext>
                </a:extLst>
              </a:tr>
              <a:tr h="64368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电源设计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9778786"/>
                  </a:ext>
                </a:extLst>
              </a:tr>
              <a:tr h="64368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其他设计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58790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17917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AE91F6B-FA85-9D8D-F1A2-CCD0295E45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1119" y="1120450"/>
            <a:ext cx="8209762" cy="5188878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9F31A4B4-CFD7-F5F6-B896-C7808B5277F1}"/>
              </a:ext>
            </a:extLst>
          </p:cNvPr>
          <p:cNvSpPr txBox="1"/>
          <p:nvPr/>
        </p:nvSpPr>
        <p:spPr>
          <a:xfrm>
            <a:off x="0" y="0"/>
            <a:ext cx="2646878" cy="5847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信号接口选型</a:t>
            </a:r>
          </a:p>
        </p:txBody>
      </p:sp>
    </p:spTree>
    <p:extLst>
      <p:ext uri="{BB962C8B-B14F-4D97-AF65-F5344CB8AC3E}">
        <p14:creationId xmlns:p14="http://schemas.microsoft.com/office/powerpoint/2010/main" val="35892940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7CE18715-5612-1CA8-EE2B-808E4E922A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0415" y="861004"/>
            <a:ext cx="7671170" cy="5753378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C9CE1088-688F-4B3C-BDC0-A2F219379460}"/>
              </a:ext>
            </a:extLst>
          </p:cNvPr>
          <p:cNvSpPr txBox="1"/>
          <p:nvPr/>
        </p:nvSpPr>
        <p:spPr>
          <a:xfrm>
            <a:off x="0" y="0"/>
            <a:ext cx="2646878" cy="5847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信号接口选型</a:t>
            </a:r>
          </a:p>
        </p:txBody>
      </p:sp>
    </p:spTree>
    <p:extLst>
      <p:ext uri="{BB962C8B-B14F-4D97-AF65-F5344CB8AC3E}">
        <p14:creationId xmlns:p14="http://schemas.microsoft.com/office/powerpoint/2010/main" val="38339215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4CB18C35-F65D-9C04-B982-426525F42D6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280" t="44418" r="3830" b="14490"/>
          <a:stretch/>
        </p:blipFill>
        <p:spPr>
          <a:xfrm>
            <a:off x="893918" y="1321542"/>
            <a:ext cx="4348273" cy="5176045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0D6A7714-B4DE-6D54-5752-15DD1974D2B0}"/>
              </a:ext>
            </a:extLst>
          </p:cNvPr>
          <p:cNvSpPr txBox="1"/>
          <p:nvPr/>
        </p:nvSpPr>
        <p:spPr>
          <a:xfrm>
            <a:off x="0" y="0"/>
            <a:ext cx="2646878" cy="5847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信号接口选型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1DE9656-FE50-6BFB-B691-BD095E678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3315" y="1965629"/>
            <a:ext cx="5591511" cy="3887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1ECAD070-EAD7-511D-9C43-512DBE3A3C46}"/>
              </a:ext>
            </a:extLst>
          </p:cNvPr>
          <p:cNvSpPr txBox="1"/>
          <p:nvPr/>
        </p:nvSpPr>
        <p:spPr>
          <a:xfrm>
            <a:off x="7239347" y="1247009"/>
            <a:ext cx="2659446" cy="5847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3200">
                <a:solidFill>
                  <a:srgbClr val="FF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SMA</a:t>
            </a:r>
            <a:r>
              <a:rPr lang="zh-CN" altLang="en-US" sz="3200">
                <a:solidFill>
                  <a:srgbClr val="FF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转杜邦线</a:t>
            </a:r>
          </a:p>
        </p:txBody>
      </p:sp>
    </p:spTree>
    <p:extLst>
      <p:ext uri="{BB962C8B-B14F-4D97-AF65-F5344CB8AC3E}">
        <p14:creationId xmlns:p14="http://schemas.microsoft.com/office/powerpoint/2010/main" val="38805442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7CEB4D67-4B04-F845-A9D8-00A0AFD429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1924" y="1703897"/>
            <a:ext cx="3762480" cy="3762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E1A4052C-3898-11A4-D973-2DB60B3694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703897"/>
            <a:ext cx="5024083" cy="3762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4E0A386D-E457-DA91-33AA-351A02D98029}"/>
              </a:ext>
            </a:extLst>
          </p:cNvPr>
          <p:cNvSpPr txBox="1"/>
          <p:nvPr/>
        </p:nvSpPr>
        <p:spPr>
          <a:xfrm>
            <a:off x="0" y="0"/>
            <a:ext cx="2646878" cy="5847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信号接口选型</a:t>
            </a:r>
          </a:p>
        </p:txBody>
      </p:sp>
    </p:spTree>
    <p:extLst>
      <p:ext uri="{BB962C8B-B14F-4D97-AF65-F5344CB8AC3E}">
        <p14:creationId xmlns:p14="http://schemas.microsoft.com/office/powerpoint/2010/main" val="7572037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5AD769A-5FD7-6FED-1025-7FF1478D0A39}"/>
              </a:ext>
            </a:extLst>
          </p:cNvPr>
          <p:cNvSpPr txBox="1"/>
          <p:nvPr/>
        </p:nvSpPr>
        <p:spPr>
          <a:xfrm>
            <a:off x="0" y="0"/>
            <a:ext cx="2646878" cy="5847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模块接口选型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9EAE254-13FF-A66C-2990-892FA98413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63" y="778616"/>
            <a:ext cx="4333658" cy="3250244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90476293-DDC9-E28D-EF4A-F72385D5A1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9321" y="778616"/>
            <a:ext cx="4333658" cy="3250244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1DDD8533-61E9-AC83-AA38-5C5CCE30B6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788" y="4395824"/>
            <a:ext cx="2505001" cy="1668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EF13840A-B9C2-6319-6D2A-95AB6206A7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0532" y="4395824"/>
            <a:ext cx="1668331" cy="1668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2BD2F8B-AF84-488E-BF4E-7F960E5B7C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33103" y="4356008"/>
            <a:ext cx="3456964" cy="1708147"/>
          </a:xfrm>
          <a:prstGeom prst="rect">
            <a:avLst/>
          </a:prstGeom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9308BDBA-93F9-D6F8-B1D0-997E6EB2F7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3659" y="4642754"/>
            <a:ext cx="2446798" cy="1174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C2174558-D68D-A8CE-C332-6EAFFA40BB78}"/>
              </a:ext>
            </a:extLst>
          </p:cNvPr>
          <p:cNvSpPr txBox="1"/>
          <p:nvPr/>
        </p:nvSpPr>
        <p:spPr>
          <a:xfrm>
            <a:off x="7239347" y="1247009"/>
            <a:ext cx="2659446" cy="5847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3200">
                <a:solidFill>
                  <a:srgbClr val="FF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SMA</a:t>
            </a:r>
            <a:r>
              <a:rPr lang="zh-CN" altLang="en-US" sz="3200">
                <a:solidFill>
                  <a:srgbClr val="FF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转杜邦线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BC8A9AE-312D-0513-8848-8012084DAB69}"/>
              </a:ext>
            </a:extLst>
          </p:cNvPr>
          <p:cNvSpPr txBox="1"/>
          <p:nvPr/>
        </p:nvSpPr>
        <p:spPr>
          <a:xfrm>
            <a:off x="710184" y="6126315"/>
            <a:ext cx="1648208" cy="5232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2800">
                <a:solidFill>
                  <a:srgbClr val="FF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WIFI</a:t>
            </a:r>
            <a:r>
              <a:rPr lang="zh-CN" altLang="en-US" sz="2800">
                <a:solidFill>
                  <a:srgbClr val="FF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模块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C030BC0-798B-42D2-933C-C7A105261BF4}"/>
              </a:ext>
            </a:extLst>
          </p:cNvPr>
          <p:cNvSpPr txBox="1"/>
          <p:nvPr/>
        </p:nvSpPr>
        <p:spPr>
          <a:xfrm>
            <a:off x="3400583" y="6126315"/>
            <a:ext cx="1261884" cy="5232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2800">
                <a:solidFill>
                  <a:srgbClr val="FF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串口屏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8704973-7AE3-8C4F-2EEB-7FE131E7F71B}"/>
              </a:ext>
            </a:extLst>
          </p:cNvPr>
          <p:cNvSpPr txBox="1"/>
          <p:nvPr/>
        </p:nvSpPr>
        <p:spPr>
          <a:xfrm>
            <a:off x="6850340" y="6126554"/>
            <a:ext cx="1122423" cy="5232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2800">
                <a:solidFill>
                  <a:srgbClr val="FF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OLED</a:t>
            </a:r>
            <a:endParaRPr lang="zh-CN" altLang="en-US" sz="2800">
              <a:solidFill>
                <a:srgbClr val="FF0000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BF0210C-0D7A-25B7-6DF7-69A3FDFA3C6A}"/>
              </a:ext>
            </a:extLst>
          </p:cNvPr>
          <p:cNvSpPr txBox="1"/>
          <p:nvPr/>
        </p:nvSpPr>
        <p:spPr>
          <a:xfrm>
            <a:off x="10276838" y="5975653"/>
            <a:ext cx="900439" cy="5232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2800">
                <a:solidFill>
                  <a:srgbClr val="FF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USB</a:t>
            </a:r>
            <a:endParaRPr lang="zh-CN" altLang="en-US" sz="2800">
              <a:solidFill>
                <a:srgbClr val="FF0000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31222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32B0D869-44C6-E6A9-ADDA-BEECE745FC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1318" y="4895135"/>
            <a:ext cx="1816471" cy="1648090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BBFF2C34-A8FD-1B9D-F79D-0ED079CC3C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088" y="1237984"/>
            <a:ext cx="2505001" cy="1668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52A3B112-2426-7603-75AE-BFCF137B97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8832" y="1237984"/>
            <a:ext cx="1668331" cy="1668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F84D07D-EF57-2AD7-38C1-E72B34D744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0906" y="1237984"/>
            <a:ext cx="3456964" cy="1708147"/>
          </a:xfrm>
          <a:prstGeom prst="rect">
            <a:avLst/>
          </a:prstGeom>
        </p:spPr>
      </p:pic>
      <p:pic>
        <p:nvPicPr>
          <p:cNvPr id="5" name="Picture 8">
            <a:extLst>
              <a:ext uri="{FF2B5EF4-FFF2-40B4-BE49-F238E27FC236}">
                <a16:creationId xmlns:a16="http://schemas.microsoft.com/office/drawing/2014/main" id="{0A58FD7F-566B-8604-3564-F0305D01D2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9906" y="1484917"/>
            <a:ext cx="2446798" cy="1174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9103E25C-E278-C121-58EF-455C6474DACE}"/>
              </a:ext>
            </a:extLst>
          </p:cNvPr>
          <p:cNvCxnSpPr>
            <a:cxnSpLocks/>
          </p:cNvCxnSpPr>
          <p:nvPr/>
        </p:nvCxnSpPr>
        <p:spPr>
          <a:xfrm>
            <a:off x="10596428" y="3122058"/>
            <a:ext cx="0" cy="1463693"/>
          </a:xfrm>
          <a:prstGeom prst="straightConnector1">
            <a:avLst/>
          </a:prstGeom>
          <a:ln w="127000">
            <a:solidFill>
              <a:schemeClr val="accent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71A5E1C6-CAF5-9AC4-1FCE-1D126E3F161B}"/>
              </a:ext>
            </a:extLst>
          </p:cNvPr>
          <p:cNvCxnSpPr>
            <a:cxnSpLocks/>
          </p:cNvCxnSpPr>
          <p:nvPr/>
        </p:nvCxnSpPr>
        <p:spPr>
          <a:xfrm>
            <a:off x="4342826" y="3122058"/>
            <a:ext cx="0" cy="1463693"/>
          </a:xfrm>
          <a:prstGeom prst="straightConnector1">
            <a:avLst/>
          </a:prstGeom>
          <a:ln w="127000">
            <a:solidFill>
              <a:schemeClr val="accent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0" name="图片 9">
            <a:extLst>
              <a:ext uri="{FF2B5EF4-FFF2-40B4-BE49-F238E27FC236}">
                <a16:creationId xmlns:a16="http://schemas.microsoft.com/office/drawing/2014/main" id="{71077221-39AA-9E89-123A-87B7128A9B2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19503" y="4678881"/>
            <a:ext cx="1637660" cy="164809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A544CBE4-C808-746A-3223-875481E9ABDB}"/>
              </a:ext>
            </a:extLst>
          </p:cNvPr>
          <p:cNvSpPr txBox="1"/>
          <p:nvPr/>
        </p:nvSpPr>
        <p:spPr>
          <a:xfrm>
            <a:off x="0" y="0"/>
            <a:ext cx="2646878" cy="5847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模块接口选型</a:t>
            </a:r>
          </a:p>
        </p:txBody>
      </p:sp>
    </p:spTree>
    <p:extLst>
      <p:ext uri="{BB962C8B-B14F-4D97-AF65-F5344CB8AC3E}">
        <p14:creationId xmlns:p14="http://schemas.microsoft.com/office/powerpoint/2010/main" val="34448020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10A82EB-569D-4ED1-FB47-5981B7428816}"/>
              </a:ext>
            </a:extLst>
          </p:cNvPr>
          <p:cNvSpPr txBox="1"/>
          <p:nvPr/>
        </p:nvSpPr>
        <p:spPr>
          <a:xfrm>
            <a:off x="0" y="0"/>
            <a:ext cx="1826141" cy="5847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电源设计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8E615F8-7EE1-995B-9BC7-1CA86E52E4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7516" y="1972319"/>
            <a:ext cx="3884484" cy="2913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0357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10A82EB-569D-4ED1-FB47-5981B7428816}"/>
              </a:ext>
            </a:extLst>
          </p:cNvPr>
          <p:cNvSpPr txBox="1"/>
          <p:nvPr/>
        </p:nvSpPr>
        <p:spPr>
          <a:xfrm>
            <a:off x="0" y="0"/>
            <a:ext cx="1826141" cy="5847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电源设计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1074BF7-7B3A-DB4E-3464-1047402EEDE7}"/>
              </a:ext>
            </a:extLst>
          </p:cNvPr>
          <p:cNvSpPr txBox="1"/>
          <p:nvPr/>
        </p:nvSpPr>
        <p:spPr>
          <a:xfrm>
            <a:off x="5388113" y="1245555"/>
            <a:ext cx="1415772" cy="5847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rgbClr val="FF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电源树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892280E-0046-2986-128C-5EBF921AEE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862987"/>
            <a:ext cx="12192000" cy="3550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1838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A85F4A2-6269-A856-1A3B-CD204D489658}"/>
              </a:ext>
            </a:extLst>
          </p:cNvPr>
          <p:cNvSpPr txBox="1"/>
          <p:nvPr/>
        </p:nvSpPr>
        <p:spPr>
          <a:xfrm>
            <a:off x="0" y="0"/>
            <a:ext cx="1891608" cy="5847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32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其他设计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6C08183-4096-98F7-7524-106CF92F98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804" y="874055"/>
            <a:ext cx="3386256" cy="196684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346D4C2C-055C-A91A-91B6-12A8A43300BF}"/>
              </a:ext>
            </a:extLst>
          </p:cNvPr>
          <p:cNvSpPr txBox="1"/>
          <p:nvPr/>
        </p:nvSpPr>
        <p:spPr>
          <a:xfrm>
            <a:off x="1876046" y="2899347"/>
            <a:ext cx="1415772" cy="46166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2400">
                <a:solidFill>
                  <a:schemeClr val="tx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排针引出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B67DA41-A2C9-98C0-AB04-F3CEBC7EC6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1473" y="874055"/>
            <a:ext cx="2884384" cy="2326961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DE3A1ED8-39B9-D315-A726-835AC5B6FB07}"/>
              </a:ext>
            </a:extLst>
          </p:cNvPr>
          <p:cNvSpPr txBox="1"/>
          <p:nvPr/>
        </p:nvSpPr>
        <p:spPr>
          <a:xfrm>
            <a:off x="9229769" y="3201016"/>
            <a:ext cx="800219" cy="46166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2400">
                <a:solidFill>
                  <a:schemeClr val="tx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铜柱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916D4FA6-DD66-34A1-75DB-CE28F3D5E9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804" y="3643848"/>
            <a:ext cx="3406954" cy="202184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53F7D964-59EF-3079-4EC4-46178B1FAD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1473" y="3867262"/>
            <a:ext cx="2976812" cy="1799053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7A8E66C2-D2D1-8C15-D685-9B9344CAB4D8}"/>
              </a:ext>
            </a:extLst>
          </p:cNvPr>
          <p:cNvSpPr txBox="1"/>
          <p:nvPr/>
        </p:nvSpPr>
        <p:spPr>
          <a:xfrm>
            <a:off x="2183822" y="5753110"/>
            <a:ext cx="800219" cy="46166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2400">
                <a:solidFill>
                  <a:schemeClr val="tx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按键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FBD1D49-C891-F463-6A32-60CA1BE04882}"/>
              </a:ext>
            </a:extLst>
          </p:cNvPr>
          <p:cNvSpPr txBox="1"/>
          <p:nvPr/>
        </p:nvSpPr>
        <p:spPr>
          <a:xfrm>
            <a:off x="9229769" y="5870896"/>
            <a:ext cx="755335" cy="46166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2400">
                <a:solidFill>
                  <a:schemeClr val="tx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LED</a:t>
            </a:r>
            <a:endParaRPr lang="zh-CN" altLang="en-US" sz="2400">
              <a:solidFill>
                <a:schemeClr val="tx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22BF160-2CC0-C660-9D78-F140128E3A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6847" y="1728480"/>
            <a:ext cx="2224839" cy="2224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66B54F8C-58E6-618B-C15A-7BB20413CE98}"/>
              </a:ext>
            </a:extLst>
          </p:cNvPr>
          <p:cNvSpPr txBox="1"/>
          <p:nvPr/>
        </p:nvSpPr>
        <p:spPr>
          <a:xfrm>
            <a:off x="4940544" y="4014833"/>
            <a:ext cx="2709396" cy="46166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2400">
                <a:solidFill>
                  <a:schemeClr val="tx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调试接口（</a:t>
            </a:r>
            <a:r>
              <a:rPr lang="en-US" altLang="zh-CN" sz="2400">
                <a:solidFill>
                  <a:schemeClr val="tx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SWD</a:t>
            </a:r>
            <a:r>
              <a:rPr lang="zh-CN" altLang="en-US" sz="2400">
                <a:solidFill>
                  <a:schemeClr val="tx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5360952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2102</TotalTime>
  <Words>212</Words>
  <Application>Microsoft Office PowerPoint</Application>
  <PresentationFormat>宽屏</PresentationFormat>
  <Paragraphs>70</Paragraphs>
  <Slides>19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26" baseType="lpstr">
      <vt:lpstr>等线</vt:lpstr>
      <vt:lpstr>等线 Light</vt:lpstr>
      <vt:lpstr>思源黑体 CN Heavy</vt:lpstr>
      <vt:lpstr>思源黑体 CN Medium</vt:lpstr>
      <vt:lpstr>Arial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yc x</dc:creator>
  <cp:lastModifiedBy>yc x</cp:lastModifiedBy>
  <cp:revision>82</cp:revision>
  <dcterms:created xsi:type="dcterms:W3CDTF">2024-01-23T04:02:51Z</dcterms:created>
  <dcterms:modified xsi:type="dcterms:W3CDTF">2025-01-06T14:12:44Z</dcterms:modified>
</cp:coreProperties>
</file>