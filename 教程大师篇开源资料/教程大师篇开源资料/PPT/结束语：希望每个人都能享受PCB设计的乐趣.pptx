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notesMasterIdLst>
    <p:notesMasterId r:id="rId20"/>
  </p:notesMasterIdLst>
  <p:sldIdLst>
    <p:sldId id="382" r:id="rId3"/>
    <p:sldId id="375" r:id="rId4"/>
    <p:sldId id="384" r:id="rId5"/>
    <p:sldId id="387" r:id="rId6"/>
    <p:sldId id="333" r:id="rId7"/>
    <p:sldId id="389" r:id="rId8"/>
    <p:sldId id="390" r:id="rId9"/>
    <p:sldId id="391" r:id="rId10"/>
    <p:sldId id="392" r:id="rId11"/>
    <p:sldId id="256" r:id="rId12"/>
    <p:sldId id="397" r:id="rId13"/>
    <p:sldId id="393" r:id="rId14"/>
    <p:sldId id="394" r:id="rId15"/>
    <p:sldId id="395" r:id="rId16"/>
    <p:sldId id="385" r:id="rId17"/>
    <p:sldId id="396" r:id="rId18"/>
    <p:sldId id="383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1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94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2856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7EC70A-F502-4BDD-A00A-8A9C0175DC89}" type="datetimeFigureOut">
              <a:rPr lang="zh-CN" altLang="en-US" smtClean="0"/>
              <a:t>2025/2/13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83FA8A-98B0-4AA8-9E57-9232433126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95604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E8C5DF-0E91-4829-8EB2-D640E95B0EE5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93897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3D30AF-5955-4513-1509-24A48EC4D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7113132-055D-F0B9-6810-A323BBCF7E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C82B5EB-C05A-29AC-42A6-4FD5842A7C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D138851-1D7A-A1D7-2331-632D7CCF65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E8C5DF-0E91-4829-8EB2-D640E95B0EE5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71610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6DC166-603D-2042-6ED8-8D69364C2B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7522205-4B23-B893-1553-0634EB77C0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97177D-3519-CB79-F9AF-1F45F78B7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2025/2/13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86A825C-6FB2-D1E5-9A03-B589A275E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741A728-B656-942D-5F86-7460F9E0F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08803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92690E-858D-02DF-3DC4-522529BFD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844D7B5-8DFC-28E3-FAC1-9718E20E11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6A0BD22-2E21-6596-0430-5FB47CDF4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2025/2/13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CB24B5-0383-AA6B-03BC-092AA92DD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4ABACA4-E5EA-9CE0-FF89-54E8D36BE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49767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BE0921-9590-CD65-E9EF-AA94166EF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2DE6134-D737-0D87-9DBF-1341768E31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CF3BC85-EDDC-6DD6-B4AD-CFC5DEB93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2025/2/13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AC85573-1EAC-E1F0-3536-02045C8ED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9769E40-4DF6-E5F0-25BC-898492A29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00337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10FC0A-F9C1-8A11-B71D-B69F8E502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C7395B-9E2B-5E81-6D47-E8BE6B7EFE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303DE4D-3592-1818-7FF3-6208CF61FA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D1531C8-4E0B-F242-14BE-0B3F0308F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2025/2/13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E0D1C1E-2992-79CA-8B85-831E47429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0E8C670-3ACD-D4D3-8518-82D49C7A9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58258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466946-970E-5DA8-06B6-F88778D490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196CF1E-5A91-A80B-A991-EFA7A613F9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81872E7-347F-CE68-9BC9-A420A1ABBD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5FC3539-2D75-25F5-E524-2AAE837307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CC6E54B-DA4D-2D1A-0D2C-2C7982F2E0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E00FDB0-5479-2214-5091-1D4772324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2025/2/13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BBCEA2B-1F86-8C7C-2298-C9BBF82FF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0B7DCE9-15E3-0176-9F68-E1D3BA9B1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96899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CE9933-58A4-CE56-FA39-1C26C08C1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6ACCADE-AEE4-3BB4-BDB2-B936DA107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2025/2/13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92553BC-7CC3-6AF9-6D3B-41E1D4DBE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8A8D18E-CFE0-DEB6-F08B-400B294D9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73286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AC45BDA-D2FA-94B7-7E72-09EDF8816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2025/2/13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8A595E3-D61C-36F2-195F-72671B0CE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FD79C69-4805-B8D0-EB65-96525004D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21251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693348-0BAF-1BF5-587B-8D856D8E3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04B8D79-DB93-B501-CAE6-A532F528CB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A680212-7CB4-FFC5-3DC6-75BCF4FAB1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758349F-2573-99F2-0FB2-CB7C44083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2025/2/13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E711A84-2243-6317-143A-17270ECD4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C85FDD4-5488-3074-D1EA-A4AA684C0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99254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C14234-24BE-4D54-3DF4-8A4AB2E88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C82E7E0-0050-18CC-DFF2-BF555236B4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35EC5DD-35F5-E116-98F4-9962481CAB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5B26E6F-12BA-B1BA-771A-741421D9E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2025/2/13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2DE1E47-CC1C-D749-0C7A-E35CA7E94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510A29D-90FC-85F9-4E91-B70673B79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15177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356762-2B42-6177-93A2-3CFA40BBE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8CC6F9F-B82E-07AC-F1B3-52331913C4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E99E1A-7F34-A60A-A3FB-FE885A3B9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2025/2/13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DA7A23-B01C-CE68-7D2E-48E7DE58C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BBCD3BB-737D-63B2-291D-FF47A870E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46051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96BBD10-83C3-3F7B-720F-D1C594C44A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C226136-AE72-5300-5F42-E0F58F29F4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43ACF6E-5607-E6C2-5A2B-C6D555BB2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2025/2/13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8B3EB40-A746-36C0-8684-CBD421BB6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053F398-AF2A-35B6-4A5D-9549CF8C2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85319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D1CFB004-0BE2-6594-A684-1D414144F1E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D35A2DA-1F7F-032D-860F-9434CD42A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BB46C-15FD-477F-AEAC-2240925A5F40}" type="datetimeFigureOut">
              <a:rPr lang="zh-CN" altLang="en-US" smtClean="0"/>
              <a:t>2025/2/13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57E8D6-1867-44DE-9D94-87167BA42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D4DE6E-0DF7-8A53-34F4-4203A5020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A56C0-451C-4745-96B8-116ACE4EE48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D80E35E9-AB26-4483-5917-44E2A830064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8D620732-056B-250B-9839-8EF4696944DC}"/>
              </a:ext>
            </a:extLst>
          </p:cNvPr>
          <p:cNvSpPr/>
          <p:nvPr userDrawn="1"/>
        </p:nvSpPr>
        <p:spPr>
          <a:xfrm>
            <a:off x="7888310" y="69562"/>
            <a:ext cx="4303690" cy="64521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3600" b="1" cap="none" spc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effectLst/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Expert</a:t>
            </a:r>
            <a:r>
              <a:rPr lang="zh-CN" altLang="en-US" sz="3600" b="1" cap="none" spc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effectLst/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电子实验室</a:t>
            </a:r>
          </a:p>
        </p:txBody>
      </p:sp>
    </p:spTree>
    <p:extLst>
      <p:ext uri="{BB962C8B-B14F-4D97-AF65-F5344CB8AC3E}">
        <p14:creationId xmlns:p14="http://schemas.microsoft.com/office/powerpoint/2010/main" val="32065358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6DC166-603D-2042-6ED8-8D69364C2B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7522205-4B23-B893-1553-0634EB77C0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97177D-3519-CB79-F9AF-1F45F78B7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2025/2/13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86A825C-6FB2-D1E5-9A03-B589A275E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741A728-B656-942D-5F86-7460F9E0F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ACCC614-345E-7333-AA10-296E689FE16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3968571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92690E-858D-02DF-3DC4-522529BFD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844D7B5-8DFC-28E3-FAC1-9718E20E11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6A0BD22-2E21-6596-0430-5FB47CDF4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2025/2/13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CB24B5-0383-AA6B-03BC-092AA92DD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4ABACA4-E5EA-9CE0-FF89-54E8D36BE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06750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BE0921-9590-CD65-E9EF-AA94166EF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2DE6134-D737-0D87-9DBF-1341768E31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CF3BC85-EDDC-6DD6-B4AD-CFC5DEB93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2025/2/13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AC85573-1EAC-E1F0-3536-02045C8ED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9769E40-4DF6-E5F0-25BC-898492A29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27688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10FC0A-F9C1-8A11-B71D-B69F8E502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C7395B-9E2B-5E81-6D47-E8BE6B7EFE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303DE4D-3592-1818-7FF3-6208CF61FA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D1531C8-4E0B-F242-14BE-0B3F0308F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2025/2/13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E0D1C1E-2992-79CA-8B85-831E47429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0E8C670-3ACD-D4D3-8518-82D49C7A9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41500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466946-970E-5DA8-06B6-F88778D490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196CF1E-5A91-A80B-A991-EFA7A613F9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81872E7-347F-CE68-9BC9-A420A1ABBD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5FC3539-2D75-25F5-E524-2AAE837307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CC6E54B-DA4D-2D1A-0D2C-2C7982F2E0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E00FDB0-5479-2214-5091-1D4772324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2025/2/13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BBCEA2B-1F86-8C7C-2298-C9BBF82FF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0B7DCE9-15E3-0176-9F68-E1D3BA9B1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38168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CE9933-58A4-CE56-FA39-1C26C08C1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6ACCADE-AEE4-3BB4-BDB2-B936DA107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2025/2/13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92553BC-7CC3-6AF9-6D3B-41E1D4DBE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8A8D18E-CFE0-DEB6-F08B-400B294D9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74352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AC45BDA-D2FA-94B7-7E72-09EDF8816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2025/2/13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8A595E3-D61C-36F2-195F-72671B0CE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FD79C69-4805-B8D0-EB65-96525004D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89334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693348-0BAF-1BF5-587B-8D856D8E3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04B8D79-DB93-B501-CAE6-A532F528CB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A680212-7CB4-FFC5-3DC6-75BCF4FAB1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758349F-2573-99F2-0FB2-CB7C44083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2025/2/13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E711A84-2243-6317-143A-17270ECD4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C85FDD4-5488-3074-D1EA-A4AA684C0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99156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C14234-24BE-4D54-3DF4-8A4AB2E88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C82E7E0-0050-18CC-DFF2-BF555236B4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35EC5DD-35F5-E116-98F4-9962481CAB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5B26E6F-12BA-B1BA-771A-741421D9E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2025/2/13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2DE1E47-CC1C-D749-0C7A-E35CA7E94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510A29D-90FC-85F9-4E91-B70673B79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22665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356762-2B42-6177-93A2-3CFA40BBE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8CC6F9F-B82E-07AC-F1B3-52331913C4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E99E1A-7F34-A60A-A3FB-FE885A3B9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2025/2/13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DA7A23-B01C-CE68-7D2E-48E7DE58C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BBCD3BB-737D-63B2-291D-FF47A870E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0254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96BBD10-83C3-3F7B-720F-D1C594C44A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C226136-AE72-5300-5F42-E0F58F29F4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43ACF6E-5607-E6C2-5A2B-C6D555BB2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2025/2/13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8B3EB40-A746-36C0-8684-CBD421BB6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053F398-AF2A-35B6-4A5D-9549CF8C2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57444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D1CFB004-0BE2-6594-A684-1D414144F1E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D35A2DA-1F7F-032D-860F-9434CD42A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BB46C-15FD-477F-AEAC-2240925A5F40}" type="datetimeFigureOut">
              <a:rPr lang="zh-CN" altLang="en-US" smtClean="0"/>
              <a:t>2025/2/13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57E8D6-1867-44DE-9D94-87167BA42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D4DE6E-0DF7-8A53-34F4-4203A5020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A56C0-451C-4745-96B8-116ACE4EE48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D80E35E9-AB26-4483-5917-44E2A830064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8D620732-056B-250B-9839-8EF4696944DC}"/>
              </a:ext>
            </a:extLst>
          </p:cNvPr>
          <p:cNvSpPr/>
          <p:nvPr userDrawn="1"/>
        </p:nvSpPr>
        <p:spPr>
          <a:xfrm>
            <a:off x="7888310" y="69562"/>
            <a:ext cx="4303690" cy="64521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3600" b="1" cap="none" spc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effectLst/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Expert</a:t>
            </a:r>
            <a:r>
              <a:rPr lang="zh-CN" altLang="en-US" sz="3600" b="1" cap="none" spc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effectLst/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电子实验室</a:t>
            </a:r>
          </a:p>
        </p:txBody>
      </p:sp>
    </p:spTree>
    <p:extLst>
      <p:ext uri="{BB962C8B-B14F-4D97-AF65-F5344CB8AC3E}">
        <p14:creationId xmlns:p14="http://schemas.microsoft.com/office/powerpoint/2010/main" val="3072794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0CCD1B6-3773-DA7A-13E3-F889B89CA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563D2FC-EBF6-6D33-401B-BEB02F777E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8E5235-638C-EB95-AD7E-F130CC33E7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22E896-456C-48B5-B916-825A97815996}" type="datetimeFigureOut">
              <a:rPr lang="zh-CN" altLang="en-US" smtClean="0"/>
              <a:t>2025/2/13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EA04E0B-BC55-BA37-BA3D-720EAC2563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B068F38-6F7A-2BD1-1022-580059EC2A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25506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0CCD1B6-3773-DA7A-13E3-F889B89CA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563D2FC-EBF6-6D33-401B-BEB02F777E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8E5235-638C-EB95-AD7E-F130CC33E7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22E896-456C-48B5-B916-825A97815996}" type="datetimeFigureOut">
              <a:rPr lang="zh-CN" altLang="en-US" smtClean="0"/>
              <a:t>2025/2/13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EA04E0B-BC55-BA37-BA3D-720EAC2563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B068F38-6F7A-2BD1-1022-580059EC2A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8941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7" Type="http://schemas.openxmlformats.org/officeDocument/2006/relationships/image" Target="../media/image12.jpe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jpeg"/><Relationship Id="rId5" Type="http://schemas.openxmlformats.org/officeDocument/2006/relationships/image" Target="../media/image10.jpg"/><Relationship Id="rId4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5.jp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hdphoto" Target="../media/hdphoto6.wdp"/><Relationship Id="rId3" Type="http://schemas.openxmlformats.org/officeDocument/2006/relationships/image" Target="../media/image21.png"/><Relationship Id="rId7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6" Type="http://schemas.microsoft.com/office/2007/relationships/hdphoto" Target="../media/hdphoto5.wdp"/><Relationship Id="rId11" Type="http://schemas.openxmlformats.org/officeDocument/2006/relationships/image" Target="../media/image25.png"/><Relationship Id="rId5" Type="http://schemas.openxmlformats.org/officeDocument/2006/relationships/image" Target="../media/image22.png"/><Relationship Id="rId10" Type="http://schemas.openxmlformats.org/officeDocument/2006/relationships/image" Target="../media/image24.png"/><Relationship Id="rId4" Type="http://schemas.microsoft.com/office/2007/relationships/hdphoto" Target="../media/hdphoto4.wdp"/><Relationship Id="rId9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gif"/><Relationship Id="rId7" Type="http://schemas.openxmlformats.org/officeDocument/2006/relationships/image" Target="../media/image47.jpg"/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6.jpg"/><Relationship Id="rId5" Type="http://schemas.openxmlformats.org/officeDocument/2006/relationships/image" Target="../media/image45.jpg"/><Relationship Id="rId4" Type="http://schemas.openxmlformats.org/officeDocument/2006/relationships/image" Target="../media/image44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80CA67B6-B341-78B2-0450-4F144AA7B2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516" y="1308533"/>
            <a:ext cx="3198612" cy="319861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FAF49640-81CF-184F-1355-BD8BDA1CACDA}"/>
              </a:ext>
            </a:extLst>
          </p:cNvPr>
          <p:cNvSpPr txBox="1"/>
          <p:nvPr/>
        </p:nvSpPr>
        <p:spPr>
          <a:xfrm>
            <a:off x="4346487" y="1452098"/>
            <a:ext cx="770013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800" b="1" i="0" u="none" strike="noStrike" kern="1200" cap="none" spc="0" normalizeH="0" baseline="0" noProof="0">
                <a:ln w="12700">
                  <a:solidFill>
                    <a:srgbClr val="4472C4"/>
                  </a:solidFill>
                  <a:prstDash val="solid"/>
                </a:ln>
                <a:solidFill>
                  <a:srgbClr val="4472C4">
                    <a:lumMod val="60000"/>
                    <a:lumOff val="40000"/>
                  </a:srgbClr>
                </a:solidFill>
                <a:effectLst>
                  <a:outerShdw dist="38100" dir="2640000" algn="bl" rotWithShape="0">
                    <a:srgbClr val="4472C4"/>
                  </a:outerShdw>
                </a:effectLst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cs"/>
              </a:rPr>
              <a:t>国一学长带你学</a:t>
            </a:r>
            <a:endParaRPr kumimoji="0" lang="en-US" altLang="zh-CN" sz="4800" b="1" i="0" u="none" strike="noStrike" kern="1200" cap="none" spc="0" normalizeH="0" baseline="0" noProof="0">
              <a:ln w="12700">
                <a:solidFill>
                  <a:srgbClr val="4472C4"/>
                </a:solidFill>
                <a:prstDash val="solid"/>
              </a:ln>
              <a:solidFill>
                <a:srgbClr val="4472C4">
                  <a:lumMod val="60000"/>
                  <a:lumOff val="40000"/>
                </a:srgbClr>
              </a:solidFill>
              <a:effectLst>
                <a:outerShdw dist="38100" dir="2640000" algn="bl" rotWithShape="0">
                  <a:srgbClr val="4472C4"/>
                </a:outerShdw>
              </a:effectLst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6000" b="1" i="0" u="none" strike="noStrike" kern="1200" cap="none" spc="0" normalizeH="0" baseline="0" noProof="0">
                <a:ln w="12700">
                  <a:solidFill>
                    <a:srgbClr val="4472C4"/>
                  </a:solidFill>
                  <a:prstDash val="solid"/>
                </a:ln>
                <a:solidFill>
                  <a:srgbClr val="4472C4">
                    <a:lumMod val="60000"/>
                    <a:lumOff val="40000"/>
                  </a:srgbClr>
                </a:solidFill>
                <a:effectLst>
                  <a:outerShdw dist="38100" dir="2640000" algn="bl" rotWithShape="0">
                    <a:srgbClr val="4472C4"/>
                  </a:outerShdw>
                </a:effectLst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cs"/>
              </a:rPr>
              <a:t>嘉立创</a:t>
            </a:r>
            <a:r>
              <a:rPr kumimoji="0" lang="en-US" altLang="zh-CN" sz="6000" b="1" i="0" u="none" strike="noStrike" kern="1200" cap="none" spc="0" normalizeH="0" baseline="0" noProof="0">
                <a:ln w="12700">
                  <a:solidFill>
                    <a:srgbClr val="4472C4"/>
                  </a:solidFill>
                  <a:prstDash val="solid"/>
                </a:ln>
                <a:solidFill>
                  <a:srgbClr val="4472C4">
                    <a:lumMod val="60000"/>
                    <a:lumOff val="40000"/>
                  </a:srgbClr>
                </a:solidFill>
                <a:effectLst>
                  <a:outerShdw dist="38100" dir="2640000" algn="bl" rotWithShape="0">
                    <a:srgbClr val="4472C4"/>
                  </a:outerShdw>
                </a:effectLst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cs"/>
              </a:rPr>
              <a:t>EDA</a:t>
            </a:r>
            <a:r>
              <a:rPr kumimoji="0" lang="zh-CN" altLang="en-US" sz="6000" b="1" i="0" u="none" strike="noStrike" kern="1200" cap="none" spc="0" normalizeH="0" baseline="0" noProof="0">
                <a:ln w="12700">
                  <a:solidFill>
                    <a:srgbClr val="4472C4"/>
                  </a:solidFill>
                  <a:prstDash val="solid"/>
                </a:ln>
                <a:solidFill>
                  <a:srgbClr val="4472C4">
                    <a:lumMod val="60000"/>
                    <a:lumOff val="40000"/>
                  </a:srgbClr>
                </a:solidFill>
                <a:effectLst>
                  <a:outerShdw dist="38100" dir="2640000" algn="bl" rotWithShape="0">
                    <a:srgbClr val="4472C4"/>
                  </a:outerShdw>
                </a:effectLst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cs"/>
              </a:rPr>
              <a:t>专业版</a:t>
            </a:r>
            <a:endParaRPr kumimoji="0" lang="en-US" altLang="zh-CN" sz="6000" b="1" i="0" u="none" strike="noStrike" kern="1200" cap="none" spc="0" normalizeH="0" baseline="0" noProof="0">
              <a:ln w="12700">
                <a:solidFill>
                  <a:srgbClr val="4472C4"/>
                </a:solidFill>
                <a:prstDash val="solid"/>
              </a:ln>
              <a:solidFill>
                <a:srgbClr val="4472C4">
                  <a:lumMod val="60000"/>
                  <a:lumOff val="40000"/>
                </a:srgbClr>
              </a:solidFill>
              <a:effectLst>
                <a:outerShdw dist="38100" dir="2640000" algn="bl" rotWithShape="0">
                  <a:srgbClr val="4472C4"/>
                </a:outerShdw>
              </a:effectLst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+mn-cs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6FA0031-043B-C3F3-1566-C6704CCD000C}"/>
              </a:ext>
            </a:extLst>
          </p:cNvPr>
          <p:cNvSpPr txBox="1"/>
          <p:nvPr/>
        </p:nvSpPr>
        <p:spPr>
          <a:xfrm>
            <a:off x="7898113" y="3413129"/>
            <a:ext cx="3955058" cy="95410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>
                <a:ln w="12700">
                  <a:solidFill>
                    <a:prstClr val="black"/>
                  </a:solidFill>
                  <a:prstDash val="solid"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cs"/>
              </a:rPr>
              <a:t>Expert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>
                <a:ln w="12700">
                  <a:solidFill>
                    <a:prstClr val="black"/>
                  </a:solidFill>
                  <a:prstDash val="solid"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cs"/>
              </a:rPr>
              <a:t>电子实验室出品</a:t>
            </a:r>
            <a:endParaRPr kumimoji="0" lang="en-US" altLang="zh-CN" sz="2800" b="1" i="0" u="none" strike="noStrike" kern="1200" cap="none" spc="0" normalizeH="0" baseline="0" noProof="0">
              <a:ln w="12700">
                <a:solidFill>
                  <a:prstClr val="black"/>
                </a:solidFill>
                <a:prstDash val="solid"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+mn-cs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BD26316-E9C8-F710-FC9A-9D39FBCB6A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6644" y="4507146"/>
            <a:ext cx="1440431" cy="1440431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9FCB1B0B-9C09-68C0-92FA-ACE355ED4C8A}"/>
              </a:ext>
            </a:extLst>
          </p:cNvPr>
          <p:cNvSpPr txBox="1"/>
          <p:nvPr/>
        </p:nvSpPr>
        <p:spPr>
          <a:xfrm>
            <a:off x="633668" y="4765696"/>
            <a:ext cx="21224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400" b="1" i="0" u="none" strike="noStrike" kern="1200" cap="none" spc="0" normalizeH="0" baseline="0" noProof="0">
                <a:ln w="12700">
                  <a:solidFill>
                    <a:srgbClr val="4472C4"/>
                  </a:solidFill>
                  <a:prstDash val="solid"/>
                </a:ln>
                <a:solidFill>
                  <a:srgbClr val="4472C4">
                    <a:lumMod val="60000"/>
                    <a:lumOff val="4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cs"/>
              </a:rPr>
              <a:t>电赛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1AD4EEB2-FBD3-E5F7-B43E-9A805567A4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4554" y="4507146"/>
            <a:ext cx="1440431" cy="1440431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620DC432-2B65-AC1F-1C49-F022B52F2D93}"/>
              </a:ext>
            </a:extLst>
          </p:cNvPr>
          <p:cNvSpPr txBox="1"/>
          <p:nvPr/>
        </p:nvSpPr>
        <p:spPr>
          <a:xfrm>
            <a:off x="4008128" y="4765696"/>
            <a:ext cx="265762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400" b="1" i="0" u="none" strike="noStrike" kern="1200" cap="none" spc="0" normalizeH="0" baseline="0" noProof="0">
                <a:ln w="12700">
                  <a:solidFill>
                    <a:srgbClr val="4472C4"/>
                  </a:solidFill>
                  <a:prstDash val="solid"/>
                </a:ln>
                <a:solidFill>
                  <a:srgbClr val="4472C4">
                    <a:lumMod val="60000"/>
                    <a:lumOff val="40000"/>
                  </a:srgbClr>
                </a:solidFill>
                <a:effectLst>
                  <a:outerShdw dist="38100" dir="2640000" algn="bl" rotWithShape="0">
                    <a:srgbClr val="4472C4"/>
                  </a:outerShdw>
                </a:effectLst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cs"/>
              </a:rPr>
              <a:t>蓝桥杯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6292EC17-03C7-6AE3-28CD-8A7094AEAA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1389" y="4507146"/>
            <a:ext cx="1440431" cy="1440431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16FDBADE-4187-66E3-2099-167691F9CC41}"/>
              </a:ext>
            </a:extLst>
          </p:cNvPr>
          <p:cNvSpPr txBox="1"/>
          <p:nvPr/>
        </p:nvSpPr>
        <p:spPr>
          <a:xfrm>
            <a:off x="7972424" y="4765696"/>
            <a:ext cx="24967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400" b="1" i="0" u="none" strike="noStrike" kern="1200" cap="none" spc="0" normalizeH="0" baseline="0" noProof="0">
                <a:ln w="12700">
                  <a:solidFill>
                    <a:srgbClr val="4472C4"/>
                  </a:solidFill>
                  <a:prstDash val="solid"/>
                </a:ln>
                <a:solidFill>
                  <a:srgbClr val="4472C4">
                    <a:lumMod val="60000"/>
                    <a:lumOff val="40000"/>
                  </a:srgbClr>
                </a:solidFill>
                <a:effectLst>
                  <a:outerShdw dist="38100" dir="2640000" algn="bl" rotWithShape="0">
                    <a:srgbClr val="4472C4"/>
                  </a:outerShdw>
                </a:effectLst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cs"/>
              </a:rPr>
              <a:t>嵌入式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2AD92C8-F014-65C6-CD17-A8C7685245B4}"/>
              </a:ext>
            </a:extLst>
          </p:cNvPr>
          <p:cNvSpPr txBox="1"/>
          <p:nvPr/>
        </p:nvSpPr>
        <p:spPr>
          <a:xfrm>
            <a:off x="4270860" y="3133510"/>
            <a:ext cx="3773110" cy="144655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800" b="1" i="0" u="none" strike="noStrike" kern="1200" cap="none" spc="0" normalizeH="0" baseline="0" noProof="0">
                <a:ln w="12700">
                  <a:solidFill>
                    <a:prstClr val="black"/>
                  </a:solidFill>
                  <a:prstDash val="solid"/>
                </a:ln>
                <a:solidFill>
                  <a:srgbClr val="FF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cs"/>
              </a:rPr>
              <a:t>大师篇</a:t>
            </a:r>
            <a:endParaRPr kumimoji="0" lang="en-US" altLang="zh-CN" sz="8800" b="1" i="0" u="none" strike="noStrike" kern="1200" cap="none" spc="0" normalizeH="0" baseline="0" noProof="0">
              <a:ln w="12700">
                <a:solidFill>
                  <a:prstClr val="black"/>
                </a:solidFill>
                <a:prstDash val="solid"/>
              </a:ln>
              <a:solidFill>
                <a:srgbClr val="FF0000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881846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9A9EE026-4868-AEF6-0A6F-199175E983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615" y="0"/>
            <a:ext cx="122349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61985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B03CB65-7C66-3166-47FF-2EEC0787123E}"/>
              </a:ext>
            </a:extLst>
          </p:cNvPr>
          <p:cNvSpPr txBox="1"/>
          <p:nvPr/>
        </p:nvSpPr>
        <p:spPr>
          <a:xfrm>
            <a:off x="2590338" y="1082537"/>
            <a:ext cx="70113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72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我为啥要做视频？</a:t>
            </a:r>
            <a:endParaRPr kumimoji="0" lang="en-US" altLang="zh-CN" sz="8800" i="0" u="none" strike="noStrike" kern="1200" normalizeH="0" baseline="0" noProof="0"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+mn-cs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2F9442B-963E-9B78-8CFE-3B414F8DD1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337" y="2860634"/>
            <a:ext cx="2716718" cy="3429001"/>
          </a:xfrm>
          <a:prstGeom prst="rect">
            <a:avLst/>
          </a:prstGeom>
        </p:spPr>
      </p:pic>
      <p:sp>
        <p:nvSpPr>
          <p:cNvPr id="6" name="对话气泡: 椭圆形 5">
            <a:extLst>
              <a:ext uri="{FF2B5EF4-FFF2-40B4-BE49-F238E27FC236}">
                <a16:creationId xmlns:a16="http://schemas.microsoft.com/office/drawing/2014/main" id="{91B4B52D-1853-307B-19DB-A411F5499126}"/>
              </a:ext>
            </a:extLst>
          </p:cNvPr>
          <p:cNvSpPr/>
          <p:nvPr/>
        </p:nvSpPr>
        <p:spPr>
          <a:xfrm>
            <a:off x="6374999" y="2860634"/>
            <a:ext cx="3585873" cy="1837394"/>
          </a:xfrm>
          <a:prstGeom prst="wedgeEllipseCallout">
            <a:avLst>
              <a:gd name="adj1" fmla="val -74298"/>
              <a:gd name="adj2" fmla="val 11149"/>
            </a:avLst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>
                <a:solidFill>
                  <a:srgbClr val="FF0000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孩子们，等我立创</a:t>
            </a:r>
            <a:r>
              <a:rPr lang="en-US" altLang="zh-CN" sz="2800">
                <a:solidFill>
                  <a:srgbClr val="FF0000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EDA</a:t>
            </a:r>
            <a:r>
              <a:rPr lang="zh-CN" altLang="en-US" sz="2800">
                <a:solidFill>
                  <a:srgbClr val="FF0000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教程！</a:t>
            </a:r>
          </a:p>
        </p:txBody>
      </p:sp>
    </p:spTree>
    <p:extLst>
      <p:ext uri="{BB962C8B-B14F-4D97-AF65-F5344CB8AC3E}">
        <p14:creationId xmlns:p14="http://schemas.microsoft.com/office/powerpoint/2010/main" val="10973861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44CD45E-D3F5-93A7-BB44-C92463A1DE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6005" y="1256859"/>
            <a:ext cx="4499990" cy="4344281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128C35B7-8201-68BB-53E0-1B9609930656}"/>
              </a:ext>
            </a:extLst>
          </p:cNvPr>
          <p:cNvSpPr txBox="1"/>
          <p:nvPr/>
        </p:nvSpPr>
        <p:spPr>
          <a:xfrm>
            <a:off x="204648" y="216263"/>
            <a:ext cx="40167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800" i="0" u="none" strike="noStrike" kern="1200" normalizeH="0" baseline="0" noProof="0"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cs"/>
              </a:rPr>
              <a:t>大一的某一天</a:t>
            </a:r>
            <a:endParaRPr kumimoji="0" lang="en-US" altLang="zh-CN" sz="6000" i="0" u="none" strike="noStrike" kern="1200" normalizeH="0" baseline="0" noProof="0"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956505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D736935-6EBE-BF67-B49D-ADDE27D13A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808" y="3678479"/>
            <a:ext cx="3262493" cy="244687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6B96CB9-BF35-812B-7527-9FDB1FA26A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4509" y="3678478"/>
            <a:ext cx="3262493" cy="244687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06076FDB-03CA-4433-A617-2E9B63FA9E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4508" y="1045459"/>
            <a:ext cx="3379234" cy="253442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70A39389-CEC5-810C-F389-585CA77D369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807" y="1046292"/>
            <a:ext cx="3291833" cy="2468875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53EF004D-137E-11E0-4B75-989CB576434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4509" y="1045458"/>
            <a:ext cx="3292945" cy="2469709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8FD3773E-DFE9-66BB-F4D8-55B737060B5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3662" y="3694113"/>
            <a:ext cx="3241648" cy="2431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7679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0D5F231-ED76-E973-9E84-FD4C55962C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6563" y="1187688"/>
            <a:ext cx="4038873" cy="4482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46855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15553382-2AE7-333A-5832-A68334B2C2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800" b="94000" l="10000" r="90000">
                        <a14:foregroundMark x1="51400" y1="22800" x2="29000" y2="17800"/>
                        <a14:foregroundMark x1="29000" y1="17800" x2="48400" y2="22600"/>
                        <a14:foregroundMark x1="25200" y1="10000" x2="30400" y2="10200"/>
                        <a14:foregroundMark x1="35000" y1="93800" x2="29400" y2="94000"/>
                        <a14:foregroundMark x1="53600" y1="10200" x2="51200" y2="10400"/>
                        <a14:foregroundMark x1="20000" y1="8800" x2="18400" y2="8800"/>
                        <a14:foregroundMark x1="38200" y1="10600" x2="42400" y2="10200"/>
                        <a14:foregroundMark x1="59600" y1="10600" x2="50600" y2="9600"/>
                        <a14:foregroundMark x1="77800" y1="11600" x2="77800" y2="116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9731" y="1250926"/>
            <a:ext cx="4356148" cy="4356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6C553A0A-94B8-E651-0AC8-8B240079BD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7384" y="2006679"/>
            <a:ext cx="2867882" cy="2844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97085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0B5D3C3E-FD56-054C-1942-C1B6F94A20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200" b="96600" l="5191" r="93716">
                        <a14:foregroundMark x1="15574" y1="5000" x2="9290" y2="18800"/>
                        <a14:foregroundMark x1="7377" y1="4800" x2="6011" y2="65400"/>
                        <a14:foregroundMark x1="12295" y1="37000" x2="13388" y2="79400"/>
                        <a14:foregroundMark x1="13388" y1="79400" x2="14208" y2="77400"/>
                        <a14:foregroundMark x1="16940" y1="46200" x2="18033" y2="82400"/>
                        <a14:foregroundMark x1="18033" y1="82400" x2="18033" y2="80000"/>
                        <a14:foregroundMark x1="6557" y1="82000" x2="27869" y2="86200"/>
                        <a14:foregroundMark x1="27869" y1="86200" x2="93443" y2="82000"/>
                        <a14:foregroundMark x1="18306" y1="91400" x2="93716" y2="87800"/>
                        <a14:foregroundMark x1="79508" y1="70200" x2="80601" y2="45600"/>
                        <a14:foregroundMark x1="81967" y1="78600" x2="76503" y2="39800"/>
                        <a14:foregroundMark x1="76503" y1="39800" x2="76503" y2="39800"/>
                        <a14:foregroundMark x1="84699" y1="65000" x2="70219" y2="58400"/>
                        <a14:foregroundMark x1="70219" y1="58400" x2="74044" y2="60800"/>
                        <a14:foregroundMark x1="82514" y1="58800" x2="81148" y2="65000"/>
                        <a14:foregroundMark x1="83607" y1="57200" x2="75683" y2="70600"/>
                        <a14:foregroundMark x1="73770" y1="61800" x2="73224" y2="69600"/>
                        <a14:foregroundMark x1="76230" y1="45800" x2="77596" y2="58400"/>
                        <a14:foregroundMark x1="73224" y1="48400" x2="75683" y2="54400"/>
                        <a14:foregroundMark x1="21585" y1="49800" x2="27322" y2="57400"/>
                        <a14:foregroundMark x1="25137" y1="51000" x2="28142" y2="57600"/>
                        <a14:foregroundMark x1="40984" y1="55600" x2="42896" y2="59800"/>
                        <a14:foregroundMark x1="42077" y1="57000" x2="39071" y2="64800"/>
                        <a14:foregroundMark x1="10109" y1="84000" x2="10383" y2="90800"/>
                        <a14:foregroundMark x1="7923" y1="89400" x2="10929" y2="96600"/>
                        <a14:foregroundMark x1="56284" y1="52400" x2="54098" y2="62000"/>
                        <a14:foregroundMark x1="57650" y1="55800" x2="57650" y2="58000"/>
                        <a14:foregroundMark x1="59016" y1="8000" x2="38525" y2="6200"/>
                        <a14:foregroundMark x1="50273" y1="7400" x2="5464" y2="4400"/>
                        <a14:foregroundMark x1="5464" y1="4400" x2="5191" y2="4200"/>
                        <a14:foregroundMark x1="18579" y1="4600" x2="85519" y2="9600"/>
                        <a14:foregroundMark x1="74590" y1="7400" x2="74590" y2="7400"/>
                        <a14:foregroundMark x1="54098" y1="51400" x2="52186" y2="61600"/>
                        <a14:foregroundMark x1="22951" y1="53600" x2="27049" y2="59400"/>
                        <a14:foregroundMark x1="31421" y1="53400" x2="31421" y2="618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827" y="1179056"/>
            <a:ext cx="3486150" cy="476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76B42A7F-FC11-5115-E5CF-5322F74264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9578" y="1179056"/>
            <a:ext cx="6758520" cy="2249944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D6BB3FCB-BDC3-22D5-5FF5-2251A80FF9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9578" y="3627056"/>
            <a:ext cx="6758520" cy="2553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04772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9D469BA-6CB9-BCE4-17FA-4FAA6A7854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6287" y="1750484"/>
            <a:ext cx="3999426" cy="3357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2798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>
            <a:extLst>
              <a:ext uri="{FF2B5EF4-FFF2-40B4-BE49-F238E27FC236}">
                <a16:creationId xmlns:a16="http://schemas.microsoft.com/office/drawing/2014/main" id="{537F9AA4-6D9C-2F0B-E3C5-E436CC1F3F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7452"/>
            <a:ext cx="12205235" cy="6865452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410215B9-E2CD-7C19-2146-807EAEDE743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biLevel thresh="50000"/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9258" b="60645" l="7715" r="26855">
                        <a14:foregroundMark x1="15234" y1="41830" x2="13086" y2="42676"/>
                        <a14:foregroundMark x1="13379" y1="43066" x2="11967" y2="44690"/>
                        <a14:foregroundMark x1="17693" y1="48816" x2="18555" y2="50684"/>
                        <a14:foregroundMark x1="18903" y1="48723" x2="20117" y2="51074"/>
                        <a14:foregroundMark x1="22345" y1="54107" x2="19266" y2="56678"/>
                        <a14:foregroundMark x1="16992" y1="60742" x2="17119" y2="60276"/>
                        <a14:foregroundMark x1="15137" y1="43945" x2="15332" y2="45117"/>
                        <a14:foregroundMark x1="8008" y1="48730" x2="8008" y2="49121"/>
                        <a14:foregroundMark x1="8008" y1="48242" x2="8105" y2="48438"/>
                        <a14:backgroundMark x1="21582" y1="38965" x2="28223" y2="42773"/>
                        <a14:backgroundMark x1="23535" y1="35254" x2="34863" y2="44824"/>
                        <a14:backgroundMark x1="24316" y1="38965" x2="27246" y2="42285"/>
                        <a14:backgroundMark x1="25293" y1="49350" x2="25293" y2="50879"/>
                        <a14:backgroundMark x1="24609" y1="49540" x2="24609" y2="52637"/>
                        <a14:backgroundMark x1="24609" y1="48438" x2="24609" y2="48801"/>
                        <a14:backgroundMark x1="24316" y1="47070" x2="24316" y2="49805"/>
                        <a14:backgroundMark x1="24512" y1="46484" x2="20898" y2="44824"/>
                        <a14:backgroundMark x1="16992" y1="42578" x2="19141" y2="44141"/>
                        <a14:backgroundMark x1="17188" y1="41309" x2="16113" y2="40820"/>
                        <a14:backgroundMark x1="15723" y1="41113" x2="17578" y2="41309"/>
                        <a14:backgroundMark x1="17090" y1="40723" x2="16016" y2="40918"/>
                        <a14:backgroundMark x1="20313" y1="44629" x2="19531" y2="44922"/>
                        <a14:backgroundMark x1="17578" y1="44727" x2="17578" y2="47266"/>
                        <a14:backgroundMark x1="17090" y1="45117" x2="17383" y2="47070"/>
                        <a14:backgroundMark x1="18066" y1="46973" x2="16797" y2="47070"/>
                        <a14:backgroundMark x1="16602" y1="44238" x2="16504" y2="45605"/>
                        <a14:backgroundMark x1="15622" y1="45069" x2="15723" y2="45508"/>
                        <a14:backgroundMark x1="24219" y1="52832" x2="24512" y2="54395"/>
                        <a14:backgroundMark x1="24316" y1="52637" x2="23926" y2="54785"/>
                        <a14:backgroundMark x1="9045" y1="49121" x2="9180" y2="50977"/>
                        <a14:backgroundMark x1="8887" y1="46973" x2="8908" y2="47266"/>
                        <a14:backgroundMark x1="10840" y1="45410" x2="10449" y2="49121"/>
                        <a14:backgroundMark x1="10742" y1="47266" x2="10352" y2="51074"/>
                        <a14:backgroundMark x1="11621" y1="45410" x2="10938" y2="49219"/>
                        <a14:backgroundMark x1="10352" y1="51855" x2="11914" y2="54004"/>
                        <a14:backgroundMark x1="10156" y1="50195" x2="10840" y2="52051"/>
                        <a14:backgroundMark x1="11230" y1="45508" x2="11230" y2="47656"/>
                        <a14:backgroundMark x1="8789" y1="46680" x2="8789" y2="47266"/>
                        <a14:backgroundMark x1="11133" y1="44727" x2="11230" y2="46973"/>
                        <a14:backgroundMark x1="8887" y1="46094" x2="8789" y2="46484"/>
                        <a14:backgroundMark x1="8691" y1="46484" x2="8725" y2="47266"/>
                        <a14:backgroundMark x1="16253" y1="55115" x2="17383" y2="55469"/>
                        <a14:backgroundMark x1="17676" y1="52637" x2="17676" y2="54980"/>
                        <a14:backgroundMark x1="16602" y1="56348" x2="16602" y2="57520"/>
                        <a14:backgroundMark x1="17285" y1="55664" x2="17090" y2="57520"/>
                        <a14:backgroundMark x1="15617" y1="55800" x2="16309" y2="55957"/>
                        <a14:backgroundMark x1="16992" y1="55176" x2="16895" y2="57129"/>
                        <a14:backgroundMark x1="16992" y1="58691" x2="17383" y2="59473"/>
                        <a14:backgroundMark x1="18066" y1="58398" x2="17676" y2="58594"/>
                        <a14:backgroundMark x1="17773" y1="56738" x2="17285" y2="58594"/>
                        <a14:backgroundMark x1="15820" y1="56641" x2="16211" y2="59082"/>
                        <a14:backgroundMark x1="16797" y1="58008" x2="16797" y2="59277"/>
                        <a14:backgroundMark x1="13574" y1="54688" x2="14379" y2="54688"/>
                        <a14:backgroundMark x1="12012" y1="54492" x2="13518" y2="55314"/>
                        <a14:backgroundMark x1="12695" y1="54492" x2="13677" y2="55199"/>
                        <a14:backgroundMark x1="17188" y1="59570" x2="16797" y2="60059"/>
                        <a14:backgroundMark x1="7324" y1="47559" x2="7598" y2="48242"/>
                        <a14:backgroundMark x1="16309" y1="54492" x2="16309" y2="55371"/>
                        <a14:backgroundMark x1="16016" y1="54980" x2="16016" y2="54980"/>
                        <a14:backgroundMark x1="7227" y1="49121" x2="7227" y2="49512"/>
                        <a14:backgroundMark x1="24121" y1="41309" x2="24121" y2="41309"/>
                        <a14:backgroundMark x1="26563" y1="48047" x2="26855" y2="49414"/>
                        <a14:backgroundMark x1="8496" y1="45313" x2="8691" y2="4619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689" t="38339" r="72187" b="38290"/>
          <a:stretch/>
        </p:blipFill>
        <p:spPr>
          <a:xfrm>
            <a:off x="892632" y="75530"/>
            <a:ext cx="511052" cy="56538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635C9578-0302-F523-E415-B147B2A362F8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biLevel thresh="75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9158" b="74316" l="10632" r="39474">
                        <a14:foregroundMark x1="11684" y1="37263" x2="12211" y2="50105"/>
                        <a14:foregroundMark x1="19263" y1="45895" x2="18211" y2="46526"/>
                        <a14:foregroundMark x1="25053" y1="56211" x2="25053" y2="56211"/>
                        <a14:foregroundMark x1="29895" y1="46526" x2="30316" y2="46316"/>
                        <a14:foregroundMark x1="37789" y1="38526" x2="38947" y2="42105"/>
                        <a14:foregroundMark x1="30316" y1="22316" x2="29895" y2="25263"/>
                        <a14:foregroundMark x1="19158" y1="20842" x2="20105" y2="23158"/>
                        <a14:foregroundMark x1="30947" y1="19789" x2="31368" y2="22737"/>
                        <a14:foregroundMark x1="19474" y1="19158" x2="19789" y2="20842"/>
                        <a14:foregroundMark x1="31474" y1="70947" x2="29789" y2="71368"/>
                        <a14:foregroundMark x1="29474" y1="71368" x2="16842" y2="71158"/>
                        <a14:foregroundMark x1="16316" y1="73474" x2="21158" y2="74526"/>
                        <a14:foregroundMark x1="10632" y1="48000" x2="10842" y2="52421"/>
                        <a14:foregroundMark x1="39474" y1="45474" x2="39474" y2="532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472" t="18162" r="57782" b="22106"/>
          <a:stretch/>
        </p:blipFill>
        <p:spPr>
          <a:xfrm>
            <a:off x="222860" y="92342"/>
            <a:ext cx="618625" cy="531758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72208451-17ED-5527-F997-2552252EF2BD}"/>
              </a:ext>
            </a:extLst>
          </p:cNvPr>
          <p:cNvSpPr txBox="1"/>
          <p:nvPr/>
        </p:nvSpPr>
        <p:spPr>
          <a:xfrm>
            <a:off x="11110952" y="79651"/>
            <a:ext cx="7844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>
                <a:solidFill>
                  <a:schemeClr val="tx1">
                    <a:lumMod val="85000"/>
                  </a:schemeClr>
                </a:solidFill>
                <a:latin typeface="得意黑" pitchFamily="2" charset="-122"/>
                <a:ea typeface="得意黑" pitchFamily="2" charset="-122"/>
              </a:rPr>
              <a:t>Expert</a:t>
            </a:r>
            <a:endParaRPr lang="zh-CN" altLang="en-US" sz="4400" b="1">
              <a:solidFill>
                <a:schemeClr val="tx1">
                  <a:lumMod val="85000"/>
                </a:schemeClr>
              </a:solidFill>
              <a:latin typeface="得意黑" pitchFamily="2" charset="-122"/>
              <a:ea typeface="得意黑" pitchFamily="2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951D48D-14A1-FA86-F567-C7763CE9E816}"/>
              </a:ext>
            </a:extLst>
          </p:cNvPr>
          <p:cNvSpPr txBox="1"/>
          <p:nvPr/>
        </p:nvSpPr>
        <p:spPr>
          <a:xfrm>
            <a:off x="11092547" y="363768"/>
            <a:ext cx="11451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>
                <a:solidFill>
                  <a:schemeClr val="tx1">
                    <a:lumMod val="85000"/>
                  </a:schemeClr>
                </a:solidFill>
                <a:latin typeface="得意黑" pitchFamily="2" charset="-122"/>
                <a:ea typeface="得意黑" pitchFamily="2" charset="-122"/>
              </a:rPr>
              <a:t>电子实验室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1865A10B-BC37-0647-365A-E639F6D7870F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70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9964" b="92883" l="10000" r="90000">
                        <a14:foregroundMark x1="52353" y1="35943" x2="53529" y2="56228"/>
                        <a14:foregroundMark x1="47059" y1="37722" x2="47353" y2="64769"/>
                        <a14:foregroundMark x1="44412" y1="54448" x2="46471" y2="73310"/>
                        <a14:foregroundMark x1="55294" y1="83986" x2="49118" y2="92883"/>
                        <a14:foregroundMark x1="72059" y1="54093" x2="70588" y2="67972"/>
                        <a14:foregroundMark x1="68235" y1="32028" x2="68529" y2="44128"/>
                        <a14:foregroundMark x1="55882" y1="27046" x2="60000" y2="35943"/>
                        <a14:foregroundMark x1="80294" y1="56584" x2="79118" y2="55872"/>
                        <a14:foregroundMark x1="45294" y1="80427" x2="44118" y2="84698"/>
                        <a14:foregroundMark x1="28824" y1="37367" x2="27059" y2="5338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0484" y="-7452"/>
            <a:ext cx="784499" cy="648365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D769B23D-3DD9-158C-7E9B-23B66366C3E0}"/>
              </a:ext>
            </a:extLst>
          </p:cNvPr>
          <p:cNvSpPr txBox="1"/>
          <p:nvPr/>
        </p:nvSpPr>
        <p:spPr>
          <a:xfrm>
            <a:off x="4159703" y="1734034"/>
            <a:ext cx="7575728" cy="16927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000">
                <a:solidFill>
                  <a:schemeClr val="bg1">
                    <a:lumMod val="9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零基础入门</a:t>
            </a:r>
            <a:r>
              <a:rPr lang="en-US" altLang="zh-CN" sz="6000">
                <a:solidFill>
                  <a:schemeClr val="bg1">
                    <a:lumMod val="9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PCB</a:t>
            </a:r>
            <a:r>
              <a:rPr lang="zh-CN" altLang="en-US" sz="6000">
                <a:solidFill>
                  <a:schemeClr val="bg1">
                    <a:lumMod val="9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设计</a:t>
            </a:r>
            <a:endParaRPr lang="en-US" altLang="zh-CN" sz="6000">
              <a:solidFill>
                <a:schemeClr val="bg1">
                  <a:lumMod val="95000"/>
                </a:schemeClr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  <a:p>
            <a:r>
              <a:rPr lang="zh-CN" altLang="en-US" sz="3200">
                <a:solidFill>
                  <a:schemeClr val="bg1">
                    <a:lumMod val="9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国一学长带你学</a:t>
            </a:r>
            <a:r>
              <a:rPr lang="zh-CN" altLang="en-US" sz="4400">
                <a:solidFill>
                  <a:srgbClr val="33CCFF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嘉立创</a:t>
            </a:r>
            <a:r>
              <a:rPr lang="en-US" altLang="zh-CN" sz="4400">
                <a:solidFill>
                  <a:srgbClr val="33CCFF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EDA</a:t>
            </a:r>
            <a:r>
              <a:rPr lang="zh-CN" altLang="en-US" sz="4400">
                <a:solidFill>
                  <a:srgbClr val="33CCFF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专业版</a:t>
            </a:r>
            <a:endParaRPr lang="en-US" altLang="zh-CN" sz="3200">
              <a:solidFill>
                <a:srgbClr val="33CCFF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467E5CF-87E6-2984-0A0C-90EB21BB07AA}"/>
              </a:ext>
            </a:extLst>
          </p:cNvPr>
          <p:cNvSpPr txBox="1"/>
          <p:nvPr/>
        </p:nvSpPr>
        <p:spPr>
          <a:xfrm>
            <a:off x="77052" y="6021471"/>
            <a:ext cx="95891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Powered by</a:t>
            </a:r>
            <a:endParaRPr lang="zh-CN" altLang="en-US" sz="1000">
              <a:solidFill>
                <a:schemeClr val="bg1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1C6FFB09-EA23-26E1-6DCB-8CE8AD6ECA6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591" y="6271418"/>
            <a:ext cx="511052" cy="511052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63E827A6-369B-835C-5545-96BD8F09FB7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5" r="2005"/>
          <a:stretch/>
        </p:blipFill>
        <p:spPr>
          <a:xfrm>
            <a:off x="4297826" y="3710922"/>
            <a:ext cx="3463522" cy="1623520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8CAFA753-79AE-620F-2665-D578434F95B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82" t="20402" r="11869" b="16732"/>
          <a:stretch/>
        </p:blipFill>
        <p:spPr>
          <a:xfrm>
            <a:off x="7761348" y="3710922"/>
            <a:ext cx="3513635" cy="1623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1041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B5164-41F8-87D0-6C10-53119C2A0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6E177641-2F4D-ED01-3384-B0BA9EAAD285}"/>
              </a:ext>
            </a:extLst>
          </p:cNvPr>
          <p:cNvSpPr txBox="1"/>
          <p:nvPr/>
        </p:nvSpPr>
        <p:spPr>
          <a:xfrm>
            <a:off x="1061116" y="3013501"/>
            <a:ext cx="100697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>
                <a:solidFill>
                  <a:srgbClr val="FF0000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希望每个人都能享受</a:t>
            </a:r>
            <a:r>
              <a:rPr lang="en-US" altLang="zh-CN" sz="4800">
                <a:solidFill>
                  <a:srgbClr val="FF0000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PCB</a:t>
            </a:r>
            <a:r>
              <a:rPr lang="zh-CN" altLang="en-US" sz="4800">
                <a:solidFill>
                  <a:srgbClr val="FF0000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设计的乐趣！</a:t>
            </a:r>
            <a:endParaRPr lang="en-US" altLang="zh-CN" sz="3200">
              <a:solidFill>
                <a:srgbClr val="FF0000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326636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D62255D-6A8A-30DE-E6E2-C3A2AA4FC2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820" y="487809"/>
            <a:ext cx="4853715" cy="237859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57FE305F-7FE2-772C-75BD-5D0350D1CC2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020"/>
          <a:stretch/>
        </p:blipFill>
        <p:spPr>
          <a:xfrm>
            <a:off x="7585518" y="701355"/>
            <a:ext cx="3884480" cy="278541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636D7192-0616-5CFE-BEBE-9C5C3B2FEC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011" y="3165936"/>
            <a:ext cx="3884480" cy="349028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0D0ACFD8-44F6-9EA2-C08F-42A71FCE47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1999" y="3486774"/>
            <a:ext cx="3581938" cy="3093818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29FBEAA9-F04D-7BAB-E107-D1CA619E581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71774" y="2866405"/>
            <a:ext cx="4343400" cy="3381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3439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1D4FD98-CE48-40C1-2489-A3356E6A5F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265" y="812445"/>
            <a:ext cx="6160169" cy="2508589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D159BF05-7022-2D4A-062A-4551581EAF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265" y="3569425"/>
            <a:ext cx="5812578" cy="282755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4D64687-0DCF-43EE-7B09-FACF45563B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1891" y="812446"/>
            <a:ext cx="3583834" cy="323016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5C66669-0FAA-4986-A3A1-A6B5E51AE6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1663" y="4042612"/>
            <a:ext cx="3424290" cy="2722538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D164EB01-2369-0C74-F57F-AA4B26A639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84541" y="2066739"/>
            <a:ext cx="4352925" cy="337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1856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7583362-2A0A-82C4-33A9-DC187615AA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834" y="270531"/>
            <a:ext cx="3499360" cy="316197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BC2CF1C-6B79-D7FA-492C-9D46525C0C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603" y="674216"/>
            <a:ext cx="4391025" cy="41148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F1A8E19-5047-D95A-1FE0-3D0718F4C5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607" y="3514725"/>
            <a:ext cx="6143625" cy="334327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3FAB2816-8BA7-01BA-25AB-82ED558257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0474" y="2731616"/>
            <a:ext cx="4695825" cy="337185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BD87A473-1735-2C7E-1428-4AF3DB49E82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04759" y="1647265"/>
            <a:ext cx="3905715" cy="339202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195241CA-11F1-4823-30FC-B08ED2E8BBE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45768" y="4900319"/>
            <a:ext cx="6946232" cy="1957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9444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30770F2-9240-7CD7-7526-00A6F360D352}"/>
              </a:ext>
            </a:extLst>
          </p:cNvPr>
          <p:cNvSpPr txBox="1"/>
          <p:nvPr/>
        </p:nvSpPr>
        <p:spPr>
          <a:xfrm>
            <a:off x="115271" y="154387"/>
            <a:ext cx="20160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i="0" u="none" strike="noStrike" kern="1200" normalizeH="0" baseline="0" noProof="0"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cs"/>
              </a:rPr>
              <a:t>几点建议</a:t>
            </a:r>
            <a:endParaRPr kumimoji="0" lang="en-US" altLang="zh-CN" sz="4400" i="0" u="none" strike="noStrike" kern="1200" normalizeH="0" baseline="0" noProof="0"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+mn-cs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F358A6E-47B8-1C0A-1151-F6E61D92AADB}"/>
              </a:ext>
            </a:extLst>
          </p:cNvPr>
          <p:cNvSpPr txBox="1"/>
          <p:nvPr/>
        </p:nvSpPr>
        <p:spPr>
          <a:xfrm>
            <a:off x="1035631" y="2457290"/>
            <a:ext cx="10120738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800" i="0" u="none" strike="noStrike" kern="1200" normalizeH="0" baseline="0" noProof="0"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cs"/>
              </a:rPr>
              <a:t>1.</a:t>
            </a:r>
            <a:r>
              <a:rPr kumimoji="0" lang="zh-CN" altLang="en-US" sz="4800" i="0" u="none" strike="noStrike" kern="1200" normalizeH="0" baseline="0" noProof="0"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cs"/>
              </a:rPr>
              <a:t>培养兴趣，看看自己适合哪个岗位</a:t>
            </a:r>
            <a:endParaRPr kumimoji="0" lang="en-US" altLang="zh-CN" sz="4800" i="0" u="none" strike="noStrike" kern="1200" normalizeH="0" baseline="0" noProof="0"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48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2.</a:t>
            </a:r>
            <a:r>
              <a:rPr lang="zh-CN" altLang="en-US" sz="48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理论结合实践，多动手实验</a:t>
            </a:r>
            <a:endParaRPr lang="en-US" altLang="zh-CN" sz="4800"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800" i="0" u="none" strike="noStrike" kern="1200" normalizeH="0" baseline="0" noProof="0"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cs"/>
              </a:rPr>
              <a:t>3.</a:t>
            </a:r>
            <a:r>
              <a:rPr kumimoji="0" lang="zh-CN" altLang="en-US" sz="4800" i="0" u="none" strike="noStrike" kern="1200" normalizeH="0" baseline="0" noProof="0"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cs"/>
              </a:rPr>
              <a:t>多参加比赛和实习，积累项目经验</a:t>
            </a:r>
            <a:endParaRPr kumimoji="0" lang="en-US" altLang="zh-CN" sz="4800" i="0" u="none" strike="noStrike" kern="1200" normalizeH="0" baseline="0" noProof="0"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4000" i="0" u="none" strike="noStrike" kern="1200" normalizeH="0" baseline="0" noProof="0"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045396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351F8AC-DFB6-15C7-7AE5-B37AB55A5D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570" y="1578274"/>
            <a:ext cx="2578127" cy="2715261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F1FE4A65-E31C-B39D-991A-298B72C7F2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8456" y="2652879"/>
            <a:ext cx="2206772" cy="172404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46864DF-9972-C354-201E-4A189B6BD5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762" y="948253"/>
            <a:ext cx="5054600" cy="47498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41819D06-3AFB-3F2C-0D23-FC71CCAE56A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8456" y="948253"/>
            <a:ext cx="2206773" cy="145756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EDD28713-42B4-57EA-C67F-3AEAF6E29BA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1990" y="4687971"/>
            <a:ext cx="1918837" cy="1509485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AA01DA15-CAAE-BE76-5138-C1ED658E1DC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8402" y="4633088"/>
            <a:ext cx="1524000" cy="1619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70586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D09832-6FE6-CA20-4F17-0A06A369D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D17DBAF4-D42B-1E16-5A23-2057245F2AE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54" t="-14"/>
          <a:stretch/>
        </p:blipFill>
        <p:spPr bwMode="auto">
          <a:xfrm>
            <a:off x="-212207" y="0"/>
            <a:ext cx="12616413" cy="69014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A0CE02BF-CEB4-FBDD-DEC5-9FF53998E842}"/>
              </a:ext>
            </a:extLst>
          </p:cNvPr>
          <p:cNvSpPr txBox="1"/>
          <p:nvPr/>
        </p:nvSpPr>
        <p:spPr>
          <a:xfrm>
            <a:off x="922606" y="1096932"/>
            <a:ext cx="6853232" cy="156966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800" b="1" i="0" u="none" strike="noStrike" kern="1200" normalizeH="0" baseline="0" noProof="0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cs"/>
              </a:rPr>
              <a:t>真正的大师</a:t>
            </a:r>
            <a:endParaRPr kumimoji="0" lang="en-US" altLang="zh-CN" sz="4800" b="1" i="0" u="none" strike="noStrike" kern="1200" normalizeH="0" baseline="0" noProof="0">
              <a:ln w="13462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effectLst>
                <a:outerShdw dist="38100" dir="2700000" algn="bl" rotWithShape="0">
                  <a:schemeClr val="accent5"/>
                </a:outerShdw>
              </a:effectLst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4800" b="1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永远怀着一颗学徒的心</a:t>
            </a:r>
            <a:endParaRPr kumimoji="0" lang="en-US" altLang="zh-CN" sz="4800" b="1" i="0" u="none" strike="noStrike" kern="1200" normalizeH="0" baseline="0" noProof="0">
              <a:ln w="13462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effectLst>
                <a:outerShdw dist="38100" dir="2700000" algn="bl" rotWithShape="0">
                  <a:schemeClr val="accent5"/>
                </a:outerShdw>
              </a:effectLst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35148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2564</TotalTime>
  <Words>120</Words>
  <Application>Microsoft Office PowerPoint</Application>
  <PresentationFormat>宽屏</PresentationFormat>
  <Paragraphs>25</Paragraphs>
  <Slides>17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17</vt:i4>
      </vt:variant>
    </vt:vector>
  </HeadingPairs>
  <TitlesOfParts>
    <vt:vector size="25" baseType="lpstr">
      <vt:lpstr>得意黑</vt:lpstr>
      <vt:lpstr>等线</vt:lpstr>
      <vt:lpstr>等线 Light</vt:lpstr>
      <vt:lpstr>思源黑体 CN Heavy</vt:lpstr>
      <vt:lpstr>思源黑体 CN Medium</vt:lpstr>
      <vt:lpstr>Arial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yc x</dc:creator>
  <cp:lastModifiedBy>yc x</cp:lastModifiedBy>
  <cp:revision>103</cp:revision>
  <dcterms:created xsi:type="dcterms:W3CDTF">2024-01-23T04:02:51Z</dcterms:created>
  <dcterms:modified xsi:type="dcterms:W3CDTF">2025-02-12T17:45:37Z</dcterms:modified>
</cp:coreProperties>
</file>