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6"/>
  </p:notesMasterIdLst>
  <p:sldIdLst>
    <p:sldId id="382" r:id="rId3"/>
    <p:sldId id="375" r:id="rId4"/>
    <p:sldId id="378" r:id="rId5"/>
    <p:sldId id="379" r:id="rId6"/>
    <p:sldId id="380" r:id="rId7"/>
    <p:sldId id="381" r:id="rId8"/>
    <p:sldId id="383" r:id="rId9"/>
    <p:sldId id="384" r:id="rId10"/>
    <p:sldId id="385" r:id="rId11"/>
    <p:sldId id="386" r:id="rId12"/>
    <p:sldId id="387" r:id="rId13"/>
    <p:sldId id="388" r:id="rId14"/>
    <p:sldId id="38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2" autoAdjust="0"/>
    <p:restoredTop sz="96619" autoAdjust="0"/>
  </p:normalViewPr>
  <p:slideViewPr>
    <p:cSldViewPr snapToGrid="0">
      <p:cViewPr varScale="1">
        <p:scale>
          <a:sx n="114" d="100"/>
          <a:sy n="114" d="100"/>
        </p:scale>
        <p:origin x="95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856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204D2E-0ECB-44C9-A7C5-73D05538AB3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5AE5748-88FC-44E9-ADD5-AFE6D8904ED3}">
      <dgm:prSet phldrT="[文本]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zh-CN" altLang="en-US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rPr>
            <a:t>需求</a:t>
          </a:r>
          <a:endParaRPr lang="zh-CN" altLang="en-US">
            <a:solidFill>
              <a:schemeClr val="tx1"/>
            </a:solidFill>
          </a:endParaRPr>
        </a:p>
      </dgm:t>
    </dgm:pt>
    <dgm:pt modelId="{DFE7D155-51F0-402A-8A0D-672B62F245BB}" type="parTrans" cxnId="{678AC474-DECB-4762-AFD1-BECEB55A93EC}">
      <dgm:prSet/>
      <dgm:spPr/>
      <dgm:t>
        <a:bodyPr/>
        <a:lstStyle/>
        <a:p>
          <a:endParaRPr lang="zh-CN" altLang="en-US"/>
        </a:p>
      </dgm:t>
    </dgm:pt>
    <dgm:pt modelId="{C804E40C-E63F-4D1C-811B-FF922786837D}" type="sibTrans" cxnId="{678AC474-DECB-4762-AFD1-BECEB55A93EC}">
      <dgm:prSet/>
      <dgm:spPr/>
      <dgm:t>
        <a:bodyPr/>
        <a:lstStyle/>
        <a:p>
          <a:endParaRPr lang="zh-CN" altLang="en-US"/>
        </a:p>
      </dgm:t>
    </dgm:pt>
    <dgm:pt modelId="{1568FCAA-F2FE-4643-9D01-907B24A57FD4}">
      <dgm:prSet phldrT="[文本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zh-CN" altLang="en-US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rPr>
            <a:t>方案</a:t>
          </a:r>
        </a:p>
      </dgm:t>
    </dgm:pt>
    <dgm:pt modelId="{BCA8D869-8190-4BFA-88AE-B281008DF8DA}" type="parTrans" cxnId="{EA54F14A-E6AE-45DF-B2B4-16F071E8423A}">
      <dgm:prSet/>
      <dgm:spPr/>
      <dgm:t>
        <a:bodyPr/>
        <a:lstStyle/>
        <a:p>
          <a:endParaRPr lang="zh-CN" altLang="en-US"/>
        </a:p>
      </dgm:t>
    </dgm:pt>
    <dgm:pt modelId="{351B9392-627F-4737-A9EE-A62E6117DC48}" type="sibTrans" cxnId="{EA54F14A-E6AE-45DF-B2B4-16F071E8423A}">
      <dgm:prSet/>
      <dgm:spPr/>
      <dgm:t>
        <a:bodyPr/>
        <a:lstStyle/>
        <a:p>
          <a:endParaRPr lang="zh-CN" altLang="en-US"/>
        </a:p>
      </dgm:t>
    </dgm:pt>
    <dgm:pt modelId="{647C48B5-8452-485F-91A2-C5881099AC18}">
      <dgm:prSet phldrT="[文本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zh-CN" altLang="en-US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rPr>
            <a:t>设计</a:t>
          </a:r>
        </a:p>
      </dgm:t>
    </dgm:pt>
    <dgm:pt modelId="{6C9BD649-7F54-4808-83F5-12BDFAABA2A8}" type="parTrans" cxnId="{E4E4D2FF-8D73-42B5-876D-F1A49327807A}">
      <dgm:prSet/>
      <dgm:spPr/>
      <dgm:t>
        <a:bodyPr/>
        <a:lstStyle/>
        <a:p>
          <a:endParaRPr lang="zh-CN" altLang="en-US"/>
        </a:p>
      </dgm:t>
    </dgm:pt>
    <dgm:pt modelId="{9EB3581F-D50B-4E4D-87DE-1ED217C6A177}" type="sibTrans" cxnId="{E4E4D2FF-8D73-42B5-876D-F1A49327807A}">
      <dgm:prSet/>
      <dgm:spPr/>
      <dgm:t>
        <a:bodyPr/>
        <a:lstStyle/>
        <a:p>
          <a:endParaRPr lang="zh-CN" altLang="en-US"/>
        </a:p>
      </dgm:t>
    </dgm:pt>
    <dgm:pt modelId="{640645B2-062A-4041-B955-3A0706B7521E}">
      <dgm:prSet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zh-CN" altLang="en-US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rPr>
            <a:t>验证</a:t>
          </a:r>
        </a:p>
      </dgm:t>
    </dgm:pt>
    <dgm:pt modelId="{9447F4DF-2DD3-407E-AB2C-B49D227149D8}" type="parTrans" cxnId="{4102ABEE-9831-4AC1-B27D-7D84688BBA0B}">
      <dgm:prSet/>
      <dgm:spPr/>
      <dgm:t>
        <a:bodyPr/>
        <a:lstStyle/>
        <a:p>
          <a:endParaRPr lang="zh-CN" altLang="en-US"/>
        </a:p>
      </dgm:t>
    </dgm:pt>
    <dgm:pt modelId="{7ADFDA33-AB4C-4E18-8335-D683115E55AB}" type="sibTrans" cxnId="{4102ABEE-9831-4AC1-B27D-7D84688BBA0B}">
      <dgm:prSet/>
      <dgm:spPr/>
      <dgm:t>
        <a:bodyPr/>
        <a:lstStyle/>
        <a:p>
          <a:endParaRPr lang="zh-CN" altLang="en-US"/>
        </a:p>
      </dgm:t>
    </dgm:pt>
    <dgm:pt modelId="{7D43895E-A9FC-45DB-BA7A-D0DE546754A8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zh-CN" altLang="en-US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rPr>
            <a:t>实物</a:t>
          </a:r>
        </a:p>
      </dgm:t>
    </dgm:pt>
    <dgm:pt modelId="{D415EDF5-0D7C-4778-82F9-BFC75F408696}" type="parTrans" cxnId="{D2BD0EA1-8612-4594-BAF6-8E893A1FC26C}">
      <dgm:prSet/>
      <dgm:spPr/>
      <dgm:t>
        <a:bodyPr/>
        <a:lstStyle/>
        <a:p>
          <a:endParaRPr lang="zh-CN" altLang="en-US"/>
        </a:p>
      </dgm:t>
    </dgm:pt>
    <dgm:pt modelId="{91F891D5-08FC-498F-82AE-6E932B995DEB}" type="sibTrans" cxnId="{D2BD0EA1-8612-4594-BAF6-8E893A1FC26C}">
      <dgm:prSet/>
      <dgm:spPr/>
      <dgm:t>
        <a:bodyPr/>
        <a:lstStyle/>
        <a:p>
          <a:endParaRPr lang="zh-CN" altLang="en-US"/>
        </a:p>
      </dgm:t>
    </dgm:pt>
    <dgm:pt modelId="{1A9ED498-CE89-42B6-A644-0D658C52D0EB}" type="pres">
      <dgm:prSet presAssocID="{00204D2E-0ECB-44C9-A7C5-73D05538AB3B}" presName="Name0" presStyleCnt="0">
        <dgm:presLayoutVars>
          <dgm:dir/>
          <dgm:animLvl val="lvl"/>
          <dgm:resizeHandles val="exact"/>
        </dgm:presLayoutVars>
      </dgm:prSet>
      <dgm:spPr/>
    </dgm:pt>
    <dgm:pt modelId="{AF3F9518-B49A-44D2-9486-DDD26B7D1682}" type="pres">
      <dgm:prSet presAssocID="{A5AE5748-88FC-44E9-ADD5-AFE6D8904ED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6CECD16F-CCCD-452A-9A0E-8DCFBF01F5CF}" type="pres">
      <dgm:prSet presAssocID="{C804E40C-E63F-4D1C-811B-FF922786837D}" presName="parTxOnlySpace" presStyleCnt="0"/>
      <dgm:spPr/>
    </dgm:pt>
    <dgm:pt modelId="{BD17AEAA-EBA7-428B-8A3F-D2204CAF9495}" type="pres">
      <dgm:prSet presAssocID="{1568FCAA-F2FE-4643-9D01-907B24A57FD4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FA3A7CF2-5EA1-4853-88D5-4717B71992AD}" type="pres">
      <dgm:prSet presAssocID="{351B9392-627F-4737-A9EE-A62E6117DC48}" presName="parTxOnlySpace" presStyleCnt="0"/>
      <dgm:spPr/>
    </dgm:pt>
    <dgm:pt modelId="{EB349BB4-3012-4B0C-A24D-FB9CD6BC7CEA}" type="pres">
      <dgm:prSet presAssocID="{647C48B5-8452-485F-91A2-C5881099AC1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8636E1E5-7430-4806-91B7-66C78BBE7754}" type="pres">
      <dgm:prSet presAssocID="{9EB3581F-D50B-4E4D-87DE-1ED217C6A177}" presName="parTxOnlySpace" presStyleCnt="0"/>
      <dgm:spPr/>
    </dgm:pt>
    <dgm:pt modelId="{35305CD1-7946-46B1-87AD-7A2FE82A9994}" type="pres">
      <dgm:prSet presAssocID="{640645B2-062A-4041-B955-3A0706B7521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1410A470-B436-490C-A56E-1594914AA9A8}" type="pres">
      <dgm:prSet presAssocID="{7ADFDA33-AB4C-4E18-8335-D683115E55AB}" presName="parTxOnlySpace" presStyleCnt="0"/>
      <dgm:spPr/>
    </dgm:pt>
    <dgm:pt modelId="{3CA0D228-D961-4FAC-BFBA-073982603D09}" type="pres">
      <dgm:prSet presAssocID="{7D43895E-A9FC-45DB-BA7A-D0DE546754A8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C2A3CD0D-1C8B-408C-B9EC-5A1694BA010B}" type="presOf" srcId="{640645B2-062A-4041-B955-3A0706B7521E}" destId="{35305CD1-7946-46B1-87AD-7A2FE82A9994}" srcOrd="0" destOrd="0" presId="urn:microsoft.com/office/officeart/2005/8/layout/chevron1"/>
    <dgm:cxn modelId="{947D7813-C3F9-470A-ADE2-12F5975B189A}" type="presOf" srcId="{647C48B5-8452-485F-91A2-C5881099AC18}" destId="{EB349BB4-3012-4B0C-A24D-FB9CD6BC7CEA}" srcOrd="0" destOrd="0" presId="urn:microsoft.com/office/officeart/2005/8/layout/chevron1"/>
    <dgm:cxn modelId="{EA54F14A-E6AE-45DF-B2B4-16F071E8423A}" srcId="{00204D2E-0ECB-44C9-A7C5-73D05538AB3B}" destId="{1568FCAA-F2FE-4643-9D01-907B24A57FD4}" srcOrd="1" destOrd="0" parTransId="{BCA8D869-8190-4BFA-88AE-B281008DF8DA}" sibTransId="{351B9392-627F-4737-A9EE-A62E6117DC48}"/>
    <dgm:cxn modelId="{678AC474-DECB-4762-AFD1-BECEB55A93EC}" srcId="{00204D2E-0ECB-44C9-A7C5-73D05538AB3B}" destId="{A5AE5748-88FC-44E9-ADD5-AFE6D8904ED3}" srcOrd="0" destOrd="0" parTransId="{DFE7D155-51F0-402A-8A0D-672B62F245BB}" sibTransId="{C804E40C-E63F-4D1C-811B-FF922786837D}"/>
    <dgm:cxn modelId="{D2BD0EA1-8612-4594-BAF6-8E893A1FC26C}" srcId="{00204D2E-0ECB-44C9-A7C5-73D05538AB3B}" destId="{7D43895E-A9FC-45DB-BA7A-D0DE546754A8}" srcOrd="4" destOrd="0" parTransId="{D415EDF5-0D7C-4778-82F9-BFC75F408696}" sibTransId="{91F891D5-08FC-498F-82AE-6E932B995DEB}"/>
    <dgm:cxn modelId="{563F54CD-541F-460F-93DD-EA37D67C7520}" type="presOf" srcId="{A5AE5748-88FC-44E9-ADD5-AFE6D8904ED3}" destId="{AF3F9518-B49A-44D2-9486-DDD26B7D1682}" srcOrd="0" destOrd="0" presId="urn:microsoft.com/office/officeart/2005/8/layout/chevron1"/>
    <dgm:cxn modelId="{E6B50CD2-7542-4356-875A-F2B8C8D7C683}" type="presOf" srcId="{1568FCAA-F2FE-4643-9D01-907B24A57FD4}" destId="{BD17AEAA-EBA7-428B-8A3F-D2204CAF9495}" srcOrd="0" destOrd="0" presId="urn:microsoft.com/office/officeart/2005/8/layout/chevron1"/>
    <dgm:cxn modelId="{61960CE6-5A6F-40AC-85E0-9D15C5769A4E}" type="presOf" srcId="{00204D2E-0ECB-44C9-A7C5-73D05538AB3B}" destId="{1A9ED498-CE89-42B6-A644-0D658C52D0EB}" srcOrd="0" destOrd="0" presId="urn:microsoft.com/office/officeart/2005/8/layout/chevron1"/>
    <dgm:cxn modelId="{4102ABEE-9831-4AC1-B27D-7D84688BBA0B}" srcId="{00204D2E-0ECB-44C9-A7C5-73D05538AB3B}" destId="{640645B2-062A-4041-B955-3A0706B7521E}" srcOrd="3" destOrd="0" parTransId="{9447F4DF-2DD3-407E-AB2C-B49D227149D8}" sibTransId="{7ADFDA33-AB4C-4E18-8335-D683115E55AB}"/>
    <dgm:cxn modelId="{336532F1-93AA-4371-9759-C639EB69B2A3}" type="presOf" srcId="{7D43895E-A9FC-45DB-BA7A-D0DE546754A8}" destId="{3CA0D228-D961-4FAC-BFBA-073982603D09}" srcOrd="0" destOrd="0" presId="urn:microsoft.com/office/officeart/2005/8/layout/chevron1"/>
    <dgm:cxn modelId="{E4E4D2FF-8D73-42B5-876D-F1A49327807A}" srcId="{00204D2E-0ECB-44C9-A7C5-73D05538AB3B}" destId="{647C48B5-8452-485F-91A2-C5881099AC18}" srcOrd="2" destOrd="0" parTransId="{6C9BD649-7F54-4808-83F5-12BDFAABA2A8}" sibTransId="{9EB3581F-D50B-4E4D-87DE-1ED217C6A177}"/>
    <dgm:cxn modelId="{2FED0B24-1029-4FB1-B084-F936B36DFBDD}" type="presParOf" srcId="{1A9ED498-CE89-42B6-A644-0D658C52D0EB}" destId="{AF3F9518-B49A-44D2-9486-DDD26B7D1682}" srcOrd="0" destOrd="0" presId="urn:microsoft.com/office/officeart/2005/8/layout/chevron1"/>
    <dgm:cxn modelId="{36039A01-0C0E-42CF-A62E-D71C67837C27}" type="presParOf" srcId="{1A9ED498-CE89-42B6-A644-0D658C52D0EB}" destId="{6CECD16F-CCCD-452A-9A0E-8DCFBF01F5CF}" srcOrd="1" destOrd="0" presId="urn:microsoft.com/office/officeart/2005/8/layout/chevron1"/>
    <dgm:cxn modelId="{A81561C9-86D6-47D9-9550-F0C84EACCEEF}" type="presParOf" srcId="{1A9ED498-CE89-42B6-A644-0D658C52D0EB}" destId="{BD17AEAA-EBA7-428B-8A3F-D2204CAF9495}" srcOrd="2" destOrd="0" presId="urn:microsoft.com/office/officeart/2005/8/layout/chevron1"/>
    <dgm:cxn modelId="{F3F1B0DA-4353-4667-809D-4BB298AC9CD7}" type="presParOf" srcId="{1A9ED498-CE89-42B6-A644-0D658C52D0EB}" destId="{FA3A7CF2-5EA1-4853-88D5-4717B71992AD}" srcOrd="3" destOrd="0" presId="urn:microsoft.com/office/officeart/2005/8/layout/chevron1"/>
    <dgm:cxn modelId="{86A0635F-FBA2-4351-9F7C-2E7C82781572}" type="presParOf" srcId="{1A9ED498-CE89-42B6-A644-0D658C52D0EB}" destId="{EB349BB4-3012-4B0C-A24D-FB9CD6BC7CEA}" srcOrd="4" destOrd="0" presId="urn:microsoft.com/office/officeart/2005/8/layout/chevron1"/>
    <dgm:cxn modelId="{62C1D4D3-9FF6-4001-B7E3-4E0444F27613}" type="presParOf" srcId="{1A9ED498-CE89-42B6-A644-0D658C52D0EB}" destId="{8636E1E5-7430-4806-91B7-66C78BBE7754}" srcOrd="5" destOrd="0" presId="urn:microsoft.com/office/officeart/2005/8/layout/chevron1"/>
    <dgm:cxn modelId="{1858D9FD-A7FD-4041-BCE2-7B4827F6EDFE}" type="presParOf" srcId="{1A9ED498-CE89-42B6-A644-0D658C52D0EB}" destId="{35305CD1-7946-46B1-87AD-7A2FE82A9994}" srcOrd="6" destOrd="0" presId="urn:microsoft.com/office/officeart/2005/8/layout/chevron1"/>
    <dgm:cxn modelId="{910DBF87-B7E3-4266-A051-55B084D3F693}" type="presParOf" srcId="{1A9ED498-CE89-42B6-A644-0D658C52D0EB}" destId="{1410A470-B436-490C-A56E-1594914AA9A8}" srcOrd="7" destOrd="0" presId="urn:microsoft.com/office/officeart/2005/8/layout/chevron1"/>
    <dgm:cxn modelId="{33A2E5A5-9F2B-42BB-9E51-1627EBA3B47F}" type="presParOf" srcId="{1A9ED498-CE89-42B6-A644-0D658C52D0EB}" destId="{3CA0D228-D961-4FAC-BFBA-073982603D0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3F9518-B49A-44D2-9486-DDD26B7D1682}">
      <dsp:nvSpPr>
        <dsp:cNvPr id="0" name=""/>
        <dsp:cNvSpPr/>
      </dsp:nvSpPr>
      <dsp:spPr>
        <a:xfrm>
          <a:off x="2402" y="2741106"/>
          <a:ext cx="2137819" cy="855127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400" kern="120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rPr>
            <a:t>需求</a:t>
          </a:r>
          <a:endParaRPr lang="zh-CN" altLang="en-US" sz="3400" kern="1200">
            <a:solidFill>
              <a:schemeClr val="tx1"/>
            </a:solidFill>
          </a:endParaRPr>
        </a:p>
      </dsp:txBody>
      <dsp:txXfrm>
        <a:off x="429966" y="2741106"/>
        <a:ext cx="1282692" cy="855127"/>
      </dsp:txXfrm>
    </dsp:sp>
    <dsp:sp modelId="{BD17AEAA-EBA7-428B-8A3F-D2204CAF9495}">
      <dsp:nvSpPr>
        <dsp:cNvPr id="0" name=""/>
        <dsp:cNvSpPr/>
      </dsp:nvSpPr>
      <dsp:spPr>
        <a:xfrm>
          <a:off x="1926440" y="2741106"/>
          <a:ext cx="2137819" cy="855127"/>
        </a:xfrm>
        <a:prstGeom prst="chevron">
          <a:avLst/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400" kern="120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rPr>
            <a:t>方案</a:t>
          </a:r>
        </a:p>
      </dsp:txBody>
      <dsp:txXfrm>
        <a:off x="2354004" y="2741106"/>
        <a:ext cx="1282692" cy="855127"/>
      </dsp:txXfrm>
    </dsp:sp>
    <dsp:sp modelId="{EB349BB4-3012-4B0C-A24D-FB9CD6BC7CEA}">
      <dsp:nvSpPr>
        <dsp:cNvPr id="0" name=""/>
        <dsp:cNvSpPr/>
      </dsp:nvSpPr>
      <dsp:spPr>
        <a:xfrm>
          <a:off x="3850478" y="2741106"/>
          <a:ext cx="2137819" cy="855127"/>
        </a:xfrm>
        <a:prstGeom prst="chevron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400" kern="120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rPr>
            <a:t>设计</a:t>
          </a:r>
        </a:p>
      </dsp:txBody>
      <dsp:txXfrm>
        <a:off x="4278042" y="2741106"/>
        <a:ext cx="1282692" cy="855127"/>
      </dsp:txXfrm>
    </dsp:sp>
    <dsp:sp modelId="{35305CD1-7946-46B1-87AD-7A2FE82A9994}">
      <dsp:nvSpPr>
        <dsp:cNvPr id="0" name=""/>
        <dsp:cNvSpPr/>
      </dsp:nvSpPr>
      <dsp:spPr>
        <a:xfrm>
          <a:off x="5774515" y="2741106"/>
          <a:ext cx="2137819" cy="855127"/>
        </a:xfrm>
        <a:prstGeom prst="chevron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400" kern="120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rPr>
            <a:t>验证</a:t>
          </a:r>
        </a:p>
      </dsp:txBody>
      <dsp:txXfrm>
        <a:off x="6202079" y="2741106"/>
        <a:ext cx="1282692" cy="855127"/>
      </dsp:txXfrm>
    </dsp:sp>
    <dsp:sp modelId="{3CA0D228-D961-4FAC-BFBA-073982603D09}">
      <dsp:nvSpPr>
        <dsp:cNvPr id="0" name=""/>
        <dsp:cNvSpPr/>
      </dsp:nvSpPr>
      <dsp:spPr>
        <a:xfrm>
          <a:off x="7698553" y="2741106"/>
          <a:ext cx="2137819" cy="855127"/>
        </a:xfrm>
        <a:prstGeom prst="chevron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400" kern="120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rPr>
            <a:t>实物</a:t>
          </a:r>
        </a:p>
      </dsp:txBody>
      <dsp:txXfrm>
        <a:off x="8126117" y="2741106"/>
        <a:ext cx="1282692" cy="8551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EC70A-F502-4BDD-A00A-8A9C0175DC89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3FA8A-98B0-4AA8-9E57-9232433126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56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8C5DF-0E91-4829-8EB2-D640E95B0EE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389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DC166-603D-2042-6ED8-8D69364C2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522205-4B23-B893-1553-0634EB77C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97177D-3519-CB79-F9AF-1F45F78B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6A825C-6FB2-D1E5-9A03-B589A275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1A728-B656-942D-5F86-7460F9E0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880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2690E-858D-02DF-3DC4-522529BF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4D7B5-8DFC-28E3-FAC1-9718E20E1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0BD22-2E21-6596-0430-5FB47CDF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CB24B5-0383-AA6B-03BC-092AA92DD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ABACA4-E5EA-9CE0-FF89-54E8D36B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976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E0921-9590-CD65-E9EF-AA94166E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DE6134-D737-0D87-9DBF-1341768E3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F3BC85-EDDC-6DD6-B4AD-CFC5DEB93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C85573-1EAC-E1F0-3536-02045C8E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69E40-4DF6-E5F0-25BC-898492A2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033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0FC0A-F9C1-8A11-B71D-B69F8E50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7395B-9E2B-5E81-6D47-E8BE6B7EF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03DE4D-3592-1818-7FF3-6208CF61F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1531C8-4E0B-F242-14BE-0B3F0308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0D1C1E-2992-79CA-8B85-831E4742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E8C670-3ACD-D4D3-8518-82D49C7A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825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66946-970E-5DA8-06B6-F88778D4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6CF1E-5A91-A80B-A991-EFA7A613F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1872E7-347F-CE68-9BC9-A420A1AB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FC3539-2D75-25F5-E524-2AAE83730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C6E54B-DA4D-2D1A-0D2C-2C7982F2E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00FDB0-5479-2214-5091-1D477232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BCEA2B-1F86-8C7C-2298-C9BBF82F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B7DCE9-15E3-0176-9F68-E1D3BA9B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689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E9933-58A4-CE56-FA39-1C26C08C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ACCADE-AEE4-3BB4-BDB2-B936DA10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2553BC-7CC3-6AF9-6D3B-41E1D4DB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A8D18E-CFE0-DEB6-F08B-400B294D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328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C45BDA-D2FA-94B7-7E72-09EDF881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A595E3-D61C-36F2-195F-72671B0C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D79C69-4805-B8D0-EB65-9652500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125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93348-0BAF-1BF5-587B-8D856D8E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B8D79-DB93-B501-CAE6-A532F528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680212-7CB4-FFC5-3DC6-75BCF4FAB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58349F-2573-99F2-0FB2-CB7C4408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711A84-2243-6317-143A-17270ECD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85FDD4-5488-3074-D1EA-A4AA684C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925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14234-24BE-4D54-3DF4-8A4AB2E8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82E7E0-0050-18CC-DFF2-BF555236B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5EC5DD-35F5-E116-98F4-9962481CA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B26E6F-12BA-B1BA-771A-741421D9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DE1E47-CC1C-D749-0C7A-E35CA7E9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10A29D-90FC-85F9-4E91-B70673B7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517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56762-2B42-6177-93A2-3CFA40BB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CC6F9F-B82E-07AC-F1B3-52331913C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E99E1A-7F34-A60A-A3FB-FE885A3B9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DA7A23-B01C-CE68-7D2E-48E7DE58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CD3BB-737D-63B2-291D-FF47A870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605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6BBD10-83C3-3F7B-720F-D1C594C44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226136-AE72-5300-5F42-E0F58F29F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ACF6E-5607-E6C2-5A2B-C6D555BB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3EB40-A746-36C0-8684-CBD421BB6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53F398-AF2A-35B6-4A5D-9549CF8C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531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1CFB004-0BE2-6594-A684-1D414144F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35A2DA-1F7F-032D-860F-9434CD42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46C-15FD-477F-AEAC-2240925A5F4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7E8D6-1867-44DE-9D94-87167BA4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4DE6E-0DF7-8A53-34F4-4203A502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56C0-451C-4745-96B8-116ACE4EE48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0E35E9-AB26-4483-5917-44E2A83006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D620732-056B-250B-9839-8EF4696944DC}"/>
              </a:ext>
            </a:extLst>
          </p:cNvPr>
          <p:cNvSpPr/>
          <p:nvPr userDrawn="1"/>
        </p:nvSpPr>
        <p:spPr>
          <a:xfrm>
            <a:off x="7888310" y="69562"/>
            <a:ext cx="4303690" cy="6452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Expert</a:t>
            </a:r>
            <a:r>
              <a:rPr lang="zh-CN" altLang="en-US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电子实验室</a:t>
            </a:r>
          </a:p>
        </p:txBody>
      </p:sp>
    </p:spTree>
    <p:extLst>
      <p:ext uri="{BB962C8B-B14F-4D97-AF65-F5344CB8AC3E}">
        <p14:creationId xmlns:p14="http://schemas.microsoft.com/office/powerpoint/2010/main" val="3206535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DC166-603D-2042-6ED8-8D69364C2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522205-4B23-B893-1553-0634EB77C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97177D-3519-CB79-F9AF-1F45F78B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6A825C-6FB2-D1E5-9A03-B589A275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1A728-B656-942D-5F86-7460F9E0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CCC614-345E-7333-AA10-296E689FE1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96857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2690E-858D-02DF-3DC4-522529BF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4D7B5-8DFC-28E3-FAC1-9718E20E1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0BD22-2E21-6596-0430-5FB47CDF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CB24B5-0383-AA6B-03BC-092AA92DD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ABACA4-E5EA-9CE0-FF89-54E8D36B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675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E0921-9590-CD65-E9EF-AA94166E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DE6134-D737-0D87-9DBF-1341768E3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F3BC85-EDDC-6DD6-B4AD-CFC5DEB93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C85573-1EAC-E1F0-3536-02045C8E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69E40-4DF6-E5F0-25BC-898492A2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768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0FC0A-F9C1-8A11-B71D-B69F8E50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7395B-9E2B-5E81-6D47-E8BE6B7EF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03DE4D-3592-1818-7FF3-6208CF61F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1531C8-4E0B-F242-14BE-0B3F0308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0D1C1E-2992-79CA-8B85-831E4742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E8C670-3ACD-D4D3-8518-82D49C7A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150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66946-970E-5DA8-06B6-F88778D4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6CF1E-5A91-A80B-A991-EFA7A613F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1872E7-347F-CE68-9BC9-A420A1AB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FC3539-2D75-25F5-E524-2AAE83730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C6E54B-DA4D-2D1A-0D2C-2C7982F2E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00FDB0-5479-2214-5091-1D477232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BCEA2B-1F86-8C7C-2298-C9BBF82F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B7DCE9-15E3-0176-9F68-E1D3BA9B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816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E9933-58A4-CE56-FA39-1C26C08C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ACCADE-AEE4-3BB4-BDB2-B936DA10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2553BC-7CC3-6AF9-6D3B-41E1D4DB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A8D18E-CFE0-DEB6-F08B-400B294D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435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C45BDA-D2FA-94B7-7E72-09EDF881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A595E3-D61C-36F2-195F-72671B0C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D79C69-4805-B8D0-EB65-9652500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933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93348-0BAF-1BF5-587B-8D856D8E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B8D79-DB93-B501-CAE6-A532F528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680212-7CB4-FFC5-3DC6-75BCF4FAB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58349F-2573-99F2-0FB2-CB7C4408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711A84-2243-6317-143A-17270ECD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85FDD4-5488-3074-D1EA-A4AA684C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915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14234-24BE-4D54-3DF4-8A4AB2E8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82E7E0-0050-18CC-DFF2-BF555236B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5EC5DD-35F5-E116-98F4-9962481CA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B26E6F-12BA-B1BA-771A-741421D9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DE1E47-CC1C-D749-0C7A-E35CA7E9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10A29D-90FC-85F9-4E91-B70673B7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266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56762-2B42-6177-93A2-3CFA40BB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CC6F9F-B82E-07AC-F1B3-52331913C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E99E1A-7F34-A60A-A3FB-FE885A3B9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DA7A23-B01C-CE68-7D2E-48E7DE58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CD3BB-737D-63B2-291D-FF47A870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25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6BBD10-83C3-3F7B-720F-D1C594C44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226136-AE72-5300-5F42-E0F58F29F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ACF6E-5607-E6C2-5A2B-C6D555BB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3EB40-A746-36C0-8684-CBD421BB6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53F398-AF2A-35B6-4A5D-9549CF8C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744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1CFB004-0BE2-6594-A684-1D414144F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35A2DA-1F7F-032D-860F-9434CD42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46C-15FD-477F-AEAC-2240925A5F4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7E8D6-1867-44DE-9D94-87167BA4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4DE6E-0DF7-8A53-34F4-4203A502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56C0-451C-4745-96B8-116ACE4EE48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0E35E9-AB26-4483-5917-44E2A83006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D620732-056B-250B-9839-8EF4696944DC}"/>
              </a:ext>
            </a:extLst>
          </p:cNvPr>
          <p:cNvSpPr/>
          <p:nvPr userDrawn="1"/>
        </p:nvSpPr>
        <p:spPr>
          <a:xfrm>
            <a:off x="7888310" y="69562"/>
            <a:ext cx="4303690" cy="6452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Expert</a:t>
            </a:r>
            <a:r>
              <a:rPr lang="zh-CN" altLang="en-US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电子实验室</a:t>
            </a:r>
          </a:p>
        </p:txBody>
      </p:sp>
    </p:spTree>
    <p:extLst>
      <p:ext uri="{BB962C8B-B14F-4D97-AF65-F5344CB8AC3E}">
        <p14:creationId xmlns:p14="http://schemas.microsoft.com/office/powerpoint/2010/main" val="307279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CCD1B6-3773-DA7A-13E3-F889B89C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63D2FC-EBF6-6D33-401B-BEB02F777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E5235-638C-EB95-AD7E-F130CC33E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A04E0B-BC55-BA37-BA3D-720EAC256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68F38-6F7A-2BD1-1022-580059EC2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550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CCD1B6-3773-DA7A-13E3-F889B89C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63D2FC-EBF6-6D33-401B-BEB02F777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E5235-638C-EB95-AD7E-F130CC33E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2E896-456C-48B5-B916-825A97815996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A04E0B-BC55-BA37-BA3D-720EAC256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68F38-6F7A-2BD1-1022-580059EC2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94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0CA67B6-B341-78B2-0450-4F144AA7B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16" y="1308533"/>
            <a:ext cx="3198612" cy="31986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AF49640-81CF-184F-1355-BD8BDA1CACDA}"/>
              </a:ext>
            </a:extLst>
          </p:cNvPr>
          <p:cNvSpPr txBox="1"/>
          <p:nvPr/>
        </p:nvSpPr>
        <p:spPr>
          <a:xfrm>
            <a:off x="4346487" y="1452098"/>
            <a:ext cx="77001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国一学长带你学</a:t>
            </a:r>
            <a:endParaRPr kumimoji="0" lang="en-US" altLang="zh-CN" sz="4800" b="1" i="0" u="none" strike="noStrike" kern="1200" cap="none" spc="0" normalizeH="0" baseline="0" noProof="0">
              <a:ln w="12700">
                <a:solidFill>
                  <a:srgbClr val="4472C4"/>
                </a:solidFill>
                <a:prstDash val="solid"/>
              </a:ln>
              <a:solidFill>
                <a:srgbClr val="4472C4">
                  <a:lumMod val="60000"/>
                  <a:lumOff val="40000"/>
                </a:srgbClr>
              </a:solidFill>
              <a:effectLst>
                <a:outerShdw dist="38100" dir="2640000" algn="bl" rotWithShape="0">
                  <a:srgbClr val="4472C4"/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嘉立创</a:t>
            </a:r>
            <a:r>
              <a:rPr kumimoji="0" lang="en-US" altLang="zh-CN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EDA</a:t>
            </a:r>
            <a:r>
              <a:rPr kumimoji="0" lang="zh-CN" altLang="en-US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专业版</a:t>
            </a:r>
            <a:endParaRPr kumimoji="0" lang="en-US" altLang="zh-CN" sz="6000" b="1" i="0" u="none" strike="noStrike" kern="1200" cap="none" spc="0" normalizeH="0" baseline="0" noProof="0">
              <a:ln w="12700">
                <a:solidFill>
                  <a:srgbClr val="4472C4"/>
                </a:solidFill>
                <a:prstDash val="solid"/>
              </a:ln>
              <a:solidFill>
                <a:srgbClr val="4472C4">
                  <a:lumMod val="60000"/>
                  <a:lumOff val="40000"/>
                </a:srgbClr>
              </a:solidFill>
              <a:effectLst>
                <a:outerShdw dist="38100" dir="2640000" algn="bl" rotWithShape="0">
                  <a:srgbClr val="4472C4"/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FA0031-043B-C3F3-1566-C6704CCD000C}"/>
              </a:ext>
            </a:extLst>
          </p:cNvPr>
          <p:cNvSpPr txBox="1"/>
          <p:nvPr/>
        </p:nvSpPr>
        <p:spPr>
          <a:xfrm>
            <a:off x="7794985" y="3306832"/>
            <a:ext cx="3955058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Expert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电子实验室出品</a:t>
            </a:r>
            <a:endParaRPr kumimoji="0" lang="en-US" altLang="zh-CN" sz="2800" b="1" i="0" u="none" strike="noStrike" kern="1200" cap="none" spc="0" normalizeH="0" baseline="0" noProof="0">
              <a:ln w="12700">
                <a:solidFill>
                  <a:prstClr val="black"/>
                </a:solidFill>
                <a:prstDash val="solid"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BD26316-E9C8-F710-FC9A-9D39FBCB6A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644" y="4507146"/>
            <a:ext cx="1440431" cy="144043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FCB1B0B-9C09-68C0-92FA-ACE355ED4C8A}"/>
              </a:ext>
            </a:extLst>
          </p:cNvPr>
          <p:cNvSpPr txBox="1"/>
          <p:nvPr/>
        </p:nvSpPr>
        <p:spPr>
          <a:xfrm>
            <a:off x="633668" y="4765696"/>
            <a:ext cx="21224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电赛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D4EEB2-FBD3-E5F7-B43E-9A805567A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554" y="4507146"/>
            <a:ext cx="1440431" cy="144043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20DC432-2B65-AC1F-1C49-F022B52F2D93}"/>
              </a:ext>
            </a:extLst>
          </p:cNvPr>
          <p:cNvSpPr txBox="1"/>
          <p:nvPr/>
        </p:nvSpPr>
        <p:spPr>
          <a:xfrm>
            <a:off x="4008128" y="4765696"/>
            <a:ext cx="2657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蓝桥杯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292EC17-03C7-6AE3-28CD-8A7094AEA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389" y="4507146"/>
            <a:ext cx="1440431" cy="144043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6FDBADE-4187-66E3-2099-167691F9CC41}"/>
              </a:ext>
            </a:extLst>
          </p:cNvPr>
          <p:cNvSpPr txBox="1"/>
          <p:nvPr/>
        </p:nvSpPr>
        <p:spPr>
          <a:xfrm>
            <a:off x="7972424" y="4765696"/>
            <a:ext cx="2496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嵌入式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AD92C8-F014-65C6-CD17-A8C7685245B4}"/>
              </a:ext>
            </a:extLst>
          </p:cNvPr>
          <p:cNvSpPr txBox="1"/>
          <p:nvPr/>
        </p:nvSpPr>
        <p:spPr>
          <a:xfrm>
            <a:off x="4346487" y="3122167"/>
            <a:ext cx="3495994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srgbClr val="FF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大师篇</a:t>
            </a:r>
            <a:endParaRPr kumimoji="0" lang="en-US" altLang="zh-CN" sz="8000" b="1" i="0" u="none" strike="noStrike" kern="1200" cap="none" spc="0" normalizeH="0" baseline="0" noProof="0">
              <a:ln w="12700">
                <a:solidFill>
                  <a:prstClr val="black"/>
                </a:solidFill>
                <a:prstDash val="solid"/>
              </a:ln>
              <a:solidFill>
                <a:srgbClr val="FF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184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930E811-2067-D578-7A25-ED35BCC38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774" y="2130818"/>
            <a:ext cx="2596364" cy="25963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B9A69F7-FB84-C33B-D2AF-A298B0A3BFB5}"/>
              </a:ext>
            </a:extLst>
          </p:cNvPr>
          <p:cNvSpPr txBox="1"/>
          <p:nvPr/>
        </p:nvSpPr>
        <p:spPr>
          <a:xfrm>
            <a:off x="4830243" y="2567226"/>
            <a:ext cx="5509983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第一课</a:t>
            </a:r>
            <a:endParaRPr lang="en-US" altLang="zh-CN" sz="4000" b="1">
              <a:ln w="1270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r>
              <a:rPr lang="zh-CN" altLang="en-US" sz="6600" b="1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产品设计流程</a:t>
            </a:r>
            <a:endParaRPr lang="en-US" altLang="zh-CN" sz="6600" b="1">
              <a:ln w="1270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6198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6F2DE27-56D9-5450-A07C-EED6DD014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5513" y="1265013"/>
            <a:ext cx="2707249" cy="194723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D88988E-5F5A-3C90-6612-84B2865B0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202" y="1166833"/>
            <a:ext cx="2970100" cy="211665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3553D9F-26E7-5C74-9A9F-565327F7DF7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6" t="22698" r="-1710" b="24801"/>
          <a:stretch/>
        </p:blipFill>
        <p:spPr>
          <a:xfrm>
            <a:off x="2184202" y="4090859"/>
            <a:ext cx="2970100" cy="207361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FBE16A5-9344-EB7C-646B-72B6D5BE016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8" t="13527" r="7998" b="7294"/>
          <a:stretch/>
        </p:blipFill>
        <p:spPr>
          <a:xfrm>
            <a:off x="7256757" y="4125406"/>
            <a:ext cx="2596008" cy="2039062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6FABF81-EB41-C998-C4CB-DEC0C1457E58}"/>
              </a:ext>
            </a:extLst>
          </p:cNvPr>
          <p:cNvCxnSpPr>
            <a:cxnSpLocks/>
          </p:cNvCxnSpPr>
          <p:nvPr/>
        </p:nvCxnSpPr>
        <p:spPr>
          <a:xfrm>
            <a:off x="5327229" y="2159531"/>
            <a:ext cx="1629679" cy="0"/>
          </a:xfrm>
          <a:prstGeom prst="straightConnector1">
            <a:avLst/>
          </a:prstGeom>
          <a:ln w="127000"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6FB0457-78D3-AA35-CE52-B1CCD17BE1DF}"/>
              </a:ext>
            </a:extLst>
          </p:cNvPr>
          <p:cNvSpPr txBox="1"/>
          <p:nvPr/>
        </p:nvSpPr>
        <p:spPr>
          <a:xfrm>
            <a:off x="8809388" y="3425169"/>
            <a:ext cx="1629679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67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生产加工</a:t>
            </a:r>
            <a:endParaRPr lang="en-US" altLang="zh-CN" sz="2667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34DE9D2-9421-D6D5-F18B-934EFC21A103}"/>
              </a:ext>
            </a:extLst>
          </p:cNvPr>
          <p:cNvCxnSpPr>
            <a:cxnSpLocks/>
          </p:cNvCxnSpPr>
          <p:nvPr/>
        </p:nvCxnSpPr>
        <p:spPr>
          <a:xfrm>
            <a:off x="8565792" y="3335843"/>
            <a:ext cx="0" cy="643216"/>
          </a:xfrm>
          <a:prstGeom prst="straightConnector1">
            <a:avLst/>
          </a:prstGeom>
          <a:ln w="127000"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09FA0FE-F966-2B50-69A8-43D17D39ED72}"/>
              </a:ext>
            </a:extLst>
          </p:cNvPr>
          <p:cNvSpPr txBox="1"/>
          <p:nvPr/>
        </p:nvSpPr>
        <p:spPr>
          <a:xfrm>
            <a:off x="5335068" y="1537249"/>
            <a:ext cx="1629679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67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布局布线</a:t>
            </a:r>
            <a:endParaRPr lang="en-US" altLang="zh-CN" sz="2667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CCB3682-C3B0-A604-CE1E-51B5B3DBFCC7}"/>
              </a:ext>
            </a:extLst>
          </p:cNvPr>
          <p:cNvCxnSpPr>
            <a:cxnSpLocks/>
          </p:cNvCxnSpPr>
          <p:nvPr/>
        </p:nvCxnSpPr>
        <p:spPr>
          <a:xfrm flipH="1">
            <a:off x="5386315" y="4984761"/>
            <a:ext cx="1570593" cy="0"/>
          </a:xfrm>
          <a:prstGeom prst="straightConnector1">
            <a:avLst/>
          </a:prstGeom>
          <a:ln w="127000"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70DCD66D-3212-473E-19EF-40739765CCB0}"/>
              </a:ext>
            </a:extLst>
          </p:cNvPr>
          <p:cNvSpPr txBox="1"/>
          <p:nvPr/>
        </p:nvSpPr>
        <p:spPr>
          <a:xfrm>
            <a:off x="5386315" y="4242963"/>
            <a:ext cx="1629679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67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焊接组装</a:t>
            </a:r>
            <a:endParaRPr lang="en-US" altLang="zh-CN" sz="2667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848D3F4-6CA5-4C2E-0A53-581CC6C105E1}"/>
              </a:ext>
            </a:extLst>
          </p:cNvPr>
          <p:cNvSpPr txBox="1"/>
          <p:nvPr/>
        </p:nvSpPr>
        <p:spPr>
          <a:xfrm>
            <a:off x="845261" y="1702930"/>
            <a:ext cx="1237744" cy="91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667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原理图设计</a:t>
            </a:r>
            <a:endParaRPr lang="en-US" altLang="zh-CN" sz="2667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6A58A9D-E087-CD67-0272-E728AD954377}"/>
              </a:ext>
            </a:extLst>
          </p:cNvPr>
          <p:cNvSpPr txBox="1"/>
          <p:nvPr/>
        </p:nvSpPr>
        <p:spPr>
          <a:xfrm>
            <a:off x="9953959" y="1702930"/>
            <a:ext cx="970215" cy="91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667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PCB</a:t>
            </a:r>
            <a:r>
              <a:rPr lang="zh-CN" altLang="en-US" sz="2667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设计</a:t>
            </a:r>
            <a:endParaRPr lang="en-US" altLang="zh-CN" sz="2667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D0550E6-6731-338F-731C-6F1F0587E13A}"/>
              </a:ext>
            </a:extLst>
          </p:cNvPr>
          <p:cNvSpPr txBox="1"/>
          <p:nvPr/>
        </p:nvSpPr>
        <p:spPr>
          <a:xfrm>
            <a:off x="238469" y="186282"/>
            <a:ext cx="32415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PCB</a:t>
            </a:r>
            <a:r>
              <a:rPr lang="zh-CN" altLang="en-US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设计流程</a:t>
            </a:r>
          </a:p>
        </p:txBody>
      </p:sp>
    </p:spTree>
    <p:extLst>
      <p:ext uri="{BB962C8B-B14F-4D97-AF65-F5344CB8AC3E}">
        <p14:creationId xmlns:p14="http://schemas.microsoft.com/office/powerpoint/2010/main" val="2906441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BE9DDE7-D626-6718-3CB0-F3FA3E84179A}"/>
              </a:ext>
            </a:extLst>
          </p:cNvPr>
          <p:cNvSpPr txBox="1"/>
          <p:nvPr/>
        </p:nvSpPr>
        <p:spPr>
          <a:xfrm>
            <a:off x="4475203" y="1485693"/>
            <a:ext cx="32415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PCB</a:t>
            </a:r>
            <a:r>
              <a:rPr lang="zh-CN" altLang="en-US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设计流程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B35267FE-3C79-2798-B90C-5C41B91F9E5B}"/>
              </a:ext>
            </a:extLst>
          </p:cNvPr>
          <p:cNvCxnSpPr>
            <a:cxnSpLocks/>
          </p:cNvCxnSpPr>
          <p:nvPr/>
        </p:nvCxnSpPr>
        <p:spPr>
          <a:xfrm>
            <a:off x="6095999" y="2455165"/>
            <a:ext cx="0" cy="1463693"/>
          </a:xfrm>
          <a:prstGeom prst="straightConnector1">
            <a:avLst/>
          </a:prstGeom>
          <a:ln w="127000"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2B639F0F-98B4-8EB5-76AB-A706D85EDEB6}"/>
              </a:ext>
            </a:extLst>
          </p:cNvPr>
          <p:cNvSpPr txBox="1"/>
          <p:nvPr/>
        </p:nvSpPr>
        <p:spPr>
          <a:xfrm>
            <a:off x="4464783" y="4408794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产品设计流程</a:t>
            </a:r>
          </a:p>
        </p:txBody>
      </p:sp>
    </p:spTree>
    <p:extLst>
      <p:ext uri="{BB962C8B-B14F-4D97-AF65-F5344CB8AC3E}">
        <p14:creationId xmlns:p14="http://schemas.microsoft.com/office/powerpoint/2010/main" val="325749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F5A7C18-3CD3-82CE-F7BF-B6FA72A0E47B}"/>
              </a:ext>
            </a:extLst>
          </p:cNvPr>
          <p:cNvSpPr txBox="1"/>
          <p:nvPr/>
        </p:nvSpPr>
        <p:spPr>
          <a:xfrm>
            <a:off x="154040" y="125552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产品设计流程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162AEA9-DE46-73D4-E88D-A6227AF82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48470"/>
            <a:ext cx="12192000" cy="156106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FACE482-3FF3-ED95-7984-463297A7A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347" y="4819032"/>
            <a:ext cx="4168501" cy="102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679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338438-CDD6-BB3D-D783-7F03692482F7}"/>
              </a:ext>
            </a:extLst>
          </p:cNvPr>
          <p:cNvSpPr txBox="1"/>
          <p:nvPr/>
        </p:nvSpPr>
        <p:spPr>
          <a:xfrm>
            <a:off x="154040" y="125552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产品设计流程</a:t>
            </a:r>
          </a:p>
        </p:txBody>
      </p:sp>
      <p:graphicFrame>
        <p:nvGraphicFramePr>
          <p:cNvPr id="13" name="图示 12">
            <a:extLst>
              <a:ext uri="{FF2B5EF4-FFF2-40B4-BE49-F238E27FC236}">
                <a16:creationId xmlns:a16="http://schemas.microsoft.com/office/drawing/2014/main" id="{F0447E5D-AE42-6E3F-CA77-E7046C2DC6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2577614"/>
              </p:ext>
            </p:extLst>
          </p:nvPr>
        </p:nvGraphicFramePr>
        <p:xfrm>
          <a:off x="1176612" y="260330"/>
          <a:ext cx="9838776" cy="63373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7181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922CE2C-7FB3-A78C-18B4-570A3A717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666" y="1744834"/>
            <a:ext cx="4054191" cy="336833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9178FEE-6A8F-D33D-8B63-BF857C7A1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018" y="1110992"/>
            <a:ext cx="4541402" cy="463601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CAF0350-5D45-6603-7EA1-A3F5FE9570ED}"/>
              </a:ext>
            </a:extLst>
          </p:cNvPr>
          <p:cNvSpPr txBox="1"/>
          <p:nvPr/>
        </p:nvSpPr>
        <p:spPr>
          <a:xfrm>
            <a:off x="154040" y="125552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产品设计流程</a:t>
            </a:r>
          </a:p>
        </p:txBody>
      </p:sp>
    </p:spTree>
    <p:extLst>
      <p:ext uri="{BB962C8B-B14F-4D97-AF65-F5344CB8AC3E}">
        <p14:creationId xmlns:p14="http://schemas.microsoft.com/office/powerpoint/2010/main" val="3311889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20A85E2-68B6-3ACE-F87C-A7C86BDDCA56}"/>
              </a:ext>
            </a:extLst>
          </p:cNvPr>
          <p:cNvSpPr txBox="1"/>
          <p:nvPr/>
        </p:nvSpPr>
        <p:spPr>
          <a:xfrm>
            <a:off x="3464510" y="2875002"/>
            <a:ext cx="52629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需求</a:t>
            </a:r>
            <a:r>
              <a:rPr lang="zh-CN" altLang="en-US" sz="6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是什么？</a:t>
            </a:r>
          </a:p>
        </p:txBody>
      </p:sp>
    </p:spTree>
    <p:extLst>
      <p:ext uri="{BB962C8B-B14F-4D97-AF65-F5344CB8AC3E}">
        <p14:creationId xmlns:p14="http://schemas.microsoft.com/office/powerpoint/2010/main" val="903639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6E45F5B-E477-1BBC-081E-77461971F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048" y="0"/>
            <a:ext cx="9130250" cy="684768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EFEE14F-D1F5-9B75-AE40-A2BAF3CD0B12}"/>
              </a:ext>
            </a:extLst>
          </p:cNvPr>
          <p:cNvSpPr txBox="1"/>
          <p:nvPr/>
        </p:nvSpPr>
        <p:spPr>
          <a:xfrm>
            <a:off x="171295" y="145553"/>
            <a:ext cx="2646878" cy="58477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需求是什么？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C537C3-BD81-D42D-8CB7-5E3EAB45B666}"/>
              </a:ext>
            </a:extLst>
          </p:cNvPr>
          <p:cNvSpPr txBox="1"/>
          <p:nvPr/>
        </p:nvSpPr>
        <p:spPr>
          <a:xfrm>
            <a:off x="8106408" y="1040473"/>
            <a:ext cx="2616422" cy="5847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2023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电赛</a:t>
            </a:r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C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题</a:t>
            </a:r>
          </a:p>
        </p:txBody>
      </p:sp>
    </p:spTree>
    <p:extLst>
      <p:ext uri="{BB962C8B-B14F-4D97-AF65-F5344CB8AC3E}">
        <p14:creationId xmlns:p14="http://schemas.microsoft.com/office/powerpoint/2010/main" val="2577421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56FEF6B-3038-B91D-3606-DDFF8C0EF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7A7ACC0-0D83-E4C4-5CAF-80986BE0118C}"/>
              </a:ext>
            </a:extLst>
          </p:cNvPr>
          <p:cNvSpPr txBox="1"/>
          <p:nvPr/>
        </p:nvSpPr>
        <p:spPr>
          <a:xfrm>
            <a:off x="171295" y="145553"/>
            <a:ext cx="2646878" cy="58477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需求是什么？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B9F4EFF-72CB-AAD1-BBC3-3F7940BAEB5D}"/>
              </a:ext>
            </a:extLst>
          </p:cNvPr>
          <p:cNvSpPr txBox="1"/>
          <p:nvPr/>
        </p:nvSpPr>
        <p:spPr>
          <a:xfrm>
            <a:off x="7886402" y="437940"/>
            <a:ext cx="2584362" cy="5847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2022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电赛</a:t>
            </a:r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F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题</a:t>
            </a:r>
          </a:p>
        </p:txBody>
      </p:sp>
    </p:spTree>
    <p:extLst>
      <p:ext uri="{BB962C8B-B14F-4D97-AF65-F5344CB8AC3E}">
        <p14:creationId xmlns:p14="http://schemas.microsoft.com/office/powerpoint/2010/main" val="2034832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5CBE4D7-4C04-CFAD-40CE-40D43FDE25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C96F7B1-39B6-E666-5058-2C39DB237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362" y="0"/>
            <a:ext cx="91344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3C6BBD2-1DD7-524C-7E35-B22A94550591}"/>
              </a:ext>
            </a:extLst>
          </p:cNvPr>
          <p:cNvSpPr txBox="1"/>
          <p:nvPr/>
        </p:nvSpPr>
        <p:spPr>
          <a:xfrm>
            <a:off x="171295" y="145553"/>
            <a:ext cx="2646878" cy="58477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需求是什么？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CF8527-87EC-18E7-FF78-DD0E505D1546}"/>
              </a:ext>
            </a:extLst>
          </p:cNvPr>
          <p:cNvSpPr txBox="1"/>
          <p:nvPr/>
        </p:nvSpPr>
        <p:spPr>
          <a:xfrm>
            <a:off x="7549517" y="437940"/>
            <a:ext cx="2624436" cy="5847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2023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电赛</a:t>
            </a:r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K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题</a:t>
            </a:r>
          </a:p>
        </p:txBody>
      </p:sp>
    </p:spTree>
    <p:extLst>
      <p:ext uri="{BB962C8B-B14F-4D97-AF65-F5344CB8AC3E}">
        <p14:creationId xmlns:p14="http://schemas.microsoft.com/office/powerpoint/2010/main" val="1033834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425FDBD-001D-9E8B-AB32-C953E50E7F70}"/>
              </a:ext>
            </a:extLst>
          </p:cNvPr>
          <p:cNvSpPr txBox="1"/>
          <p:nvPr/>
        </p:nvSpPr>
        <p:spPr>
          <a:xfrm>
            <a:off x="171295" y="145553"/>
            <a:ext cx="2646878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需求是什么？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B3E8CF2-80C6-1030-69CC-C74E8197F5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5" t="9928" r="55931" b="10852"/>
          <a:stretch/>
        </p:blipFill>
        <p:spPr>
          <a:xfrm>
            <a:off x="1811296" y="941097"/>
            <a:ext cx="4724922" cy="5606541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CE09CC9D-B2F2-D723-E314-31D891B996E1}"/>
              </a:ext>
            </a:extLst>
          </p:cNvPr>
          <p:cNvGrpSpPr/>
          <p:nvPr/>
        </p:nvGrpSpPr>
        <p:grpSpPr>
          <a:xfrm>
            <a:off x="7190658" y="3001436"/>
            <a:ext cx="2137819" cy="855127"/>
            <a:chOff x="2402" y="2741106"/>
            <a:chExt cx="2137819" cy="855127"/>
          </a:xfrm>
        </p:grpSpPr>
        <p:sp>
          <p:nvSpPr>
            <p:cNvPr id="12" name="箭头: V 形 11">
              <a:extLst>
                <a:ext uri="{FF2B5EF4-FFF2-40B4-BE49-F238E27FC236}">
                  <a16:creationId xmlns:a16="http://schemas.microsoft.com/office/drawing/2014/main" id="{B223CF40-CCB7-ECCD-AC2E-307E978C4222}"/>
                </a:ext>
              </a:extLst>
            </p:cNvPr>
            <p:cNvSpPr/>
            <p:nvPr/>
          </p:nvSpPr>
          <p:spPr>
            <a:xfrm>
              <a:off x="2402" y="2741106"/>
              <a:ext cx="2137819" cy="855127"/>
            </a:xfrm>
            <a:prstGeom prst="chevron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箭头: V 形 4">
              <a:extLst>
                <a:ext uri="{FF2B5EF4-FFF2-40B4-BE49-F238E27FC236}">
                  <a16:creationId xmlns:a16="http://schemas.microsoft.com/office/drawing/2014/main" id="{73089747-9F4E-BE23-2EE9-E800286EFA72}"/>
                </a:ext>
              </a:extLst>
            </p:cNvPr>
            <p:cNvSpPr txBox="1"/>
            <p:nvPr/>
          </p:nvSpPr>
          <p:spPr>
            <a:xfrm>
              <a:off x="429966" y="2741106"/>
              <a:ext cx="1282692" cy="85512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6017" tIns="45339" rIns="45339" bIns="45339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3400" kern="120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需求</a:t>
              </a:r>
              <a:endParaRPr lang="zh-CN" altLang="en-US" sz="3400" kern="120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B79099EC-5B72-6223-05CB-23ED04647CDA}"/>
              </a:ext>
            </a:extLst>
          </p:cNvPr>
          <p:cNvGrpSpPr/>
          <p:nvPr/>
        </p:nvGrpSpPr>
        <p:grpSpPr>
          <a:xfrm>
            <a:off x="9114696" y="3001436"/>
            <a:ext cx="2137819" cy="855127"/>
            <a:chOff x="1926440" y="2741106"/>
            <a:chExt cx="2137819" cy="855127"/>
          </a:xfrm>
        </p:grpSpPr>
        <p:sp>
          <p:nvSpPr>
            <p:cNvPr id="10" name="箭头: V 形 9">
              <a:extLst>
                <a:ext uri="{FF2B5EF4-FFF2-40B4-BE49-F238E27FC236}">
                  <a16:creationId xmlns:a16="http://schemas.microsoft.com/office/drawing/2014/main" id="{161D50F9-70DF-4E92-88FD-11162768D667}"/>
                </a:ext>
              </a:extLst>
            </p:cNvPr>
            <p:cNvSpPr/>
            <p:nvPr/>
          </p:nvSpPr>
          <p:spPr>
            <a:xfrm>
              <a:off x="1926440" y="2741106"/>
              <a:ext cx="2137819" cy="855127"/>
            </a:xfrm>
            <a:prstGeom prst="chevron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箭头: V 形 6">
              <a:extLst>
                <a:ext uri="{FF2B5EF4-FFF2-40B4-BE49-F238E27FC236}">
                  <a16:creationId xmlns:a16="http://schemas.microsoft.com/office/drawing/2014/main" id="{062E3A81-A63B-F358-7446-C6E2817F149F}"/>
                </a:ext>
              </a:extLst>
            </p:cNvPr>
            <p:cNvSpPr txBox="1"/>
            <p:nvPr/>
          </p:nvSpPr>
          <p:spPr>
            <a:xfrm>
              <a:off x="2354004" y="2741106"/>
              <a:ext cx="1282692" cy="85512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6017" tIns="45339" rIns="45339" bIns="45339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3400" kern="120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方案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7344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DD70DA4-BE7D-D2D2-ED72-7D28C845E9EB}"/>
              </a:ext>
            </a:extLst>
          </p:cNvPr>
          <p:cNvSpPr txBox="1"/>
          <p:nvPr/>
        </p:nvSpPr>
        <p:spPr>
          <a:xfrm>
            <a:off x="154040" y="125552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产品设计流程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FC282D9-60CE-E381-D6FF-B69169C31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499129"/>
              </p:ext>
            </p:extLst>
          </p:nvPr>
        </p:nvGraphicFramePr>
        <p:xfrm>
          <a:off x="1236998" y="1362582"/>
          <a:ext cx="9718004" cy="442735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859002">
                  <a:extLst>
                    <a:ext uri="{9D8B030D-6E8A-4147-A177-3AD203B41FA5}">
                      <a16:colId xmlns:a16="http://schemas.microsoft.com/office/drawing/2014/main" val="4048894845"/>
                    </a:ext>
                  </a:extLst>
                </a:gridCol>
                <a:gridCol w="4859002">
                  <a:extLst>
                    <a:ext uri="{9D8B030D-6E8A-4147-A177-3AD203B41FA5}">
                      <a16:colId xmlns:a16="http://schemas.microsoft.com/office/drawing/2014/main" val="3854366654"/>
                    </a:ext>
                  </a:extLst>
                </a:gridCol>
              </a:tblGrid>
              <a:tr h="9077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800"/>
                        <a:t>需求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800"/>
                        <a:t>方案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966031"/>
                  </a:ext>
                </a:extLst>
              </a:tr>
              <a:tr h="643687">
                <a:tc rowSpan="5">
                  <a:txBody>
                    <a:bodyPr/>
                    <a:lstStyle/>
                    <a:p>
                      <a:pPr algn="ctr"/>
                      <a:r>
                        <a:rPr lang="zh-CN" altLang="en-US" sz="32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设计一款基于</a:t>
                      </a:r>
                      <a:r>
                        <a:rPr lang="en-US" altLang="zh-CN" sz="32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STM32</a:t>
                      </a:r>
                      <a:r>
                        <a:rPr lang="zh-CN" altLang="en-US" sz="32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的开发板，满足电赛仪表组的需求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主控：</a:t>
                      </a:r>
                      <a:r>
                        <a:rPr lang="en-US" altLang="zh-CN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STM32F103VET6</a:t>
                      </a:r>
                      <a:endParaRPr lang="zh-CN" altLang="en-US" sz="280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2548244"/>
                  </a:ext>
                </a:extLst>
              </a:tr>
              <a:tr h="64368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信号接口：</a:t>
                      </a:r>
                      <a:r>
                        <a:rPr lang="en-US" altLang="zh-CN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ADC DAC</a:t>
                      </a:r>
                      <a:endParaRPr lang="zh-CN" altLang="en-US" sz="280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6044977"/>
                  </a:ext>
                </a:extLst>
              </a:tr>
              <a:tr h="64368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模块接口：屏幕、</a:t>
                      </a:r>
                      <a:r>
                        <a:rPr lang="en-US" altLang="zh-CN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iic</a:t>
                      </a:r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、</a:t>
                      </a:r>
                      <a:r>
                        <a:rPr lang="en-US" altLang="zh-CN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spi</a:t>
                      </a:r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、</a:t>
                      </a:r>
                      <a:endParaRPr lang="en-US" altLang="zh-CN" sz="280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  <a:p>
                      <a:pPr algn="ctr"/>
                      <a:r>
                        <a:rPr lang="en-US" altLang="zh-CN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usart</a:t>
                      </a:r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、</a:t>
                      </a:r>
                      <a:r>
                        <a:rPr lang="en-US" altLang="zh-CN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usb</a:t>
                      </a:r>
                      <a:endParaRPr lang="zh-CN" altLang="en-US" sz="280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683910"/>
                  </a:ext>
                </a:extLst>
              </a:tr>
              <a:tr h="64368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电源设计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9778786"/>
                  </a:ext>
                </a:extLst>
              </a:tr>
              <a:tr h="64368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其他设计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5879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585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2179</TotalTime>
  <Words>146</Words>
  <Application>Microsoft Office PowerPoint</Application>
  <PresentationFormat>宽屏</PresentationFormat>
  <Paragraphs>47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等线</vt:lpstr>
      <vt:lpstr>等线 Light</vt:lpstr>
      <vt:lpstr>思源黑体 CN Heavy</vt:lpstr>
      <vt:lpstr>思源黑体 CN Medium</vt:lpstr>
      <vt:lpstr>Arial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yc x</dc:creator>
  <cp:lastModifiedBy>yc x</cp:lastModifiedBy>
  <cp:revision>65</cp:revision>
  <dcterms:created xsi:type="dcterms:W3CDTF">2024-01-23T04:02:51Z</dcterms:created>
  <dcterms:modified xsi:type="dcterms:W3CDTF">2024-07-15T17:24:57Z</dcterms:modified>
</cp:coreProperties>
</file>