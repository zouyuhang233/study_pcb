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6"/>
  </p:notesMasterIdLst>
  <p:sldIdLst>
    <p:sldId id="382" r:id="rId3"/>
    <p:sldId id="375" r:id="rId4"/>
    <p:sldId id="414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4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856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EC70A-F502-4BDD-A00A-8A9C0175DC89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3FA8A-98B0-4AA8-9E57-9232433126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56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8C5DF-0E91-4829-8EB2-D640E95B0EE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389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880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976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033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825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689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328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125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925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517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05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531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206535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CCC614-345E-7333-AA10-296E689FE1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96857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675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768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150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16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435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933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915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26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25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744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07279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550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94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0CA67B6-B341-78B2-0450-4F144AA7B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16" y="1308533"/>
            <a:ext cx="3198612" cy="31986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AF49640-81CF-184F-1355-BD8BDA1CACDA}"/>
              </a:ext>
            </a:extLst>
          </p:cNvPr>
          <p:cNvSpPr txBox="1"/>
          <p:nvPr/>
        </p:nvSpPr>
        <p:spPr>
          <a:xfrm>
            <a:off x="4346487" y="1452098"/>
            <a:ext cx="7700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国一学长带你学</a:t>
            </a:r>
            <a:endParaRPr kumimoji="0" lang="en-US" altLang="zh-CN" sz="48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嘉立创</a:t>
            </a:r>
            <a:r>
              <a:rPr kumimoji="0" lang="en-US" altLang="zh-CN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EDA</a:t>
            </a: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专业版</a:t>
            </a:r>
            <a:endParaRPr kumimoji="0" lang="en-US" altLang="zh-CN" sz="60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FA0031-043B-C3F3-1566-C6704CCD000C}"/>
              </a:ext>
            </a:extLst>
          </p:cNvPr>
          <p:cNvSpPr txBox="1"/>
          <p:nvPr/>
        </p:nvSpPr>
        <p:spPr>
          <a:xfrm>
            <a:off x="7794985" y="3306832"/>
            <a:ext cx="3955058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Expert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电子实验室出品</a:t>
            </a:r>
            <a:endParaRPr kumimoji="0" lang="en-US" altLang="zh-CN" sz="28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BD26316-E9C8-F710-FC9A-9D39FBCB6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644" y="4507146"/>
            <a:ext cx="1440431" cy="14404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FCB1B0B-9C09-68C0-92FA-ACE355ED4C8A}"/>
              </a:ext>
            </a:extLst>
          </p:cNvPr>
          <p:cNvSpPr txBox="1"/>
          <p:nvPr/>
        </p:nvSpPr>
        <p:spPr>
          <a:xfrm>
            <a:off x="633668" y="4765696"/>
            <a:ext cx="2122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电赛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D4EEB2-FBD3-E5F7-B43E-9A805567A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54" y="4507146"/>
            <a:ext cx="1440431" cy="144043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20DC432-2B65-AC1F-1C49-F022B52F2D93}"/>
              </a:ext>
            </a:extLst>
          </p:cNvPr>
          <p:cNvSpPr txBox="1"/>
          <p:nvPr/>
        </p:nvSpPr>
        <p:spPr>
          <a:xfrm>
            <a:off x="4008128" y="4765696"/>
            <a:ext cx="2657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蓝桥杯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292EC17-03C7-6AE3-28CD-8A7094AEA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389" y="4507146"/>
            <a:ext cx="1440431" cy="144043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6FDBADE-4187-66E3-2099-167691F9CC41}"/>
              </a:ext>
            </a:extLst>
          </p:cNvPr>
          <p:cNvSpPr txBox="1"/>
          <p:nvPr/>
        </p:nvSpPr>
        <p:spPr>
          <a:xfrm>
            <a:off x="7972424" y="4765696"/>
            <a:ext cx="2496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嵌入式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AD92C8-F014-65C6-CD17-A8C7685245B4}"/>
              </a:ext>
            </a:extLst>
          </p:cNvPr>
          <p:cNvSpPr txBox="1"/>
          <p:nvPr/>
        </p:nvSpPr>
        <p:spPr>
          <a:xfrm>
            <a:off x="4346487" y="3122167"/>
            <a:ext cx="3495994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srgbClr val="FF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大师篇</a:t>
            </a:r>
            <a:endParaRPr kumimoji="0" lang="en-US" altLang="zh-CN" sz="80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srgbClr val="FF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184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930E811-2067-D578-7A25-ED35BCC38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987" y="2130817"/>
            <a:ext cx="2596364" cy="25963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B9A69F7-FB84-C33B-D2AF-A298B0A3BFB5}"/>
              </a:ext>
            </a:extLst>
          </p:cNvPr>
          <p:cNvSpPr txBox="1"/>
          <p:nvPr/>
        </p:nvSpPr>
        <p:spPr>
          <a:xfrm>
            <a:off x="4709220" y="2130817"/>
            <a:ext cx="6325457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第六课</a:t>
            </a:r>
            <a:endParaRPr lang="en-US" altLang="zh-CN" sz="4000" b="1">
              <a:ln w="1270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r>
              <a:rPr lang="en-US" altLang="zh-CN" sz="66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stm32</a:t>
            </a:r>
            <a:r>
              <a:rPr lang="zh-CN" altLang="en-US" sz="66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电赛开发板原理图设计</a:t>
            </a:r>
            <a:endParaRPr lang="en-US" altLang="zh-CN" sz="6600" b="1">
              <a:ln w="1270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6198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6E30927-8AD3-5607-58DD-A8AE8AB29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516" y="-96229"/>
            <a:ext cx="6513674" cy="705045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2A775CF-7E49-CB15-5BF2-574C0E0666AE}"/>
              </a:ext>
            </a:extLst>
          </p:cNvPr>
          <p:cNvSpPr txBox="1"/>
          <p:nvPr/>
        </p:nvSpPr>
        <p:spPr>
          <a:xfrm>
            <a:off x="0" y="0"/>
            <a:ext cx="32415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PCB</a:t>
            </a:r>
            <a:r>
              <a:rPr lang="zh-CN" altLang="en-US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设计流程</a:t>
            </a:r>
          </a:p>
        </p:txBody>
      </p:sp>
    </p:spTree>
    <p:extLst>
      <p:ext uri="{BB962C8B-B14F-4D97-AF65-F5344CB8AC3E}">
        <p14:creationId xmlns:p14="http://schemas.microsoft.com/office/powerpoint/2010/main" val="563936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2255</TotalTime>
  <Words>37</Words>
  <Application>Microsoft Office PowerPoint</Application>
  <PresentationFormat>宽屏</PresentationFormat>
  <Paragraphs>12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等线 Light</vt:lpstr>
      <vt:lpstr>思源黑体 CN Heavy</vt:lpstr>
      <vt:lpstr>思源黑体 CN Medium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yc x</dc:creator>
  <cp:lastModifiedBy>yc x</cp:lastModifiedBy>
  <cp:revision>93</cp:revision>
  <dcterms:created xsi:type="dcterms:W3CDTF">2024-01-23T04:02:51Z</dcterms:created>
  <dcterms:modified xsi:type="dcterms:W3CDTF">2025-01-18T07:50:22Z</dcterms:modified>
</cp:coreProperties>
</file>