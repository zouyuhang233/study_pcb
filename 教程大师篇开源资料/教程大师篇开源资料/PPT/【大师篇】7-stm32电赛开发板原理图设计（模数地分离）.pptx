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9"/>
  </p:notesMasterIdLst>
  <p:sldIdLst>
    <p:sldId id="382" r:id="rId3"/>
    <p:sldId id="375" r:id="rId4"/>
    <p:sldId id="417" r:id="rId5"/>
    <p:sldId id="414" r:id="rId6"/>
    <p:sldId id="415" r:id="rId7"/>
    <p:sldId id="416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941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2856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26T15:42:16.5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6793 5268 0 0,'6'0'31'0,"-6"3"171"0,0-3 12 0,0 4 4 15,0 0 2-15,0-4 2 0,6 3 1 0,-6 1 8 0,0 0 9 16,0 0 23-16,0 3 27 0,7 0-9 0,-7 1-27 0,0-1-13 0,6 8-3 16,-6-5 4-16,7 5 6 0,-7 0 7 0,7 3 7 0,-7 4 6 15,6 0 7-15,-6 0 1 0,0 4-1 0,6-1-14 0,-6 4-20 0,0 1-23 16,7 3-23-16,-7 0-27 0,0 3-28 0,7 1-16 0,-7-1-15 15,0 5-6-15,0-4-3 0,0 6-4 0,0-2-3 0,0 3-4 16,0 3-6-16,0-2-5 0,-7 2-6 0,7 4-4 0,0-3-7 0,-7 3-3 16,7 4-4-16,-6-3-3 0,6-1-2 0,0 0-6 0,-6 4-2 15,-1-4-4-15,7 1-2 0,-7-5-2 0,7 4-11 0,-6 1-22 16,6-5 0-16,-7 1 0 0,7 4 0 0,0-5 0 0,-6 4 0 0,6-3 0 16,-6 0 0-16,6 4 0 0,-7-5 0 0,7 0 0 0,0 0 0 0,-7 1 0 15,7 0 0-15,-6-4 0 0,6 0 0 0,0 0 0 0,0-8 0 16,0 4 0-16,0-2 0 0,0-5 0 0,0-1 0 0,6 1 0 15,-6-6 0-15,0 1 0 0,7-2 0 0,-7-4 0 0,7 0 0 0,-7-5 0 16,0 3 0-16,6-2 0 0,-6-3 0 0,6-4 0 0,-6-1-53 0,0-2-48 16,7-1-17-16,-7 0-22 0,0-7-24 0,0 0-51 0,0 0-59 15,0 0-74-15,0-3-77 0,-7-5-62 0,7 1-52 0,-6-7-20 16,6-1-5-16,-6-3 4 0,-1-5 10 0,0-2 14 0,1-5 17 0,0-2 22 16,-2-4 26-16,2-6 49 0,6-1 63 0,-6-1 78 0,-1-8 272 15</inkml:trace>
  <inkml:trace contextRef="#ctx0" brushRef="#br0" timeOffset="1165.88">6923 4967 65 0,'6'0'122'0,"0"0"11"0,1 0 11 0,0 0 12 16,-1 0 10-16,7 4 14 0,-7-4 15 0,2 0-5 0,4 4-12 0,2-4-5 15,-8 3 1-15,7-3 1 0,0 4 1 0,0-4 4 0,-1 4 4 16,2-4 2-16,-1 0-2 0,0 0 2 0,0 3 5 0,7-3 8 0,-8 0 11 16,8 0 7-16,-1 4 6 0,1-4-3 0,0 0-7 0,-1 0-9 15,1 0-7-15,6 0-12 0,-7 0-15 0,7 0-10 0,-6 0-9 16,6 4-10-16,0-4-13 0,-7 0-20 0,8 0-22 0,-1 3-20 16,0-3-17-16,0 0-8 0,-7 4-5 0,7-4-3 0,0 3-3 0,1-3 0 15,-1 4 2-15,6-4 0 0,-5 4 3 0,-2 0 1 0,7-4 0 0,-5 0-1 16,5 0-1-16,1 0 0 0,0 0 0 0,0 0 0 0,-1-4 0 15,1 0 2-15,5 0 0 0,-5 4 0 0,6-7 0 0,0 4-3 16,0-1-2-16,0-3-3 0,0 3-2 0,1-3 0 0,-1 3 1 0,6-3-1 16,-6 4-1-16,7-2 1 0,0-2-1 0,-8 3-1 0,8 1 0 15,0-1-1-15,-8 0-1 0,9 1-1 0,-2-1-1 0,1 1 0 16,-7-1 0-16,6-3 0 0,1 3-1 0,-7 0-1 0,7 1-1 0,-1-1-1 16,0-3-2-16,1 2-2 0,-1-1 0 0,-5 2-1 0,5 0 0 0,1-3 0 15,-1 3 0-15,1-3 0 0,0 3-1 0,0-3-1 0,-8 3 0 16,8-3-1-16,0 3 0 0,-7-3 0 0,-1 3-1 0,8-3 2 15,-7 3 1-15,0 1-1 0,1-1 1 0,5-3 0 0,-6 3-1 0,1 0 1 16,-2 1 0-16,1 3 1 0,0-4-1 0,1 0 0 0,-1 1 0 16,-1 3-1-16,-5-4 1 0,7 4-1 0,-8 0-1 0,7 0-1 15,-6 0 0-15,-1 0 0 0,-6 0 0 0,7 0 0 0,-7 0 1 0,0 0 0 16,-1 4 0-16,2-4 1 0,-1 0 1 0,-6 3 1 0,6-3-1 16,-7 4 1-16,1-4 0 0,0 0 0 0,-1 0-2 0,0 4 0 0,-6-4 1 15,7 0-2-15,-7 3 1 0,0-3-1 0,0 4 0 0,0-4-2 16,0 0-2-16,0 4 1 0,-6-4-1 0,5 0 0 0,-5 3-1 0,-1-3 1 15,1 4 0-15,0-4 1 0,-7 0 0 0,6 4 2 0,-6-4 1 16,0 0 4-16,6 3 2 0,-6-3 2 0,0 0 2 0,0 4 3 0,0-4 3 16,0 0 2-16,0 3-16 0,0-3-10 0,-6 4 0 0,6 0 0 15,0-1 0-15,0 5 0 0,-6-4 0 0,6 3 0 0,-7 0 0 0,7 0 0 16,-7 5 0-16,7-1 0 0,-6 0 0 0,-1 0 0 0,7 0 0 16,-6 3 0-16,6-3 0 0,-6 4 0 0,-1 3 0 0,7-3 0 15,-7 3 0-15,7 1 0 0,-6-1 0 0,6 0 0 0,-6 4 0 0,6 4 0 16,-7-5 0-16,7 5 0 0,0 0 0 0,-7 3 0 0,7 0 0 0,-6 1 0 15,6 3 0-15,0-4 0 0,-7 4 0 0,7 4 0 0,-6-5 0 16,6 5 0-16,0 0 0 0,-6-1 0 0,6 5 0 0,0-1 0 16,-7-3 0-16,7 3 0 0,0 1 0 0,-7 2 0 0,7-2 0 0,0 2 0 15,0-2 0-15,0 3 0 0,-6 0 0 0,6 0 0 0,0 3 0 16,0-3 0-16,0 4 0 0,0 0 0 0,0-1 0 0,0 4 0 0,0 1 0 16,0-5 0-16,0 4 0 0,0 1 0 0,0-1 0 0,6 1 0 15,-6-5 0-15,0 4 0 0,0-3 0 0,7 0 0 0,-7-1 0 0,7 1 0 16,-7-1 0-16,6-3 0 0,0 1 0 0,-6-5 0 0,7 0 0 15,-1 1 0-15,1-1 0 0,0-4 0 0,-1 1 0 0,0-4 0 16,1 4 0-16,0-8 0 0,-1 4 0 0,0-5 0 0,7 3 0 0,-6-2 0 16,0-4 0-16,-1 1 0 0,-6 0 0 0,6 0 0 0,2-1 0 15,-2-3 0-15,-6 0 0 0,6 0 0 0,-6-4 0 0,6 0 0 16,-6-3 0-16,0 4 0 0,7-8 0 0,-7 3 0 0,0-6 0 0,0 3 0 16,0-8 0-16,0 4-51 0,0-3-218 0,0-4-48 0,0 0-52 15,0 0-52-15,0-4-52 0,0 1-39 0,0-1-31 0,0-3-19 0,-7 0-10 16,1-1 6-16,6-3 18 0,-6 4 21 0,0-4 24 0,-2 4 34 15,-4-4 41-15,5-1 53 0,-6 5 60 0,-6-4 60 0,5 4 139 0</inkml:trace>
  <inkml:trace contextRef="#ctx0" brushRef="#br0" timeOffset="1999.99">7196 8026 0 0,'0'0'10'0,"0"-4"119"0,-7 4 7 0,7 0 8 0,-6-3 6 0,6 3 7 0,0 0 6 0,0 0 5 0,0 0 7 15,0 0-12-15,0 0-20 0,0 0-18 0,0 0-16 0,0 0 0 16,0-4 5-16,0 4 11 0,6-3 9 0,1 3 14 0,0-4 15 0,-1 4 20 16,0-4 23-16,8 4 26 0,-1-4 26 0,7 1 10 0,-8-1 7 0,14 1 1 15,-6-1-3-15,6 4-8 0,0-4-17 0,0 4-13 0,0-3-15 16,7 3-16-16,-1 0-18 0,1 0-25 0,-1 0-24 0,8 0-28 16,-8 3-27-16,7-3-15 0,0 4-6 0,7-4-3 0,-7 0-2 0,6 4 0 15,-5-1 1-15,5 1 2 0,1-4 2 0,-1 3 4 0,1-3 4 16,6 4 3-16,-6 0 4 0,5-4 1 0,2 4 3 0,-1-4 1 15,0 3-1-15,0-3 1 0,7 4 1 0,-7-4-3 0,7 0-3 0,-8 3-5 16,8-3-2-16,-7 0-7 0,7 4-6 0,-7-4-4 0,0 0-2 0,6 0 0 16,-5 0-45-16,-1 4-5 0,0-4 0 0,0 0 0 0,1 3 0 15,-2-3 0-15,8 0 0 0,-7 0 0 0,0 0 0 0,0 0 0 16,7 5 0-16,-7-5 0 0,0 0 0 0,0 0 0 0,0-5 0 0,1 5 0 16,-2 0 0-16,1 0 0 0,1 0 0 0,-2-3 0 0,8 3 0 15,-13 0 0-15,13-4 0 0,-8 4 0 0,2 0 0 0,-1-4 0 0,-7 4 0 16,8 0 0-16,-1-3 0 0,-7 3 0 0,1 0 0 0,-1-4 0 15,-6 4 0-15,7-3 0 0,-7 3 0 0,0 0 0 0,-7-4 0 16,8 4 0-16,-14 0 0 0,7 0 0 0,-8 0 0 0,-5 0 0 0,0 0 0 16,-1 0 0-16,-6 0 0 0,0 4 0 0,-7-4 0 0,-6 3 0 15,8 1 0-15,-16-4 0 0,8 3-97 0,-12 1-227 0,5 0-100 0,-13-4-85 16,8 3-79-16,-8-3-31 0,0 5-7 0,1-5 2 0,-7 0 8 16,-7 0 13-16,7-5 17 0,-6 2 23 0,-1-5 28 0,1 1 40 15,-1 0 47-15,-6-4 83 0,0 0 196 0</inkml:trace>
  <inkml:trace contextRef="#ctx0" brushRef="#br0" timeOffset="2599.65">9163 5575 0 0,'0'0'124'0,"0"0"87"0,0 4 24 0,0-4 25 16,0 4 25-16,0-1 27 0,-7 1 25 0,7 4 38 0,0-5 41 0,-6 5 19 16,6 3 6-16,-6-4-22 0,6 8-37 0,-7-1-29 0,0 1-22 15,1 7-19-15,-1 0-18 0,1-1-19 0,0 9-18 0,-8-1-20 0,2 4-21 16,-2 4-31-16,1 0-37 0,-7 3-24 0,8 7-18 0,-8-2-14 16,1 6-8-16,-1 0-8 0,0 8-5 0,-6-4-6 0,1 7-5 15,-1 0-7-15,-1 0-6 0,1 4-4 0,0 4-5 0,-6 0-6 0,5-1-5 16,-5 4-6-16,-1 1-5 0,1-1-4 0,-1 0-4 0,1 1-4 15,6-5-7-15,-1 1-8 0,-5-4-7 0,13-4-13 0,-7-3-12 0,12-8-18 16,-5-7-17-16,6-4-34 0,0-7-41 0,7-3-60 0,-1-12-72 16,7-3-68-16,0-8-65 0,0-7-57 0,0-4-52 0,7-7-23 15,5-8-5-15,-5-6 3 0,6-4 9 0,0-4 15 0,7-11 15 0,-8 0 33 16,15-7 41-16,-8-4 62 0,0 0 72 0</inkml:trace>
  <inkml:trace contextRef="#ctx0" brushRef="#br0" timeOffset="2932.54">9163 5634 110 0,'7'-11'175'0,"-7"4"19"16,6 3 23-16,0 1 29 0,1 3 30 0,0 0 32 0,-1 0 28 0,1 7 41 15,-1 0 42-15,8 1-7 0,-8 3-33 0,6 3-22 0,2 1-16 16,-8 3-9-16,7 4-8 0,1 0-14 0,-2 4-18 0,2 3-22 0,-2 0-25 15,1 0-25-15,7 8-25 0,-8-4-34 0,2 7-37 0,-1 1-24 16,7 3-16-16,-8 3-9 0,8 1-9 0,0 3-4 0,-1 1-3 0,-6 2-3 16,6 5-3-16,1 0-6 0,0 0-6 0,-1-1-4 0,1 4-5 15,0-3-4-15,-8-1-4 0,8 1-5 0,-1-4-2 0,-5 1-3 16,5-2-1-16,1-3-6 0,-8 1-8 0,8-5-7 0,-7-3-8 0,7 0-8 16,-8-3-12-16,2-5-11 0,-1 1-14 0,0-8-15 0,0 0-18 15,0-3-34-15,-6-4-45 0,-1-4-44 0,0 0-49 0,1-7-44 0,0 0-48 16,-7 0-39-16,0-7-36 0,0 4-30 0,-7-8-27 0,0 0-8 15,1-4 3-15,0 0 11 0,-8-3 14 0,8-4 34 0,-13 0 43 16,5-4 46-16,2 1 46 0,-8-5 50 0,-6 1 70 0</inkml:trace>
  <inkml:trace contextRef="#ctx0" brushRef="#br0" timeOffset="3200.17">8818 6671 0 0,'0'4'20'0,"0"-4"184"0,0 0 20 0,0 0 20 16,0 0 20-16,0 0 27 0,0 0 31 0,0 0 40 0,7 0 42 15,-1-4 30-15,0 4 24 0,1 0-25 0,6-4-47 0,-6 4-37 16,5-3-32-16,2 3-17 0,-2-5-12 0,8 5-13 0,-1-3-14 0,-5 3-22 16,5-3-25-16,7 3-35 0,-6-4-42 0,6 4-28 0,0-4-22 15,-1 4-14-15,2-3-10 0,5 3-8 0,-6 0-7 0,7-4-7 0,-1 4-9 16,-5 0-12-16,5 0-14 0,1-4-20 0,-1 4-20 0,1 0-32 15,-1 0-40-15,-6-3-56 0,7 3-63 0,-1 0-69 0,-5 0-71 0,-1 0-62 16,0 0-60-16,0 3-29 0,0-3-14 0,0 4-1 0,-6 0 5 16,6-4 9-16,-6 7 15 0,5-3 30 0,-5-1 37 0,6 0 53 15,-6 5 63-15</inkml:trace>
  <inkml:trace contextRef="#ctx0" brushRef="#br0" timeOffset="4483.25">16067 4725 14 0,'6'-3'161'0,"-6"3"16"0,0-4 16 0,0 4 14 0,0 0 15 0,0 0 16 15,0 0 16-15,0 0 19 0,0 0 19 0,0 0-5 0,0 0-18 16,0 0-7-16,0 0-2 0,0 0 7 0,0 0 10 0,0 0 0 15,0 0-2-15,0 4-6 0,0-4-6 0,0 3-9 0,0 2-9 0,0-2-11 16,0 4-12-16,0-4-12 0,0 5-12 0,0 3-17 0,0 0-17 16,7 4-20-16,-7 0-21 0,0 6-13 0,0-2-8 0,-7 3-5 15,7 4-3-15,0-1-4 0,0 1-4 0,0-1-4 0,-6 5-5 0,6-1-3 16,0 4-6-16,-7-4-3 0,7 4-4 0,-7 0-3 0,7 4-3 0,0-4-3 16,-6 7-2-16,6-3-2 0,-6 3-1 0,6 0-2 0,-7 0-2 15,0 1-2-15,7 3-7 0,-6 0-34 0,6 0 0 0,-6 0 0 16,-1 0 0-16,7 0 0 0,-6 0 0 0,6 3 0 0,-7-3 0 0,7-3 0 15,-7 3 0-15,7-1 0 0,0 2 0 0,-6-2 0 0,6-2 0 16,0 2 0-16,-6 2 0 0,6-1 0 0,0-1 0 0,-7-2 0 16,7 3 0-16,0 0 0 0,0 0 0 0,-7-1 0 0,7-2 0 0,0 3 0 15,-6 0 0-15,6 0 0 0,0 1 0 0,-7-6 0 0,7 5 0 0,0 0 0 16,0-3 0-16,-6 2 0 0,6 1 0 0,0 1 0 0,0-5 0 16,0 3 0-16,0-1 0 0,0-3 0 0,0 1 0 0,0 1 0 15,0-5 0-15,0 5 0 0,0-8 0 0,6 3 0 0,-6-4 0 0,0 3 0 16,0-3 0-16,0-3 0 0,0 0 0 0,7 1 0 0,-7-4 0 15,0-4 0-15,0 3 0 0,0-3 0 0,0-4 0 0,0 4 0 0,0-7 0 16,0 0 0-16,0 0 0 0,0-4-22 0,0-4-89 0,0 4-21 0,0-7-22 16,0-1-37-16,0 1-46 0,0-4-55 0,-7-4-62 0,7-3-57 15,0 0-52-15,0-4-45 0,-6 0-38 0,6-8-12 0,0-2 1 16,0-2 11-16,0-2 15 0,0-8 20 0,0 0 24 0,0-1 39 0,0-6 48 16,0 0 60-16,6-4 68 0</inkml:trace>
  <inkml:trace contextRef="#ctx0" brushRef="#br0" timeOffset="6082.67">16229 4308 0 0,'7'0'112'0,"-1"-3"15"0,-6-2 9 0,7 5 9 16,0-3 12-16,-1-1 11 0,-6 4 12 0,6-4 3 0,1 1-2 0,0-5-4 16,-1 5-7-16,0-1 1 0,1 1 1 0,0-5 5 0,6 5 5 0,-7-1 9 15,0 4 9-15,2-4 14 0,-2 1 16 0,0 3 16 0,7-4 15 16,-6 4 2-16,-1 0-1 0,7 4-8 0,-7-4-10 0,8 3-8 16,-8 1-11-16,8 0-8 0,-2-1-11 0,1 5-12 0,1-5-13 0,-2 4-19 15,2 1-22-15,5-1-23 0,-6 0-25 0,6 1-14 0,1-1-7 16,0-4-6-16,-1 5-6 0,1 0-4 0,6-5-6 0,-7 1-5 15,7 3-1-15,0-3-3 0,-6 0-5 0,6-1-3 0,0 1-1 0,0 0-3 16,0 3 0-16,0-3 0 0,0-1-1 0,7 1-1 0,-7 0 0 16,7-1 0-16,-7 1 1 0,6 3-2 0,1-3 0 0,-1 0 0 15,-5-1 1-15,5 1 1 0,1-1 0 0,-1 1-2 0,-6 3 0 0,7-7-1 16,-1 8-1-16,1-5-1 0,-7-3-1 0,7 4 1 0,-1 0-1 16,-6 0 0-16,7-4 0 0,-1 3-1 0,1 1-4 0,-1-4-1 0,1 4-1 15,-1-4-2-15,1 2 0 0,6-2-2 0,0 5 1 0,0-5-2 16,-6 4 0-16,6-4-1 0,7 3 0 0,-7-3 0 0,-1 4-1 0,8-4 0 15,-7 0 0-15,6 0 0 0,-5 0 0 0,5-4-1 0,-6 4 1 16,7 0 1-16,-7-3 0 0,7 3-1 0,-7 0 1 0,6-4 0 16,-5 4-1-16,-1 0 0 0,6-5 0 0,-5 5-1 0,-2 0 0 0,1 0-2 15,0-2 0-15,1 2 0 0,-1 0 0 0,-7 0 0 0,7 0-1 16,-7 0 1-16,1 0-2 0,-7 0 0 0,7 0 0 0,-7 0 0 0,0 0 0 16,0 0 2-16,0 0-2 0,-7 2 1 0,8-2 0 0,-8 0 0 0,-6 0-1 15,7 5 0-15,0-5-1 0,-8 0 1 0,1 4 0 0,1-4 0 16,-8 0 0-16,7 3 0 0,-6-3-1 0,-1 0-2 0,7 4 2 0,-7-4 0 15,-6 0 0-15,7 0-1 0,0 4 1 0,-1-4 0 0,-6 0 0 16,6 0 0-16,-6 0 0 0,8 0 0 0,-8 0-2 0,0 0 2 16,0 0 0-16,6 0-1 0,-6 0 1 0,0 0 0 0,0 0 0 0,0 0 0 15,0 0-1-15,0 0 1 0,0 0-1 0,0 0 1 0,0 0 0 16,0 0-1-16,0 0 3 0,0 0 1 0,0 0 3 0,0 0 1 0,0 0 5 16,0 0 1-16,0 0 1 0,0 0-15 0,0 0 0 0,0 0 0 15,0 0 0-15,0 0 0 0,0 0 0 0,0 0 0 0,0 0 0 0,0 0 0 16,0 0 0-16,0 0 0 0,6 0 0 0,-6 0 0 0,0 0 0 15,0 0 0-15,0-4 0 0,0 4 0 0,0 0 0 0,0 0 0 16,0 0 0-16,7 0 0 0,-7 0 0 0,6 0 0 0,-6 0 0 0,7 0 0 16,-7-4 0-16,6 4 0 0,-6 0 0 0,0 0 0 0,7 0 0 0,-1 0 0 15,-6 0 0-15,0 0 0 0,6 0 0 0,-6 0 0 0,8 0 0 16,-8-3 0-16,6 3 0 0,-6 0 0 0,6 0 0 0,-6 0 0 16,7 0 0-16,-7 0 0 0,7 0 0 0,-7 0 0 0,6 0 0 0,0 0 0 15,-6-4 0-15,7 4 0 0,-1 0 0 0,-6 0 0 0,7 0 0 16,0-5 0-16,-1 5 0 0,0 0 0 0,1 0 0 0,6 0 0 15,0-2 0-15,-7 2 0 0,8 0 0 0,-2-4 0 0,8 4 0 0,-7-4 0 16,0 4 0-16,6-3 0 0,-5 3 0 0,-2-4 0 0,8 4 0 0,-7-4 0 16,7 4 0-16,-8 0 0 0,8-4 0 0,-7 4 0 0,7-3 0 15,-8 3 0-15,2-4 0 0,6 4 0 0,-7-4 0 0,-1 4 0 16,8 0 0-16,-7-3 0 0,0 3 0 0,0-4 0 0,1 4 0 0,-2 0 0 16,2-4 0-16,-2 4 0 0,-5 0 0 0,6 0 0 0,-6 0 0 15,-1 0 0-15,0 0 0 0,0 0 0 0,2 0 0 0,-8 0 0 0,6 0 0 16,-6 0 0-16,6 0 0 0,-6 0 0 0,0 0 0 0,0 0 0 15,0 4 0-15,0-4 0 0,0 0 0 0,0 0 0 0,0 0 0 16,0 0 0-16,0 0 0 0,0 4 0 0,0-4 0 0,0 0 0 0,0 3 0 16,0-3 0-16,0 0 0 0,0 4 0 0,0 0 0 0,-6-4 0 15,6 3 0-15,0 1 0 0,0 0 0 0,0-4 0 0,0 7 0 0,0-3 0 16,-6 0 0-16,6-2 0 0,0 3 0 0,0 2 0 0,-8-3 0 16,8 0 0-16,0 3 0 0,0 1 0 0,0-5 0 0,-6 4 0 15,6 0 0-15,0-3 0 0,0 3 0 0,-6 4 0 0,6-3 0 0,0-1 0 16,0 0 0-16,-6 4 0 0,6 0 0 0,0 1 0 0,0-1 0 0,0 3 0 15,0-3 0-15,0 7 0 0,0-3 0 0,-7 4 0 0,7-2 0 16,0 2 0-16,0 2 0 0,0 2 0 0,-7 3 0 0,7-1 0 16,0 1 0-16,0 0 0 0,-6 3 0 0,6 0 0 0,0-3 0 0,-7 7 0 15,7-8 0-15,0 8 0 0,-6-3 0 0,6-1 0 0,0 4 0 16,-6 0 0-16,6-4 0 0,0 4 0 0,0 0 0 0,0-3 0 16,0 3 0-16,0-1 0 0,0-2 0 0,0 2 0 0,0 1 0 0,0 1 0 15,6 2 0-15,-6-3 0 0,0 0 0 0,6 4 0 0,-6-4 0 16,0 3 0-16,7 1 0 0,-7 0 0 0,6-4 0 0,-6 3 0 0,7 1 0 15,-7 0 0-15,7-1 0 0,-7 1 0 0,6-1 0 0,0 5 0 16,-6-5 0-16,6 5 0 0,-6-1 0 0,8 0 0 0,-8 1 0 0,6-1 0 16,-6 4 0-16,0-4 0 0,6 0 0 0,-6 1 0 0,0 2 0 15,0-2 0-15,7-1 0 0,-7 1 0 0,0 3 0 0,0-8 0 0,0 5 0 16,7-1 0-16,-7 0 0 0,0 0 0 0,0-3 0 0,0 3 0 16,0-3 0-16,0 4 0 0,0-5 0 0,0 1 0 0,0 3 0 0,0-3 0 15,0-4 0-15,0 3 0 0,0-3 0 0,0 3 0 0,0-2 0 16,0-1 0-16,0-4 0 0,0 4 0 0,6-4 0 0,-6 1 0 15,0-1 0-15,0 0 0 0,0 0 0 0,0-3 0 0,0 3 0 0,0 1 0 16,0-5 0-16,0 0 0 0,0 5 0 0,0-4 0 0,7 3 0 16,-7-3 0-16,0-1 0 0,0 5 0 0,0-4 0 0,0 0 0 15,0-1 0-15,0 0 0 0,0 1 0 0,0 0 0 0,-7-4 0 0,7 0 0 16,0 0 0-16,0-1 0 0,0 1 0 0,0 0 0 0,0-3 0 0,0 3 0 16,0-4 0-16,0 0 0 0,0 1 0 0,0-1 0 0,-6 0 0 15,6 0 0-15,0 1 0 0,0-4 0 0,0-1 0 0,0 1 0 16,0 0 0-16,0-4 0 0,0 0 0 0,0 0 0 0,0-4-78 0,0 0-41 15,0 0-17-15,0-2-29 0,0-5-32 0,0 0-47 0,0 0-52 16,0-5-59-16,-7-2-58 0,7 0-49 0,0-4-46 0,-7-4-26 0,7 1-17 16,0-1 1-16,-6-7 9 0,0 0 17 0,-2 3 19 0,8-6 32 15,-12 3 36-15,6-4 51 0,-1 5 56 0,-6-1 63 0,6-5 147 0</inkml:trace>
  <inkml:trace contextRef="#ctx0" brushRef="#br0" timeOffset="7066.77">15871 8096 48 0,'7'0'141'0,"-1"0"11"0,1-3 11 0,-1 3 12 0,0 0 14 0,2 0 16 0,-2 3 18 0,0-3 16 0,7 0 13 0,0 0-12 16,-6 4-26-16,6-4-10 0,0 3-4 0,0-3 1 0,0 4 5 15,6-4 4-15,-5 4 3 0,-2-4 3 0,8 3 4 0,0-3-1 0,-1 4 0 16,1-4-8-16,-1 4-11 0,1 0-11 0,0-4-12 0,-1 3-11 15,7 0-10-15,-6 1-11 0,-1 0-9 0,7-1-11 0,-6 1-10 0,0 3-14 16,5-3-14-16,-5 0-15 0,0 4-14 0,6-5-7 0,-7 4-4 16,7 1-2-16,-6-1-2 0,5-3-1 0,-5 3-1 0,6 0-1 15,0-3 0-15,1 0-2 0,5 3 0 0,-6-3-2 0,-1-4-1 0,8 3-1 16,0-3-1-16,0 0-1 0,-1 0-1 0,1-3-1 0,6 3-1 16,0-4 2-16,-1 0 0 0,2 1-2 0,-1-1-1 0,7 0 0 0,-7 1-2 15,6-1-1-15,-5 0 0 0,5 4-1 0,-6-3-1 0,1-1 0 16,5 4-1-16,-6-4-1 0,0 4-1 0,-6 0 0 0,6 0 0 0,-1 0 0 15,-5 4 2-15,7-4 1 0,-8 4 1 0,7-1 2 0,-6 1 2 16,5 0 1-16,-5 3 1 0,6-3 0 0,1 3 0 0,-8-3 0 16,7 3 0-16,0-3-2 0,-7-1-1 0,8 4-1 0,-1-3 1 0,-7 3-2 15,7-3-1-15,1 0 2 0,-1 0 0 0,-1-1 1 0,1-3 0 16,1 4 0-16,-1-4 1 0,0 0 0 0,0 3 3 0,0-3 1 16,6 0 0-16,-6 0 0 0,1 0-4 0,-1 0-28 0,6 0 0 0,-5 0 0 15,-1 0 0-15,6 0 0 0,-5 0 0 0,-8 0 0 0,7 0 0 16,0 0 0-16,0 0 0 0,-6 0 0 0,6 0 0 0,-7 0 0 0,1 4 0 15,6-4 0-15,-7 0 0 0,1 0 0 0,-1 0 0 0,2 0 0 16,-9 0 0-16,7 4 0 0,2-4 0 0,-9 0 0 0,1 0 0 0,0 0 0 16,1 3 0-16,-1-3 0 0,0 0 0 0,-7 4 0 0,1-4 0 0,-1 4 0 15,1-4 0-15,-7 0 0 0,6 3 0 0,-5 1 0 0,-2 0 0 16,1-4 0-16,1 4 0 0,-8-1 0 0,0-3 0 0,8 3 0 16,-8 2 0-16,0-3 0 0,1 3 0 0,0-1 0 0,-1-4-25 0,1 3-81 15,-1 1-9-15,-6 0-11 0,6-4-7 0,2 3-10 0,-8 1-10 16,6-4-22-16,-6 3-27 0,0-3-41 0,0 0-45 0,0 0-53 15,0 0-57-15,0 0-52 0,0 0-47 0,-6-3-17 0,-2-1-3 0,2 1 4 16,0-5 9-16,-7 5 12 0,-1-6 14 0,2 2 28 0,-8-3 33 16,0 2 49-16,1-3 54 0</inkml:trace>
  <inkml:trace contextRef="#ctx0" brushRef="#br0" timeOffset="7783.15">17695 5759 227 0,'0'-7'277'0,"0"2"30"0,0 2 23 0,0 0 23 0,0 3 20 0,0 0 22 16,0 0 24-16,0 0 19 0,0 0 20 0,0 0-15 0,0 0-33 0,0 0-40 15,0 3-44-15,7 5-37 0,-7-1-34 0,0 4-24 0,0 0-16 0,6 3-15 16,-6 1-13-16,6 7-14 0,0 0-17 0,-6 7-10 0,8-3-12 15,-2 7-8-15,-6 0-9 0,6 3-8 0,1 1-6 0,-7 3-5 16,6-3-6-16,-6 4-5 0,0 2-7 0,0-2-5 0,0 2-8 0,0 2-6 16,0-2-9-16,0 1-40 0,-6 1-12 0,-1 2 0 0,1-3 0 15,0 0 0-15,-2 4 0 0,2-5 0 0,-6 1 0 0,5 0 0 0,-6 0 0 16,6 0 0-16,-5-3-14 0,-2-1-57 0,8 0-13 0,-8-3-18 16,8-4-16-16,-7 0-25 0,7-4-27 0,-1 0-49 0,0-6-58 0,1-1-64 15,0-4-69-15,0 0-62 0,6-7-57 0,-8 0-22 0,2-4-3 16,6-4 4-16,0-3 12 0,-6-3 14 0,6-4 16 0,-7 0 24 15,7-4 28-15,0-4 48 0,0-3 58 0,0-4 70 0,0 0 242 0</inkml:trace>
  <inkml:trace contextRef="#ctx0" brushRef="#br0" timeOffset="8449.76">17779 5711 45 0,'7'-11'222'0,"0"0"32"0,-7 0 29 16,6 4 30-16,7-4 32 0,-6 0 38 0,-1 4 41 0,1-1 28 16,5-3 19-16,2 4-3 0,5-4-15 0,-6 4-33 0,7-5-43 0,-1 5-37 15,1 0-32-15,6-1-28 0,-7 1-22 0,7 0-27 0,1 3-30 16,-1 0-35-16,0 1-38 0,6-1-25 0,-5 4-17 0,-2-3-15 0,7 6-13 15,-5-3-9-15,-1 4-7 0,0-1-6 0,0 1-2 0,0 0-3 16,1 3-4-16,-2-3-1 0,-5 3 2 0,6 0-1 0,-6 4 1 0,-8-3 1 16,8 3 5-16,-7-4 3 0,7 4 4 0,-8 0 4 0,-5 0 2 15,6-4 3-15,0 4 2 0,-7 0 0 0,2 0 1 0,-2 0 0 16,-6-3 1-16,6 3 0 0,-6-4 0 0,0 4 0 0,0 0-40 0,-6 0-14 16,6 0 0-16,-6-4 0 0,-8 4 0 0,8 0 0 0,-1 0 0 15,-6 0 0-15,0 0 0 0,-7 0 0 0,8 0 0 0,-8 0 0 0,1 0 0 16,-7 4 0-16,6-4 0 0,-6 0 0 0,-1 0 0 0,1 0 0 15,-6 0 0-15,6 0 0 0,0 0 0 0,-6 0 0 0,5 0 0 0,1 0 0 16,0 0 0-16,7-4 0 0,-7 4 0 0,12-3 0 0,-5-5 0 16,6 5 0-16,0-2 0 0,0-1 0 0,6-2 0 0,1 1 0 0,0 0 0 15,6-1 0-15,-8-3 0 0,8 4 0 0,0-4 0 0,0 3 0 16,0-3 0-16,8 4 0 0,-8 0 0 0,6-1 0 0,0 1 0 16,1 0 0-16,0 3 0 0,6-3 0 0,-1 3 0 0,2 0 0 0,-2 1 0 15,8-1 0-15,-7 0 0 0,7 0 0 0,0 1 0 0,5 0 0 16,-5-2 0-16,0 6 0 0,6-5 0 0,-1 4 0 0,1-4 0 0,-6 4 0 15,6 0 0-15,1 0 0 0,-2 0 0 0,-5 0 0 0,6 4 0 16,0-1 0-16,-7-3 0 0,1 4 0 0,0 4 0 0,-1-5 0 16,1 5 0-16,0-5 0 0,-8 4 0 0,8 1 0 0,-7-1 0 0,-1 1 0 15,-4-2 0-15,4 2 0 0,-6-1 0 0,2-3 0 0,-2 3 0 16,-6 1 0-16,0-1 0 0,0 0 0 0,-6 1 0 0,-2-1 0 0,2 0 0 16,0 1 0-16,-8 2 0 0,2-2 0 0,-8 3 0 0,7-4 0 15,-7 1 0-15,-6 2 0 0,1 1 0 0,5-3 0 0,-13 3 0 0,1-3 0 16,-1 2 0-16,-5-3 0 0,-2 0 0 0,1 1 0 0,0-1 0 0,-7-3 0 15,-5-1 0-15,5-3 0 0,0 0 0 0,-6 1 0 0,6-5 0 16,-5-3-373-16,4-1-394 0,2-6-19 0,6 3 7 0,0-8 22 16,0 1 31-16,6-1 32 0,1-3 35 0,-1-3 40 0,7 3 43 15,0-8 57-15,6 5 63 0,-5-5 96 0,11 5 240 0</inkml:trace>
  <inkml:trace contextRef="#ctx0" brushRef="#br0" timeOffset="49216.81">7280 2718 0 0,'8'3'102'0,"-2"-3"175"0,-6 4 31 16,6 0 16-16,-6-1 9 0,0 5 14 0,0-4 17 0,7 0 28 0,-7 3 33 15,0 0 23-15,0 4 19 0,6-4-30 0,-6 4-53 0,7 0-59 16,0 4-65-16,-1-4-40 0,0 3-28 0,-6 1-15 0,7-4-9 0,0 4-14 15,-1-4-14-15,0 4-28 0,8-5-35 0,-8 2-22 0,1-2-20 0,-1 1-18 16,0-3-15-16,8 3-30 0,-8-4-37 0,0 0-52 0,1 1-63 16,0-1-71-16,6 0-76 0,-7-2-63 0,1 2-57 0,-1-1-29 15,1-1-13-15,-1 2-7 0,8-3-1 0,-8-1 3 0,0 1 9 16,1-4 24-16,6 0 31 0,-7 0 50 0,7-4 61 0</inkml:trace>
  <inkml:trace contextRef="#ctx0" brushRef="#br0" timeOffset="49599.62">7925 2828 208 0,'0'0'261'0,"8"-4"41"0,-8 4 40 16,0 0 43-16,0 0 43 0,0 0 30 0,0 0 21 0,0 0 18 0,0 0 14 16,-8 4-21-16,8-4-42 0,-6 0-42 0,6 3-40 0,-6-3-42 15,-1 4-41-15,1 0-39 0,-8 3-41 0,2-3-45 0,-2 3-46 16,2 4-35-16,-8 0-29 0,1 0-26 0,-1 0-25 0,0 4-25 0,-6 0-24 16,7-1-37-16,-7 1-43 0,6-1-46 0,-6 1-47 0,0 0-51 0,6 0-53 15,-6-1-36-15,6-3-27 0,-5 4-14 0,5-5-8 0,0 2 1 16,-5-1 5-16,5-1 13 0,0 2 14 0,1-5 34 0,6 0 44 15,-6 0 50-15,5 1 53 0,2-1 61 0,5-3 65 0,-6-1 54 0,7 2 50 16,-1-2 45-16,0 1 44 0,7-4 37 0,-6 0 35 0,6 3 30 16,0-3 25-16,0 0 30 0,0 0 28 0,0 0 21 0,0 0 18 0,6 0 9 15,-6 0 3-15,7 0-6 0,0 0-10 0,5 0-19 0,2 0-23 16,-8-3-22-16,14 3-23 0,-7 0-20 0,6-4-17 0,-6 4-25 0,7-3-26 16,6 3-22-16,-7-5-20 0,1 5-13 0,6-3-13 0,-1-1-8 15,2 0-8-15,-8 1-6 0,8-1-7 0,-1 0-7 0,0 1-6 0,-1-1-8 16,1-3-8-16,1 3-9 0,-1-3-6 0,-6 3-12 0,5-3-16 15,-5 3-17-15,0 1-18 0,-1-5-21 0,-6 5-22 0,0-1-30 16,1 0-35-16,-2-3-47 0,-6 3-54 0,1 1-72 0,-7-1-77 0,7 1-69 16,-7-5-64-16,0 5-27 0,-7-1-9 0,7-3 7 0,-7 2 12 15,1-1 17-15,-6-1 18 0,4-1 30 0,-4 0 33 0,-1-3 48 0,-1 4 53 16,-5-4 71-16,6-4 255 0</inkml:trace>
  <inkml:trace contextRef="#ctx0" brushRef="#br0" timeOffset="49800.13">7626 2568 0 0,'0'-8'28'0,"0"8"227"0,0 4 36 0,0 0 31 16,-7 3 33-16,7 0 39 0,-6 5 42 0,6 2 29 0,0 1 20 0,0 6 19 16,0 2 14-16,0-1-16 0,0 7-32 0,6 4-45 0,-6 0-51 15,7 4-35-15,-7 4-24 0,7 2-24 0,-7 1-25 0,6 0-33 16,-6 4-39-16,0-1-26 0,6 0-19 0,-6 1-17 0,0 0-14 0,0-1-17 16,0 1-40-16,0-4-61 0,0 0 0 0,0 0 0 0,0-4 0 15,0 1 0-15,0-9 0 0,0 5 0 0,-6-7-111 0,6-1-39 0,0-4-45 16,-6 1-69-16,6-4-81 0,-7-3-89 0,7-5-94 0,-7-3-48 15,1 0-24-15,6-4-5 0,-7-3 7 0,1 0 14 0,0-8 19 0,-1-3 22 16,7-1 23-16,-7-6 37 0,7-4 44 0,0-1 68 0,-6-3 91 16</inkml:trace>
  <inkml:trace contextRef="#ctx0" brushRef="#br0" timeOffset="49982.6">7606 3370 80 0,'0'-7'381'0,"-6"0"59"16,6 3 37-16,-6 0 26 0,-1 1 22 0,0 3 17 0,1 0 16 15,0 3 11-15,-2 1 12 0,2 0 7 0,0-1 6 0,-7 1-62 16,0 3-100-16,0 0-101 0,-1 4-103 0,2 0-58 0,-1 0-37 0,-7 4-27 15,0-1-20-15,8 2-17 0,-8 2-15 0,1-4-18 0,-1 5-16 0,7-1-24 16,0 0-24-16,-7 0-28 0,14-3-30 0,-7 3-47 16,-1-3-53-16,8 0-74 0,0-4-84 0,0 0-84 0,-1 0-84 0,7-4-46 15,0 0-26-15,0-3-9 0,7-4 0 0,-1 0 11 0,6-4 17 0,2 1 23 16,-1-4 24-16,7-4 44 0,-1 0 52 0,7 0 72 0,-6-4 133 16</inkml:trace>
  <inkml:trace contextRef="#ctx0" brushRef="#br0" timeOffset="50116.32">7515 3550 121 0,'26'-8'198'0,"-7"1"42"0,1 3 46 0,0 0 50 0,-1 4 51 0,1 0 37 16,0 4 28-16,-8 0 22 0,8 0 15 0,-1-1-20 0,1 1-39 15,0 3-27-15,-1-3-23 0,1-1-23 0,0 5-26 0,-8-5-36 16,8 1-43-16,-1 0-48 0,1-1-51 0,0-3-37 0,-7 5-28 0,7-5-26 16,-8 0-24-16,1 0-26 0,0 0-26 0,0 0-42 0,-7 0-49 15,8 0-65-15,-8 0-72 0,0-5-71 0,-6 5-72 0,0 0-57 0,0 0-49 16,0 0-25-16,0 0-13 0,0 0 1 0,-6 0 3 0,0 0 14 16,0 0 16-16,-2 0 33 0,-4 5 42 0,-1-5 60 0,-7 0 67 0</inkml:trace>
  <inkml:trace contextRef="#ctx0" brushRef="#br0" timeOffset="50316.44">7730 3638 195 0,'-12'7'273'0,"-8"4"37"0,7 0 36 0,-1-1 39 0,2 2 40 0,-2-1 28 16,8 3 19-16,-7 1 15 0,6 4 13 0,1-5-16 0,-1 8-30 0,1-4-42 16,0 4-49-16,6 0-37 0,-7 4-33 0,7 0-29 0,-7-1-28 15,7 5-32-15,0-5-35 0,7 4-23 0,-7 1-16 0,7-4-13 0,-7 3-10 16,6-4-11-16,0 1-10 0,7-1-12 0,-6-2-11 0,6-1-9 16,-7-4-11-16,8 0-9 0,-2 1-9 0,2-5-13 0,5-3-14 15,-5 4-18-15,-2-8-18 0,8 1-23 0,-7-1-20 0,7 0-28 0,-1-3-30 16,-6-4-52-16,6 4-64 0,1-4-75 0,0 0-81 0,-1-4-69 15,1 0-64-15,0 1-24 0,-2-5-9 0,2 0 6 0,-1 1 11 0,-5-4 18 16,6 0 18-16,-1-3 26 0,1-1 29 0,-8-3 52 0,8-4 62 16,-7 4 76-16,0-8 262 0</inkml:trace>
  <inkml:trace contextRef="#ctx0" brushRef="#br0" timeOffset="50649.39">8140 3733 0 0,'-6'-11'167'0,"-7"-1"202"0,0 9 60 0,6-1 34 0,-5 1 23 0,-2 3 15 16,8 0 12-16,-7 3 10 0,0 1 8 0,0 3 9 0,-1 1 7 0,2 3-26 15,-2 4-45-15,-5-1-84 0,6 4-102 0,-6 1-72 0,-1 3-52 16,1 3-32-16,-1-3-18 0,0 8-13 0,-6-5-9 0,7 5-9 16,-7-1-8-16,6-4-8 0,1 5-8 0,-7-1-9 0,6-3-11 0,1-1-12 15,-1 1-14-15,0-4-15 0,1 0-16 0,6-4-17 0,-6 1-16 16,5-5-15-16,-6 1-13 0,8-4-12 0,-1 0-10 0,0-4-13 16,0 0-14-16,7-3-15 0,-8 0-19 0,8-4-21 0,-7 0-23 0,6-4-15 15,1 0-12-15,-1 1-2 0,1-5 3 0,-1 1 6 0,0 0 8 0,1-4 9 16,6 4 11-16,-6-4 15 0,6 0 17 0,0 0 24 0,0 0 27 15,0 0 36-15,0 0 40 0,6-1 38 0,0 6 35 0,-6-6 27 16,14 1 23-16,-8 0 17 0,1 4 13 0,6-4 10 0,0 4 7 0,-1-4 3 16,2 0-1-16,-1 0-4 0,6 0-8 0,0 4-9 0,1-4-11 15,0 0-12-15,6-4-11 0,0 4-15 0,0-4-15 0,6 4-30 0,-6-3-38 16,7-1-47-16,0-3-52 0,6 3-65 0,-6-3-72 0,-1 0-66 16,7-5-65-16,-6 5-35 0,-1-4-21 0,1 0-10 0,-1 0-5 15,1-3-3-15,-1 2 2 0,1-2 17 0,-1-1 29 0,2 1 38 16,-2-1 45-16,1-4 59 0,-1-3 214 0</inkml:trace>
  <inkml:trace contextRef="#ctx0" brushRef="#br0" timeOffset="51016.31">8857 2842 40 0,'0'-14'384'0,"0"3"70"0,-7 4 44 0,1 3 30 16,-1 0 22-16,7 1 19 0,-12 3 17 0,5 0 13 0,0 3 10 0,1 1 10 16,-8 0 9-16,2 3-52 0,5 0-83 0,-12 4-105 0,6 0-114 15,-7 7-62-15,1 1-37 0,-1 3-166 0,-6 4-9 0,0 3 0 0,0 0 0 16,-7 7 0-16,1 5 0 0,-1-1 0 0,1 0 0 0,-1 5 0 15,-6-1 0-15,7 3 0 0,-1-3 0 0,7-4 0 0,-6 1 0 0,5-5 0 16,7-3 0-16,1-7 0 0,6-1 0 0,0-6 0 0,7-1 0 16,-1-7 0-16,7 1 0 0,0-9 0 0,0 4 0 0,7-7 0 15,6 4 0-15,-1-8 0 0,2 4-56 0,6-4-24 0,-1 1 5 0,1 0 13 16,6-5 14-16,-1 0 14 0,1 5 14 0,0-5 11 0,1 5 11 0,-1-4 8 16,0 3 7-16,0 4 7 0,-1 0 5 0,-5 0 8 0,0 0 8 15,-1 4 8-15,-5 3 9 0,5-4 8 0,-6 5-35 0,0-1-35 16,0 0 0-16,-6 4 0 0,-1 1 0 0,0-5 0 0,1 4 0 0,0 4 0 15,-7-4 0-15,0 0 0 0,0 3 0 0,-7 1 0 0,0-1 0 16,1 5 0-16,-7-4 0 0,0 7 0 0,0-1 0 0,-7 1 0 0,0 4 0 16,-5 0 0-16,5 3 0 0,-12-3 0 0,6 3 0 0,-7 0 0 15,1 0 0-15,-1 1 0 0,1-1 0 0,-1-3 0 0,1-1 0 0,-7-3 0 16,5-3 0-16,2-1 0 0,6-3 0 0,-7-4-596 0,8-4-118 16,5-7-24-16,0 0 2 0,7-7 20 0,1-4 29 0,-2-4 30 15,8-3 34-15,6-4 35 0,0-4 37 0,0 1 46 0,6-4 54 0,0 2 78 16,2 2 117-16</inkml:trace>
  <inkml:trace contextRef="#ctx0" brushRef="#br0" timeOffset="51166.33">8101 3857 0 0,'13'-11'89'0,"-6"8"165"0,6-1 37 16,-7 0 53-16,8 8 63 0,-8-4 42 0,7 7 34 0,0 1 25 16,0 2 23-16,0-2 19 0,6 7 16 0,1-4-26 0,0 3-49 0,5 2-43 15,2 1-41-15,-1 2-33 0,0-5-29 0,0 4-50 0,7 1-58 16,-7-4-42-16,6 3-33 0,1 0-24 0,-1-6-51 0,1 2-87 16,6 0 0-16,-7-3 0 0,1 0 0 0,7-4 0 0,-8 1 0 0,1-1 0 15,-1-3-88-15,-6 0-168 0,7 0-107 0,-8-1-98 0,9-3-93 16,-9 3-46-16,1-3-23 0,0-3-10 0,-6 3-3 0,6-3 8 15,-7-1 14-15,1 0 23 0,6-3 30 0,-13-1 42 0,7 1 49 0,-1-4 85 16,1-4 176-16</inkml:trace>
  <inkml:trace contextRef="#ctx0" brushRef="#br0" timeOffset="51382.93">9424 2963 0 0,'0'-25'203'0,"0"3"189"0,0 7 54 0,-7 1 33 0,7 2 21 0,0 1 15 15,0 4 14-15,-6 3 9 0,6 1 9 0,0-1 8 0,0 0 5 16,0 4-29-16,0 0-50 0,0 0-93 0,6 0-113 0,-6 0-71 16,7 4-51-16,-1 0-29 0,0-1-18 0,1 1-15 0,6 3-12 0,-7-3-12 15,8 7-11-15,-8-3-19 0,7-1-23 0,-6 4-30 0,6 0-32 0,-7 0-52 16,-6 3-63-16,6-3-90 0,-6 4-103 0,0 0-89 0,0-1-81 16,-6 2-41-16,0-3-20 0,-1-1-9 0,1 3-2 0,-7-1 10 15,6-3 14-15,-6 0 21 0,0 0 25 0,0 0 46 0,0 0 56 0,0-4 84 16,0 0 220-16</inkml:trace>
  <inkml:trace contextRef="#ctx0" brushRef="#br0" timeOffset="51566.6">9144 3146 0 0,'-7'0'121'0,"-6"4"175"15,6 0 43-15,1-1 41 0,0 2 38 0,-2 2 30 0,2 0 23 16,0 4 17-16,0-4 13 0,6 4 11 0,-7 3 10 0,0 2-30 0,7-2-53 16,-6 4-63-16,6 4-67 0,-7-3-50 0,1 7-42 0,0-4-40 15,6 3-40-15,-8-4-31 0,2 6-27 0,6-6-26 0,-6 2-25 0,6-1-28 16,-6-4-32-16,6 0-48 0,0-3-56 0,0-1-72 0,0-3-78 15,0 0-65-15,6-3-61 0,0-5-51 0,-6 1-47 0,14-8-21 16,-8 1-8-16,7 0 5 0,0-9 8 0,0-3 16 0,7 1 20 0,-1-5 37 16,1-2 48-16,-1-5 65 0,7 1 74 0</inkml:trace>
  <inkml:trace contextRef="#ctx0" brushRef="#br0" timeOffset="51783.27">9287 3330 127 0,'19'-18'185'0,"1"-1"34"16,-7 4 34-16,7 1 27 0,-8 2 26 0,8 2 18 0,-7-1 17 0,7 4 16 16,-1-1 17-16,0 5-8 0,1-5-21 0,6 5-14 0,-7-5-8 15,8 5-13-15,-1-1-13 0,0 0-21 0,0 1-21 0,7-1-22 16,-7 0-18-16,6 1-17 0,1-1-11 0,-1 1-14 0,1-2-13 0,-1 5-22 15,1-3-25-15,-1-1-20 0,1 4-18 0,-7-4-12 0,0 4-10 0,7 0-8 16,-7 4-5-16,-7-4-5 0,1 4-4 0,6-1-2 0,-7-3-4 16,-5 5-3-16,6 2-3 0,-8-4-4 0,1 1-1 0,-6 0-5 0,6 3-4 15,-7-3-7-15,0 3-8 0,-6 0-10 0,8-3-11 0,-8 3-11 16,0 1-15-16,-8-1-17 0,8 4-19 0,-6-4-34 0,0 4-44 0,-7-4-56 16,6 4-64-16,-6 0-56 0,7 0-54 0,-14 1-45 0,7-1-43 15,0 3-14-15,0-3-3 0,-7 0 3 0,8 0 11 0,-8 0 14 16,7 0 18-16,-7-1 35 0,0 2 44 0,1-5 56 0,-1 1 65 0</inkml:trace>
  <inkml:trace contextRef="#ctx0" brushRef="#br0" timeOffset="52166.09">9580 3517 7 0,'-13'3'287'0,"6"1"29"0,1-4 19 0,6 3 17 16,0-3 15-16,0 0 27 0,0 0 31 0,6 0 24 0,1 0 18 0,6-3 14 15,-1-1 12-15,2 1-54 0,-1-1-85 0,0 0-67 0,6 1-52 0,-5-1-29 16,5-3-16-16,1 3-14 0,-1 0-15 0,-6-3-26 0,7 3-32 15,-1 1-22-15,1 0-20 0,-8-1-15 0,2 4-11 0,6-4-8 16,-8 4-10-16,-5 0-6 0,6 0-5 0,-6 4-4 0,-1 0-1 0,0-1-2 16,1 0 0-16,0 1-1 0,-7 3 0 0,0 1 1 0,0-1 0 15,0 0 1-15,0 4 1 0,0 0 2 0,-7 0 1 0,7 0 2 0,0 4 5 16,-7-4 0-16,7 3 1 0,-6 1 0 0,6 0 1 0,0 0 1 16,0-1 1-16,0 1 4 0,0-1 6 0,0 5 5 0,6-5 8 0,-6 1 6 15,7 4 4-15,0-5 2 0,-1 1 3 0,0-1 3 0,-6 5 5 16,7-5 4-16,-1 1 4 0,1 0 3 0,0-1 3 0,-1 5 1 0,0-5-1 15,-6 5-1-15,8-5-3 0,-2 5-1 0,-6-1 0 0,6-4-60 16,-6 5-10-16,0-1 0 0,0 1 0 0,0-1 0 0,0 1 0 16,0-2 0-16,-6 2 0 0,6-1 0 0,-6 0 0 0,6 0 0 0,-8-2 0 15,2-2 0-15,0 1 0 0,-1 0 0 0,0-5 0 0,1 1 0 16,-1 0 0-16,1 0 0 0,0-4 0 0,-8 1 0 0,8-5 0 0,-7 5 0 16,0-5 0-16,0 2 0 0,0-2 0 0,0 0 0 0,-1 1 0 15,-5-4 0-15,0 0-181 0,0 0-174 0,-1-4-84 0,0 1-73 16,-6-5-69-16,7 1-33 0,-8-4-14 0,8 4 2 0,-8-8 10 0,2 4 18 15,5-3 25-15,-6-1 27 0,7 0 30 0,-1 1 48 0,-6 3 58 16,6-4 76-16,1 8 140 0</inkml:trace>
  <inkml:trace contextRef="#ctx0" brushRef="#br0" timeOffset="52365.5">9287 4143 0 0,'-20'7'35'0,"0"-3"296"15,8 0 83-15,-8 3 48 0,7-4 31 0,0 2 19 0,6-5 14 0,-5 3 8 16,5-3 5-16,0 0 4 0,7 0 2 0,0 0-15 0,0 0-24 16,0-3-63-16,7 3-82 0,0-5-71 0,5 2-63 0,8-4-30 0,-1-1-13 15,7 1-2-15,1-1 3 0,11-2-33 0,-5-1-152 0,13 0 0 16,-1 0 0-16,8 4 0 0,-7-4 0 0,5 3 0 0,8 1 0 0,-7 0 0 15,1 3 0-15,-2 1 0 0,1-1 0 0,1 4 0 0,-8 4 0 16,1-4 0-16,-1 3 0 0,-6 1 0 0,1-1 0 0,-1 5 0 16,-7-1 0-16,7 1 0 0,-7-5 0 0,1 4 0 0,-1 0 0 0,1-3 0 15,-7 3-581-15,7-3-155 0,-7 0-22 0,0-4 9 0,-6 3 23 16,-1-3 27-16,-6 0 32 0,0 4 26 0,1-4 25 0,-8 0 35 16,0 0 40-16,-6 0 78 0,0 0 95 0</inkml:trace>
  <inkml:trace contextRef="#ctx0" brushRef="#br0" timeOffset="79616.62">507 6850 14 0,'-6'0'142'0,"6"4"13"0,0-4 14 0,0 0 16 16,0 0 18-16,0 0 21 0,0 0 24 0,-7 0 23 0,7 0 23 0,0 0 3 15,0 0-9-15,0 0 6 0,0 0 14 0,0 0 6 16,0 0 4-16,0 0-2 0,-6 0-3 0,6 0-10 0,0 0-10 16,0 0-15-16,0 0-19 0,0 0-21 0,0 0-21 0,0 0-25 0,0 0-27 15,0 0-30-15,0 0-30 0,0 0-19 0,0 0-14 0,0 0-11 16,0 0-8-16,0 0-9 0,0 0-5 0,0 0-7 0,0 0-6 16,0 0-5-16,0 0-4 0,0 0-4 0,0 0-3 0,0 0-4 15,0 0-3-15,6 0-2 0,-6 0-2 0,0 0-2 0,0 0 1 16,0 0 1-16,7 4 3 0,-7-4 3 0,6 0 5 0,1 0 5 15,6 0 4-15,1 0 5 0,-2 0 2 0,1 0 5 0,7 0 3 16,0 0 3-16,-2 0 3 0,2 0 1 0,0 0 1 0,-1 0-1 0,1-4-1 16,-1 4-2-16,1-4-4 0,0 4-3 0,-1-3-4 0,7 3-3 0,-6-4-1 15,-1 4-4-15,1-4-1 0,-1 4-3 0,8-3-1 0,-8 3 0 0,0 0-2 16,8-4 0-16,-8 4 0 0,1 0 0 0,-1 0-2 0,0 0-1 0,1-4-1 16,0 4-1-16,-1 0 1 0,1 4-1 0,-7-4-2 0,6 0 0 15,-6 0 0-15,7 0 1 0,-7 0-2 0,0 4 0 0,0-4 0 0,0 0-1 16,0 3 1-16,0-3 0 0,0 0 1 0,0 4-2 0,0-4 1 0,0 0 0 15,-7 0 0-15,8 4 0 0,-8-4-1 0,7 0 1 0,-6 0-1 0,-1 0-1 16,1 0 1-16,-1 0-1 0,-6 0 1 0,6 0 0 0,2 0-1 0,-8 0 2 16,6 0 0-16,-6 0 1 0,0 0 0 0,0 0 2 0,0 0 2 15,0-4 4-15,0 4 2 0,0 0 3 0,0 0 4 0,0 0 3 0,0 0 5 16,0 0 3-16,0 0 4 0,0 0 2 0,0-4 3 0,0 1-28 0,0 3-14 16,0-4 0-16,0 4 0 0,0-4 0 0,0 1 0 0,0-1 0 0,0 0 0 15,0-3 0-15,-6 0 0 0,6-4 0 0,0 0 0 0,0-4 0 0,-8-3 0 16,8-3 0-16,0 1 0 0,0-5 0 0,0-1 0 0,0 1 0 0,-6-1 0 15,6-4 0-15,0 5 0 0,0-4 0 0,0-1 0 0,-6-2 0 0,6 2 0 16,0-3 0-16,0 4 0 0,-7-4 0 0,7 3 0 0,-6-3 0 16,6 4 0-16,0-4 0 0,-7 4 0 0,7-4 0 0,-7 4 0 0,7 3 0 15,-6-3 0-15,6 0 0 0,-6 3 0 0,6 0 0 0,-6 0 0 16,6 1 0-16,-8-1 0 0,2 0 0 0,6 4 0 0,0 1 0 0,-6-1 0 16,6 0 0-16,-7 0 0 0,7-1 0 0,0 5 0 0,-7 0 0 0,7 0 0 15,0-1 0-15,0 5 0 0,-6-1 0 0,6 1 0 0,0 3 0 0,0-4 0 16,0 4 0-16,0 0 0 0,-7 0 0 0,7 3 0 0,0 1 0 0,0-4 0 15,0 7 0-15,0-3 0 0,0 0 0 0,0 3 0 0,0 1 0 0,0-1 0 16,0 0 0-16,0 1 0 0,0 3 0 0,0-4 0 0,0 0 0 16,0 1 0-16,0 3 0 0,7-4 0 0,-7 4 0 0,0-4 0 0,0 4 0 0,6-3 0 15,-6 3 0-15,0 0 0 0,7 0 0 0,-7-4 0 0,7 4 0 16,-7 0 0-16,6-4 0 0,0 4 0 0,2 0 0 0,-2 0 0 0,0-3 0 16,0 3 0-16,1 0 0 0,6-4 0 0,-6 4 0 0,5 0 0 0,2-4 0 15,-2 4 0-15,2-3 0 0,5-1 0 0,-5 4 0 0,-2-3 0 0,8-2 0 16,-1 2 0-16,1 0 0 0,0-1 0 0,-1 0 0 0,1 0 0 15,6 0 0-15,-7 1 0 0,7-1 0 0,0 0 0 0,0-3 0 0,1 4 0 16,-1-1 0-16,0 0 0 0,6-3 0 0,-6 3 0 0,7 1 0 16,-8-1 0-16,8 0 0 0,-7 1 0 0,0-1 0 0,1 0 0 0,-1 4 0 15,0-3 0-15,-1 3 0 0,1 0 0 0,-6 0 0 0,6 0 0 0,1 0 0 16,-8 0 0-16,0 0 0 0,8 3 0 0,-8-3 0 0,0 0 0 16,1 4 0-16,-1 0 0 0,1-4 0 0,0 3 0 0,-1-3 0 15,1 4 0-15,-7 0 0 0,6-4 0 0,-6 3 0 0,7-3 0 0,-7 4 0 16,0-4 0-16,0 4 0 0,0-4 0 0,0 3 0 0,1-3 0 0,-2 0 0 15,-6 4 0-15,8-4 0 0,-8 0 0 0,1 0 0 0,-1 0 0 16,0 0 0-16,2 0 0 0,-2 0 0 0,0 0 0 0,0 0 0 16,-6 0 0-16,0 0 0 0,7 0 0 0,-7 0 0 0,0 0 0 0,0 0 0 15,0 0 0-15,0 0 0 0,0 0 0 0,0 0 0 0,0 0 0 16,0 0 0-16,0 0 0 0,0 0 0 0,0 0 0 0,0 0 0 0,0 0 0 16,-7 0 0-16,7 4 0 0,0-4 0 0,0 0 0 0,0 3 0 0,0-3 0 15,0 4 0-15,0-1 0 0,0 1 0 0,-6 3 0 0,6 1 0 16,0 3 0-16,0 0 0 0,0 4 0 0,0 3 0 0,0 0 0 0,-6 4 0 15,6 0 0-15,0 4 0 0,0 0 0 0,-6-1 0 0,6 4 0 16,0-3 0-16,-8 3 0 0,8-3 0 0,0 3 0 0,0 1 0 0,0-5 0 16,-6 4 0-16,6 1 0 0,0-1 0 0,0 1 0 0,-6-1 0 15,6 0 0-15,0 1 0 0,0-1 0 0,0 4 0 0,-7-4 0 0,7 0 0 16,0 1 0-16,0 3 0 0,0-8 0 0,0 4 0 0,0 1 0 16,0-1 0-16,0-3 0 0,0 3 0 0,0 0 0 0,0-3 0 0,0 4 0 15,0-1 0-15,0-4 0 0,0 5 0 0,0-5 0 0,-6 1 0 16,6 0 0-16,0-4 0 0,-7-4 0 0,7 4 0 0,0-4 0 0,0-2 0 15,0 1 0-15,-7-2 0 0,7 0 0 0,0-5 0 0,0 5 0 0,0-4 0 16,0 0 0-16,0 0 0 0,0 4 0 0,0-4 0 0,0 0 0 16,0-1 0-16,0-2 0 0,0 3 0 0,0-3 0 0,0 2 0 0,0-6 0 15,0 3 0-15,0 0 0 0,0-3 0 0,0 0 0 0,0 0 0 16,0-1 0-16,0-3 0 0,0 0 0 0,0 0 0 0,0 0 0 16,0 0 0-16,0 0 0 0,0 0 0 0,0 0 0 0,0 0 0 0,0 0 0 15,0 0 0-15,0 0 0 0,0 0 0 0,0 0 0 0,0 0 0 0,0 0 0 16,0 0 0-16,0 0 0 0,0 0 0 0,0 0 0 0,0 0 0 15,0 0 0-15,0 0 0 0,0 0 0 0,0 0 0 0,0 0 0 0,0 4 0 16,0-4 0-16,0 0 0 0,0 0 0 0,0 0 0 0,0 4 0 16,0-4 0-16,0 0 0 0,0 0 0 0,0 0 0 0,0 0 0 15,0 0 0-15,0 0 0 0,0 0 0 0,0 0 0 0,0 0 0 0,0 0 0 16,0 0 0-16,0 0 0 0,0 0 0 0,0 0 0 0,0 0 0 0,0 0 0 16,0 0 0-16,0 0 0 0,0 0 0 0,0 0 0 0,0 0 0 15,7 0 0-15,-7-4 0 0,0 4 0 0,0 0 0 0,0 0 0 16,0 0 0-16,7 0 0 0,-7 0 0 0,6-4 0 0,-6 4 0 0,7 0 0 15,-1 0 0-15,0 0 0 0,2-3 0 0,-2 3 0 0,6 0 0 0,2-4 0 16,-1 4 0-16,0-4 0 0,0 0 0 0,7 1 0 0,-1 3 0 0,1-7 0 16,-2 3 0-16,2 0 0 0,0 1 0 0,6-4 0 0,-7 3 0 15,8 0 0-15,-7 1 0 0,-2-2 0 0,9-1 0 0,-7 1 0 16,-2 3 0-16,9-3 0 0,-7 5 0 0,-1-3 0 0,7-1 0 0,-6 0 0 16,6 4 0-16,-6-3 0 0,-1 3 0 0,0 0 0 0,8 0 0 15,-8-4 0-15,0 4 0 0,1 0 0 0,-1 0 0 0,-5 0 0 16,5 0 0-16,-6-4 0 0,6 4 0 0,-5 0 0 0,5 0 0 0,-6-3 0 15,0 3 0-15,1 0 0 0,-2-4 0 0,1 4 0 0,-6-4 0 0,6 4 0 16,0-3 0-16,-6 3 0 0,-1-4 0 0,7 0 0 0,-6 1 0 16,-1 3 0-16,0-4 0 0,1 0 0 0,-1 1 0 0,1-1 0 15,-7-3 0-15,7 3 0 0,-1 0 0 0,0-3 0 0,-6 3 0 0,8-3 0 16,-8 0 0-16,6 0 0 0,-6-1 0 0,0-3 0 0,6 4 0 16,-6-3 0-16,0-2 0 0,0 1 0 0,-6-4 0 0,6 1 0 0,0-2 0 15,-6-1 0-15,-2-2 0 0,2-3 0 0,0 0 0 0,-1-3 0 16,0-1 0-16,1-3 0 0,-7 0 0 0,0-5 0 0,6 1 0 0,-5 1 0 15,-2-5 0-15,1 0 0 0,0 4 0 0,0-3 0 0,1-1 0 16,-2 0 0-16,1 1 0 0,0-1 0 0,0 1 0 0,7 2 0 16,-8-2 0-16,2 3 0 0,5 0 0 0,-6 0 0 0,6 3 0 0,1 1 0 15,0 0 0-15,-1 4 0 0,0-2 0 0,1 2 0 0,0 3 0 0,-1 4 0 16,0-1 0-16,7 1 0 0,-6 4 0 0,-1-1 0 0,7 0 0 16,-6 4 0-16,6 0 0 0,-6 4 0 0,-1-4 0 0,7 3 0 15,0 1 0-15,-7 0 0 0,7 3 0 0,-6 1 0 0,6-5 0 0,0 5 0 16,0 3 0-16,-6-4 0 0,6 4 0 0,0 0 0 0,0 0 0 15,0 0 0-15,0 0 0 0,0 0 0 0,0 0 0 0,0 0 0 16,0 0 0-16,0 0 0 0,0 0 0 0,0 0 0 0,0 0 0 0,6 0 0 16,-6 0 0-16,0 0 0 0,0 4 0 0,6-4 0 0,-6 0 0 15,7 0 0-15,0 3 0 0,-1-3 0 0,0 0 0 0,7 4 0 0,1-4 0 16,-2 0 0-16,2 4 0 0,5-4 0 0,-6 0 0 0,6 0 0 16,1 0 0-16,0 0 0 0,-1-4 0 0,1 4 0 0,6 0 0 0,-7-4 0 15,7 4 0-15,0-3 0 0,-6 3 0 0,7 0 0 0,-2-4 0 16,1 4 0-16,0-4 0 0,0 4 0 0,1-3 0 0,-1 3 0 15,-1 0 0-15,-5 0 0 0,6 0 0 0,0 0 0 0,-7 0 0 0,7 0 0 16,-6 0 0-16,7 0 0 0,-9 0 0 0,9 0 0 0,-7 3 0 16,-2-3 0-16,2 0 0 0,7 0 0 0,-8 0 0 0,0 0 0 0,1 0 0 15,-1 0 0-15,1 0 0 0,-6 0 0 0,5 0 0 0,0 0 0 16,0 0 0-16,-5-3 0 0,6 3 0 0,-1 0 0 0,-6 0 0 0,6 0 0 16,-5-4 0-16,5 4 0 0,-6 0 0 0,6-4 0 0,-5 4 0 15,-1 0 0-15,0-3 0 0,0 3 0 0,-1 0 0 0,2 0 0 0,-8-4 0 16,7 4 0-16,-6 0 0 0,6 0 0 0,-7 0 0 0,1-4 0 15,-7 4 0-15,7 0 0 0,-1 0 0 0,-6 0 0 0,6 0 0 0,-6 0 0 16,7 0 0-16,-7 0 0 0,0 0 0 0,7 0 0 0,-7 0 0 0,0 0 0 16,0 0 0-16,0 0 0 0,0 4 0 0,0-4 0 0,0 0 0 15,0 0 0-15,0 0 0 0,0 0 0 0,0 0 0 0,0 0 0 16,0 0 0-16,0 0 0 0,0 0 0 0,0 4 0 0,0-4 0 0,0 0 0 16,0 3 0-16,0-3 0 0,0 4 0 0,0 0 0 0,0-1 0 0,0 1 0 15,0 3 0-15,0 1 0 0,-7-1 0 0,7 4 0 0,0 0 0 16,0 0 0-16,0 3 0 0,0 5 0 0,-7-1 0 0,7 1 0 0,-6 2 0 15,6 1 0-15,0 4 0 0,-6 0 0 0,-1 3 0 0,7 0 0 16,-7 4 0-16,1-4 0 0,6 4 0 0,-7 1 0 0,1-1 0 0,-1 3 0 16,7-3 0-16,-6 0 0 0,-1 0 0 0,7 0 0 0,0 0 0 0,-6 0 0 15,6-4 0-15,0 1 0 0,0-1 0 0,0-4 0 0,0 1 0 0,0 0 0 16,0-4 0-16,6 3 0 0,-6-6 0 0,0 3 0 0,7-1 0 16,-7-2 0-16,6-1 0 0,-6-3 0 0,7 0 0 0,-7-1 0 0,6 1 0 15,-6-4 0-15,7 0 0 0,-7 0 0 0,6 0 0 0,-6-4 0 0,7 1 0 16,-7-1 0-16,7 0 0 0,-7-3 0 0,6 3 0 0,-6-3 0 15,0 0 0-15,6-1 0 0,-6 1 0 0,0-4 0 0,0 4 0 0,7-1 0 16,-7-3 0-16,0 0 0 0,0 0 0 0,0 0 0 0,0 3 0 16,0-3 0-16,0 0 0 0,0 0 0 0,0 0 0 0,0 0 0 0,0 0 0 15,0 0 0-15,0 0 0 0,0 0 0 0,0 0 0 0,0 0 0 0,0 0 0 16,0 0 0-16,0 0 0 0,0 0 0 0,0 0 0 0,0 0 0 16,0 0 0-16,0 0 0 0,0 0 0 0,0 0 0 0,0 0 0 0,0 0 0 15,0 0 0-15,0 0 0 0,7 0 0 0,-7 0 0 0,0 0 0 16,0 0 0-16,0 0 0 0,6 0 0 0,-6 5 0 0,0-5 0 0,6 0 0 0,-6 0 0 15,7 0 0-15,-1 3 0 0,1-3 0 0,6 0 0 16,-7 4 0-16,8-4 0 0,-2 0 0 0,2 4 0 0,-1-4 0 0,-1 0 0 0,2 0 0 16,-2 0 0-16,2 0 0 0,5 0 0 0,-5 0 0 0,-2 0 0 15,8 0 0-15,-7 0 0 0,0 0 0 0,6 0 0 0,-5-4 0 0,5 4 0 16,-6 0 0-16,6-4 0 0,1 4 0 0,-7 0 0 0,7-3 0 0,0 3 0 16,-2 0 0-16,2-5 0 0,7 5 0 0,-9 0 0 0,2-3 0 15,0 3 0-15,-1 0 0 0,7 0 0 0,-6-3 0 0,-1 3 0 0,7 0 0 16,-6-4 0-16,0 4 0 0,5-4 0 0,-5 4 0 0,0-3 0 15,-1 3 0-15,1-4 0 0,0 4 0 0,-1-4 0 0,1 4 0 0,0-3 0 16,-8-1 0-16,8 4 0 0,-7-4 0 0,-1 4 0 0,2 0 0 0,-1-3 0 16,-7 3 0-16,1 0 0 0,-1-4 0 0,1 4 0 0,-1 0 0 15,-6 0 0-15,0 0 0 0,0 0 0 0,0 0 0 0,0 0-2 16,-6-4-915-16,6 4 4 0,-7 0 21 0,7 0 38 0,-6-3 48 0,-1 3 49 16,1 0 52-16,-1-4 53 0,1 4 55 0,6 0 80 0,-6 4 92 15</inkml:trace>
  <inkml:trace contextRef="#ctx0" brushRef="#br0" timeOffset="82083.1">17037 3209 0 0,'0'0'53'0,"0"4"223"0,0-4 49 0,0 0 41 16,0 3 35-16,0-3 27 0,-6 0 21 0,6 0 14 0,0 0 11 0,0-3 14 16,6 3 14-16,0-4-20 0,1 0-36 0,0 1-50 0,5-1-57 15,2-3-47-15,5-1-43 0,1 1-34 0,6-4-29 0,-7 0-22 16,7 3-15-16,7-3-11 0,-7 1-6 0,6 2-12 0,1-3-10 0,-7 4-14 16,6-4-14-16,1 4-12 0,0-1-11 0,-7 4-9 0,6-3-9 15,-6 4-6-15,1-1-5 0,-1 1-5 0,0-1-5 0,-7 4-7 0,1 0-7 16,0-4-11-16,-8 4-13 0,1 0-17 0,1 4-18 0,-2-4-20 15,-6 0-24-15,2 0-25 0,-2 0-29 0,-6 0-57 0,6 4-67 16,-6-4-81-16,-6 0-88 0,6 3-63 0,-6-3-50 0,-2 4-20 0,-4-1-3 16,6 1 8-16,-8 3 13 0,1-7 18 0,-7 4 22 0,8 0 26 15,-2-1 29-15,-5-3 54 0,6 0 69 0</inkml:trace>
  <inkml:trace contextRef="#ctx0" brushRef="#br0" timeOffset="82332.41">17564 2696 77 0,'-6'-7'341'0,"6"3"50"0,-6 0 39 16,6 4 25-16,-7 0 17 0,0 0 11 0,1 0 7 0,6 0 6 0,-7 4 7 16,7 3 12-16,-6-3 12 0,6 7-56 0,0 0-95 0,0 3-75 15,0 5-65-15,0 3-42 0,0 4-29 0,0 6-15 0,6 1-11 0,-6 4-4 16,0 7-2-16,7 0-3 0,-7 8-2 0,6-1-9 0,1 3-13 16,-7 5-12-16,0 0-14 0,7 0-26 0,-7 3-54 0,0 3 0 15,0-2 0-15,6-5 0 0,-6 5 0 0,0-5 0 0,0 1 0 0,0-4 0 16,-6-4 0-16,6-3 0 0,0-4 0 0,0-4 0 0,0-3 0 15,6-4-102-15,-6-4-21 0,0-3-18 0,0-1-20 0,0-6-37 0,0-4-44 16,0-1-58-16,0-3-61 0,0-4-59 0,0-3-58 0,-6 0-35 16,6-4-27-16,0-4-5 0,-7 0 6 0,0-3 12 0,1 0 13 0,-1-8 18 15,7 1 17-15,-6-5 38 0,0 1 44 0,6-8 61 0,-7 1 67 16</inkml:trace>
  <inkml:trace contextRef="#ctx0" brushRef="#br0" timeOffset="82516.12">17525 3531 77 0,'0'-25'254'0,"0"6"52"0,7-2 55 0,-7 5 48 15,0 3 45-15,0 1 31 0,-7 1 25 0,7 4 16 0,0 2 12 0,-6 2-9 16,0 3-21-16,-1 0-43 0,0 0-56 0,-5 3-51 0,5 2-50 0,-6 2-51 16,0 0-54-16,-7 4-50 0,8 4-47 0,-8-4-38 0,0 7-32 15,1-3-30-15,5 7-28 0,-5-4-32 0,-1 1-35 0,1-1-52 16,6 1-61-16,0-5-70 0,0 1-75 0,6-1-66 0,1-3-60 0,0 0-36 16,6-3-25-16,0-5-7 0,0 1 2 0,6-1 9 0,0-6 16 15,1-1 22-15,6-3 27 0,0 0 46 0,0-4 61 0,6 0 68 16,1 0 168-16</inkml:trace>
  <inkml:trace contextRef="#ctx0" brushRef="#br0" timeOffset="82666.06">17480 3517 28 0,'19'-11'164'0,"-5"0"25"0,5 0 29 16,-6 3 31-16,0 5 32 0,1-4 40 0,-8 7 45 0,6-4 40 0,2 4 38 16,-8 4-1-16,7-4-20 0,1 4-21 0,4-1-19 0,-4 4-14 15,-1 0-8-15,7-3-20 0,-8 3-24 0,8 1-29 0,-1-1-30 0,1 0-40 16,0 0-44-16,6 1-40 0,-7-1-37 0,7 1-28 0,-6-1-25 16,6-4-25-16,-7 5-28 0,1-5-43 0,6 1-51 0,-7 0-75 15,1-1-88-15,0 2-88 0,-1-5-86 0,-6 0-47 0,6 0-27 0,-5-5-14 16,-1 2-5-16,0-1-1 0,-7-3 4 0,7-1 13 0,-7-2 17 0,2-5 33 15,-2 0 45-15,0-3 69 0,1 0 134 0</inkml:trace>
  <inkml:trace contextRef="#ctx0" brushRef="#br0" timeOffset="82899.95">18073 2707 196 0,'0'-15'413'0,"-7"1"46"15,7 3 29-15,0 0 19 0,0 3 13 0,0 1 12 0,7 0 9 16,-7 0 9-16,6 3 8 0,-6 0 13 0,6 1 16 0,8-2-75 15,-8 2-118-15,7 0-89 0,0-1-76 0,6 0-38 0,1 1-21 0,6-5-11 16,1 4-11-16,-1 1-5 0,6-1-125 0,1-3-18 0,-1 3 0 0,1-3 0 16,6 3 0-16,0-3 0 0,-7 3 0 0,8-3 0 0,-1 3 0 15,-7-3 0-15,7 3 0 0,-7 1 0 0,1-1 0 0,-7 0 0 0,7 1 0 16,-7-1 0-16,-6 0 0 0,-1 4 0 0,1-3 0 0,-8 3 0 16,2 0-144-16,-2-4-156 0,-5 4-65 0,0 0-69 0,-7 0-71 0,0 0-53 15,0 0-44-15,-7 0-11 0,0 4 4 0,-5-4 16 0,-2 0 22 0,-5 0 24 16,6 0 26-16,-14 0 37 0,9-4 43 0,-2 4 58 0,-7-4 65 15</inkml:trace>
  <inkml:trace contextRef="#ctx0" brushRef="#br0" timeOffset="83065.66">18392 2410 186 0,'-19'-4'254'0,"-8"-3"44"0,7 4 48 15,8-1 41-15,-2 0 42 0,2 4 25 0,-2-3 17 0,8 3 11 0,-1 0 8 16,1 0-24-16,6 3-44 0,0 1-31 0,-6 3-26 0,6 4-32 16,0 0-35-16,0 4-40 0,6 0-43 0,-6 3-40 0,0 0-39 0,6 4-25 15,1 0-16-15,-7 4-12 0,6-4-8 0,1 0-14 0,0 0-17 0,-1-1-26 16,7-2-29-16,-6-1-32 0,5-3-34 0,1 3-51 0,1-7-61 15,-2 4-77-15,2-4-84 0,-1-4-75 0,6 1-70 0,-6-5-36 16,7 1-17-16,0-4-3 0,-1-4 4 0,1 1 11 0,-1-5 17 0,7-2 20 16,-6-2 25-16,0-3 45 0,5-3 57 0,-5 4 75 0,0-5 241 15</inkml:trace>
  <inkml:trace contextRef="#ctx0" brushRef="#br0" timeOffset="83234">18867 2498 0 0,'7'0'301'0,"-14"0"71"0,7 4 50 0,-7 0 35 15,1 3 26-15,-7 0 18 0,0 0 15 0,0 4 10 0,-7-3 12 0,1 3 11 16,-1 3 10-16,0-3-46 0,2 4-76 0,-9-1-76 0,1 2-77 15,0-2-57-15,0 4-49 0,1-3-32 0,-9 3-26 0,9 0-19 0,-8 1-13 16,7 0-19-16,-6-1-20 0,5 4-27 0,-5-4-29 0,6 0-30 16,-7 0-32-16,7 4-42 0,-7-3-43 0,7-1-65 0,0-3-73 0,0 3-67 15,-7-3-68-15,8-1-58 0,-1 1-54 0,6-4-24 0,-6 0-6 16,7 1 6-16,-7-2 15 0,12-2 17 0,-5-1 20 0,6 0 34 16,0-3 37-16,7 3 61 0,-2-3 70 0</inkml:trace>
  <inkml:trace contextRef="#ctx0" brushRef="#br0" timeOffset="83433">17975 3092 120 0,'7'7'200'0,"-7"0"26"15,6 1 25-15,0 3 32 0,0-1 39 0,2 5 49 0,-8 0 54 0,12 0 28 16,-5 3 17-16,0 3-12 0,6 2-26 0,-7-1-18 0,7 1-15 0,-6-2-21 16,5 5-24-16,2-4-23 0,-8-1-20 0,7 1-31 0,-6-3-37 15,6 2-48-15,-7-2-54 0,8-1-34 0,-8-3-23 0,0 0-17 16,7-1-14-16,-6-3-15 0,-1 0-13 0,1 0-15 0,-1-4-17 0,0 1-16 16,2-1-16-16,-8-3-16 0,6 4-17 0,-6-8-19 0,6 3-22 15,-6-3-33-15,0 0-38 0,0 0-52 0,0-3-58 0,0-2-44 0,0 2-42 16,0-5-28-16,0-3-21 0,0 4-22 0,0-7-19 0,-6 2-7 15,6-2 0-15,-6-4 11 0,6 3 17 0,-8-3 31 0,8-5 37 0,-6 5 51 16,0-4 57-16,6 0 48 0,-7 1 43 0</inkml:trace>
  <inkml:trace contextRef="#ctx0" brushRef="#br0" timeOffset="83699.75">18177 3121 0 0,'0'-7'20'0,"0"3"174"0,6-4 33 0,-6 5 38 0,7-1 37 16,-1 1 48-16,-6 3 54 0,7-4 34 0,-1 0 28 0,0 4 13 15,-6-3 8-15,8-1-18 0,4 0-31 0,-5 0-21 0,6 1-19 0,0-1-21 16,0 1-24-16,0-4-27 0,7-1-30 0,-1 5-41 0,1-8-44 0,6 3-29 15,0 1-22-15,7-4-17 0,-1 0-15 0,1 3-12 0,5-3-13 16,-5 0-12-16,6 4-13 0,1 0-60 0,-2-1-18 0,7 1 0 16,-5 4 0-16,-1-1 0 0,0 4 0 0,-7 0 0 0,8 4 0 0,-7-1 0 15,-8 4 0-15,7 1 0 0,-5 3 0 0,-7-4 0 0,-1 8 0 16,0-4 0-16,-5 3 0 0,-8 1 0 0,1 0 0 0,-1 3 0 0,-6-4 0 16,0 5 0-16,-6-1 0 0,-1 4 0 0,-6-4 0 0,0 5 0 15,0 2 0-15,-6-3 0 0,-1 4 0 0,1-1 0 0,-7 1 0 0,-7 0 0 16,7 0 0-16,-7-5 0 0,1 5 0 0,-1 0-22 0,1-7-133 15,-1 2-48-15,1-3-58 0,-1-3-70 0,1 0-77 0,-2-4-61 16,9-1-53-16,-1-2-35 0,0-4-27 0,-1-1-2 0,8-3 7 0,0 0 18 16,-1-7 19-16,1 3 24 0,5-3 25 0,2-4 48 0,-2-4 57 0,1 4 71 15,0-3 75-15</inkml:trace>
  <inkml:trace contextRef="#ctx0" brushRef="#br0" timeOffset="83883.2">18339 3359 0 0,'-13'-14'196'0,"13"-1"119"16,-6 4 55-16,0 0 44 0,-1 3 39 0,7-3 23 0,-7 9 16 0,7-7 11 15,-6 6 5-15,6-1 4 0,0 4 2 0,0 0-47 0,0-4-73 16,0 4-62-16,6-3-53 0,1 3-50 0,0 0-49 0,5-4-38 15,1 4-30-15,7-4-21 0,0 0-10 0,-1 4-8 0,1-3-4 0,6-1-4 16,0 1 0-16,0-1-3 0,0 1-3 0,0-1-7 0,0 0-8 16,-6 1-7-16,6-2-8 0,-7 2-12 0,1 3-13 0,0-3-18 15,-1 3-20-15,-6 0-19 0,0 0-22 0,-1 0-34 0,2 0-37 0,-8 3-52 16,-6-3-56-16,7 3-67 0,-7 2-71 0,-7-2-62 0,1 5-57 0,0-1-28 16,-8 0-9-16,2 0 2 0,-2 8 10 0,-5-4 17 0,-1 0 18 15,-6 4 32-15,0 0 37 0,7-1 50 0,-14 1 58 0,7-1 65 16,-6 1 239-16</inkml:trace>
  <inkml:trace contextRef="#ctx0" brushRef="#br0" timeOffset="84066.56">18229 3498 143 0,'-14'4'247'0,"8"0"20"0,-7-1 13 0,7 1 8 0,6-4 7 16,0 0 14-16,0 0 18 0,0-4 28 0,6 4 34 0,1-3 6 15,-1-1-9-15,0 0-37 0,2 1-51 0,11-1-35 0,-6 0-31 0,0-3-17 16,7 3-12-16,-8-2-9 0,8 2-5 0,-1-4-13 0,1 0-18 16,0 5-28-16,-1-5-34 0,1 6-31 0,0-3-29 0,-8 2-23 15,2-1-19-15,5 0-28 0,-6 4-36 0,-6-3-36 0,5 3-41 0,-5 0-44 16,0 0-44-16,-7 3-41 0,6-3-37 0,-6 4-32 0,-6 0-27 15,6 4-25-15,-7-6-24 0,-6 9-14 0,7-3-9 0,-8 4 13 0,-5-6 25 16,6 9 34-16,-6-4 38 0,-1 4 42 0,-6-1 43 0,7 1 40 16,-8-1 38-16</inkml:trace>
  <inkml:trace contextRef="#ctx0" brushRef="#br0" timeOffset="84365.98">18229 3634 0 0,'-20'11'14'0,"1"0"130"0,6 0 19 0,-6-1 10 0,5-2 7 16,8-1 5-16,-1-3 3 0,1 0 9 0,6-1 13 0,0 1 6 16,0-1 3-16,6-3-7 0,1 0-10 0,5 0-10 0,2 0-12 0,5-3-8 15,-6-1-10-15,6 1-6 0,8-1-3 0,-8-3-2 0,8 3-3 16,-1-4-8-16,-1 1-12 0,1 0-17 0,1 0-21 0,-1-4-21 15,0 4-21-15,0-1-17 0,0 1-15 0,0 0-19 0,-7-4-23 0,8 3-25 16,-7 1-31-16,-2 4-29 0,2-5-31 0,-7 0-28 0,1 1-25 16,-2 3-28-16,2-3-28 0,-8 4-29 0,0-1-29 0,-6 0-12 0,7-3-5 15,-7 3 9-15,0 4 15 0,0-4 22 0,0 1 27 0,0 3 37 16,-7-4 44-16,7 1 56 0,-6-1 62 0,0 4 67 0,6-4 65 0,-8 4 77 16,2 0 81-16,6 0 72 0,-6 0 68 0,0 0 50 0,6 0 42 15,-8 0 29-15,8 0 24 0,-6 4 10 0,6-4 3 0,-6 4-15 16,-1-4-27-16,1 7-33 0,-1-4-32 0,7 1-44 0,-13 4-48 0,7-5-56 15,-8 8-59-15,8-4-46 0,-7 4-39 0,-7 5-27 0,8-6-23 16,-8 5-19-16,0 0-18 0,1 3-20 0,-1 0-22 0,0 0-24 0,-5 1-21 16,5-1-25-16,-6 1-25 0,0-1-38 0,7 0-43 0,-7 0-56 15,6 1-62-15,1-5-63 0,-1-3-63 0,6 4-52 0,2-5-49 0,-1-2-27 16,6-1-15-16,1-2 1 0,6-2 10 0,0-3 19 0,0 0 18 16,6 0 36-16,7-3 40 0,-6 3 55 0,5-8 61 0,8 4 83 15,-6 0 116-15</inkml:trace>
  <inkml:trace contextRef="#ctx0" brushRef="#br0" timeOffset="84516.23">18307 3854 0 0,'19'-4'124'0,"1"0"46"16,-1 4 47-16,1 0 43 0,0 4 46 0,5 0 50 0,-5-1 54 0,0 4 36 15,-1-3 29-15,7 8-2 0,-6-5-14 0,6 1-17 0,-7-2-15 16,7 5-15-16,-6-3-13 0,7 0-28 0,-1 2-32 0,-1-3-39 16,1 1-40-16,0-1-50 0,1 0-52 0,-1 0-37 0,6-3-26 0,-6 0-26 15,0 3-25-15,0-3-27 0,0-4-30 0,0 3-47 0,1-3-55 16,-1 0-85-16,-7-3-97 0,7 3-93 0,-6-4-90 0,-1 0-43 0,1 1-23 16,-1-5-11-16,-6 1-7 0,7 0 4 0,-1 0 8 0,-6-4 15 15,0 0 18-15,7-4 38 0,-7 0 47 0,0 1 77 0,0-5 182 16</inkml:trace>
  <inkml:trace contextRef="#ctx0" brushRef="#br0" timeOffset="84699.6">19362 3437 0 0,'0'-5'63'0,"-7"2"263"0,14-1 61 0,-7 4 40 0,0-4 29 0,7 4 24 16,-1-3 18-16,0 3 15 0,2-4 12 0,4 4 11 0,1-4 12 16,0 1-17-16,0-2-31 0,7 2-71 0,0 0-93 0,-1 3-70 0,1-4-59 15,-1 0-39-15,0 4-28 0,1-3-22 0,-1 3-19 0,1-4-15 16,0 4-15-16,-1 0-20 0,-5 0-23 0,-2 0-30 0,8-4-33 0,-7 4-34 15,0 0-34-15,0 0-55 0,-7-3-66 0,8 3-78 0,-8 0-84 16,0-4-74-16,-6 4-68 0,7 0-33 0,-7 0-14 0,0 0 1 16,0 0 6-16,0 0 16 0,-7-4 21 0,7 1 23 0,-6-1 29 0,0 1 51 15,-2-5 62-15,2 5 77 0,-6-5 250 0</inkml:trace>
  <inkml:trace contextRef="#ctx0" brushRef="#br0" timeOffset="85015.72">19655 3117 0 0,'-6'-11'87'16,"6"4"156"-16,0 0 29 0,-7 3 26 0,7 4 29 0,0 0 41 0,0 7 46 15,0 0 32-15,0 5 25 0,0 2 18 0,0 1 15 0,0 7-29 16,0 0-50-16,0 4-41 0,0 3-36 0,-6 4-22 0,6 0-17 0,0 4-16 16,-7-1-16-16,7 4-30 0,-7 1-38 0,1-1-25 0,0 4-20 15,-8-3-15-15,8-1-15 0,0 0-14 0,-8 0-12 0,8-4-13 0,-7 1-70 16,7-4-25-16,-1-3 0 0,-6-5 0 0,7 2 0 0,-1-6 0 16,0-3 0-16,1 1 0 0,-1-5 0 0,1-3 0 0,0 0 0 0,-1-7 0 15,0 3-3-15,1-3-77 0,-8-1-4 0,2-3-4 0,5 0-3 16,-6-3 2-16,0-1 3 0,1 0 4 0,-2-3 6 0,-6 0 8 0,7-1 9 15,7 1 10-15,-7-4 12 0,0 4 11 0,0-4 9 0,6 1 10 16,1 2 8-16,-1-3 6 0,7 3 4 0,0-2 3 0,0-1 4 0,7-1 1 16,-1 4 1-16,1-2 1 0,6-1 1 0,0-4-1 0,0 4-1 15,6-3-1-15,1-1-2 0,0 1-4 0,-1-1-3 0,7-3-9 16,0-1-14-16,0 1-17 0,1-1-23 0,-1-2-39 0,6-1-47 0,-5 4-73 16,-2-9-88-16,1 5-84 0,0 1-86 0,0-5-46 0,-6 0-26 15,5 4-13-15,-5-4-6 0,0 5 4 0,-7-6 11 0,7 6 14 16,-8-4 21-16,2 3 38 0,-1-4 47 0,-1 5 72 0,-4-6 137 0</inkml:trace>
  <inkml:trace contextRef="#ctx0" brushRef="#br0" timeOffset="85232.74">19975 3066 41 0,'-8'11'277'0,"8"0"57"0,0 3 57 16,-6 5 43-16,6-1 34 0,0 5 25 0,-6 2 21 0,0 1 20 0,-1 6 18 16,0 1 13-16,1 1 9 0,-1 6-39 0,-6 0-64 0,6 0-52 15,-5 1-47-15,6 3-50 0,-2-4-51 0,-4 4-40 0,5-4-34 0,1 0-23 16,6-3-152-16,-7 0-22 0,7-8 0 0,0 0 0 0,7 1 0 0,-7-9 0 15,6-2 0-15,1-1 0 0,-1-3 0 0,8-8 0 0,-8 1 0 16,6-5 0-16,2-3 0 0,-1-6 0 0,0-2 0 0,6-3-100 16,1-3-130-16,-7-6-60 0,7-1-71 0,-2-5-61 0,2-3-56 0,0 0-40 15,-1-4-31-15,1 3-20 0,-7-3-12 0,7 0 6 0,-8 4 14 16,2-1 21-16,-2 1 24 0,2 0 36 0,-1 3 44 0,-7 1 60 16,7 2 71-16,-6-2 64 0,-1 2 178 0</inkml:trace>
  <inkml:trace contextRef="#ctx0" brushRef="#br0" timeOffset="85367.01">20267 3308 27 0,'0'-11'228'0,"7"1"63"0,-7 1 63 16,0 6 52-16,0-1 48 0,0 4 33 0,0 0 25 0,0 0 21 15,0 7 19-15,-7-3 1 0,7 3-9 0,0 1-26 0,0-1-34 0,-6 4-44 16,6 0-52-16,0 0-55 0,-6 0-59 0,6 0-51 0,0 0-48 0,0 0-34 16,0 4-28-16,0-9-30 0,0 6-36 0,6-1-39 0,-6-4-43 15,6 0-44-15,-6 1-44 0,7-5-68 0,0 2-80 0,-1-2-89 16,0 1-93-16,1-4-68 0,-1 0-54 0,1-4-26 0,6 1-11 0,0-2 3 16,0 2 13-16,0-5 19 0,0 1 26 0,6-4 29 0,-5 0 34 15,5 0 60-15,1-3 76 0</inkml:trace>
  <inkml:trace contextRef="#ctx0" brushRef="#br0" timeOffset="85683.15">20697 3245 34 0,'6'-3'295'0,"1"-1"70"16,0 4 70-16,-7 0 48 0,6 4 38 0,-6-4 30 0,0 3 28 16,0 4 26-16,-6-3 25 0,6 4 17 0,0 3 12 0,-7 1-29 15,0-2-49-15,1 5-50 0,0-1-52 0,0 5-313 0,-8-1-166 0,1 0 0 16,-7 8 0-16,2-4 0 0,-2 7 0 0,-7-3 0 0,8 3 0 0,-7 4 0 16,-6-4 0-16,6 4 0 0,-1 0 0 0,-5 0 0 0,6-4 0 0,0 5 0 15,-7-5 0-15,13-4 0 0,-5 1 0 0,5 0 0 0,0-9 0 16,7 3 0-16,-6-5 0 0,12-1 0 0,-5-3 0 0,4-3 0 15,8-2 0-15,0-2 0 0,0-4-245 0,8 0-288 0,-2-4 4 0,0-2 16 16,7 1 26-16,0-6 26 0,6 4 29 0,1-3 47 0,-6 2 57 16,5 1 75-16,1-5 83 0,-1 8 94 0,-6-3 100 0,6 7 85 15,1-3 74-15,-6 3 58 0,-2 3 49 0,8 0 33 0,-7 1 25 0,-1 0 18 16,2 3 12-16,-8 1-8 0,8 0-18 0,-2-1-33 0,-5 0-41 16,-1 0-44-16,8 1-46 0,-8 0-32 0,0-5-26 0,1 4-29 15,0-3-79-15,-1-1-22 0,0 1 0 0,-6 0 0 0,7-4-85 0,-7 3-101 16,0-3-94-16,0 0-113 0,0 0-122 0,0 4-62 0,-7-4-30 0,7 4-15 15,-6-1-8-15,0 1 3 0,-1 3 9 0,0-3 17 0,1 3 26 16,0 0 30-16,-1 1 38 0,0 3 71 0,-6-4 89 0</inkml:trace>
  <inkml:trace contextRef="#ctx0" brushRef="#br0" timeOffset="99499.55">22156 6752 1 0,'0'0'113'0,"0"0"8"0,0 0 8 0,0 0 4 15,0-4 6-15,0 0 2 0,0 0 6 0,7 1-8 0,-7-1-12 16,0 0-11-16,0-3-9 0,0 3-8 0,0-3-5 0,0 0-5 16,0-1-3-16,0 1-4 0,0-4-5 0,0 4 0 0,0 0 3 0,0-1 2 15,6 1 4-15,-6-4 1 0,0 4 4 0,0-4-2 0,0 3 0 16,7-3 1-16,-7 0 1 0,0 0-2 0,6 0-2 0,-6-3 1 16,0 3 2-16,6-4 0 0,-6 0-1 0,7 1-1 0,-7-4-4 0,7-1-6 15,-1 1-5-15,0-1-5 0,2-3-2 0,-8 0-4 0,6 1-3 0,0-1-3 16,1 0 2-16,6-4 1 0,-6 4 2 0,-1-4 0 0,0 4 1 15,0-3 0-15,2 2 1 0,-2-2 1 0,0 3 3 0,1 0-1 16,-1 0 0-16,1 0 1 0,0 0 2 0,-1 0 1 0,0 0-1 0,1 4-3 16,0-4-3-16,-1 0-2 0,0 4-2 0,1-1 0 0,0-3 1 15,-1 4 0-15,1 0-2 0,-1-4-1 0,0 3-3 0,1-3-3 0,6 4-5 16,-7-4-3-16,8-4 0 0,-8 4-2 0,7-3-1 0,0 3-3 16,0-4 0-16,1 0-4 0,5 4-5 0,-6-3-2 0,0-1-2 0,7 1 0 15,-8 3-1-15,8-4 0 0,-7 4 2 0,7 0-1 0,0 0 2 16,-8 4-1-16,8-4 2 0,-7 4-1 0,7-4-1 0,-2 3-1 15,2 1 1-15,-7 3-1 0,7-3 0 0,0 3 1 0,-1-3 0 0,1 3-1 16,-1 0-2-16,0 1-1 0,1-1-1 0,-1 0-3 0,1 5-1 0,0-1-1 16,-1-4-1-16,1 4-1 0,0 0 0 0,-1 4-2 0,1-4 0 15,-2 4-2-15,2-4-1 0,-6 3 0 0,5 0 0 0,-6 1 0 16,6 4 0-16,-5-5 0 0,-1 5 0 0,6-5-1 0,-6 5 1 0,1-1 0 16,-2-3-1-16,1 7 1 0,1-3 1 0,4-2 0 0,-10 5 3 15,4-3 0-15,1 3 1 0,1 0 1 0,-2 3 2 0,2-3 2 16,-2 0 3-16,2 5 3 0,-1-2 1 0,-1 0 3 0,2 1 2 0,6 3 2 15,-8 1 2-15,1-5 1 0,0 8 0 0,0-4 0 0,1 1 0 0,5 3-1 16,-6 0-2-16,0 0-2 0,0 0-3 0,0 4-2 0,7-1-2 16,-8 1-1-16,1-1 0 0,1 5-2 0,-2-1-3 0,2 4-3 15,-2-3-1-15,8 6 0 0,-13-3-1 0,5 4 1 0,2 3 0 16,-1 1 0-16,0-5-1 0,-7 4 0 0,7 4 0 0,-7-3-1 0,2-1-1 16,-2 4 1-16,7-4 0 0,-6 0 2 0,-1 1 1 0,0-1-1 15,1 0 0-15,-7 1 0 0,6-5-1 0,1 4 1 0,0-2 1 0,-7-2 1 16,6 4 0-16,-6-3 1 0,6-1 0 0,1 1 0 0,-7 4-1 15,7-5-1-15,-1 4-1 0,-6-3-1 0,6 4 0 0,-6-5-1 16,7 4 1-16,0-3-3 0,-7 3-1 0,6-3-1 0,1 3-1 0,-7-3-2 16,6 3-3-16,0-3 1 0,2-1 0 0,-2 5 0 0,0-4-1 0,0-1 1 15,1-3-1-15,-7 4 1 0,7-5 0 0,-1 1-1 0,1 1 1 16,-1-1 0-16,8-4 0 0,-8 4 1 0,0-4 1 0,0 0-1 16,2 1-1-16,-2-1 0 0,0 1-1 0,1-1 2 0,6-4-1 0,-6 5-1 15,-1-1 1-15,0-3 1 0,0 3 0 0,2-3 1 0,4 3-1 16,-5-3 1-16,-1 3-1 0,1-3 2 0,6-1-1 0,-7 1 0 0,1 4 2 15,6-5 0-15,-7 1 0 0,8-4 0 0,-8 3 0 0,7 1 0 16,-7-4 0-16,8 0 2 0,-8 3 1 0,8-3 2 0,-8 0-1 0,7-3 1 16,0 3 2-16,0-4 0 0,-1 1 0 0,2-1 0 0,-1 0 0 0,-7 1-1 15,8-1 1-15,-2-3-1 0,2 2 0 0,5-1-1 0,-12-2-2 16,6 1 0-16,-1 0 0 0,2-1-1 0,-2 1 0 0,2-1-1 16,-1-3-2-16,0 4-2 0,0-4-3 0,-1 3 0 0,2-3 0 0,-1 4 0 15,0-4 0-15,0 0 0 0,0 0 0 0,0 0 0 0,0 0 0 16,0 0 0-16,0-4 0 0,-7 4 0 0,8 0 0 0,-2-3 0 15,-5-1 0-15,6 1 0 0,-6-1 0 0,6 1 0 0,-7-5 0 0,7 5 0 16,-7-5 0-16,2-3 0 0,4 4 0 0,-5-4 0 0,-1 4 0 16,1-4 0-16,6-4 0 0,-7 4 0 0,0-4 0 0,8 4 0 15,-8-4 0-15,1-3 0 0,6 0 0 0,-7 3 0 0,7-3 0 0,-6-3 0 16,6 2 0-16,-7-3 0 0,8 0 0 0,-8 0 0 0,7 0 0 0,-6 0 0 16,6-4 0-16,-1 0 0 0,-4 1 0 0,4 3 0 0,-6-4 0 15,8 0 0-15,-8 1 0 0,7-1 0 0,-7 1 0 0,2-1 0 16,4 1 0-16,-6 2 0 0,2-2 0 0,-2-1 0 0,0 1 0 0,7 3 0 15,-6-4 0-15,0 0 0 0,-1 0 0 0,0 5 0 0,0-5 0 16,2 4 0-16,-2-4 0 0,0 4 0 0,1 0 0 0,-1-3 0 16,1 3 0-16,6-4 0 0,-7 4 0 0,2-4 0 0,4 4 0 0,-6-3 0 15,8-1 0-15,-1 4 0 0,-7-3 0 0,8 2 0 0,-2-2 0 0,2 3 0 16,-2 0 0-16,1 0 0 0,1 0 0 0,-2 0 0 16,2 0 0-16,-2 0 0 0,1 4 0 0,1-4 0 0,-2 0 0 0,8 4 0 15,-7-1 0-15,0 1 0 0,6-4 0 0,-5 7 0 0,5-3 0 0,-6 0 0 16,7-1 0-16,-7 1 0 0,7 4 0 0,-1-2 0 0,0-2 0 0,-6 4 0 15,7-1 0-15,0 0 0 0,-7 4 0 0,6-3 0 0,0 3 0 16,-5 0 0-16,5-1 0 0,-6 2 0 0,6-1 0 0,-5 0 0 16,-1 3 0-16,6 1 0 0,-6-4 0 0,1 4 0 0,-2-1 0 0,2 1 0 15,-2 4 0-15,1-5 0 0,1 5 0 0,-2-1 0 0,2-3 0 16,-2 3 0-16,-5 0 0 0,6 1 0 0,0-1 0 0,1 0 0 16,-2 1 0-16,1-1 0 0,0 4 0 0,-6-4 0 0,5 4 0 0,2 0 0 15,-2 0 0-15,-4 0 0 0,4 4 0 0,1-4 0 0,-6 4 0 16,6-1 0-16,0 1 0 0,-6 0 0 0,5-1 0 0,1 5 0 0,-6-1 0 15,6-3 0-15,1 3 0 0,-2 0 0 0,-6 0 0 0,8 1 0 16,-1-1 0-16,-7 0 0 0,8 4 0 0,-2-3 0 0,2 3 0 16,-8-4 0-16,7 0 0 0,0 5 0 0,-6-1 0 0,5 0 0 0,2-1 0 15,-2 1 0-15,-5 0 0 0,6 0 0 0,0 0 0 0,-7 4 0 16,8-4 0-16,-8 3 0 0,0 2 0 0,8-2 0 0,-8-3 0 0,1 7 0 16,-1-3 0-16,0 0 0 0,1 3 0 0,0-4 0 0,-1 5 0 15,-6-5 0-15,6 5 0 0,1-1 0 0,-7-3 0 0,7 3 0 16,-7 0 0-16,0 1 0 0,6-5 0 0,-6 5 0 0,0-1 0 0,0 1 0 15,0-1 0-15,0 4 0 0,0-4 0 0,0 4 0 0,0 0 0 0,0 0 0 16,0 0 0-16,-6 4 0 0,6-1 0 0,0-3 0 0,0 7 0 16,0-3 0-16,0 0 0 0,0-1 0 0,0 1 0 0,0 3 0 15,6-3 0-15,-6 3 0 0,0-3 0 0,7 0 0 0,-7 3 0 0,0-4 0 16,6 5 0-16,1-4 0 0,-1 3 0 0,-6-4 0 0,7 1 0 16,-1 0 0-16,0-1 0 0,2-3 0 0,-2 4 0 0,0-4 0 0,1 0 0 15,-1 0 0-15,7 4 0 0,-6-4 0 0,5 0 0 0,-4-4 0 16,4 4 0-16,-5 0 0 0,6-4 0 0,-6 4 0 0,5-4 0 0,2 4 0 15,-2-3 0-15,-5-1 0 0,6 0 0 0,0 0 0 0,0 1 0 16,0-1 0-16,1-3 0 0,-2 3 0 0,-5 1 0 0,12-1 0 16,-6-4 0-16,1 5 0 0,-2-1 0 0,2-3 0 0,-2 3 0 0,8-3 0 15,-7-1 0-15,0 1 0 0,6-4 0 0,-6 5 0 0,7-6 0 16,-6 1 0-16,4 0 0 0,2 0 0 0,-7 0 0 0,7-4 0 0,0 4 0 16,-1-4 0-16,1 1 0 0,-1-1 0 0,0 0 0 0,1 1 0 15,-7-2 0-15,7-1 0 0,-1-2 0 0,1 5 0 0,0-5 0 0,-8 1 0 16,8-1 0-16,-7-3 0 0,7 4 0 0,-8-4 0 0,2 5 0 15,-2-5 0-15,1-5 0 0,1 5 0 0,-2 0 0 0,2-4 0 16,-2 1 0-16,2-1 0 0,-1 1 0 0,-1-1 0 0,2 0 0 0,-8-4 0 16,7 5 0-16,-6-4 0 0,6 0 0 0,0-1 0 0,-7 1 0 15,7 0 0-15,-7-1 0 0,8 1 0 0,-8-4 0 0,7 0 0 16,1 0 0-16,-8 0 0 0,6 0 0 0,2-4 0 0,-8 4 0 0,8-4 0 16,-1 1 0-16,-7-5 0 0,7 5 0 0,0-4 0 0,0 0 0 0,0 3 0 15,-6-7 0-15,5 4 0 0,2-1 0 0,-2-3 0 0,2 4 0 16,-1-4 0-16,0 1 0 0,-7-2 0 0,7 1 0 0,1 0 0 15,-2 4 0-15,2-4 0 0,-8 0 0 0,7 1 0 0,0-2 0 0,0 1 0 16,-7-1 0-16,8 2 0 0,-2 3 0 0,-5-5 0 0,6 1 0 0,0-3 0 16,-7 3 0-16,8-4 0 0,-2 5 0 0,2-6 0 15,-8 2 0-15,7-4 0 0,1 3 0 0,-2 1 0 0,-5-5 0 0,6 4 0 16,-7-3 0-16,7 4 0 0,1-1 0 0,-2 0 0 0,-5 0 0 0,6 5 0 16,0-5 0-16,0 4 0 0,0 0 0 0,1 0 0 0,-2 0 0 15,8 0 0-15,-7 0 0 0,-1 4 0 0,2-4 0 0,5 4 0 16,-6-4 0-16,0 3 0 0,7 1 0 0,-8-1 0 0,2 1 0 0,-1-4 0 15,0 8 0-15,0-8 0 0,7 7 0 0,-8-4 0 0,2 1 0 0,5 0 0 16,-6 0 0-16,0-1 0 0,0 1 0 0,7 0 0 0,-7 3 0 16,0 1 0-16,-1-1 0 0,2 0 0 0,-1 4 0 0,0-4 0 15,0 5 0-15,-7 2 0 0,8-3 0 0,-8 4 0 0,7 0 0 0,-6-1 0 16,-1 5 0-16,7-5 0 0,-7 5 0 0,8-1 0 0,-8 0 0 0,0 1 0 16,8 3 0-16,-8-4 0 0,7 4 0 0,0-3 0 0,-6 3 0 15,5 0 0-15,2-5 0 0,-1 5 0 0,0 0 0 0,0 0 0 16,-1 0 0-16,2-3 0 0,-1 3 0 0,6 0 0 0,-6 0 0 0,1 0 0 15,-2 3 0-15,8-3 0 0,-7 0 0 0,0 0 0 0,0 5 0 16,1-5 0-16,-2 3 0 0,1-3 0 0,0 4 0 0,-6-1 0 16,5 1 0-16,-4 0 0 0,4-1 0 0,1 1 0 0,-6 0 0 0,6-1 0 15,0 5 0-15,-6-5 0 0,5 1 0 0,-5 3 0 0,6-3 0 16,0 3 0-16,0-3 0 0,6 3 0 0,-5-3 0 0,-2 3 0 16,2-3 0-16,5-1 0 0,-5 5 0 0,4-5 0 0,2 5 0 0,-7-5 0 15,7 5 0-15,-8-5 0 0,8 5 0 0,-7-4 0 0,7 3 0 16,-8-3 0-16,2 3 0 0,6-3 0 0,-7 3 0 0,-1-3 0 0,2 3 0 15,-2 0 0-15,2-3 0 0,-1 3 0 0,-1-3 0 0,-4 3 0 16,4 0 0-16,2 1 0 0,-2-5 0 0,-5 8 0 0,6-3 0 0,-6-1 0 16,5 0 0-16,-6 1 0 0,2 2 0 0,4-2 0 0,-5 3 0 15,0-3 0-15,6 2 0 0,-7-2 0 0,0 3 0 0,1-4 0 16,6 4 0-16,-7 0 0 0,1 0 0 0,0 0 0 0,6 0 0 0,-7 3 0 16,0-3 0-16,1 4 0 0,0-4 0 0,-1 4 0 0,8 0 0 0,-8-1 0 15,0 1 0-15,1-4 0 0,-1 3 0 0,1 1 0 0,-1 0 0 16,1 0 0-16,-1-1 0 0,0 1 0 0,2-1 0 0,-2 1 0 15,-6 0 0-15,13-1 0 0,-6 1 0 0,-7-1 0 0,6 2 0 0,0-2 0 16,1 4 0-16,-1-3 0 0,1 0 0 0,0-1 0 0,-1 5 0 16,0-5 0-16,1 4 0 0,0-3 0 0,-1 3 0 0,1-3 0 0,-7 4 0 15,6-5 0-15,0 4 0 0,1-3 0 0,-7 0 0 0,7-1 0 16,-1 1 0-16,0 0 0 0,-6 0 0 0,8-5 0 0,-2 5 0 0,-6-4 0 16,6 4 0-16,1-4 0 0,-1 0 0 0,-6 0 0 0,7-1 0 15,-7 1 0-15,6-3 0 0,1 3 0 0,-7 0 0 0,0 0 0 0,6 0 0 16,-6 0 0-16,6-1 0 0,-6 2 0 0,0-1 0 0,0 0 0 15,8 3 0-15,-8-3 0 0,0 4 0 0,0 0 0 0,0-4 0 16,0 0 0-16,6 3 0 0,-6-3 0 0,0 0 0 0,0 0 0 16,0 0 0-16,6-3 0 0,-6 3 0 0,0-4 0 0,0-3 0 0,0 3 0 15,0-3-181-15,0-1-145 0,0-3-79 0,0 0-84 0,-6 5-83 16,6-5-37-16,0-5-12 0,-6 5 1 0,-2-3 9 0,2-1 15 0,0 0 20 16,-1 1 24-16,-6-1 26 0,7-3 39 0,-7-1 45 0,7 1 75 15,-8 0 156-15</inkml:trace>
  <inkml:trace contextRef="#ctx0" brushRef="#br0" timeOffset="182899.75">8883 8026 121 0,'0'0'124'16,"0"-4"2"-16,0 4 1 0,0 0 1 0,0 0 0 0,0 0 4 15,0 0 4-15,0 0-5 0,0 0-14 0,0 0-13 0,0 0-13 0,0 4 0 16,0-4 5-16,7 0 9 0,-7 0 14 0,0 0 18 0,0 4 19 16,0-4 20-16,0 3 23 0,6-3 21 0,-6 5 19 0,0-5 15 0,0 3 11 15,6 1 2-15,-6-4-3 0,0 4-8 0,7-1-8 0,-7-3-10 16,6 4-12-16,-6-2-13 0,7 3-18 0,-7-1-19 0,7-1-20 15,-7 1-21-15,0 0-21 0,6-1-20 0,-6 5-17 0,6-1-11 0,-6-3-5 16,8 3-4-16,-8 0-3 0,0 5-3 0,6-6-1 0,-6 5 0 16,0 0 0-16,0 5 1 0,0-6 0 0,0 1-1 0,0 4-1 0,-6 0-2 15,6-1 0-15,0 1-2 0,-8 3-2 0,8-3-1 0,-6 3 0 16,6 1-3-16,-6-1-1 0,6 0-2 0,-7 0-2 0,0 1-2 16,7 3-2-16,-6-4-1 0,6 4-2 0,-7 0-1 0,1 0-4 0,6 4-2 15,-6-4-2-15,-1 3-3 0,7 4-2 0,-7-3-2 0,1 4-1 16,0-1-2-16,-1 0-1 0,0 4-1 0,1-3-1 0,-1-1-1 0,1 4-1 15,-7-4 1-15,6 0 0 0,1 1 2 0,0 3 0 0,-2-4 2 16,2 0 0-16,0 4 2 0,-1-3 2 0,-6-1 1 0,7 4 2 0,-1-4 1 16,1 4 0-16,0-4 2 0,-2 4 0 0,-4-4 1 0,5 1 1 0,7-1-1 15,-6 1-1-15,-1-5 0 0,0 1-2 0,7-4-1 0,0 0-2 16,0 0-2-16,0-4-1 0,0 0-2 0,0 1 0 0,0-5-1 16,0 1-1-16,0-1-1 0,0 2-2 0,0-2 1 0,0 1-2 0,0-4 1 15,0 3 0-15,0 1 1 0,0-4 0 0,0 0 2 0,-6 0 2 16,6 0 1-16,0 0 1 0,0 0 0 0,0 0 1 0,0-4-1 15,0 1 1-15,0-1-1 0,0 0 1 0,-6 1-1 0,6-5 0 0,0 5-1 16,6-5-2-16,-6 1 0 0,0-1-3 0,0 1-1 0,0 0-2 0,0-1-1 16,6-3-1-16,-6 4 1 0,0-4-1 0,7 0 0 0,-7 4-1 15,7-4 1-15,-7 0 0 0,6 0 0 0,1 0 1 0,-7 0-1 16,6 0 2-16,0 0-1 0,2 0 1 0,4-4 1 0,-5 4 0 0,-1 0 0 16,1-4-1-16,6 4 2 0,-7-3 0 0,8-1-1 0,-8 4 1 15,7-4 0-15,0 4 2 0,-7-3-1 0,7-1 0 0,1 4 3 16,-2-3 0-16,8-1 2 0,-7 4 0 0,7-4 1 0,-8 1 2 0,8 3 1 15,-7-4 0-15,7 4 1 0,0-4 0 0,-2 4 0 0,9-3-9 16,-7-1-5-16,-2 4 0 0,9 0 0 0,-7 0 0 0,6 0 0 0,0 0 0 16,-1 0 0-16,8 0 0 0,-7 0 0 0,6 0 0 0,1 0 0 15,-1 4 0-15,2-4 0 0,-2 3 0 0,7-3 0 0,-6 4 0 16,6-4 0-16,-7 4 0 0,8-4 0 0,-1 3 0 0,0-3 0 0,-1 4 0 16,2-4 0-16,-1 0 0 0,0 4 0 0,0-4 0 0,7 3 0 15,-8-3 0-15,9 4 0 0,-2-4 0 0,-7 3 0 0,9-3 0 0,-2 4 0 16,1-4 0-16,-1 4 0 0,1-1 0 0,5-3 0 0,-4 4 0 0,-2-4 0 15,7 4 0-15,-6-4 0 0,6 0 0 0,0 0 0 0,-7 0 0 16,14-4 0-16,-7 4 0 0,7-4 0 0,-7 4 0 0,13-7 0 16,-6 3 0-16,0 1 0 0,0-1 0 0,6 1 0 0,-7-1 0 0,7 0 0 15,0 1 0-15,0-1 0 0,0 0 0 0,0 1 0 0,0-1 0 16,8 4 0-16,-8-4 0 0,0 1 0 0,6 3 0 0,-6-4 0 16,7 4 0-16,-7-4 0 0,7 4 0 0,-7-3 0 0,0 3 0 0,7 0 0 15,-1-4 0-15,-6 4 0 0,7 0 0 0,0 0 0 0,-7 0 0 0,6 0 0 16,1 0 0-16,0 0 0 0,-7 0 0 0,6 0 0 0,2 0 0 15,-8 4 0-15,6-4 0 0,0 0 0 0,1 3 0 0,0-3 0 16,-1 4 0-16,-6-4 0 0,7 4 0 0,0-1 0 0,-1-3 0 0,1 4 0 16,-7 0 0-16,7-4 0 0,-1 3 0 0,1 1 0 0,-7-4 0 15,7 4 0-15,0-4 0 0,-1 3 0 0,-6-3 0 0,7 0 0 16,-7 4 0-16,1-4 0 0,-1 0 0 0,0 0 0 0,0-4 0 0,0 4 0 16,0 0 0-16,0 0 0 0,0 0 0 0,0 0 0 0,-7 0 0 15,7 0 0-15,-6 0 0 0,6 0 0 0,-6 0 0 0,0 0 0 16,-1 0 0-16,1 0 0 0,0 0 0 0,-7 0 0 0,7 4 0 0,-1-4 0 15,-6 0 0-15,7 4 0 0,-7-4 0 0,0 3 0 0,0-3 0 0,0 4 0 16,1-4 0-16,-2 3 0 0,-5-3 0 0,-1 4 0 0,8-4 0 16,-8 0 0-16,1 4 0 0,-1-4 0 0,1 0 0 0,-1 0 0 15,-5 0 0-15,5 0 0 0,0 0 0 0,-5 0 0 0,5 0 0 0,-5-4 0 16,-1 4 0-16,-7 0 0 0,7 0 0 0,-6 0 0 0,-1 0 0 0,-6 0 0 16,7 0 0-16,-7 0 0 0,0 0 0 0,-7 0 0 0,8 0 0 15,-8 0 0-15,1 4 0 0,-7-4 0 0,7 3 0 0,-8-3 0 16,1 4 0-16,1-4 0 0,-2 0 0 0,2 4 0 0,-2-1 0 0,-5 1 0 15,6-4 0-15,-6 4 0 0,-1-1 0 0,0 1 0 0,2 0 0 16,4-4 0-16,-6 3 0 0,2 1 0 0,-2 0 0 0,0-1 0 0,1 1 0 16,-7 0 0-16,6-4 0 0,1 3 0 0,0 1 0 0,-1-4 0 15,-6 3 0-15,6-3 0 0,0 5 0 0,2-2 0 0,-2 1 0 16,0-4 0-16,-6 4 0 0,7-4 0 0,-1 3 0 0,1-3 0 0,0 3 0 16,-7-3 0-16,6 5 0 0,0-5 0 0,1 3 0 0,0-3 0 15,-1 0 0-15,0 4 0 0,1-4 0 0,0 0 0 0,-1 3 0 0,1-3 0 16,5 0 0-16,-5 0 0 0,0 4 0 0,5-4 0 0,-5 0 0 15,6 0 0-15,0 0 0 0,1-4 0 0,-2 4 0 0,2 0 0 16,-8-3 0-16,7 3 0 0,7-4 0 0,-8 4 0 0,2-3 0 0,-2-2 0 16,2 2 0-16,5 0 0 0,-6-1 0 0,0-3 0 0,0 2 0 0,7 2 0 15,-7-1 0-15,6-3 0 0,-5 3 0 0,5-3 0 0,-6 3 0 16,6 1 0-16,1-5 0 0,0 5 0 0,-1-5 0 0,1 5 0 16,-1-5 0-16,0 5 0 0,1-5 0 0,-1 5 0 0,1-1 0 0,0-3 0 15,-1 3 0-15,1-3 0 0,0 3 0 0,-1-3 0 0,1 3 0 16,-1 1 0-16,-6-1 0 0,0-3 0 0,7 3 0 0,-8 0 0 15,2 1 0-15,-2 3 0 0,-5-4 0 0,0 0 0 0,6 0 0 0,-7 4 0 16,-6-3 0-16,6 3 0 0,-6 0 0 0,8 0 0 0,-8-4 0 16,0 4 0-16,0 0 0 0,0 0 0 0,0 0 0 0,0 0 0 0,0 0 0 15,0 0 0-15,0 0 0 0,6 0 0 0,-6 0 0 0,0 0 0 0,0 0 0 16,0 0 0-16,0 0 0 0,0-4 0 0,0 1 0 0,0 3 0 16,-6-4 0-16,6 0 0 0,0 1 0 0,0-5 0 0,0 5 0 0,-8-1 0 15,8-3 0-15,0 0 0 0,0-1 0 0,-6 1 0 0,6 0 0 0,0-1 0 16,0 1 0-16,-6 0 0 0,6-1 0 0,0-3 0 0,-7 4 0 15,7-1 0-15,0-3 0 0,-6 0 0 0,6 4 0 0,0-4 0 0,-7 0 0 16,7 0 0-16,-7 0 0 0,7 0 0 0,-6-3 0 0,0 3 0 16,6-4 0-16,-6 4 0 0,-2-3 0 0,2-1 0 0,6 0 0 0,-6 0 0 15,-1 1 0-15,0-1 0 0,1 1 0 0,6-5 0 0,-7 5 0 16,1-5 0-16,0 4 0 0,-1-3 0 0,7 0 0 0,-7 0 0 0,1-1 0 0,0 1 0 16,6-4 0-16,-7 3 0 0,0 2 0 0,7-6 0 0,-6 5 0 15,-1-4 0-15,7 4 0 0,-6 0 0 0,0-4 0 0,6 3 0 0,0 1 0 16,-7-1 0-16,0 1 0 0,7 0 0 0,-6 3 0 0,0-3 0 15,6-1 0-15,-8 5 0 0,2-5 0 0,6 5 0 0,-6-4 0 0,-1 3 0 16,1 0 0-16,6 1 0 0,-7-1 0 0,1 4 0 0,-1-3 0 16,1-1 0-16,0 0 0 0,-2 4 0 0,8-4 0 0,-6 1 0 0,0 3 0 15,-1-4 0-15,0 1 0 0,7 3 0 0,-6 0 0 0,-1-4 0 16,7 4 0-16,-6 0 0 0,6 0 0 0,-6 3 0 0,6-2 0 0,0 2 0 16,-7-3 0-16,7 4 0 0,0 0 0 0,0 3 0 0,-7-3 0 0,7-1 0 15,0 1 0-15,0 2 0 0,0-1 0 0,-6 3 0 0,6-5 0 16,0 5 0-16,0-2 0 0,0-2 0 0,0 3 0 0,0 1 0 0,0-4 0 15,0 3 0-15,-6 0 0 0,6-3 0 0,0 3 0 0,0-3 0 16,0 0 0-16,0 3 0 0,0-3 0 0,0-1 0 0,0 1 0 16,0 0 0-16,0-1 0 0,0 1 0 0,0 0 0 0,0 0 0 0,0-2 0 15,0 2 0-15,0 4 0 0,0-4 0 0,0-1 0 0,0 5 0 16,0-1 0-16,0-3 0 0,0 3 0 0,0 0 0 0,0 1 0 0,0 3 0 16,0-4 0-16,0 4 0 0,0 0 0 0,0 0 0 0,0 0 0 15,0 0 0-15,0 0 0 0,0 0 0 0,0 0 0 0,0 0 0 0,0 0 0 16,0 0 0-16,0 0 0 0,0 0 0 0,0 0 0 0,0 0 0 15,0 0 0-15,0 0 0 0,0 0 0 0,0-3 0 0,0 3 0 0,0 0 0 16,0-4 0-16,0 4 0 0,0 0 0 0,0 0 0 0,0-4 0 16,0 4 0-16,0 0 0 0,0 0 0 0,0 0 0 0,0 0 0 15,0 0 0-15,0 0 0 0,0 0 0 0,0 0 0 0,0 0 0 16,0 0 0-16,0 0 0 0,0 0 0 0,0 0 0 0,-7 4 0 0,0-4 0 16,7 0 0-16,-6 0-1 0,-7 4-514 0,7-1-97 0,-8 1-47 15,2 3-19-15,-8 0-2 0,7 4 9 0,-7 1 16 0,8 1 18 0,-8 3 27 16,0-2 34-16,7 5 34 0,0-1 38 0,-6-3 72 0,5 3 88 15</inkml:trace>
  <inkml:trace contextRef="#ctx0" brushRef="#br0" timeOffset="186665.97">11690 15350 0 0,'-7'0'184'0,"1"-4"28"16,6 4 12-16,-6 0 21 0,-1 0 24 0,7 0 31 0,-6 0 30 0,-1 0 41 15,7 0 41-15,-7 0 15 0,7 0 1 0,-6 0-33 0,6 0-47 0,0 0-32 16,0-3-24-16,0 3-18 0,0 0-11 0,0 0-21 0,0 0-24 16,0 0-26-16,0 0-28 0,6 0-31 0,1-5-35 0,0 5-18 15,-1-3-11-15,7 3-3 0,0-3 0 0,0-2 3 0,7 2 6 0,5-1 4 16,-5-3 7-16,13 3 5 0,-7-3 3 0,6 3 1 0,1-3-2 15,-1 0-5-15,7-1-6 0,1 1-7 0,-1 3-9 0,-7-3-7 0,7 0-7 16,1 4-5-16,-1-2-5 0,-1-2-6 0,1 3-3 0,-6 1-5 16,7-1-5-16,-8 1-2 0,1-1-2 0,-1 4-3 0,1-3-2 0,-7 3-1 15,6 0-3-15,-6 0-1 0,1 0-2 0,-8 0-4 0,7 0-5 16,-6 0-10-16,-1 3-15 0,-6-3-14 0,6 4-17 0,-5-4-20 16,-2 3-21-16,-5-3-27 0,6 0-30 0,-6 0-45 0,-1 4-53 0,-6-4-69 15,6 3-77-15,-6-3-66 0,-6 4-63 0,6 0-24 0,-6-1-8 16,-1 5 6-16,-6-1 12 0,0 4 17 0,0 0 19 0,-6 0 27 0,6 0 29 15,-13 3 45-15,6 5 54 0,-6-4 69 0,-1 3 229 0</inkml:trace>
  <inkml:trace contextRef="#ctx0" brushRef="#br0" timeOffset="186899.26">12080 15673 0 0,'7'0'161'0,"-7"0"119"0,7-5 21 15,-7 5 12-15,6-3 8 0,-6 3 22 0,7-4 28 0,-7 4 30 0,6 0 31 16,1-4 21-16,0 4 16 0,-1 0-37 0,0 0-62 0,1 0-60 15,6-3-54-15,0 3-31 0,-7 0-20 0,8 0-9 0,-2 0-5 16,2 0-19-16,5 0-25 0,-6-4-28 0,6 4-31 0,-5-3-20 0,5 3-15 16,1-4-12-16,0-1-8 0,-2 3-6 0,2-2-4 0,0 0-4 15,-1 1-2-15,1-2-4 0,0-2-5 0,-1 4-10 0,1-2-11 16,-1 2-12-16,-6 0-13 0,0-5-18 0,7 5-21 0,-8-1-37 0,2 0-42 16,-8 1-52-16,7 3-53 0,-6-4-43 0,0 0-41 0,-1 4-32 15,-6 0-30-15,0 0-30 0,0 0-30 0,0 8-8 0,0-1 2 0,-6 0 13 16,-1 4 18-16,0 0 34 0,1 1 43 0,-7 1 50 0,-1 3 53 0,2-2 45 15,-2 1 63-15</inkml:trace>
  <inkml:trace contextRef="#ctx0" brushRef="#br0" timeOffset="187099.79">12309 15873 67 0,'-7'4'255'0,"0"-4"29"0,7 4 20 16,-6-4 14-16,0 0 15 0,6 0 10 0,0 0 14 0,0 0 9 0,0 3 11 16,0-3 0-16,0 0-6 0,0 0-37 0,0 0-54 0,0 0-45 15,6 4-39-15,-6-4-23 0,6 4-17 0,1-4-12 0,6 3-11 0,-6-3-12 16,6 4-9-16,0 0-9 0,-1-4-11 0,2 3-14 0,5-3-13 15,-5 4-16-15,4-4-16 0,-4 3-8 0,6-3-6 0,-1 0-8 16,1 0-12-16,-8 0-26 0,8 0-35 0,-7-3-49 0,7 3-57 0,-8 0-59 16,-4-4-60-16,4 4-54 0,1 0-50 0,-6-3-32 0,0 3-24 15,-1 3-13-15,-6-3-5 0,0 0 1 0,0 0 5 0,0 4 25 16,-6 4 31-16,-1-1 48 0,0 0 56 0,1 1 57 0,-7-1 197 0</inkml:trace>
  <inkml:trace contextRef="#ctx0" brushRef="#br0" timeOffset="-145864.62">14412 11583 0 0,'-6'0'68'0,"6"4"76"0,0-1 14 0,0-3 16 0,0 4 17 0,-6 0 19 0,6-4 21 16,0 0 22-16,0 0 25 0,0 0 0 0,0 0-11 0,0 0-2 15,0 0 3-15,0 0 11 0,0 0 15 0,0 0 5 0,0 0 1 0,0 0-5 16,0 0-8-16,0 0-11 0,0 0-16 0,0 0-15 0,0 0-19 16,0 0-18-16,0 0-16 0,0 0-20 0,0 0-21 0,0 0-22 15,0 0-22-15,0 4-11 0,6-4-7 0,-6 0-3 0,6 0-3 0,-6 3 2 16,7-3 5-16,6 0 1 0,-6 4 0 0,5-4 1 0,2 0 2 0,-2 0 1 16,2 0 3-16,5 0 1 0,1 0-1 0,-1 0-3 0,7 0-3 15,-6 0-4-15,6 0-2 0,7-4-48 0,-7 4-38 0,6-3 0 0,1-1 0 16,6 4 0-16,-7-4 0 0,7 0 0 0,7 1 0 0,-7-4 0 15,7 3 0-15,5 0 0 0,-5 1 0 0,6-1 0 0,0 1 0 0,1-1 0 16,-8 0 0-16,7 1 0 0,1 3 0 0,-2-4 0 0,-5 0 0 16,7 4 0-16,-8-3 0 0,1 3 0 0,-1-4 0 0,-6 1 0 15,7-1 0-15,-7 4 0 0,-7-4 0 0,7 0 0 0,-7-3 0 0,1 3 0 16,-7 1-25-16,0-1-269 0,-6-3-102 0,6 3-94 0,-7-3-93 16,-5 3-42-16,-1 1-16 0,0-5-1 0,0 0 9 0,-13 5 17 15,6-4 22-15,-6 3 25 0,-6-4 28 0,6 5 38 0,-13-4 45 0,0 3 80 16,0 4 175-16</inkml:trace>
  <inkml:trace contextRef="#ctx0" brushRef="#br0" timeOffset="-145264.2">15135 11053 103 0,'13'-8'190'0,"-6"5"28"0,-7-5 29 0,6 8 29 0,-6-4 27 0,0 1 34 0,0 3 39 0,0 0 32 0,0 0 31 16,-6 0-16-16,6 0-37 0,-7 0-25 0,1 0-17 0,-1 3-19 16,1-3-21-16,-1 4-26 0,-5-1-26 0,-2 2-26 0,1 1-23 0,0-1-35 15,0 2-35-15,1 4-31 0,-8-4-29 0,0 4-17 0,7 0-10 16,-7 4-9-16,-6-4-7 0,7 3-3 0,-1 1-4 0,-6 3-2 16,7-3-2-16,-7 3-2 0,6 1-3 0,-6-1-1 0,0 0-1 0,0 0-3 15,7 1-1-15,-8-2-1 0,1 6-2 0,-6-4 1 0,5 2-1 0,1-2 3 16,1-1 2-16,5 0 4 0,-6 1 4 0,0-1 3 0,7-3 3 15,-1 0 2-15,7-1 1 0,-7-3 0 0,14 0 1 0,-8-4 1 16,8 1 0-16,0-1-1 0,0 0 0 0,6-3-4 0,-8-1-5 0,8 1-3 16,0 0-5-16,0-1-3 0,0 1-3 0,0-1-1 0,8 1 2 15,-8 0 2-15,6 0 3 0,0 3 3 0,0-3 3 0,2 3 4 16,-2 1 5-16,7-1 6 0,-7 4 5 0,8-4 4 0,-8 4 2 0,6-3 3 16,2 3 0-16,-1-1 0 0,0 1-2 0,0 0-2 0,1 0-2 0,-2-3-3 15,1 3-3-15,0 0-4 0,0 0-3 0,7 0-3 0,-8-4-5 16,2 4-2-16,-1 1-3 0,7-2-2 0,-8-3-1 0,8 4-2 15,-7-3 0-15,7 3-1 0,-1-4-1 0,-6 4 0 0,7-4-1 0,-1 4 0 16,1-4-1-16,0 1-2 0,-1 3 0 0,0-5-9 0,8 3-11 0,-8-6-17 16,0 5-20-16,8-5-29 0,-8 1-30 0,1 0-69 0,6 0-87 15,-6-4-100-15,-1 0-108 0,7 0-60 0,-6 0-34 0,-1-4-18 16,7 4-8-16,-6-4 3 0,6 0 8 0,-7 1 16 0,1-1 21 16,-1 0 26-16,0 1 30 0,1-1 70 0,-7-1 86 0</inkml:trace>
  <inkml:trace contextRef="#ctx0" brushRef="#br0" timeOffset="-144563.06">17115 11500 0 0,'0'-4'13'0,"-13"0"168"0,7 4 17 0,-7 0 17 0,6 0 16 0,0 0 19 16,-5 4 23-16,-2-4 23 0,8 4 23 0,0-1 30 0,-7 1 33 15,6 3-13-15,0-3-35 0,1 3-19 0,0 4-10 0,6 0-13 16,-8 0-11-16,2 3-12 0,6 1-14 0,-6 0-16 0,6 3-20 0,-6 4-21 16,6 0-20-16,-7 0-28 0,7 0-30 0,0 4-27 0,0-4-26 15,0 0-16-15,7 3-10 0,-7-3-6 0,6-3-5 0,-6 2-3 16,6-2-1-16,0 0-2 0,2-5-3 0,4 1-2 0,-5-1-1 0,6-2-2 16,-6-2 1-16,5 1 1 0,8-3 0 0,-7-1 1 0,7-4 2 0,-7 1 2 15,6-4 1-15,7 0 3 0,-6-4 0 0,-1-2 1 0,7-2 2 16,0-3 1-16,7-3 1 0,-7-5 1 0,7 1-3 0,-1-8 0 15,1 0 0-15,-1-3-2 0,1-3-3 0,-1-5-1 0,1 0-1 0,-1 0-2 16,-6 1 0-16,7-5-1 0,-7 4 0 0,0 1 0 0,-6 3 1 16,-1 0 1-16,-5 0 2 0,-2 7 2 0,-5-3 1 0,-1 7 0 15,-6 1 1-15,-6 2-1 0,-1 0 0 0,-5 5 0 0,-2-1-3 0,-5 4-1 16,-1 0-1-16,-6 4-3 0,0 0-2 0,-7-1-4 0,1 8-7 0,-7 0-9 16,7 0-7-16,-1 4-10 0,-7 0-8 0,8 3-12 0,-7 0-11 15,6 0-14-15,7 4-17 0,-6 0-24 0,6 4-30 0,7-5-46 16,-8 6-55-16,8-1-57 0,6 3-59 0,-7-4-44 0,14 5-38 0,-7-5-37 15,6 5-38-15,7-1-11 0,0 1-1 0,0-5 10 0,7 5 11 16,-1-5 24-16,7 1 29 0,1 3 47 0,-2-3 53 0,8-5 60 0,-1 5 60 16</inkml:trace>
  <inkml:trace contextRef="#ctx0" brushRef="#br0" timeOffset="-144062.83">17870 11891 42 0,'7'15'251'0,"6"-4"30"16,-6 0 25-16,-1 0 30 0,1-4 32 0,0 5 35 0,-1-5 34 15,6 0 24-15,-4 4 18 0,-2-3 4 0,7-2-4 0,-7 5-47 16,8-3-70-16,-2-1-47 0,2 0-36 0,5-3-25 0,-6 3-22 0,0 0-27 16,7-2-28-16,-1 2-32 0,1-3-33 0,-1-4-21 0,0 3-16 0,8-3-12 15,-8 0-11-15,8-3-6 0,-8 3-9 0,7-4-4 0,0-3-5 16,-6-1-5-16,5-3-2 0,1 0-4 0,-6 0-3 0,6-4-3 16,-7-3-1-16,1 0-2 0,0 0-1 0,-1-4-2 0,1-1 0 0,0-2-2 15,-8-4 0-15,8 3-1 0,-7-3 0 0,1 0-1 0,-8-1 0 16,6 1-1-16,-5 0 1 0,6-4 0 0,-6 3-1 0,-1 1 1 15,-6-4 0-15,6 4 0 0,2 0 0 0,-8-1 1 0,6 1 1 0,-6 3 2 16,6 0 3-16,0 1 5 0,2-1 4 0,-8 4 6 0,6 0 3 16,0 4 5-16,1 0 3 0,-1 3 3 0,1 0 5 0,0 4 2 15,5 0 3-15,-6 4 1 0,2-4 2 0,4 3-1 0,1 6 0 0,-6-7-3 16,6 6-4-16,-1-1-2 0,8 4 0 0,-6-4-4 0,5 4-1 16,-6 0-14-16,6 4-21 0,1 0 0 0,0-1 0 0,-1 1 0 0,1 3 0 15,-1 1 0-15,1 0 0 0,0 2 0 0,-1-2 0 0,1 3 0 16,-1 0 0-16,0 3 0 0,1 1 0 0,-7-1 0 0,7 1 0 0,-8 0 0 15,2 2 0-15,-8 6 0 0,7-4 0 0,-6 2 0 0,-1 5 0 16,-6-4 0-16,7 4 0 0,-14 0 0 0,7-1 0 0,-6 5 0 0,6-1 0 16,-7-1 0-16,1 7 0 0,-1-7 0 0,1 2 0 0,0-1 0 15,-2-1 0-15,2 3 0 0,6-6 0 0,0 1 0 0,0-1 0 0,6-3 0 16,2-4 0-16,-2 1 0 0,7-2 0 0,0-1 0 16,0-1 0-16,7-4 0 0,-1 0 0 0,0 0 0 0,1-4 0 0,6-4 0 15,0 1 0-15,0 0 0 0,0-4 0 0,0-4 0 0,7-3 0 0,-7 4 0 16,7-9 0-16,-7 5 0 0,6-7 0 0,-5 2-250 0,-2-2-115 0,7-1-96 15,-12-4-99-15,6 1-50 0,1 3-25 0,-9-3-5 0,2 4 6 16,0-5 14-16,-1 1 22 0,1 4 26 0,0-5 28 0,-7 4 35 16,-1 1 37-16,8-1 73 0,-7 4 90 0</inkml:trace>
  <inkml:trace contextRef="#ctx0" brushRef="#br0" timeOffset="-143531.22">20306 10671 0 0,'0'-7'200'0,"7"3"73"0,0 1 29 0,-1-5 37 0,7 8 41 0,-6-3 35 0,6-1 32 0,6 4 20 15,0-3 14-15,1 3 9 0,6 0 11 0,-7 0-49 0,8 3-77 16,-1-3-49-16,0 4-34 0,0 3-26 0,0-3-25 0,1 3-31 16,-9 4-35-16,9-4-30 0,-7 4-27 0,-2 0-19 0,2 0-9 0,0 0-10 15,-1 5-6-15,1-6-8 0,-7 5-6 0,0-1-5 0,0-3-7 16,1 4-6-16,-8 3-5 0,0-3-6 0,0-1-5 0,1 1-4 0,-7 0-3 15,0 0-4-15,-7 3-1 0,1-3-2 0,0 3-3 0,-8-4 0 16,8 4-2-16,-7-3-1 0,-7 0-1 0,8 3 1 0,-8-3-2 0,7 0 0 16,-7 0 0-16,0-1-1 0,2 1-1 0,-2-1 0 0,-7-3-1 15,15 4 0-15,-8-4 0 0,0 1-2 0,7-2-1 0,1-2-2 16,5-1 1-16,0 1-1 0,7-2-1 0,0-2 1 0,0 0-1 0,7-1-1 16,6 1 2-16,0 0 0 0,0-4 1 0,6 3-1 0,1-3 1 15,0 4-1-15,5-4 3 0,1 0 0 0,1-4 1 0,-1 4 1 16,0-3 0-16,0 3-1 0,1-4-2 0,-2 0-8 0,1 1-9 0,-6-1-16 15,6 0-17-15,-13 1-16 0,7 0-18 0,-8-2-21 0,2 2-25 0,-8-1-43 16,0 1-51-16,1-5-66 0,-7 4-71 0,0 0-58 0,-7-3-52 16,1 3-33-16,0-3-21 0,-2 0-3 0,-4 3 9 0,6-4 12 15,-8 5 16-15,1-4 21 0,0 0 24 0,0-1 42 0,1-3 52 0,-8 4 64 16,7-4 114-16</inkml:trace>
  <inkml:trace contextRef="#ctx0" brushRef="#br0" timeOffset="-143264.02">20652 10873 0 0,'-14'-11'2'0,"8"0"207"0,-6 3 34 0,-8 1 36 0,13 3 40 15,-6 4 46-15,0-3 48 0,0 6 31 0,0 1 23 0,0 0 18 0,0 3 13 16,0 0-25-16,0 8-45 0,0-4-34 0,-1 8-30 0,-5-1-26 16,13 0-26-16,-7 8-31 0,-6-5-32 0,5 9-39 0,1-5-41 15,6 9-25-15,-5-5-17 0,5 3-10 0,1 3-6 0,-1-2-6 0,0-1-4 16,7 1-5-16,0 0-4 0,0 0-4 0,7 0-5 0,0-4-4 16,-1 4-5-16,7-7-42 0,7 3-32 0,0-7 0 0,-1 4 0 0,7-4 0 15,0-1 0-15,6-6 0 0,1 3 0 0,6-3 0 0,1-4 0 0,-2-3 0 16,7-1 0-16,2 0 0 0,-2-3 0 0,1-4 0 15,-7 0 0-15,6-4 0 0,1 1 0 0,-7-1 0 0,-1 0 0 0,2 1 0 16,-7-1 0-16,-7-3 0 0,-1 4 0 0,1-2 0 0,-12-2 0 0,5 3-142 16,-6 0-82-16,-6 1-57 0,-1-1-67 0,-6 0-70 0,0 4-70 15,0-4-50-15,-6 4-41 0,-7-3-9 0,0 6 6 0,0-3 12 0,-1 0 19 16,-5 4 20-16,0 0 22 0,-8 3 30 0,1-3 32 0,1 4 56 16,-9-5 69-16</inkml:trace>
  <inkml:trace contextRef="#ctx0" brushRef="#br0" timeOffset="-143080.43">20320 11869 133 0,'-33'15'305'0,"7"4"31"0,6-9 20 0,7 5 22 16,0-8 22-16,7 4 22 0,-1-3 22 0,14-1 19 0,-7-3 16 16,13 3 5-16,0-3-1 0,-1 3-56 0,15-3-82 0,-1 0-58 0,0-1-44 15,7 4-27-15,5-3-18 0,2-4-17 0,-1 3-21 0,0 1-22 16,7-4-22-16,-1 4-17 0,1-4-15 0,-1 0-18 0,1 0-20 0,-7-4-25 16,0 4-28-16,7 0-30 0,-13-4-33 0,5 1-56 0,-5-1-67 15,-7 0-80-15,0 1-87 0,-1 0-72 0,-5-1-65 0,-6-4-33 16,-1 5-16-16,-1-1-5 0,-5-3-1 0,0 3 12 0,-7-3 15 0,0 3 22 15,0-3 26-15,0-1 51 0,-7-4 63 0,7 6 79 0,-7-5 266 16</inkml:trace>
  <inkml:trace contextRef="#ctx0" brushRef="#br0" timeOffset="-142730.87">21062 11814 15 0,'0'-6'307'0,"-6"1"60"15,-2 2 57-15,2 3 37 0,0 0 28 0,0 0 21 0,-1 3 18 0,0 5 16 16,1-1 18-16,6 4 17 0,-7 4 19 0,1-1-47 0,0 4-82 16,6 1-69-16,-8 3-64 0,2 4-55 0,0-1-49 0,0 1-31 15,6 3-19-15,-7 1-27 0,-6 3-155 0,6-4 0 0,1 4 0 0,-1-1 0 16,-6 5 0-16,7-4 0 0,-8 4 0 0,2-4 0 0,5 4 0 15,-6-1 0-15,0-3 0 0,1 0 0 0,-2 0 0 0,8-3 0 0,-8-1 0 16,1-4 0-16,7 1 0 0,-8-4 0 0,8-4 0 0,-6-3 0 16,5 0 0-16,0-4 0 0,-6 0 0 0,7-4 0 0,-1-3 0 0,0-4 0 15,-5 0 0-15,6-4 0 0,-2 0 0 0,-4-3 0 0,5-4 0 16,-6-4 0-16,0 1 0 0,1-4 0 0,-2-1 0 0,1-3-66 16,0-3-58-16,0-1 9 0,-7 0 10 0,8 1 12 0,-8-5 13 0,7 4 11 15,-7 1 9-15,8-1 10 0,-8 1 9 0,7 3 9 0,0-1 10 16,6 5 10-16,-5 0 13 0,4 3 11 0,2 4 8 0,0 0 6 0,-1 0 6 15,0 4 1-15,7 3 2 0,0 1 2 0,0-1 1 0,7 4 3 16,-7-3 3-16,7 3 1 0,5 3-2 0,-4-3-2 0,11 0-6 0,-6 4-3 16,6-4-4-16,1 3-4 0,0 1-1 0,5 0-4 0,1 3-2 15,0-3-13-15,1-1-15 0,5 1-21 0,-6 0-26 0,7-4-36 16,-7 3-41-16,7-3-79 0,-1 0-95 0,1 0-97 0,-7 0-99 0,6-3-49 16,1 3-26-16,-7-4-11 0,7 0-3 0,-7 1 7 0,-1-1 10 15,1 0 19-15,0 1 21 0,-6-1 33 0,6-3 39 0,-7 3 76 16,8 1 137-16</inkml:trace>
  <inkml:trace contextRef="#ctx0" brushRef="#br0" timeOffset="-142015.08">22228 11107 0 0,'19'-18'163'0,"1"0"38"0,0 3 30 0,-8 1 40 16,-5 2 45-16,6 1 54 0,-6 4 60 0,-1 0 43 0,0 3 33 0,-6 4 0 15,0 0-14-15,0 0-20 0,-6 0-21 0,0 4-20 0,-1-1-18 0,0 6-23 16,-6 1-25-16,1 0-35 0,-2 6-37 0,-5-2-51 0,-1 4-54 16,0 4-37-16,1 0-30 0,-7 4-19 0,0-1-17 0,0 5-9 15,0-4-7-15,-1 3-16 0,2 0-53 0,-1 0 0 0,6 1 0 0,-6-5 0 16,7 1 0-16,-1 0 0 0,0-4 0 0,8 4 0 0,-1-8 0 0,-1-4 0 16,8 1 0-16,0 0 0 0,-1-4 0 0,7-4 0 0,0 0 0 15,7 0 0-15,-1-7 0 0,7 4 0 0,-6-4 0 0,12 0 0 16,-5-4 0-16,4 1 0 0,2-1-44 0,-1 1-6 0,1-5 1 0,6 1 2 15,-6 0 4-15,-1 3 3 0,1-3 6 0,-7 3 5 0,0 0 6 16,0 1 5-16,-7 3 8 0,1 3 4 0,-7 1 6 0,0 0 6 16,0 3 3-16,-7 4 6 0,1 0 4 0,-7 3 5 0,7 4 5 0,-8 1 4 15,-6 0 5-15,8 3 3 0,-8 0 5 0,7-1 3 0,-7 1 3 16,8 3-20-16,-8-2-32 0,1-1 0 0,5-4 0 0,2 1 0 0,-2-1 0 16,2 0 0-16,5-3 0 0,1-4 0 0,-1 3 0 0,7-6 0 15,0 3 0-15,0-5 0 0,7 3 0 0,-7-6 0 0,13 1 0 0,-7 0 0 16,14-1 0-16,-8-3 0 0,2 0 0 0,5 0 0 0,1 0 0 15,6-3 0-15,-7-1-74 0,1-3-71 0,6 3-21 0,-6-3-35 16,5 3-44-16,-5-3-50 0,-7 0-52 0,7 2-41 0,-8 2-35 0,2-1-16 16,-8 4-6-16,0 0 2 0,-6 0 7 0,0 4 15 0,0 4 16 15,-6-1 20-15,-7 4 21 0,0 3 42 0,-6 1 52 0,5 3 63 0,-5 1 68 16,-7-1 67-16,6 4 63 0,-6-1 50 0,0 6 42 0,1-5 33 16,-1 3 27-16,-1 1 21 0,1-1 17 0,-6 0 22 0,5 2 23 0,1-2 30 15,0 1 32-15,7 3 16 0,-7-3 5 0,6-4-4 0,1 4-12 16,5-4-16-16,2-4-19 0,6 0-19 0,-2-3-16 0,8-4-17 15,0-4-13-15,8 1-22 0,4-5-23 0,1-3-34 0,7 0-40 0,0-7-26 16,-1-1-20-16,7-3-20 0,6-7-21 0,1 3-37 0,-1-6-45 16,1-1-66-16,7-4-74 0,-8 1-74 0,7-5-76 0,0 4-45 0,0-3-32 15,0 0-17-15,-6 0-7 0,6 3-5 0,-7-4-2 0,1 5 9 16,-1-4 11-16,-6 2 34 0,7 6 44 0,-7-5 64 0,0 1 93 0</inkml:trace>
  <inkml:trace contextRef="#ctx0" brushRef="#br0" timeOffset="-141814.74">22833 11569 281 0,'-6'-7'431'0,"-1"3"43"0,7-3 29 0,-6 3 20 0,0 0 14 0,6-3 11 15,-7 4 11-15,7-1 9 0,0-4 10 0,7 5 11 0,-1-5 9 16,0 1-94-16,1 0-148 0,6 0-96 0,6-1-70 0,-5-3-42 16,5 0-28-16,7 0-19 0,0 3-16 0,0-2-12 0,1-1-10 0,-1 0-22 15,-1 0-27-15,1 3-31 0,0-3-33 0,1 4-35 0,-1 0-35 0,-7 0-54 16,1 3-64-16,-8-3-76 0,8 3-84 0,-14 0-68 0,8 1-64 15,-8-1-38-15,1 4-25 0,-7 0-2 0,0 0 9 0,-7 4 18 16,7-1 21-16,-6 1 25 0,0 4 29 0,-2-1 49 0,-4 0 61 0,5 4 75 16,-6-4 163-16</inkml:trace>
  <inkml:trace contextRef="#ctx0" brushRef="#br0" timeOffset="-141663.9">22970 11594 15 0,'-20'19'275'0,"2"3"36"16,4 0 26-16,-5-4 25 0,5 0 25 0,8 1 19 0,0-1 21 15,-1 0 10-15,0-3 8 0,7 0 3 0,0-4-1 0,0 0-59 16,7-3-85-16,6 2-67 0,-7-6-55 0,8-1-42 0,-1-3-36 0,-1-3-53 15,8-1-63-15,0 0-74 0,-1-7-85 0,1 1-72 0,-8-1-68 0,15-8-54 16,-14 1-45-16,6-1-24 0,1 1-11 0,0-4-6 0,-7-3-1 16,-1 3 5-16,2-4 9 0,-2 0 27 0,2 1 37 0,-8-1 56 15,7-3 63-15</inkml:trace>
  <inkml:trace contextRef="#ctx0" brushRef="#br0" timeOffset="-141331.33">23165 10935 0 0,'-12'0'161'0,"-2"4"147"0,-5 7 41 0,-1 0 35 0,8 7 35 15,-8 0 25-15,0 4 21 0,7 7 14 0,-7 1 11 0,2 3 14 0,4 3 14 16,1 9-27-16,0-1-48 0,0 10-54 0,1 2-59 0,4 2-41 16,-4 8-29-16,5 0-29 0,1 3-29 0,-1 1-22 0,7 0-19 0,0-1-13 15,7-3-10-15,-1-3-13 0,1-5-15 0,5-3-18 0,2-7-21 16,5-1-61-16,7-7-10 0,-6-3 0 0,6-7 0 0,0-1 0 16,-1-7 0-16,2 0-39 0,-1-5-35 0,0-1-15 0,0-5-16 0,-7-4-15 15,7 1-15-15,-6-5-23 0,0 1-24 0,-1-4-32 0,-5-4-38 0,5 1-36 16,-6-5-36-16,0 1-26 0,0-4-21 0,0 0-7 0,0 0 1 15,-6-3 7-15,6-5 11 0,-7 4 18 0,7-3 19 0,-6 0 37 16,-7-1 44-16,6 1 66 0,0 0 77 0,-6 0 88 0,8 3 92 0,-16-4 81 16,8 5 77-16,-6 3 47 0,0-4 34 0,-1 4 21 0,-6 0 14 15,0 4 8-15,-7 0 4 0,1 3-7 0,0 0-14 0,-8 4-27 16,1 0-32-16,-6 4-42 0,5 0-46 0,-11 3-42 0,5 0-43 0,-6 4-27 16,-1 0-22-16,2 0-21 0,-1 4-21 0,0-4-25 0,-1 3-27 0,1-3-40 15,7 1-45-15,-1-6-62 0,-5 1-72 0,11-2-73 0,1 2-74 16,0-7-61-16,7-3-54 0,5-6-26 0,2 2-14 0,6-4 2 0,-2-3 5 15,8-4 13-15,0-4 19 0,8-4 32 0,4-3 39 0,1-4 60 16,0-4 67-16</inkml:trace>
  <inkml:trace contextRef="#ctx0" brushRef="#br0" timeOffset="-141146.85">23354 10935 46 0,'26'-18'335'0,"-6"7"59"0,-1 0 45 0,1 8 33 15,-6-2 26-15,-2 5 21 0,1 5 21 0,0-2 16 0,-6 4 13 0,5 4 13 16,-4 0 12-16,4 4-61 0,1 3-93 0,0 0-87 0,-6 4-81 15,6 4-59-15,0-1-50 0,-7-2-45 0,8 2-47 0,-2 5-48 16,-5-9-53-16,6 5-77 0,-6-4-91 0,-1 0-112 0,0 0-120 0,1-4-75 16,0 1-52-16,-1-5-25 0,0 5-14 0,-6-5-4 0,0 1-1 15,0-3 14-15,0 2 18 0,0-3 28 0,-6 3 30 0,0-3 62 16,-1 0 77-16</inkml:trace>
  <inkml:trace contextRef="#ctx0" brushRef="#br0" timeOffset="-120064.18">17525 13016 0 0,'0'-4'90'0,"0"-3"138"0,-6 3 32 0,6 1 27 0,0-1 26 16,-6 0 33-16,6-3 35 0,-7 7 31 0,7-4 30 0,0 1 12 15,0-5 5-15,0 8-24 0,0-7-39 0,0 3-36 0,0 1-36 0,7-1-29 16,-1 0-23-16,7-3-20 0,0 0-17 0,0 3-24 0,7-3-28 0,-1-5-23 16,1 6-21-16,6-6-13 0,6 1-7 0,-5-3-6 0,11 3-3 15,-5-4-4-15,6 1-4 0,0 3-3 0,0-4-4 0,0 0-6 16,7 4-6-16,-7 0-6 0,0 0-7 0,-7 0-6 0,8 4-60 0,-7-1-4 16,-1 1 0-16,-7 3 0 0,9 1 0 0,-15-1 0 0,7 4 0 15,-6 0 0-15,-1 4 0 0,-6-1 0 0,0 1 0 0,1 3 0 0,-2-3 0 16,-5 3 0-16,-1 5 0 0,1-2 0 0,-1 2 0 0,-6-1 0 15,0 0 0-15,7 3 0 0,-14 1 0 0,7-1 0 0,0 5 0 0,-6-5 0 16,-1 5 0-16,1-1 0 0,-7 1 0 0,7-1 0 0,-8 4 0 16,1-4 0-16,0 8 0 0,-6-5 0 0,5 5 0 0,-5 0 0 15,-7 3 0-15,6-3 0 0,-6 3 0 0,0 1 0 0,1-1 0 0,-2 4 0 16,1-4 0-16,0 0 0 0,-6-3 0 0,5 3 0 0,-5-3 0 16,6 0 0-16,-1-5 0 0,2 1 0 0,-1-3 0 0,6-4 0 15,0-1 0-15,8 1 0 0,-1-8 0 0,6 1 0 0,-6-5 0 0,7 1 0 16,6-1 0-16,-7-3 0 0,7 0 0 0,0 0 0 0,0 0 0 0,0 0 0 15,0 0 0-15,0 0 0 0,0-3 0 0,0 3 0 0,7-4 0 16,-1 4 0-16,-6-3 0 0,13 3 0 0,-6-4 0 0,-1 4 0 0,7-4 0 16,0 1 0-16,0 3 0 0,7-4 0 0,-7 4 0 0,7-4 0 15,-2 4 0-15,2 0 0 0,0-3 0 0,-1 3 0 0,1 0 0 16,0-4 0-16,-1 4 0 0,-6-4 0 0,6 4 0 0,1-3 0 0,-7 3 0 16,7-4 0-16,-8 4 0 0,2-4 0 0,-8 4-67 0,7-3-49 15,-6 3-17-15,6-4-22 0,-13 4-22 0,6-4-36 0,0 4-42 16,-6-3-57-16,0 3-60 0,0 0-47 0,-6-4-35 0,6 4-30 0,-6 0-24 15,-1-4-11-15,-6 4-2 0,7 0 10 0,-7-4 13 0,-1 4 18 16,2 0 22-16,-1-3 34 0,-7 3 44 0,7-3 59 0,-6-5 67 0</inkml:trace>
  <inkml:trace contextRef="#ctx0" brushRef="#br0" timeOffset="-119847.58">17767 13170 0 0,'-7'-19'114'0,"0"5"105"0,1-1 41 0,-1 4 37 0,1 4 38 0,0 0 38 0,6 3 39 0,-8 0 28 0,8 1 24 16,0 3 4-16,0 3-4 0,0 1-20 0,0 0-28 0,0 3-26 15,0 4-23-15,0 0-30 0,0 3-33 0,0 5-31 0,0-1-27 0,0 8-30 16,0 0-31-16,0-1-23 0,0 8-19 0,0-4-17 0,-6 8-13 16,0 0-14-16,0-1-12 0,-1 4-11 0,0-3-8 0,1 7-8 0,-7-4-9 15,-1 1-9-15,8-1-9 0,-6 0-18 0,-2 0-19 0,8 1-23 16,-7-4-24-16,-1-1-22 0,8-2-24 0,0-2-26 0,0-2-29 0,-2-5-48 16,2 1-56-16,0-8-67 0,6 1-71 0,0-5-61 0,0-3-57 15,0 0-30-15,0-4-19 0,0-3 2 0,0-4 11 0,6 0 17 16,-6-4 18-16,6-3 26 0,2 0 28 0,-2 0 46 0,-6-9 55 0,6 6 66 15,0-9 123-15</inkml:trace>
  <inkml:trace contextRef="#ctx0" brushRef="#br0" timeOffset="-119664.25">17702 13877 0 0,'6'-4'7'0,"6"0"197"0,-4 1 36 0,-2 3 40 15,7 3 43-15,-7 1 47 0,1 0 50 0,0-1 32 0,5 5 23 0,2 0 18 16,-2-2 16-16,2 6-26 0,-1-5-47 0,-1 4-32 0,8 0-25 16,0 0-28-16,-1 0-31 0,1 3-36 0,0-3-41 0,-1 4-45 15,1 0-48-15,-2-1-31 0,2 1-22 0,7 0-19 0,-15 3-16 0,8-3-13 16,0-1-12-16,-1 1-16 0,1 0-17 0,-8-1-19 0,8 1-19 0,-7-4-21 15,7 3-23-15,-8-3-46 0,2 1-59 0,-1-1-78 0,0-1-89 16,0-2-77-16,0-1-73 0,-6 1-34 0,5-1-18 0,-5 0-2 16,0-3 5-16,-1-1 11 0,-6 1 12 0,6 0 18 0,-6-4 20 0,0 0 45 15,0 0 55-15,0 0 78 0,-6-8 239 0</inkml:trace>
  <inkml:trace contextRef="#ctx0" brushRef="#br0" timeOffset="-102147.5">18815 12276 161 0,'0'-18'187'0,"-6"3"18"0,-2-3 17 0,2 3 23 15,-6-4 26-15,-2 5 33 0,1-1 33 0,-7 1 40 0,2-1 40 16,-2 0-14-16,1 5-43 0,-7-5-24 0,-1 4-15 0,1 0-12 16,-6 0-11-16,5 4-12 0,-5-5-15 0,-7 5-20 0,-1 0-23 0,2 3-30 15,-1 0-32-15,-7 1-34 0,0-1-38 0,0 4-19 0,-5 0-12 16,-1 4-7-16,-1-1-4 0,2 1-4 0,-8 3-2 0,0 1-2 0,7 2 0 16,-7 2-1-16,0-1-1 0,8 4-1 0,-1-1 1 0,-7 4-3 15,14 1-2-15,-8 3-4 0,1 4-5 0,7-1-4 0,-1 4-1 0,1 1-2 16,6 2-3-16,-7 5-1 0,7 0-2 0,0 4-2 0,-1 2-3 15,2 1 0-15,5 7-2 0,1-3-2 0,-1 7-1 0,0 3 0 16,1 1 1-16,6 3-2 0,0 1 0 0,6 6-2 0,1-3 1 0,5 4-1 16,-5-4-2-16,12 4 2 0,1-1 2 0,-1-3-2 0,7 0 0 15,7 0-1-15,-1-8 0 0,8 5 0 0,-2-5-1 0,8-3 1 0,0-3-1 16,-1-1 2-16,13-4 0 0,-5 1 0 0,5-8-1 0,1 1-1 16,5-1-1-16,2-7-1 0,5 0-1 0,-5 0 2 0,5 0 0 15,8-7 1-15,-8 3 1 0,7-3-1 0,-7-1 2 0,8-3-1 0,-1 0 0 16,0 0 0-16,0-3 0 0,0-1 0 0,1-4 0 0,-2 1 1 0,2-4 0 15,-1 0 0-15,-1 0-2 0,2-4 0 0,-1 0-2 0,0-2 1 16,-6-2 1-16,6-3 1 0,0-3 0 0,-6-2 0 0,5-2 1 0,1-4-1 16,-5 0 0-16,4-3 0 0,1-5 0 0,1-3 0 0,-8 1 2 15,7-5 1-15,1-4-1 0,-8-3 1 0,0-3-3 0,1-5 1 16,6-2 0-16,-6-1 0 0,0-7-1 0,-7-5 1 0,6 2 0 0,-6-5 0 16,7-3 1-16,-8 0 0 0,2-5-1 0,-1 5 1 0,-7-4-1 15,1 0-1-15,-1-4 1 0,-5 1 0 0,-1-1 0 0,-7 1-2 16,1-1-2-16,-8-3-2 0,2-1-3 0,-8 1-6 0,1 0-6 0,-14 4-6 15,7-1-6-15,-6 0-5 0,-8 8-4 0,-5 0-7 0,0 3-8 0,0 4-9 16,-8 4-14-16,1 4-27 0,-6 6-35 0,-1 1-47 0,-7 3-56 16,2 7-54-16,-1 1-55 0,-7 4-58 0,-6 7-56 0,0-1-27 15,-1 5-11-15,-5 3-1 0,0 3 2 0,-1 0 11 0,1 5 11 0,-1-1 29 16,0 1 36-16,-6 3 49 0,6 0 58 0</inkml:trace>
  <inkml:trace contextRef="#ctx0" brushRef="#br0" timeOffset="-97914.79">13338 9876 0 0,'0'-3'21'0,"0"3"-1"0,6-4-7 0,-6 0-4 15,0 1-3-15,6-1-3 0,-6 0 0 0,8 1-1 0,-8 3-1 16,6-4 1-16,-6 0-1 0,6 1 0 0,-6-1 0 0,0 4 2 0,0-4 4 16,6 4 8-16,-6-3 9 0,0-1 10 0,0 4 10 0,0 0 12 15,0 0 12-15,0 0 10 0,0 0 9 0,0 0 12 0,0 0 11 0,0 0 13 16,0 4 11-16,0-4 9 0,0 3 9 0,-6-3 5 0,6 4 5 15,0-4 5-15,-6 4 6 0,6-1 6 0,0 1 4 0,-6 0 4 16,6-1 5-16,0 1 2 0,0 3 4 0,-8 1 4 0,8-5 1 0,0 1 5 16,0 3 7-16,0 0 5 0,0-2 5 0,0 2-4 0,0 0-7 15,0 1-11-15,0 2-10 0,8 1-10 0,-8 0-11 0,0 4-10 0,0 0-9 16,6 3-9-16,-6 4-10 0,0 0-12 0,0 7-15 0,0-3-15 16,6 3-15-16,-6 4-11 0,0 0-7 0,0 4-6 0,0-1-3 0,-6 1-4 15,6-1-2-15,0 5-4 0,0-4-5 0,-6 3-5 0,6-3-4 16,0-1-6-16,-8 1-5 0,8-1-1 0,0 1-4 0,0-4-1 0,-6 0-3 15,6 1-9-15,0-6-8 0,0-2-16 0,0 3-18 0,0-7-33 16,0 4-40-16,0-7-65 0,0-1-76 0,0 0-72 0,0-3-72 16,0-1-50-16,0-3-41 0,0 0-20 0,-6 0-9 0,6 0 0 15,-7 0 8-15,7-4 12 0,-6 1 15 0,6 2 33 0,-7 1 40 0,0-3 64 16,1 3 75-16</inkml:trace>
  <inkml:trace contextRef="#ctx0" brushRef="#br0" timeOffset="-97614.53">13103 11261 0 0,'-6'0'23'0,"-1"0"180"0,7 0 22 0,-6 4 23 0,0-4 24 0,-2 3 21 0,8 5 22 0,-6-5 27 15,0 8 31-15,-1-3 30 0,7 3 32 0,-6 3-23 0,6 1-48 0,-7 4-37 16,7-1-28-16,0 4-24 0,-7 3-18 0,7 1-21 0,-6 4-22 15,6-5-20-15,-6 8-22 0,6-4-26 0,0 4-30 0,-6-3-30 16,6 3-31-16,-8-4-19 0,8 4-10 0,0-4-7 0,-6 1-5 0,6-4-3 16,0-1-4-16,0-3-2 0,0-1-6 0,0 1-7 0,0-3-9 15,6-1-14-15,-6-3-19 0,0-4-30 0,0 0-38 0,8 0-43 16,-8-7-46-16,0 3-47 0,0-7-46 0,6 3-39 0,-6-6-34 0,0 3-37 16,0-7-35-16,0-1-14 0,6-3-3 0,-6 1 9 0,0-2 17 15,0-6 29-15,6 3 36 0,-6-7 43 0,0 4 46 0,0-4 46 16,7-4 61-16</inkml:trace>
  <inkml:trace contextRef="#ctx0" brushRef="#br0" timeOffset="-97263.95">13038 11283 0 0,'0'-26'19'0,"0"5"151"0,7-1 27 0,-7 3 27 0,0 4 27 0,6-3 24 16,-6 7 23-16,7 0 23 0,-1 0 24 0,-6 4 19 0,6 0 14 0,2-1-8 16,4 5-23-16,-5-5-14 0,6 5-12 0,0-5-19 0,0 5-19 15,6-1-21-15,-5-3-22 0,5 3-19 0,1 1-19 0,0-5-22 16,-2 5-22-16,2-5-27 0,7 5-27 0,-9-5-20 0,9 4-16 0,-7-3-12 15,-2 3-8-15,9 2-7 0,-7-3-5 0,-2-2-4 0,2 7-5 16,0-4-2-16,-1 4-4 0,1 0 0 0,0 0-2 0,-1 0 0 0,-5 4 0 16,-2-1 1-16,2 1-1 0,-2 1 1 0,1 1 0 0,1 1 3 15,-2 0 4-15,-6 1 1 0,2 3 1 0,4 0 0 0,-12 0 0 16,7 4 0-16,0-1 0 0,-1 5-1 0,-6-1-2 0,7 0-2 0,-7 5-1 16,0-2-2-16,0 5-2 0,0 3-2 0,0 0-6 0,-7 4-1 15,7 1-3-15,-6 2-1 0,-1 4-3 0,0 0 0 0,7 1-3 0,-6-1-4 16,-8 4-6-16,8 0-7 0,6 0-8 0,-6-4-8 0,0 1-8 15,-1 0-10-15,0-5-11 0,7 0-14 0,-6-3-15 0,6 0-22 16,0-7-28-16,-7-1-32 0,7 1-36 0,0-4-37 0,0-3-40 0,0-1-35 16,0 0-31-16,0-3-30 0,-6-1-32 0,6 1-25 0,-6-4-21 15,6 4-3-15,-8-5 6 0,-4-2 20 0,6 2 27 0,-8 2 31 16,1-5 35-16,0 4 42 0,0-3 46 0,-7-1 41 0,8-3 112 0</inkml:trace>
  <inkml:trace contextRef="#ctx0" brushRef="#br0" timeOffset="-97031.7">13169 12159 141 0,'-7'-11'209'16,"0"4"29"-16,1-1 28 0,6 1 24 0,-6-1 24 0,-1 5 17 15,0-1 14-15,7 1 11 0,-6-1 10 0,6 4-18 0,0 0-33 0,6 0-20 16,-6-4-15-16,7 4-15 0,0 0-16 0,-1 0-20 0,7 4-22 16,0-4-21-16,6 0-19 0,-5 4-14 0,6-4-12 0,-2 3-11 0,9-3-9 15,-7 4-15-15,5-1-15 0,-5-3-19 0,6 4-19 0,0-4-14 16,-7 4-9-16,7-4-7 0,0 0-5 0,-6 3-10 0,6-3-11 0,-7 0-13 15,8 0-18-15,-7 0-29 0,-8 0-36 0,8 0-42 0,-1-3-44 16,-5 3-44-16,-2 0-46 0,-6 0-35 0,8 0-30 0,-8 0-29 16,-6 0-30-16,7 3-26 0,-7 1-23 0,0-4-4 0,0 4 7 0,0 3 25 15,-7-3 35-15,7 3 39 0,-6 0 43 0,0 1 44 0,-2-1 46 16,2 1 33-16,-6 3 137 0</inkml:trace>
  <inkml:trace contextRef="#ctx0" brushRef="#br0" timeOffset="-95881.34">13416 12236 0 0,'0'0'85'0,"0"-4"68"0,0 4 15 0,0 0 14 0,-7-4 17 0,7 4 15 16,0 0 17-16,0 0 16 0,0 0 20 0,0 0-5 0,0 0-18 0,0 0-12 15,0 0-11-15,0 0-6 0,0 0-2 0,0 0 8 0,0 0 14 16,0 4 10-16,0-4 9 0,0 4 1 0,7 3-6 0,-7 0-11 15,0 1-12-15,0-1-13 0,7 4-11 0,-7 4-10 0,0-1-8 0,0 1-8 16,0 0-9-16,6 3-19 0,-6 4-25 0,0 0-24 0,0 0-23 16,6 0-13-16,-6 0-10 0,0 4-6 0,0-4-4 0,0 3-4 0,6 1-4 15,-6-1-2-15,0 1-3 0,0 0-3 0,0-1-3 0,0 1-3 16,0-1-2-16,0 5-1 0,0-1-1 0,-6 1 0 0,6-1 1 0,0 0-1 16,-6 4 1-16,0-3 1 0,6 2-1 0,-7-2 1 0,0-1-2 15,7 1 1-15,-6-1 0 0,6 0 0 0,-7 0 1 0,7 0 0 16,-6 1 1-16,6-4-1 0,-6 3 1 0,6 0-2 0,-8-3 0 0,2 0 1 15,6-1-2-15,-6 1 2 0,6 3-1 0,-6-7 0 0,-2 3 1 0,8 1-2 16,-6 0 1-16,6-4-3 0,-6 0 0 0,6 3 0 0,-7-3 0 16,1 1-1-16,6-1-1 0,0-4-1 0,-7 4-1 0,0-4-1 15,7 0-1-15,0 1-1 0,-6-1-1 0,6-3-1 0,-6-1 0 0,6 1 0 16,0 0-2-16,0-4-1 0,-6 0 0 0,6 0 0 0,0-1-1 16,0-2 2-16,0-1 0 0,0-3 2 0,0 3 3 0,0-3 2 15,-8-1 3-15,8-3 3 0,0 0 5 0,0 5 5 0,0-5 5 0,0 0 5 16,0 0 4-16,0 0 5 0,0 0 3 0,0 0 2 0,0 0 1 0,-6-5-40 15,6 5-12-15,-6 0 0 0,6-3 0 0,-7 3 0 0,1-4 0 16,6 4 0-16,-14-4 0 0,8 1 0 0,0 3 0 0,0-4 0 16,-8 0 0-16,8 1 0 0,-8-1 0 0,8 0 0 0,-7 1 0 0,0-4 0 15,0 3 0-15,0 0 0 0,0 1 0 0,0-5 0 0,-7 5 0 16,8-1 0-16,-2-3 0 0,-5 3 0 0,5-3 0 0,2 3 0 16,-8-3 0-16,7 3 0 0,-7-4 0 0,8 5 0 0,-8 0 0 0,0-5 0 15,1 5 0-15,6-2 0 0,-6 2 0 0,-1-1 0 0,0 0 0 16,1 4 0-16,-1-3 0 0,0 3 0 0,1-4 0 0,6 4 0 0,-6 0 0 15,-1 0 0-15,7 0 0 0,-7 0 0 0,8 0 0 0,-8 0 0 16,7 0 0-16,0 0 0 0,0 0 0 0,-7 0 0 0,14 0 0 0,-14 0 0 16,14 0 0-16,-7 0 0 0,-1-3 0 0,2 3 0 0,5 0 0 15,-6 0 0-15,0 0 0 0,7 0 0 0,-1-4 0 0,-6 4 0 0,7 0 0 16,-2 0 0-16,2 0 0 0,0 0 0 0,0 0 0 0,-1 0 0 16,7 0 0-16,-7 0 0 0,1 0 0 0,6 0 0 0,-7 0 0 0,7 0 0 15,0 0 0-15,-6 0 0 0,6 4 0 0,0-4 0 0,0 0 0 16,0 0 0-16,0 0 0 0,0 0 0 0,-6 0 0 0,6 0 0 0,0 0 0 15,0 0 0-15,0 3 0 0,0-3 0 0,0 0 0 0,0 4 0 16,0-4 0-16,0 3 0 0,0 1 0 0,0-4 0 0,0 4 0 16,0 4 0-16,0-5 0 0,0 1 0 0,0 3 0 0,0-4 0 0,0 5 0 15,0-1 0-15,0 1 0 0,0-1 0 0,0 0 0 0,0 1 0 16,0 3 0-16,0 0 0 0,0-4 0 0,6 4 0 0,-6 0 0 0,0 0 0 16,0 0 0-16,0 0 0 0,0 0 0 0,0 0 0 0,0 0 0 15,0 0 0-15,6 4 0 0,-6-5 0 0,0 1 0 0,0 0 0 16,7 0 0-16,-7 4 0 0,0-4 0 0,0 0 0 0,0 4 0 0,6-4 0 15,-6 3 0-15,0 1 0 0,0 0 0 0,7-1 0 0,-7 1 0 16,0 3 0-16,0-3 0 0,0 4 0 0,7-1 0 0,-7 0 0 16,0 0 0-16,-7 1 0 0,7 2 0 0,0-2 0 0,0 0 0 0,0 2 0 15,0-2 0-15,0 2 0 0,0 1 0 0,0-3 0 0,-7 4 0 16,7-6 0-16,0 5 0 0,0-4 0 0,0 4 0 0,0-3 0 16,0-2 0-16,0 6 0 0,0-4 0 0,-6 2 0 0,6 1 0 0,0-3 0 15,0 2 0-15,0 1 0 0,0 0 0 0,-7 1 0 0,7-5 0 0,0 4 0 16,-6 0 0-16,6-1 0 0,0 2 0 0,0-5 0 0,-6 1 0 15,6 2 0-15,0-2 0 0,0-1 0 0,0 0 0 0,-8 1 0 0,8-5 0 16,0 4 0-16,0-3 0 0,0 1 0 0,0-2 0 0,-6 0 0 16,6-3 0-16,0 4 0 0,0-4 0 0,0 3 0 0,0-3 0 0,0 0 0 15,0-3 0-15,0 3 0 0,0-1 0 0,0-2 0 0,6 0 0 16,-6-1 0-16,0-3 0 0,0 3 0 0,0-4 0 0,0 1 0 16,0 3 0-16,0-2 0 0,0-5 0 0,8 3 0 0,-8 0 0 0,0 1 0 15,0 0 0-15,0-4 0 0,0 3 0 0,0-3 0 0,0 0 0 0,0 4 0 16,0-4 0-16,0 0 0 0,0 0 0 0,0 0 0 0,0 0 0 15,0 0 0-15,0 0 0 0,0 0 0 0,0 0 0 0,0 0 0 16,0 0 0-16,0 0-3 0,0 0-93 0,0 0-13 0,0 0-16 16,0 0-19-16,0 0-23 0,0 0-49 0,0-4-64 0,0 4-67 0,-8-3-71 15,8 3-60-15,-6-4-54 0,0 0-22 0,6 1-5 0,-6 0 4 16,-1-2 10-16,0 5 12 0,1-3 15 0,-1-1 22 0,-6 0 24 0,6 1 56 16,-5-1 68-16,6 1 76 0,-8-4 264 0</inkml:trace>
  <inkml:trace contextRef="#ctx0" brushRef="#br0" timeOffset="-94014.49">12153 11364 53 0,'-7'-4'126'0,"0"1"11"0,1-1 15 0,0 4 17 0,6-3 20 15,-7-1 24-15,7 0 29 0,-7 4 16 0,7-4 10 0,0 1 5 16,-6 3 3-16,6-4 14 0,0 4 22 0,0-4 12 0,0 4 8 0,0-4 2 15,6 4-5-15,-6-3-6 0,0-2-10 0,7 5-18 0,0-3-18 0,-1 0-22 16,0-1-20-16,8 0-23 0,-2-3-23 0,1 3-26 0,7-3-26 16,0 3-18-16,-1-3-14 0,7 0-8 0,0-1-7 0,0 5-6 15,7-4-7-15,-1-1-7 0,1 1-8 0,-1 3-6 0,1-3-6 0,6 3-6 16,-13 4-7-16,6 0-5 0,1 0-5 0,-7 0-4 0,0 0-4 16,1 4-4-16,-8 3-4 0,0-3-2 0,1 3-3 0,-7 1-1 0,0 2 0 15,-6 1-1-15,5 0 1 0,-4 0 1 0,-8 4-1 0,6-5 0 16,-6 10 1-16,-6-5 0 0,6 3 0 0,-14 0-2 0,8 4 0 15,-1-4 1-15,-6 4-2 0,0-3 1 0,0 3-2 0,-6-4 0 0,5 4-1 16,-5 0-2-16,-1-4 0 0,0 0-1 0,2 4-4 0,-2-3-1 16,1-5-3-16,-1 5-1 0,0-5-3 0,-6 4 0 0,7-3 0 0,-1-4 0 15,-6 4 0-15,7-4 0 0,-7 0 0 0,6 0 1 0,1 0-1 16,-1-4 2-16,7 1 3 0,-7-5 2 0,7 4 3 0,0-2 0 16,7-5 3-16,0 3-1 0,-2 0 0 0,2-3 0 0,6 0-2 0,0 0 1 15,6 0-2-15,2 0 2 0,-2 0-1 0,0 0 1 0,7 0-1 0,0-3 1 16,0 3-2-16,7-3 2 0,-8 3 0 0,8-5 2 0,7 2 2 15,-9-1 1-15,2 1 0 0,7-1-2 0,-8-3-2 0,0 3-6 16,1-1-9-16,-1 3-11 0,1-6-13 0,0 5-15 0,-7-1-16 0,0 4-24 16,-6-4-24-16,5 0-46 0,-6 4-51 0,-6 0-65 0,0 0-74 15,0 0-58-15,-6 0-52 0,0 4-33 0,0 4-22 0,-1-5-5 0,-6 5 4 16,0-1 13-16,-1 4 14 0,-5-4 22 0,0 5 24 0,-1-6 43 16,1 2 51-16,-1-1 67 0,1 0 127 0</inkml:trace>
  <inkml:trace contextRef="#ctx0" brushRef="#br0" timeOffset="-93781.1">12159 11536 0 0,'-6'-15'181'0,"6"8"116"0,0-4 40 0,0 8 42 0,-7-1 41 0,7 0 27 0,0 4 20 0,-7 4 15 0,7-4 12 0,0 4 11 16,-6 3 11-16,6 0-40 0,0 4-66 0,-6 0-57 0,6 4-54 16,-7-1-41-16,7 8-37 0,-7-4-36 0,1 8-38 0,-1 0-24 0,7 0-18 15,-13 3-13-15,6-1-12 0,1 5-11 0,-6 2-10 0,-2-3-11 16,1 4-8-16,0 1-10 0,0 0-5 0,-7 0-10 0,8 3-10 0,-8-3-16 15,7-1-17-15,-7-3-19 0,8 4-19 0,-8-9-24 0,7 2-23 16,0-4-44-16,6 0-51 0,-5-5-61 0,4-2-63 0,2-4-55 16,0-4-48-16,-1-4-43 0,7 0-39 0,0-7-12 0,0 4 0 0,0-4 11 15,7-4 15-15,-1 1 21 0,8-6 23 0,-8-1 41 0,7 0 52 16,-6-6 60-16,5 5 64 0</inkml:trace>
  <inkml:trace contextRef="#ctx0" brushRef="#br0" timeOffset="-93614.13">11983 12185 50 0,'14'-12'163'0,"-2"-2"26"15,-6 3 27-15,8 0 31 0,-8 3 33 0,1 5 37 0,5-5 37 0,-4 8 41 16,-2-3 40-16,6 3-3 0,2 3-24 0,-1-3-17 0,0 4-14 15,0 0-10-15,7 3-8 0,-8 1-17 0,8-1-20 0,-1 4-26 16,1 0-29-16,0-1-34 0,-1 1-37 0,1 5-37 0,6-2-42 0,-7 1-25 16,1-4-18-16,0 3-13 0,-1 1-11 0,7 0-13 0,-6-1-12 15,-1 1-17-15,1 0-20 0,-8-4-21 0,8 3-22 0,-7-3-44 0,7 0-53 16,-8 0-71-16,2 0-76 0,-8-4-79 0,8 4-79 0,-8-3-45 16,0-1-26-16,1 4-11 0,-1-4-4 0,-6 1 7 0,0-1 11 0,0 1 15 15,0-1 19-15,-6 0 40 0,6 1 51 0,-7-5 70 0,-5 1 134 16</inkml:trace>
  <inkml:trace contextRef="#ctx0" brushRef="#br0" timeOffset="-60614.2">7710 9378 154 0,'-6'-3'194'0,"6"-1"17"0,-6 0 14 15,-7 4 21-15,6 0 23 0,0-3 26 0,1 3 26 0,0 0 33 0,-1 0 37 16,0 0-9-16,1 0-32 0,0 0-17 0,6 0-10 0,-7 0-13 0,7 0-14 15,-7 3-13-15,7-3-12 0,0 4-17 0,-6-4-21 0,6 4-24 16,0-1-24-16,0 5-30 0,0-1-33 0,0 0-24 0,0 4-22 0,0 4-12 16,0-1-7-16,0 5-5 0,0-1-1 0,0 4 0 0,0 0 1 15,0 4 0-15,0-1 1 0,-7 1 1 0,7 3-2 0,0 1 0 16,-6-5-3-16,6 4-4 0,0 1-1 0,-6-1-4 0,6 1-2 0,0 2-4 16,-7-2-3-16,7-1-3 0,0 1-3 0,0 2-3 0,0-2-2 15,0-1-1-15,0 0-3 0,0 4-1 0,7-3-1 0,-7-1-1 0,6 0-1 16,0 0-2-16,1-3-1 0,-1 3-1 0,1-3-1 0,0 0-1 15,5 0-1-15,-5-1-1 0,6-3 1 0,0 0-1 0,0 0 0 0,0 0-1 16,1-4 0-16,-2 1-1 0,8 3-1 0,-7-8 1 0,7 5 1 16,-8-5-1-16,8 1 1 0,-1-1 0 0,7 1-1 0,-6-4 2 15,0 3 1-15,5-2 2 0,1-1 2 0,1-4 1 0,-1 4 2 0,0-4 2 16,0 1 1-16,7-1 0 0,-1-3 1 0,1-1 0 0,-1 5 1 16,1-5 2-16,-1-3 0 0,1 4-1 0,6 0 0 0,0-4-1 15,0 0 0-15,0 0-1 0,0-4-2 0,1 4 0 0,-2-4-1 0,8 1 1 16,-7-1-1-16,0 0 0 0,0 1-2 0,0-1 2 0,1 0-1 15,-2 1 0-15,8-5 0 0,-14 5 0 0,8-1-1 0,-1 0 0 0,-1 1-1 16,2-1 1-16,-7 1-2 0,-1-1 0 0,7 4 0 0,-6-4-1 16,-1 4 2-16,1 0-5 0,-1 0-5 0,1 0 0 0,-1 0 0 15,-6 0 0-15,7 0 0 0,-7 0 0 0,7 0 0 0,-7 4 0 0,0-4 0 16,0 0 0-16,-7 0 0 0,7 0 0 0,0 0 0 0,-6 4 0 16,-1-4 0-16,1 0 0 0,-1 0 0 0,1 0 0 0,-6 0 0 0,5 0 0 15,-6 0 0-15,0 0 0 0,7 0 0 0,-14-4 0 0,7 4 0 0,0 0 0 16,0 0 0-16,-7-4 0 0,1 4 0 0,6-3 0 0,-7 3 0 15,1-4 0-15,0 4 0 0,-7-4 0 0,6 4 0 0,0 0 0 16,-6-3 0-16,7 3 0 0,-1-5 0 0,-6 2 0 0,7 3 0 0,-7-4 0 16,7 1 0-16,-7 3 0 0,6-4 0 0,-6 0 0 0,0 2 0 15,6-3 0-15,-6 1 0 0,0 4 0 0,8-3 0 0,-8-1 0 0,0 0 0 16,6 1 0-16,-6-1 0 0,0 0 0 0,0 1 0 0,6-1 0 16,-6 0 0-16,0 1 0 0,0-1 0 0,6 4 0 0,-6-4 0 0,0 1 0 15,0-1 0-15,0 1 0 0,0-2 0 0,0 5 0 0,-6-3 0 16,6 0 0-16,0-1 0 0,-6 0 0 0,6 1 0 0,-6-1 0 15,-2 0 0-15,2-3 0 0,0 3 0 0,-1-3 0 0,-6 0 0 0,0 0 0 16,7-1 0-16,-14 0 0 0,7-3 0 0,0 4 0 0,-6-4 0 16,-1 4 0-16,6-4 0 0,-5 0 0 0,0 0 0 0,0-4 0 0,-1 4 0 15,0-4 0-15,-6 1 0 0,7 3 0 0,-1-4 0 0,7 1 0 16,-7-1 0-16,0 0 0 0,1 1 0 0,6 3 0 0,-6-4 0 0,5 4 0 16,2 0 0-16,-8 0 0 0,7 4 0 0,0-1 0 0,0 1 0 15,7 0 0-15,-8 3 0 0,2-3 0 0,5 3 0 0,1 0 0 16,-1 4 0-16,0-3 0 0,1-1 0 0,0 4 0 0,6 0 0 0,-8 0 0 15,8 0 0-15,0 0 0 0,0 0 0 0,0 0 0 0,0 0 0 16,8 4 0-16,-2-1 0 0,0 1 0 0,1 0 0 0,6 3 0 0,0-3 0 16,7 7 0-16,-8-4 0 0,8 4 0 0,0-4 0 0,5 8 0 15,-5-4 0-15,6 0 0 0,1 4 0 0,-1-4 0 0,-1 3 0 16,1 1 0-16,1-4 0 0,-1 3 0 0,6 2 0 0,-6-2 0 0,1 1 0 16,-1 3 0-16,-1-3 0 0,-5-1 0 0,6 1 0 0,-7 3 0 15,1-3 0-15,0-1 0 0,-1 1 0 0,1 4 0 0,-8-5 0 0,2 0 0 16,-2 1 0-16,2 0 0 0,-1-4 0 0,-7 4 0 0,8-3 0 15,-8-2 0-15,0 0 0 0,0 2 0 0,-6-5 0 0,8 4 0 0,-8-4 0 16,0 4 0-16,-8-3 0 0,8 3 0 0,-6-4 0 0,0 4 0 16,-7 0 0-16,0 0 0 0,0 3 0 0,-7-3 0 0,0 5 0 0,-5-2 0 15,-1 4 0-15,0 1 0 0,-13-1 0 0,6 4 0 0,-6-4-208 16,0 5-397-16,0-2-73 0,-7 5-28 0,1-4-8 0,6 3 9 16,-14 1 16-16,7-1 23 0,1 2 23 0,-1-2 35 0,1 1 38 0,-1 3 56 15,7-4 64-15,-6 6 100 0,5-6 265 0</inkml:trace>
  <inkml:trace contextRef="#ctx0" brushRef="#br0" timeOffset="-59963.83">8791 11991 0 0,'8'-12'159'0,"-2"1"107"16,0 1 16-16,1 2 18 0,0 1 17 0,-1-1 38 0,0 1 45 0,7 2 34 16,-6 3 28-16,6-2 16 0,7-3 13 0,-8 3-42 0,8 1-68 15,7-2-57-15,-9 5-50 0,9-3-27 0,-1-1-15 0,0 0-18 0,0 1-17 16,-1 3-36-16,2-4-46 0,-1 0-34 0,6 1-28 0,-5-1-16 16,-1 4-12-16,0-4-10 0,0 1-7 0,-1-1-8 0,2 1-9 0,-7-1-5 15,-2 0-8-15,2 1-6 0,0-1-6 0,-7 0-6 0,0 1-4 16,-6-1-2-16,5 0-2 0,-5 4 0 0,-7-3-1 0,7 3 1 0,-7 0 1 15,0 0 4-15,0 0 6 0,0 0 5 0,-7-4 6 0,7 4 5 16,-7 0 7-16,1 4 8 0,0-4 8 0,-8 0 6 0,8 3 6 0,-7-3 6 16,0 4 7-16,0 0 6 0,7-1 8 0,-8 5 6 0,2-5 7 15,5 5 4-15,-6-1 5 0,0 0 5 0,7 4 2 0,-2-4 1 16,-4 4 0-16,12 1 0 0,-6-1-2 0,-1 3-5 0,0 1-2 0,1-4-7 16,6 4-5-16,0 0-7 0,0-1-4 0,-7-3-6 0,7 3-4 0,7 1-5 15,-7 0-3-15,0-4-3 0,0 4-3 0,6-1-4 0,-6-3-2 16,7 4-3-16,0 0-1 0,-7-1-1 0,6 1-2 0,0 0 1 15,-6-2-1-15,6 3-1 0,2 2 0 0,-8-3-2 0,0 3-1 0,6-3-2 16,-6-1-3-16,0 4-3 0,6-2-4 0,-6-2-4 0,0 4-3 16,-6-3-4-16,6 0-5 0,0-1-3 0,-6 1-2 0,6-1-3 0,-8-3-2 15,2 4-2-15,0 0-1 0,0 0 1 0,-8-4 0 0,8 3 3 16,-7-3 3-16,-1 4 2 0,2-1 3 0,-2-2 4 0,-5-2 4 0,6 5 4 16,-6-4 3-16,5-4 5 0,-5 5 4 0,6-5 8 0,0 0 8 15,-7 0 9-15,8-3 11 0,-2 0 9 0,1-1 10 0,7 1 6 16,-8-4 6-16,8 0 6 0,0 0 3 0,0 0 1 0,6 0 0 0,-8 0-2 15,8-4-1-15,0 4-5 0,0 0-7 0,0-3-8 0,8 3-6 16,-8-4-8-16,6 0-6 0,6 1-4 0,-4-4-3 0,4 3-3 0,8 0 0 16,-7 1 0-16,7-5 0 0,-1 4 3 0,7 0 1 0,0 1 2 15,-6 0 1-15,5-1 0 0,8 4 0 0,-7 0-2 0,0 0-1 16,0 0-5-16,7 4-5 0,-7-1-14 0,0 0-14 0,0 1-20 0,-7 0-21 16,8 4-23-16,-8-5-27 0,0 1-49 0,1 3-63 0,0-3-78 15,-1 3-87-15,-5-3-77 0,5 3-70 0,-6-3-33 0,0 3-14 0,7-3 0 16,-8 3 8-16,2-3 16 0,-1-1 16 0,-1 1 24 0,2 0 23 15,-2-4 50-15,2 0 59 0,-8-4 80 0,7 0 240 0</inkml:trace>
  <inkml:trace contextRef="#ctx0" brushRef="#br0" timeOffset="-59780.74">9990 12489 277 0,'7'-4'423'0,"-7"0"54"0,0 1 38 0,0 3 27 0,0 0 24 0,0 0 15 16,0 0 16-16,0 3 13 0,0 1 12 0,0 0 2 0,0-1-2 0,0 5-78 15,0 3-117-15,0-4-92 0,0 7-83 0,6 1-75 0,-6 0-177 16,0 3 0-16,7 4 0 0,-7 0 0 0,0 0 0 0,6 4 0 0,-6-1 0 15,0 1 0-15,0 0 0 0,0 3 0 0,0 0 0 0,0 0 0 16,6-3 0-16,-6 3 0 0,0 1 0 0,0-5-379 0,-6 5-134 16,6-5-74-16,0 4-48 0,-6-3-20 0,-1 4-8 0,1-5 4 0,-1 4 10 15,-6-3 19-15,7 4 25 0,-8-5 30 0,2 1 34 0,-2-1 62 16,1-3 74-16</inkml:trace>
  <inkml:trace contextRef="#ctx0" brushRef="#br0" timeOffset="-48181.28">6688 14068 168 0,'-6'-8'217'0,"-1"4"22"16,-6-3 20-16,6 7 28 0,-5-3 32 0,5 3 30 0,-6 0 30 15,7 0 26-15,-1 3 25 0,0 0-18 0,1 1-37 0,-1 4-35 16,1-1-35-16,0 4-25 0,-1 4-20 0,0-1-19 0,1 5-18 0,6 3-27 16,-6 3-30-16,6 1-30 0,-7 0-27 0,7 7-25 0,0-1-23 0,0 1-15 15,0 4-11-15,7 0-7 0,-7-1-3 0,0 1-3 16,6 0-2-16,0 3-2 0,1-4 0 0,0 1-2 0,-1 0 0 0,0-4-2 16,1 0-1-16,6 0-1 0,-6-7-2 0,5 3 0 0,2-7-2 0,-2 0 0 15,2-4-1-15,-1-4 0 0,-1 2 2 0,2-5 1 0,5-4 3 16,-6 0 3-16,6-3 2 0,1-4 4 0,0 0 2 0,-1 0 4 15,1-8 4-15,6 1 3 0,-6-1 3 0,-1-6 2 0,7-1 1 0,0-3 1 16,-7-4 1-16,7-4 0 0,1 1-1 0,-1-4-2 0,0-5-2 16,0-2-2-16,0-1 1 0,0-3-2 0,0 0-3 0,0-1-2 0,0-2-3 15,7-2-1-15,-7 1-3 0,-7-3-1 0,7 3-2 0,0 0-2 16,-6 0-2-16,6 0-2 0,-13 4-2 0,7 3-2 0,-1-3-2 16,-12 7-1-16,6 0-1 0,-7 4-3 0,0 3-7 0,2 4-8 0,-8 0-7 15,0 3-13-15,0 5-17 0,0-1-19 0,-8 4-22 0,2 0-46 16,0 8-60-16,-7-5-68 0,6 5-74 0,-6 3-63 0,0 3-56 0,0 1-40 15,0 3-31-15,0 4-11 0,0 4 0 0,0 3 7 0,-6 0 14 16,5 8 18-16,2 0 22 0,-2 0 46 0,1 3 57 0,1 0 70 16,-2 0 85-16</inkml:trace>
  <inkml:trace contextRef="#ctx0" brushRef="#br0" timeOffset="-47763.9">7769 14397 17 0,'6'0'288'0,"-6"0"36"0,0 0 26 0,8 4 16 0,-8-4 13 0,0 0 10 0,0 0 8 16,0 0 17-16,6 0 21 0,-6 0 15 0,6 3 15 0,-6-3-52 15,7 0-84-15,0 0-62 0,-1 4-50 0,7-4-32 0,0 0-21 0,0 4-15 16,0-4-9-16,6 0-9 0,-5 0-7 0,5 0-15 0,1 0-22 0,-1 0-15 15,1 0-13-15,0 0-13 0,6-4-11 0,-7 4-11 0,1-4-10 16,-2 4-18-16,2-3-20 0,-7 3-30 0,7 0-37 0,-7-4-51 16,0 4-57-16,-7-4-62 0,8 4-63 0,-8 4-64 0,-6-4-64 0,0 4-35 15,0-1-19-15,0 5-6 0,-6 3-1 0,-8 0 10 0,8 3 14 16,-14 1 27-16,8 4 35 0,-8-1 48 0,1 4 57 0,-7-4 61 16,6 8 222-16</inkml:trace>
  <inkml:trace contextRef="#ctx0" brushRef="#br0" timeOffset="-47597.55">7821 14884 0 0,'-6'11'194'0,"0"-4"81"0,-1 1 23 0,0 0 13 0,7-5 11 0,-6 1 4 16,6-4 4-16,-6 3 9 0,12-3 11 0,-6 0 20 0,6 0 20 16,-6 0-32-16,7 0-62 0,6 0-46 0,0 0-42 0,0-3-28 0,0 3-21 15,0-4-13-15,6 1-9 0,1-2-5 0,-1 2-3 0,7-5-25 16,-6 5-35-16,-1-5-58 0,7-1-73 0,1 0-80 0,-7-2-90 0,6 0-79 16,-7-3-73-16,7-1-37 0,-6 4-19 0,6-7-10 0,-7 3-4 15,1-3-3-15,0 3 0 0,-8 0 15 0,8-3 23 0,-7 3 40 16,-1-3 48-16,2 3 62 0,-1 1 235 0</inkml:trace>
  <inkml:trace contextRef="#ctx0" brushRef="#br0" timeOffset="-47064.06">8525 14148 0 0,'0'-15'228'0,"-6"-3"133"16,6 3 58-16,-8 4 34 0,8-3 23 0,-6 3 15 0,0 3 9 0,6-2 7 15,-7 6 5-15,7-4 6 0,0 5 8 0,7-5-41 0,-1 8-63 0,0-3-76 16,2-1-81-16,4 0-63 0,1 1-54 0,7-1-32 0,0 4-21 15,-1-4-14-15,7 1-9 0,0 3-7 0,0-4-3 0,0 0-7 16,7 1-8-16,-7 3-8 0,-1-4-6 0,2 4-10 0,-1-4-7 0,0 4-11 16,0 0-11-16,-7-3-13 0,7 3-13 0,-12 0-15 0,5 3-12 15,-6-3-13-15,0 0-11 0,1 0-9 0,-8 0-10 0,0 4-7 16,0-4-7-16,-6 4-12 0,0-4-14 0,0 0-13 0,0 3-11 0,0 1-5 16,-6-4-2-16,0 4 5 0,-8-1 9 0,8 5 9 0,-7-5 10 15,0 1 10-15,0 3 9 0,1-3 9 0,-8 3 9 0,6 1 24 0,1-1 32 16,-6 0 41-16,6 1 47 0,0-1 33 0,0 4 28 0,0-4 18 15,0 4 14-15,0 0 10 0,7 0 6 0,-8-3 4 0,8 6 6 16,-1-3 2-16,1 0 3 0,6 4-9 0,-7-1-15 0,1 1-21 0,6 4-24 16,0-1-18-16,0 0-11 0,-7 0-10 0,7 4-9 0,0 0-6 15,0-3-4-15,0 3-5 0,7-1-4 0,-7 2-5 0,0-1-5 0,0-4-3 16,0 4-4-16,0 0-1 0,0-4-3 0,0 4-2 0,-7-3-1 16,7 3-1-16,0-4-2 0,-6 1-1 0,6 2 0 0,-6-2 0 15,-2-1 0-15,2 4-1 0,0-4-1 0,-1 0 1 0,-6 4 0 0,6-3-1 16,-5 3 0-16,5-4-1 0,-6 4 1 0,0-4-1 0,0 4 1 0,0-4 0 15,0 4-1-15,6-3 2 0,-5-4-2 0,4 3 0 0,-4-7 1 16,5 4-1-16,7-4 1 0,-6-4-1 0,6 0 0 0,-7-3 1 16,7 3 0-16,7-4 3 0,-7 1 2 0,6-4 2 0,1 4 3 0,-1-4 2 15,0 4 3-15,8-4 2 0,-1 0 2 0,6 3 1 0,-6-3 2 0,7 0 2 16,0 4 1-16,-1-4-1 0,1 0 1 0,0 4-2 0,5-4-3 16,-5 0-2-16,0 0-3 0,6 0-6 0,-7 0-7 0,1 0-13 15,-1 0-13-15,0 0-16 0,-6 0-17 0,7 4-29 0,-6-4-35 0,-2 0-55 16,1 0-63-16,0 0-67 0,-6 3-71 0,5-3-62 0,-4 5-61 15,4-5-25-15,-6 3-12 0,2 0 4 0,-2 1 8 0,0 0 12 0,1-1 15 16,-1-3 28-16,1 4 34 0,0-4 54 0,-7-4 64 0</inkml:trace>
  <inkml:trace contextRef="#ctx0" brushRef="#br0" timeOffset="-46880.94">9182 14866 0 0,'0'-11'69'0,"7"0"182"0,-7 4 36 0,0 3 25 0,0-3 22 15,0 3 17-15,7 0 19 0,-7 4 25 0,0 0 29 0,0 4 24 0,0-4 23 16,6 0-25-16,-6 4-49 0,7 3-45 0,-1-3-44 0,-6 3-36 15,6 0-31-15,2 4-20 0,-2 0-17 0,0 4-17 0,0 4-15 0,1-1-23 16,-7 4-29-16,7 0-24 0,-7 0-22 0,6 3-16 0,-6 1-14 0,0 0-19 16,0 3-20-16,0-4-24 0,0 1-23 0,0 0-42 15,0-5-51-15,0 2-70 0,0-5-77 0,0 0-75 0,0-3-75 0,0-4-47 16,0 0-33-16,0-4-14 0,0-3-7 0,0-4 3 0,7-4 11 0,-7-3 14 16,6-4 19-16,-6-4 38 0,7-2 47 0,0-6 65 0,-1-7 84 15</inkml:trace>
  <inkml:trace contextRef="#ctx0" brushRef="#br0" timeOffset="-46464.59">9665 13896 0 0,'6'-16'97'0,"0"2"278"0,1 3 64 0,-7 0 36 0,7 7 22 16,-7-3 12-16,0 3 9 0,6 1 8 0,-6 3 8 0,7-4 12 16,-7 4 13-16,6 0-12 0,0 0-24 0,1 0-90 0,6 0-122 0,1 0-80 15,-2 0-59-15,8 4-32 0,-1-4-18 0,1 0-10 0,0 3-6 0,5-3-7 16,-5 4-8-16,6 0-10 0,-7-1-13 0,7 5-12 0,-6-5-32 15,0 4-24-15,-1 1 0 0,1-1 0 0,-8 0 0 0,2 4 0 16,5-3 0-16,-12 3 0 0,6 0 0 0,-1-4 0 0,-4 4 0 0,-2 0 0 16,0 0 0-16,-6 0 0 0,7 4 0 0,-7-4 0 0,-7 3 0 15,7-3 0-15,-6 4 0 0,0-1 0 0,-2 5 0 0,-4-4 0 16,-1-1 0-16,0 1 0 0,0 3 0 0,-7-3 0 0,0 0-9 0,1-1-80 16,-1 4-10-16,-6-3-6 0,0 0-3 0,7-1-2 0,-7 1-1 15,0 0 6-15,7-1 4 0,-7-3 8 0,6 4 11 0,0-4 13 0,7-4 13 16,1 5 15-16,-2-5 14 0,1-3 13 0,6-1 9 0,1 5 7 15,6-8 2-15,0 3 4 0,0 1 2 0,0-4 4 0,0 0 5 16,6 0 4-16,8 0 4 0,-8 0 1 0,8 0 1 0,-2 0 1 0,8 0-2 16,-7 0 0-16,7-4 0 0,-1 4 1 0,7 0 0 0,-6-3-1 15,-1 3-1-15,0-4-4 0,8 4-6 0,-7 0-5 0,-2 0-3 0,2 0-5 16,-1 0-5-16,1 0-8 0,0 4-12 0,-7-4-11 0,0 3-13 16,0 1-19-16,-1-4-21 0,2 4-39 0,-8-1-45 0,1 1-65 0,-1 0-71 15,-6-1-71-15,0-3-70 0,0 3-45 0,-6 1-32 0,-1 0-10 16,1 0 1-16,0-1 8 0,-2-3 10 0,-4 0 17 0,6 0 20 0,-8 0 38 15,1 0 46-15,1-3 64 0,-2-1 72 0</inkml:trace>
  <inkml:trace contextRef="#ctx0" brushRef="#br0" timeOffset="-46248.01">9677 14009 127 0,'-6'-8'272'0,"6"5"37"0,-6-1 33 0,6 4 35 0,0 4 37 0,-7-4 30 15,7 7 25-15,0 0 19 0,0 1 17 0,0 3-5 0,0 4-16 0,0-1-44 16,7 8-57-16,-7 0-46 0,-7 7-40 0,7 1-32 0,0 2-26 15,0 5-30-15,-7 0-34 0,1 3-27 0,-1 4-21 0,1 4-18 16,0-1-17-16,-1 5-14 0,-6-1-14 0,7 0-14 0,-8 1-16 0,1-1-19 16,0 1-23-16,0-5-24 0,7-4-28 0,-8 1-31 0,8-7-37 15,0 0-58-15,6-8-69 0,-7-3-73 0,7-4-74 0,0-4-68 0,7 1-63 16,-7-8-28-16,6-4-10 0,0 0 3 0,2-7 12 0,-2 0 16 16,0-3 19-16,7-8 29 0,0 0 30 0,0-3 55 0,1-6 66 0,-2-2 73 15,2-4 255-15</inkml:trace>
  <inkml:trace contextRef="#ctx0" brushRef="#br0" timeOffset="-46113.99">9742 14815 189 0,'14'-18'244'0,"-8"3"57"15,7 4 64-15,0 4 51 0,0 3 43 0,-7 4 28 0,8 4 24 0,-1-1 19 16,0 8 16-16,0-3-22 0,7 3-42 0,-8 3-36 0,8 4-35 16,-7-3-36-16,7 7-37 0,0-4-55 0,-2 5-64 0,-4-5-51 0,5 4-44 15,1-4-38-15,0 0-38 0,-1 1-40 0,-6-1-41 0,6 0-54 16,-5-3-64-16,5 0-81 0,-6-4-90 0,0 3-89 0,7-6-87 0,-8 3-43 16,2-4-22-16,-1 4-10 0,-7-4-5 0,8-3 8 0,-8 3 12 15,6-3 20-15,-5 3 25 0,-7-3 42 0,7-1 53 0,-7 1 75 16,0-4 183-16</inkml:trace>
  <inkml:trace contextRef="#ctx0" brushRef="#br0" timeOffset="-43348.18">13370 9851 0 0,'0'-4'49'0,"0"4"21"0,0 0 5 16,0 0-2-16,0 0-1 0,0 0-7 0,0 0-10 0,0 0-6 15,0 0-4-15,0 0-3 0,0 0-4 0,0 0-1 0,0 0 0 0,0 0-2 16,0 0 0-16,0 0-2 0,0 0-2 0,0 0 1 0,0 0-2 16,0 0 2-16,0 0-1 0,0 0 2 0,0 0-1 0,0 0 1 0,0 0-1 15,0 0-1-15,0 0 1 0,0 0-1 0,0 0-1 0,0 0 1 16,0 0-1-16,-6 0 3 0,6 0 1 0,0 0 0 0,0 0 0 16,0 0 0-16,0 0 0 0,0 0-1 0,0 0-1 0,0 0 1 0,0 0-1 15,0 0 0-15,0 0 0 0,0 0-1 0,0 0-1 0,0 0-1 16,0 0-1-16,0 0-1 0,0 0-2 0,0 0 0 0,0 0-1 0,0-4-2 15,0 4 1-15,-6 0 1 0,6 0-1 0,0-3 3 0,0 3 1 16,0 0 1-16,0 0 1 0,0-4 0 0,0 4 2 0,0 0 1 16,0-4 1-16,0 4 1 0,0 0 3 0,0-3 2 0,0 3 2 0,0 0 1 15,0 0 0-15,0-4-1 0,0 4-2 0,0 0-2 0,0 0-3 16,0 0-3-16,0 0-2 0,0 0-3 0,0 0-1 0,0 0-3 0,0 0-6 16,0 0-3-16,0 0-3 0,0-4-3 0,0 4-3 0,0-3-2 15,0 3-1-15,6-4-2 0,-6 4 1 0,0-3 0 0,0 3 1 0,0-4-1 16,0 4-1-16,0 0 0 0,0-4 2 0,0 4 0 0,0 0 0 15,0 0 0-15,0 0 0 0,0 0 0 0,6 0-1 0,-6 0 1 16,0-3 0-16,0 3-1 0,0 0-1 0,0 0 2 0,0 0 0 0,0 0 0 16,0-4 0-16,0 4 0 0,0 0-1 0,0-4 0 0,0 4-1 15,0 0 1-15,0-3 1 0,0 3 0 0,0-4 1 0,0 4 0 0,6 0-1 16,-6 0-2-16,0 0 0 0,0 0 0 0,0 0 1 0,0 0 2 16,0 0 1-16,0 0 4 0,0 0 1 0,0 0 4 0,0 0 1 0,0 0 3 15,0 0 2-15,0 0 3 0,0 0 3 0,0 0 3 0,0 0 2 16,0 0 2-16,0 0 1 0,0 0-2 0,0 0 0 0,0 0-2 15,0 4-1-15,0-4-2 0,0 0 0 0,0 0-2 0,0 3-3 0,0-3-1 16,0 4-1-16,0-4-3 0,0 4-1 0,0-4-1 0,0 3 1 0,-6-3-2 16,6 4-1-16,0 0 1 0,0-1-1 0,0 1-1 0,0-1 0 15,0 1-1-15,0 3-1 0,0-3 0 0,0 0-1 0,0-1-1 16,-6 5-1-16,6-5-1 0,0-3 0 0,0 4-1 0,0 0 2 0,0-4-1 16,0 3 0-16,0-3-1 0,0 0 1 0,0 0-1 0,0 0 0 15,0 0 0-15,0 0 2 0,0 0 2 0,0 0 0 0,0 0 3 0,0 0 1 16,0 0 2-16,0 0-1 0,0 0 1 0,0 0 2 0,0 0 1 15,0 0 1-15,0 0 2 0,0 0 0 0,0 0 1 0,6 0 0 16,-6 0 0-16,0-3-1 0,0 3 1 0,0-4-1 0,0 4-2 16,0 0 0-16,0-4-2 0,0 1-3 0,0 3 0 0,0-4 0 0,6 0-3 15,-6 1-2-15,0-1-1 0,0 0 0 0,0 1-1 0,8-1-1 0,-8 0-2 16,0 1-2-16,0 3 0 0,0-4 1 0,0 1 0 0,0 3 1 16,0-4 0-16,0 4 0 0,0 0 1 0,0 0 0 0,0 0 2 15,0 0-2-15,0 0 1 0,0 0 1 0,0 0-2 0,0 0 0 0,0 0 0 16,0 0 2-16,0 0 0 0,0 0 0 0,0 0 0 0,0 0-2 15,0 0 0-15,0 0-1 0,0 0-2 0,0 0 1 0,0 0 0 16,0 0 1-16,0 0 0 0,0 0-1 0,0 0 1 0,0 0 0 0,0 0-2 16,0 0-2-16,0 0 0 0,0 0 2 0,0 0 0 0,0 0 1 0,0 0 0 15,0 0-2-15,0 0 2 0,0 0 0 0,0 0 0 0,0 0 0 16,0 0-1-16,0 0 0 0,0 0 1 0,0 0 0 0,0 0 0 16,0 0 1-16,0 0 0 0,0 0-1 0,0 0 0 0,0 0 1 0,0 0 2 15,0 0-1-15,0 0 1 0,0 0 0 0,0 0 1 0,0 0 1 16,0 0 1-16,0 0 1 0,0 0 3 0,0 0 1 0,0 0 1 0,0 4 1 15,0-4 3-15,0 0 2 0,0 0 5 0,0 3 5 0,0-3 3 16,0 0 4-16,0 0 4 0,0 0 6 0,0 4 2 0,0-4 3 16,-8 0 4-16,8 0 5 0,0 3 2 0,0-3 2 0,0 0 0 0,0 0 1 15,0 0-1-15,0 4 2 0,0 0 1 0,0-4 1 0,0 3 0 16,0 1 0-16,0 0-1 0,0-1-3 0,0 1-2 0,-6 3-5 0,6-3-1 16,0 0-4-16,0 3-1 0,0-3-2 0,0-1-4 0,0 1-4 15,0 3-7-15,0-3-5 0,0-1-5 0,0 2-5 0,-6-2-3 16,6 1-3-16,0 0-1 0,0-4-2 0,0 0 0 0,0 0-2 0,0 0 0 15,0 0-2-15,0 0-3 0,0 0 0 0,0 0 0 0,0 0 1 0,0 0-1 16,0 0 1-16,0 0-1 0,0 0 1 0,0 0-2 0,0 0 0 16,6 0 0-16,-6 0 0 0,0-4 1 0,0 4 0 0,0-4-1 15,6 1 0-15,-6-2 0 0,0 2-1 0,8-1 0 0,-8 1-1 0,0-1 0 16,6-3-1-16,-6 3-4 0,0 0-5 0,0-3-20 0,0 3-25 16,0 1-38-16,0-1-43 0,0-3-58 0,-6 3-64 0,6 0-66 0,-8 1-67 15,2-1-33-15,0 0-18 0,-8 4-8 0,8-3-4 0,-7 3 3 16,0-4 4-16,0 4 19 0,1 0 24 0,-2-3 39 0,1-1 42 15,0 0 58-15,6 1 230 0</inkml:trace>
  <inkml:trace contextRef="#ctx0" brushRef="#br0" timeOffset="-37548.18">13409 9606 0 0,'0'-12'18'0,"0"-2"83"16,-6 3 9-16,-1 0 6 0,7-4 9 0,-6 4 11 0,0 0 11 0,-2 0 3 16,2 0 0-16,6 0 3 0,-6 0 5 0,0 0 8 0,-8 4 11 15,8-4 10-15,-1 3 11 0,1-3 14 0,-8 4 18 0,8 3 18 16,0-3 18-16,-8 0 12 0,8 3 10 0,-7-3-2 0,7 3-6 0,-8 4-9 15,8-3-13-15,-6 3-14 0,4 3-16 0,2-3-17 0,-7 4-18 0,6 3-24 16,-6 0-22-16,7 4-28 0,-7 0-23 0,6 4-24 0,-5 0-20 16,5 3-14-16,-6-3-11 0,6 7-6 0,-6-4-6 0,7 4-5 15,-1-4-3-15,-5 4-2 0,4 1-2 0,2-5-1 0,0 4-1 0,-1 0 0 16,1-1-1-16,6 1 0 0,-7 0 0 0,7 1 0 0,-7-5 0 16,7 4 0-16,0 0 0 0,0-4 0 0,0 0 0 0,7 1-1 15,0-4-1-15,-1 2 1 0,1-2 0 0,-1-4 0 0,8 4 0 0,-8-4 0 16,7-4-1-16,0 4 0 0,0-3 0 0,7-1-1 0,-8 0 0 15,2-3 2-15,5 3 0 0,-6-7 0 0,6 4 0 0,1-4 2 0,-7 0-1 16,7 0 1-16,-8 0 0 0,8-4 1 0,-7 0 1 0,7-3 0 16,-8 3 2-16,8-3-1 0,-6 0 0 0,5-4 1 0,-6 0-1 0,0 4 1 15,-1-8-1-15,2 4 1 0,-1 0 0 0,0-3 1 0,0 3-1 16,-7-4 1-16,8 0 0 0,-8 0 1 0,7 1 0 0,-6-5 1 16,-1 5 2-16,1-1 0 0,-7 1 2 0,6-5 2 0,0 4 0 0,-6 1 0 15,0-1 0-15,0 0 0 0,0 5 0 0,-6-5 0 0,0 4 0 16,-1-4-3-16,1 4-1 0,-1 0-3 0,-6 1-7 0,0 2-12 0,0-3-11 15,0 3-28-15,0 1-38 0,-6 0-56 0,-1 3-68 0,0-3-65 16,1 0-61-16,-1 3-58 0,0-3-55 0,1-1-27 0,-1 5-12 0,2-5-5 16,4-3 2-16,-5 0 7 0,5 4 10 0,2-7 26 0,-2 3 36 15,2-4 57-15,5 0 65 0</inkml:trace>
  <inkml:trace contextRef="#ctx0" brushRef="#br0" timeOffset="-36881.18">13266 8331 64 0,'0'0'165'16,"0"2"15"-16,0 3 14 0,0 2 22 0,-6 1 24 0,6 2 19 0,0 1 18 0,0 0 19 0,-7 4 22 0,7 3-8 0,0 1-23 0,-7 7-12 0,7-6-4 15,0 11-3-15,-6-6 3 0,6 4-7 0,0 4-9 0,0 1-17 16,-6-5-21-16,6 4-15 0,0 0-16 0,-6 0-17 0,6 0-19 0,0 0-21 16,0-4-20-16,0 4-19 0,0-4-15 0,6-3-15 0,-6 3-12 15,6-3-9-15,0-4-6 0,1 0-2 0,0-4-3 0,-1-3-2 0,7-1-1 16,-7 1-2-16,8-8 0 0,-2 4-1 0,2-7-3 0,-1 0-1 15,-1-1 0-15,8-3-2 0,-6 0-1 0,-2 0 1 0,8-7 0 0,-7 3 1 16,7-3 2-16,-8 0 0 0,8-4 1 0,-7 0 0 0,7-4 0 16,-8 4 1-16,8-3 0 0,-1-5 0 0,-5 4 0 0,6-3 0 0,-8 0 2 15,8 0 0-15,-7-1 0 0,-1 1-1 0,8-4-1 0,-6 4 0 16,-1-5 0-16,-1 5 0 0,8-4 0 0,-7 0 0 0,0 1 1 16,0-1 0-16,0 0 0 0,0-1 1 0,1 1 0 0,-2-3 1 15,-5 3 0-15,6 0 1 0,-7 0 3 0,7 0 1 0,-7 3 0 0,2-2 1 16,-2 2 0-16,7 1 1 0,-7 0 0 0,1 3 2 0,-7-4-1 0,6 5-1 15,1 3-2-15,-1-4 2 0,-6 4 1 0,7 4 2 0,-7-4 1 16,0 4 1-16,7-1 4 0,-7 1 2 0,0 4 2 0,0-5 2 16,6 5 1-16,-6 3 1 0,0-4 2 0,0 4 2 0,0 0 1 0,0 0 1 15,0 0-3-15,0 0-3 0,0 0-6 0,0 0-42 0,0 0 0 16,0 0 0-16,0 0 0 0,0 0 0 0,0 0 0 0,0 0 0 0,0 0 0 16,0 0 0-16,0 4 0 0,0-4 0 0,-6 0 0 0,6 0 0 15,0 0 0-15,0 3 0 0,0-3 0 0,-7 4 0 0,7-4 0 0,0 4 0 16,0-4 0-16,-7 3 0 0,7-3 0 0,0 4 0 0,-6-1 0 15,6-3 0-15,-7 4 0 0,7 0 0 0,0-4 0 0,-6 3 0 16,6-3 0-16,0 0 0 0,0 0 0 0,0 0 0 0,0 0 0 0,0 4 0 16,-7-4 0-16,7 0 0 0,0 0 0 0,-6 0-42 0,-1 0-151 15,1 0-98-15,0-4-121 0,-2 4-86 0,-4-3-69 0,5 3-36 0,-6-4-18 16,0 4-4-16,1-4-2 0,-2 1 10 0,1-1 16 0,-6 4 24 16,6-3 25-16,-7 3 49 0,7-4 58 0,-6 4 98 0,6 4 277 15</inkml:trace>
  <inkml:trace contextRef="#ctx0" brushRef="#br0" timeOffset="-20864.05">19166 9506 0 0,'0'0'100'0,"0"0"51"0,0-3 16 0,-6 3 22 16,6-4 23-16,0 4 28 0,0 0 29 0,-6 0 28 0,6 0 30 15,0 0 9-15,0 0-1 0,0 0 1 0,0 0 2 0,0 0 2 0,-7 0-1 16,7 0-9-16,0 0-9 0,0 0-17 0,0 0-18 0,0 0-22 15,0 0-23-15,0 0-25 0,0 0-25 0,0 0-27 0,0 0-28 0,0 0-20 16,0 0-14-16,7 0-8 0,-7 0-3 0,6 0 1 0,0 0 1 16,2 0 2-16,-2 0 3 0,7 0 4 0,0 0 2 0,0 0 3 15,-1-3 0-15,2 3 1 0,6-4-2 0,-8 0-3 0,8 1-3 0,-1-1-3 16,1 0-50-16,6 1-47 0,-7-5 0 0,8 5 0 0,-1-5 0 0,0 4 0 16,6-3 0-16,1 0 0 0,-7-1 0 0,13 1 0 15,-7 3 0-15,1-7 0 0,-1 8 0 0,8-5 0 0,-7 1 0 0,6 0 0 16,-7 0 0-16,7 3 0 0,-7-3 0 0,8 3 0 0,-7 0 0 0,6-3 0 15,-7 3 0-15,1 1 0 0,-1-1 0 0,1 4 0 0,-7-4 0 16,6 4 0-16,-6 0 0 0,1 0 0 0,-8 0 0 0,7 4 0 16,-6-4 0-16,6 4 0 0,-7-1 0 0,1-3 0 0,0 4 0 0,-8-4 0 15,8 4 0-15,-7-4 0 0,-1 3 0 0,2-3 0 0,-1 0 0 16,0 0 0-16,0 0-52 0,-7 0-297 0,1 0-88 0,0-3-81 16,-7 3-78-16,0 0-33 0,0 0-10 0,0 0 4 0,0-4 11 0,-14 4 20 15,8 0 22-15,-13 0 27 0,5 4 29 0,-6-1 46 0,-5 1 51 0,-1 3 77 16,-7 1 168-16</inkml:trace>
  <inkml:trace contextRef="#ctx0" brushRef="#br0" timeOffset="-20080.82">19694 9030 0 0,'7'-4'100'0,"-7"1"51"0,6-1 15 0,-6 4 17 0,0 0 16 0,0-4 22 0,-6 4 20 0,6 0 24 0,0 0 23 0,0 0-1 15,0 0-13-15,0 0-2 0,0 0 6 0,0 0 6 0,0 0 9 0,0 0 2 16,-7 4-2-16,7-4-5 0,0 4-9 0,0-4-12 0,-7 3-16 16,7 1-17-16,-6 4-18 0,6-5-18 0,-6 5-19 0,0-1-19 15,-2 0-20-15,2 1-19 0,0-1-20 0,-1 0-12 0,1 0-11 0,-8 1-8 16,8 3-8-16,0-4-5 0,-8 0-7 0,2 4-3 0,5-3-5 16,-6-1-5-16,0 4-6 0,7 0-4 0,-8-3-3 0,2 3-4 15,-2-4-3-15,1 4-3 0,7-4-4 0,-7 4-2 0,0 0-2 0,-1-4-2 16,2 4 0-16,-1 0-1 0,6-3-2 0,-6 2 1 0,1-2 0 15,-2 3 0-15,1 0 1 0,0-4-1 0,0 4 0 0,0 0-1 0,0 0 0 16,-7-3 1-16,7 3-1 0,1 0 1 0,-2-1 1 0,-6 1 1 16,8 0 2-16,-1 0-1 0,-7 0 1 0,8 0 2 0,-2-3 2 0,1 2 1 15,0 2 3-15,0-5 3 0,0 1 3 0,6-1 2 0,1 0 3 16,-7 0 0-16,6-3 1 0,1 3-1 0,6-3 0 0,-6 0-1 16,6-1 1-16,-7 1-3 0,7-4 0 0,-6 4-2 0,6-1-1 0,0 1-3 15,0-4-3-15,0 4-1 0,0-1-3 0,0-3 1 0,0 4 1 0,0 0 0 16,6-1 1-16,-6 1 1 0,7-4 0 0,-1 4 2 0,0-1 2 15,-6 4 1-15,14-3 3 0,-8 0 4 0,7-1 2 0,-6 2 4 16,6 1 3-16,0-1 2 0,6 2 1 0,-5-4 1 0,5 5 0 0,0-1 1 16,0 0-1-16,1-3-10 0,6 7-28 0,-6-7 0 0,6 3 0 15,-7 0 0-15,8 1 0 0,-1 2 0 0,0-2 0 0,-1-1 0 16,2 0 0-16,-1 1 0 0,0-1 0 0,-6 0 0 0,5 5 0 0,-5-5 0 16,6 0 0-16,-6 1 0 0,-1-1 0 0,-5 4 0 0,4-4 0 0,-4 1 0 15,-1-1-88-15,-7 0-90 0,1 0-64 0,0 1-98 0,-1-1-111 16,0 0-76-16,-6-3-55 0,0 3-27 0,0 1-11 0,-6-5 3 15,0 5 12-15,-1-5 17 0,0 1 21 0,1-1 28 0,-1-3 26 16,-6 0 53-16,6-3 66 0</inkml:trace>
  <inkml:trace contextRef="#ctx0" brushRef="#br0" timeOffset="-18664.47">21310 9140 16 0,'0'0'293'0,"0"0"57"0,0 0 55 0,-7 4 33 15,1-1 27-15,-1 1 18 0,-6 0 17 0,7 0 12 0,-2-4 10 0,2 3 9 16,0-3 8-16,6 3-55 0,0-3-80 0,0 4-62 0,6-4-51 16,0 4-45-16,8-1-44 0,6-3-26 0,-1 5-18 0,1-5-15 15,6 3-10-15,6-3-8 0,1 0-6 0,6 0-4 0,0 0-5 0,0 0-21 16,6 0-89-16,-6-3 0 0,7-2 0 0,-1 5 0 0,-5-3 0 0,5-1 0 16,-6 0 0-16,7 1 0 0,-7 0 0 0,0-1 0 0,1 0 0 15,-8 0 0-15,7 4 0 0,-13-3 0 0,7-1 0 0,-7 0 0 16,-7 4 0-16,7-3 0 0,-12 3 0 0,-2-4 0 0,1 4 0 0,-6 0-78 15,-7-4-104-15,0 4-72 0,0 0-93 0,-7 0-85 0,-6 0-83 16,1 0-48-16,-2 0-31 0,-6 4-8 0,-5-4 3 0,-1 4 11 16,0 3 14-16,-7-3 17 0,-6 3 18 0,7 4 30 0,-8-4 35 0,1 8 74 15,-6-4 91-15</inkml:trace>
  <inkml:trace contextRef="#ctx0" brushRef="#br0" timeOffset="-18481.08">21316 9433 0 0,'-13'4'152'0,"7"3"109"0,-1-7 23 0,0 4 21 16,7-4 24-16,0 0 41 0,0 0 50 0,7 0 34 0,0 0 23 15,6 0 20-15,-1-4 15 0,2 4-37 0,5 0-62 0,7-4-49 16,-6 4-42-16,6 0-27 0,0 0-16 0,7-3-21 0,-8 3-22 0,8 0-40 16,0 0-48-16,-1 0-34 0,7 0-23 0,-6 0-19 0,-1 0-14 15,7-4-16-15,-6 4-16 0,-1-4-17 0,1 4-20 0,0-3-22 16,0 3-20-16,-8-4-33 0,1 0-39 0,0-3-61 0,0 3-70 0,-6-3-76 16,-7 3-77-16,7-3-60 0,-14 0-50 0,7 3-23 0,-6-3-10 0,-1 0 5 15,-6-1 8-15,0-3 14 0,0 4 17 0,-6 0 31 0,-1-5 37 16,0 6 59-16,1-6 71 0</inkml:trace>
  <inkml:trace contextRef="#ctx0" brushRef="#br0" timeOffset="-18247.35">21896 8763 17 0,'-7'-7'277'0,"1"-1"38"0,-1 5 33 16,-6 3 35-16,7 0 37 0,-8 3 27 0,8 0 23 0,0 2 17 15,-1 2 14-15,0 0 15 0,1 4 14 0,-7 0-53 0,7 4-85 0,-1-1-56 16,0 5-42-16,-5 2-32 0,5 6-27 0,-6 2-32 0,0 0-34 15,-1 7-24-15,-4 1-20 0,4 7-17 0,-5 0-13 0,-1 4-15 0,-6-1-12 16,6 5-14-16,-5-1-13 0,5 0-14 0,0 0-15 0,-6 1-18 16,7-1-20-16,-1-3-21 0,7-5-22 0,0 2-26 0,0-5-27 15,1-4-49-15,4-6-63 0,8-1-74 0,0-3-80 0,0-4-72 0,8-4-68 16,4 0-29-16,-5-7-10 0,6-3 5 0,6-5 10 0,1-3 15 16,-1 0 18-16,1-7 22 0,6-4 24 0,0-4 50 0,7 1 59 0,-7-8 76 15,13 0 247-15</inkml:trace>
  <inkml:trace contextRef="#ctx0" brushRef="#br0" timeOffset="-17914.62">22488 9261 0 0,'6'4'245'0,"2"3"105"0,-8 4 55 0,6 0 36 0,-6 0 26 0,-6 3 21 16,6 1 19-16,0 4 13 0,-8-1 14 0,8 0 14 0,-6 0 15 16,6 4-41-16,-6-3-68 0,6 2-70 0,-7-2-71 0,7 3-60 0,0 0-51 15,0-4-36-15,0 1-25 0,0-1-21 0,0 1-15 0,7-1-14 16,-1-4-14-16,0 1-13 0,2 0-14 0,-2-4-12 0,7 3-12 0,-7-3-7 15,7-4-5-15,7 4-2 0,-7-7-3 0,0 3 0 0,6-3-1 16,1-4-1-16,-1 0-2 0,7 0 0 0,-6-7 0 0,7 3-1 16,-9-3 1-16,9-4-1 0,-1-4 0 0,0 4 0 0,0-7-2 0,-7 3-1 15,7-3-1-15,1-4 0 0,-7 3 0 0,5-2 0 0,-5-1 0 16,0-4 0-16,-8 4 0 0,8-3 0 0,-7 2 0 0,0-2 0 16,-6-1 0-16,-1 1 0 0,0-1 0 0,0-4 0 0,2 5 0 0,-8 3 0 15,0-4 0-15,-8 1 0 0,8-1 0 0,-6 4 0 0,-6 0 0 16,5 0 0-16,-6 4 0 0,-6 3 0 0,-1 1 0 0,0 3 0 0,1 0 0 15,-7 3 0-15,0 5 0 0,-7 3 0 0,7 0 0 0,-7 0 0 16,1 3-66-16,-1 5-113 0,1-1-85 0,-1 0-112 0,1 1-127 0,-1 2-65 16,1 1-34-16,-1-3-16 0,7 6-6 0,-6-6 3 0,5 3 7 15,1 0 14-15,0-4 21 0,6 4 28 0,-5-3 33 0,5-1 65 16,7 0 85-16</inkml:trace>
  <inkml:trace contextRef="#ctx0" brushRef="#br0" timeOffset="-4531.56">24481 8946 0 0,'7'0'59'15,"-1"-4"145"-15,-6 4 27 0,0 0 24 0,0 0 26 0,0 0 25 16,0 0 24-16,0 0 31 0,0 4 35 0,0 0 26 0,-6 3 19 0,6-3-21 15,-7 3-41-15,7 4-32 0,-6 0-26 0,6 3-24 0,-6 5-24 16,6-1-21-16,-8 4-21 0,2 0-20 0,0 4-20 0,6 3-28 16,-7 0-31-16,7 1-27 0,-7 3-24 0,7-4-15 0,0 4-9 0,0 0-4 15,0-4-4-15,0 4-1 0,0 0 1 0,7-4-1 0,-7 1 0 0,7-5-1 16,-7 5-2-16,6-5-1 0,0 1-1 0,2-4 0 16,-2 0 0-16,0 0 0 0,1 0-1 0,6-4 1 0,-7 0 0 0,7 1-1 15,1-1 0-15,-2-3 0 0,1-4-1 0,0 0 0 0,0 0 2 0,7 0 0 16,-7-4 0-16,6 0 0 0,1-3-2 0,-1 0 1 0,1-1 1 0,0-3-1 15,-1 0 0-15,7-3-1 0,-6-1-24 0,5 0-17 16,-5-3 0-16,6-4 0 0,1 0 0 0,-1-3 0 0,0-1 0 0,-1-4 0 16,8-3 0-16,-1 0 0 0,2-7 0 0,-2 4 0 0,7-9 0 0,0 2 0 15,0-1 0-15,1-4 0 0,-2 1 0 0,7-1 0 0,-5-4 0 16,5 1 0-16,-6 0 0 0,1 0 0 0,-1-1 0 0,0 5 0 16,-7-4 0-16,1 3 0 0,-1 0 0 0,-6 4 0 0,1 0 0 0,-1 0 0 15,0 4 0-15,-7 0 0 0,1 3 0 0,-8 0 0 0,8 1 0 16,-6 3 0-16,-2 0 0 0,-5 3 0 0,6 1 0 0,-6 4 0 15,-1-1 0-15,0 0 0 0,-6 0 0 0,0 5 0 0,0-2 0 0,0 1-20 16,0 4-232-16,-6-4-79 0,0 4-92 0,-1 0-82 0,0 3-78 16,-6-3-34-16,7 7-13 0,-7 0 3 0,0 0 10 0,-1 0 19 0,2 3 24 15,-8 1 27-15,7 3 28 0,-7 1 47 0,1-1 58 0,0 0 78 16,6 4 210-16</inkml:trace>
  <inkml:trace contextRef="#ctx0" brushRef="#br0" timeOffset="-2681.28">26787 8982 158 0,'-6'-7'290'0,"6"0"53"16,-14 0 53-16,8 3 36 0,-1-3 25 0,1 3 19 0,-1 0 15 0,1 1 11 15,-1 3 10-15,1-4-12 0,-1 4-22 0,7 0-50 0,0 4-62 0,0-1-50 16,0 1-45-16,0 3-46 0,0 1-48 0,7 2-30 0,-7 1-21 16,6 4-18-16,1 0-13 0,-1 3-11 0,1 1-10 0,-1-1-8 15,1 0-8-15,-1 0-11 0,0 1-12 0,2-5-21 0,-2 5-24 0,0-5-25 16,1 1-27-16,-1-4-34 0,1 0-39 0,-1 0-59 0,1 0-70 15,-1-4-67-15,0-3-68 0,-6 3-59 0,8-3-55 0,-8 0-28 16,0-1-17-16,0-3 2 0,0 4 10 0,0 3 15 0,-8-3 20 0,2 0 29 16,0-1 35-16,-7 1 58 0,0 3 68 0,0 0 66 0,-1 1 217 15</inkml:trace>
  <inkml:trace contextRef="#ctx0" brushRef="#br0" timeOffset="-2548.12">26676 9407 36 0,'-6'15'160'0,"-7"0"11"16,6-1 7-16,0 1 12 0,-5 4 12 0,4-5 13 0,2 1 14 0,-7-1 11 15,7 1 9-15,-1 0-20 0,7-4-39 0,0 3-30 0,-6-3-29 16,6 4-19-16,6-4-16 0,-6 0-24 0,7 0-32 0,-1 0-36 15,-6 0-41-15,7 0-45 0,-1 0-50 0,0 3-43 0,2-6-42 0,-2 6-21 16,0-3-12-16,1 0-6 0,-7 1-2 0,0-1 0 0,0 0 0 16,0 3 17-16,0-3 22 0,0 4 26 0,-7-4 103 0</inkml:trace>
  <inkml:trace contextRef="#ctx0" brushRef="#br0" timeOffset="-2398.49">26500 10078 63 0,'-19'29'220'16,"-1"-3"36"-16,1-1 38 0,-1-2 41 0,6-1 44 0,-4-4 38 0,4 0 33 15,1-3 21-15,7-4 16 0,-8 0-16 0,14-4-30 0,-6 0-35 16,6-3-39-16,0 0-35 0,6-4-36 0,-6 0-33 0,14-4-35 0,-8 0-40 15,7 1-44-15,7-5-37 0,0-3-32 0,-1 0-24 0,7-3-16 16,0-4-20-16,0-4-16 0,0-4-27 0,7 0-30 0,-1-3-59 0,1 0-70 16,0-4-78-16,5-4-81 0,-5 4-65 0,-1-4-56 0,1-3-29 15,-1 3-14-15,2 4-7 0,-9-3 1 0,8-1 7 0,-7 4 12 0,0-4 21 16,-6 8 27-16,6-4 54 0,-7 4 66 0</inkml:trace>
  <inkml:trace contextRef="#ctx0" brushRef="#br0" timeOffset="-2164.06">27327 9294 0 0,'14'-8'170'15,"-8"1"124"-15,6 4 33 0,-4-1 44 0,-2 0 48 0,0 1 31 16,7-1 26-16,-6 4 18 0,6-4 14 0,-1 1 13 0,-4-1 12 0,11 0-39 16,-6 4-62-16,6-3-58 0,-5-1-57 0,5 4-39 0,1 0-30 15,-1 0-38-15,0 0-45 0,8 4-29 0,-7-1-23 0,-2 1-15 16,9 0-12-16,-7-1-11 0,-1 5-10 0,0-1-10 0,1 4-8 0,-1-4-8 16,-5 4-6-16,6 1-3 0,-8-2-4 0,1 1-2 0,0 0-4 0,-6 0-3 15,-1 4-2-15,0-4-2 0,2 0-4 0,-8 0-7 0,0 3-11 16,0-3-14-16,-8 0-17 0,-4 0-21 0,5 4-23 0,-6-4-37 15,-6 0-43-15,-1 0-76 0,0 0-91 0,-5 0-91 0,-1-4-90 0,0 4-47 16,-1-7-22-16,1 3-5 0,0-3 3 0,1-4 9 0,-2 0 16 16,8-4 19-16,-1-3 23 0,1 3 35 0,5-7 43 0,2 0 75 15,-1 0 164-15</inkml:trace>
  <inkml:trace contextRef="#ctx0" brushRef="#br0" timeOffset="-1981.09">27373 9378 0 0,'-14'-3'175'0,"8"3"119"0,-6 0 42 0,-2 3 49 0,1 1 49 15,0 3 33-15,0 0 25 0,1 4 20 0,-2 0 16 0,1 0 15 0,0 4 15 16,0 4-37-16,1-1-62 0,4 0-55 0,-4 4-49 0,-2 0-40 15,8 4-37-15,-7-1-44 0,7 1-46 0,-8 3-29 0,8 1-24 16,0-1-16-16,-8 4-16 0,8 0-13 0,-7-4-16 0,7 4-41 0,-2-4-33 16,-4 0 0-16,6 1 0 0,-2-4 0 0,2-1 0 0,0-3 0 15,-1 0 0-15,7 0-4 0,-6-7-92 0,-1 0-28 0,7-1-26 0,0-3-49 16,0-3-57-16,0-5-78 0,0 1-85 0,0-4-72 0,0-4-68 16,0-3-24-16,7-4-6 0,6-4 6 0,-7-3 13 0,8-7 18 15,-2-2 21-15,2-2 25 0,5-4 25 0,1-7 47 0,-1-4 58 0,0 0 77 16,1-3 244-16</inkml:trace>
  <inkml:trace contextRef="#ctx0" brushRef="#br0" timeOffset="-1581.09">27516 8803 307 0,'7'-11'395'0,"-1"7"43"0,-6 1 26 0,0 3 21 0,0 3 17 16,-6 5 16-16,6 3 14 0,-7 0 17 0,-6 7 15 0,7 4-1 0,-8 0-13 16,2 4-68-16,-1 7-96 0,-7-1-79 0,6 6-69 0,-4-2-38 15,-2 4-24-15,1 4-19 0,-1 0-17 0,0 0-15 0,1 0-14 0,-1 0-109 16,0 0-2-16,1 0 0 0,-1-4 0 0,8 4 0 0,-2-7 0 15,8-1 0-15,-7 1 0 0,6-7 0 0,1-1 0 0,6 0 0 16,0-7 0-16,0 0 0 0,0-4 0 0,0 1 0 0,6-8-52 0,1 0-26 16,0 0-5-16,-1-4-1 0,0-3 1 0,2-1 3 0,-2-3 6 15,6 0 5-15,-5-3 10 0,6-1 6 0,0 0 9 0,1-3 6 16,-2 0 7-16,1-1 6 0,7 1 8 0,0-4 4 0,-8 3 6 0,8-3 2 16,-1 0 3-16,1 4 1 0,0 0 0 0,-8-1 1 0,8 5-1 15,-1-4 2-15,-5 3 1 0,5 0 0 0,1 4 3 0,-1 0 2 0,-6 0 6 16,7 0 4-16,-7 4 5 0,0 0 5 0,0 3 6 0,-1 0 9 15,2 0 9-15,-8 4 7 0,1-3 8 0,0 3 6 0,-7 4 6 16,6-4 4-16,-6 3 4 0,-6 5 0 0,-1-5 0 0,0 1-22 0,-5 3-64 16,-2-3 0-16,2 3 0 0,-2 1 0 0,-5-2 0 0,-1 2 0 15,-6-1 0-15,0 1 0 0,0-1 0 0,0 0 0 0,0 0 0 0,-6 1 0 16,-1-1 0-16,7-3 0 0,-7 0 0 0,1-1 0 0,-1 1 0 16,1-4 0-16,-1 0 0 0,7-4 0 0,0-3-177 0,0-4-145 0,7-4-92 15,-1 0-84-15,0-7-80 0,7 0-38 0,0-7-17 0,6 0-1 16,-5-4 10-16,12 0 15 0,0-4 21 0,-6-3 26 0,12 0 31 0,-6-1 48 15,0 1 58-15,6 0 82 0,0-1 189 0</inkml:trace>
  <inkml:trace contextRef="#ctx0" brushRef="#br0" timeOffset="-1431.51">27079 9697 0 0,'0'-4'46'0,"8"8"197"0,-2-1 35 0,-6 5 41 15,6 3 46-15,-6 0 43 0,7 3 45 0,-7 1 28 0,6 4 24 0,1 3 17 16,6-1 16-16,-7 1-25 0,8 8-42 0,-2-4-45 0,1 3-46 16,7 0-35-16,0 0-31 0,-1 4-40 0,1-7-45 0,0 3-43 15,5 1-42-15,1-5-31 0,-6 1-22 0,12 0-21 0,-5-4-19 0,-1 0-25 16,6-4-30-16,1 0-33 0,-7-7-35 0,6 4-56 0,1-4-66 15,-7-4-92-15,7-4-103 0,-7 1-77 0,-1 0-66 0,1-4-32 16,1 0-15-16,-1-4-6 0,0 0 1 0,-7 1 9 0,1-4 15 0,0-4 23 16,6 3 27-16,-7-6 49 0,1-1 64 0,-1-3 89 0,0 0 285 15</inkml:trace>
  <inkml:trace contextRef="#ctx0" brushRef="#br0" timeOffset="-1214.7">28284 9543 150 0,'0'-15'397'0,"-6"4"51"15,-7 0 29-15,7 1 20 0,-1 2 14 0,0 1 15 0,1 0 13 16,6 2 11-16,-6 2 10 0,6-4 10 0,-6 3 10 0,6 0-72 16,6 1-114-16,0-1-95 0,-6 0-88 0,13-3-46 0,-6 3-28 0,6 1-17 15,7-5-15-15,-8 5-13 0,8-1-13 0,-1-3-12 0,-5 3-9 16,4 0-11-16,2 1-10 0,0-1-19 0,-1 4-21 0,1-3-24 0,-7 3-27 16,0 0-26-16,0 0-29 0,0 0-46 0,0 3-57 0,-7-3-73 15,1 4-80-15,0-4-80 0,-7 3-75 0,0-3-44 0,0 4-25 0,-7 3-5 16,0-3 7-16,1 3 15 0,0 1 18 0,-8-1 23 0,8 4 25 15,-7-4 46-15,0 5 55 0,0-1 73 0,-7 0 139 0</inkml:trace>
  <inkml:trace contextRef="#ctx0" brushRef="#br0" timeOffset="-513.91">28168 9649 195 0,'-20'11'236'0,"0"0"26"0,1 0 24 0,-1-3 18 0,8-1 16 16,-2 0 16-16,8-3 15 0,-1-1 27 0,7 1 34 0,0-4-7 16,7 0-29-16,-1 0-32 0,0 0-34 0,2-4-28 0,4 4-25 0,8-3-24 15,-7-1-21-15,7 0-17 0,-1-3-13 0,7 0-14 0,-6 3-13 16,0-3-26-16,5 0-34 0,-5-1-25 0,6 5-24 0,-7-5-12 0,1 5-9 15,0-1-4-15,-8 0-4 0,8 1-2 0,-7 3-2 0,0 0-1 16,-6 0-3-16,5 3 0 0,-12 1-1 0,6 0 0 0,2-1 1 16,-8 5 1-16,0-1 2 0,-8 0 0 0,8 4 0 0,-6-3 2 0,0 6 2 15,0-3 3-15,-8 0 4 0,1 4 2 0,7 0 4 0,-14-1 3 16,8 1 1-16,-2 3 3 0,-5-3 2 0,5 3 4 0,-4 0 3 0,-2-3 4 16,7 0 4-16,-7 3 3 0,0-4 4 0,1 1 0 0,6 0 1 15,0 0-1-15,0-4-4 0,0 0-4 0,7 0-3 0,-1-4-4 16,7 0-3-16,0-3-5 0,7 3-5 0,-1-7-5 0,0 4-5 0,8-1-5 15,5-3-6-15,-6 0-4 0,6-3-4 0,7 3-3 0,-6-4-1 0,7 0-2 16,-2-3 0-16,1 3-6 0,0-3-6 0,0 0-5 0,1 0-6 16,-9-4-6-16,9 3-4 0,-1 1-3 0,-6 0-2 0,-1-1-1 15,1 1-2-15,0 0 0 0,-8 0 1 0,8-1 1 0,-7 5 0 0,0-1 6 16,-6 0 4-16,-1 1 8 0,6-2 4 0,-12 5 7 0,8 0 5 16,-2-3 6-16,-6 6 5 0,6-3 7 0,-6 0 7 0,0 0 5 0,7 5 6 15,-7-2 5-15,0 1 3 0,7 0 5 0,-7-1 2 0,0 5 1 16,6-5 2-16,-6 4-1 0,0 1 2 0,7-1-4 0,-7 0-2 0,6 1-6 15,0-1-7-15,-6 4-5 0,7-4-4 0,-7 1-6 0,7 2-5 16,-1-2-9-16,-6-1-12 0,6 5-15 0,1-6-15 0,0-2-16 16,-7 4-17-16,6-1-17 0,-6-3-16 0,7-1-24 0,-1 1-27 0,-6 0-33 15,6-4-33-15,-6 0-36 0,7 0-34 0,-7-4-27 0,7 0-23 16,-1 1-12-16,-6-1-6 0,6-3 3 0,-6-1 10 0,8 1 11 0,-2-4 16 16,0 3 24-16,-6-3 29 0,7 1 40 0,-1 2 46 0,1-3 50 15,-1 4 52-15,7-4 55 0,-7 0 58 0,8 4 48 0,-8-4 45 0,8 4 40 16,-2-1 42-16,1 1 37 0,7 0 33 0,-7-1 22 0,0 4 14 15,0 1 5-15,7-1-1 0,-8 0-6 0,8 4-7 0,-7 0-13 16,7 0-17-16,-8 0-17 0,8 4-16 0,0 3-21 0,-7-3-25 16,0 4-24-16,6-1-23 0,-5 3-14 0,-2-2-9 0,1 3-5 0,1 0-3 15,-2 4-4-15,-4-4-3 0,-2 3-4 0,6 1-3 0,-5-1-3 16,0 2-3-16,-1-2-7 0,1 1-69 0,-1-1-19 0,-6 5 0 0,6-5 0 16,-6 1 0-16,0-1 0 0,0 5 0 0,0-5 0 0,-6 5 0 0,0-4 0 15,6-1 0-15,-13 4 0 0,6-3 0 0,-6 3 0 0,1 1 0 16,-2-5 0-16,1 4 0 0,-7 1 0 0,1-1 0 0,-7 0 0 15,6 1 0-15,-6-1 0 0,0-3 0 0,0 3 0 0,1-3 0 0,-2 0 0 16,7-1 0-16,-6-3 0 0,7-3 0 0,6-5 0 0,6 1 0 16,1-8-204-16,0-3-81 0,6-8-78 0,6 1-81 0,0-5-71 15,7-7-66-15,1-3-30 0,-2-4-10 0,8-4 1 0,-1-3 7 0,1 0 21 16,0-4 25-16,-1-4 32 0,1 1 36 0,-8-4 58 0,8-1 73 16,0-3 78-16,-7 1 248 0</inkml:trace>
  <inkml:trace contextRef="#ctx0" brushRef="#br0" timeOffset="-331.13">29288 9360 0 0,'6'-29'32'0,"8"3"254"0,-8 4 63 0,0 4 52 15,0 3 46-15,1 4 34 0,-7 0 29 0,0 4 22 0,0 3 24 16,0 0 21-16,0 4 19 0,0 4-10 0,-7-4-29 0,7 7-49 16,-6 1-63-16,0 3-50 0,-8 3-47 0,8 5-37 0,-13 2-37 0,5 9-274 15,-4 3 0-15,-9 7 0 0,1 4 0 0,-6 0 0 0,-1 11 0 0,1 0 0 16,-8 4 0-16,1 3 0 0,0 4 0 0,0 0 0 0,0-1 0 16,0 2 0-16,6 2 0 0,-6-6 0 0,7 3 0 0,-1-8 0 15,7 1 0-15,0-4 0 0,6-4 0 0,-6-7-559 0,13 0-169 0,1-7-30 16,-2-5-13-16,8 1 12 0,-7-7 24 0,13-4 32 0,-7 0 38 15,1-7 42-15,6-1 49 0,-7-3 64 0,7 0 76 0,-6-7 103 16,-1 0 290-16</inkml:trace>
  <inkml:trace contextRef="#ctx0" brushRef="#br0" timeOffset="145567.61">21075 5257 0 0,'7'-11'123'0,"-1"3"73"0,1-2 34 16,-7-1 37-16,6 3 36 0,-6-3 43 0,0 4 50 0,0 0 36 16,0-1 30-16,0 1 3 0,-6 3-9 0,6-3-16 0,0 3-16 0,-7 0-15 15,7 1-13-15,-6 0-22 0,6 3-26 0,-7-5-28 0,7 5-29 16,0 0-39-16,0 0-44 0,-7 0-35 0,7 5-29 0,0-5-19 16,-6 6-18-16,6-2-11 0,0 3-10 0,0 5-6 0,-6-1-7 0,6 0-4 15,0 7-5-15,0 0-28 0,0 4-36 0,-8 0 0 0,8 7 0 16,0-3 0-16,0 7 0 0,-6 0 0 0,6 0 0 0,0 4 0 15,-6-1 0-15,6 1 0 0,-6 3 0 0,6 1 0 0,-7-1 0 0,0 0 0 16,1 1 0-16,6-1 0 0,-7 4 0 0,-5-1 0 0,12 2 0 16,-14-2 0-16,8 1 0 0,0-3 0 0,-1 3 0 0,-6 0 0 0,6-1 0 15,1-2 0-15,-1-1 0 0,0-3 0 0,1-1 0 0,0 1 0 16,0-4 0-16,-2-4 0 0,8 0 0 0,-6 1 0 0,0-8 0 0,6 4 0 16,-7-4 0-16,7-4 0 0,0 0 0 0,-6 1 0 0,6-5 0 0,0 1 0 15,0-4 0-15,0-1 0 0,-7 2 0 0,7-5 0 0,0 0 0 16,0-3 0-16,0 0 0 0,0-4 0 0,0 0 0 0,0 0 0 15,0 0 0-15,0 0 0 0,-7-4 0 0,7 0 0 0,-6 1 0 0,6-4 0 16,-6-4 0-16,0 0 0 0,-2 0 0 0,2-4 0 0,0-3 0 16,-8-1 0-16,8-3 0 0,-7 4 0 0,7-8 0 0,-8 4 0 0,8-7 0 15,-7 3 0-15,0-3 0 0,0 3 0 0,-1-3 0 0,8 0 0 16,-6 3 0-16,-2 0 0 0,1 1 0 0,7 3 0 0,-8 0 0 0,8 4 0 16,0-1 0-16,0 4 0 0,-2 1 0 0,2 7 0 0,0-1 0 15,6 1 0-15,0 3 0 0,-7 1 0 0,7 3 0 0,0 0 0 16,7 3 0-16,-7 5 0 0,0-1 0 0,6 4 0 0,-6 3 0 0,6 1 0 15,2 4 0-15,-8-1 0 0,6 4 0 0,0 4 0 0,0-1 0 16,1 1 0-16,0 0 0 0,-1-1 0 0,-6 1 0 0,7-1 0 0,-1 1 0 16,0 0 0-16,2-1 0 0,-2-3 0 0,0 0 0 0,0 0 0 15,1 0 0-15,0-4 0 0,6 1 0 0,-7-1 0 0,1-3 0 16,0 0 0-16,5-1 0 0,-6-3 0 0,8 0 0 0,-1-4 0 0,-7 1 0 16,8-5 0-16,6 1 0 0,-8-8 0 0,1 1 0 0,7-5 0 15,0-3 0-15,5-3 0 0,1-9 0 0,0 2 0 0,7-5-45 0,-7-3-161 16,6-4-55-16,1 0-71 0,6-8-80 0,-7 1-74 0,2 0-69 15,4 0-34-15,-5 0-15 0,0-5 3 0,-1 5 13 0,1-4 18 16,-7 4 22-16,6 0 23 0,-6 0 25 0,-7-1 45 0,8 1 55 0,-8 3 73 16,1-3 140-16</inkml:trace>
  <inkml:trace contextRef="#ctx0" brushRef="#br0" timeOffset="146134.93">21681 5275 182 0,'0'4'302'0,"0"-1"26"0,0 1 15 0,0-4 26 0,0 0 29 0,0 0 26 0,6 0 26 0,0 0 17 0,2-4 15 16,-2 4-5-16,0-3-13 0,7 3-61 0,0-4-83 0,0 4-53 15,1-4-38-15,5 4-23 0,-6 0-12 0,6-3-24 0,-5 3-30 0,5 0-24 16,0 0-25-16,1 0-18 0,-7 0-13 0,7 0-12 0,-1 0-9 16,-6 0-8-16,0 0-9 0,1 0-6 0,-2 0-6 0,2 0-6 15,-2 0-8-15,-5 3-6 0,6-3-8 0,-6 0-6 0,-1 0-6 0,0 0-4 16,-6 0-2-16,0 0-3 0,0 0 0 0,0 0-2 0,0 0-2 15,0 0-2-15,0 0 0 0,0 0 2 0,-6 0 5 0,6 4 4 16,-6-4 7-16,-1 0 5 0,-6 0 7 0,6 4 2 0,1-4 4 0,-8 3 2 16,8 5 1-16,-6-4 6 0,-2 3 6 0,8 0 6 0,-7 1 6 0,6 3 9 15,-6 0 7-15,1 3 7 0,4 1 7 0,-4 3 7 0,-1 0 9 16,6 4 8-16,-6 1 7 0,7 2 9 0,-8 4 9 0,2 1 4 16,-2-1 2-16,8 0 0 0,-7 4 0 0,0 0-3 0,0 0-4 0,0 0-5 15,6 0-5-15,-6 0-6 0,0 4-6 0,6-8-7 0,-5 4-24 16,6 0-43-16,-8 0 0 0,8-4 0 0,-1 0 0 0,1-3 0 0,-1 4 0 15,0-5 0-15,7 1 0 0,-6-1 0 0,0-2 0 0,0 2 0 16,6-3 0-16,-8 0 0 0,2-4 0 0,0 4 0 0,-1-4 0 0,0 1 0 16,1-1 0-16,-1 1 0 0,1-1 0 0,-7-4-37 0,6 1-39 15,-5 3-6-15,-2-3-5 0,1 0-4 0,-6-5-1 0,6 6 2 16,-7-5 3-16,7-1 6 0,0 1 5 0,-6 0 10 0,5-3 9 0,2-1 11 16,-2-3 11-16,2-1 13 0,5-3 13 0,-6 4 13 0,6-8 13 0,1 4 8 15,0-3 7-15,6-1 5 0,-7 0 4 0,7-3 3 0,0 3 5 16,0-3 0-16,7 3 4 0,-7-3 0 0,6 3 2 0,0-3-2 15,1 4-4-15,0-5-4 0,6 1-5 0,-7 3-5 0,7 1-4 0,0-2-3 16,1 2-4-16,-2-1-3 0,1 1-2 0,0-1-3 0,0 0-2 16,1 4-4-16,5-3-3 0,-6-1-9 0,0 4-12 0,0-4-18 0,6 4-18 15,-5-3-24-15,-2-1-25 0,1 0-42 0,1 1-50 0,-2-1-68 16,2 0-77-16,-2 1-69 0,2-5-65 0,-8 5-50 0,7-5-42 16,-7 5-13-16,8-4 0 0,-8 3 11 0,7-3 15 0,-6 3 20 0,-1 0 25 15,1 1 41-15,-1-1 50 0,1 0 68 0,0 1 76 0</inkml:trace>
  <inkml:trace contextRef="#ctx0" brushRef="#br0" timeOffset="146418.32">21889 6367 101 0,'7'4'185'0,"-1"3"26"0,0-4 27 0,2 1 29 0,4 3 28 0,-6-3 31 15,1 3 32-15,0 1 38 0,-1-1 40 0,7 0-9 0,-7 1-31 0,2 3-21 16,4-4-16-16,-6 4-14 0,2-3-13 0,-2 3-18 0,0-1-23 16,1 1-21-16,-1 0-20 0,1 0-24 0,-7 4-27 0,7-4-30 15,-7 4-34-15,0-1-21 0,0 1-14 0,0 0-9 0,0-1-6 0,-7 5-5 16,0-5-1-16,1 5-4 0,-1-5-4 0,1 4-3 0,-8-3-4 15,8 3-6-15,-6-3-4 0,4 0-6 0,-4-1-6 0,-1 1-5 0,6 0-3 16,-6-1-2-16,7-3-4 0,0 0-4 0,-2-3-6 0,2 3-4 16,0-3-4-16,6-6-3 0,0 6-3 0,0-5-3 0,6 2-3 0,-6-2-1 15,6 1 2-15,2 0-2 0,4-4 0 0,-6 3 0 0,8-3-2 16,-1 4-4-16,-1-4-5 0,8 0-11 0,-6 3-14 0,-2-3-19 16,8 0-20-16,-7 0-31 0,7 0-34 0,-8 0-65 0,2 0-82 0,5 0-93 15,-6 0-96-15,0 0-58 0,-7 0-36 0,8 4-14 0,-8-4-3 16,7-4 8-16,-7 4 10 0,8 0 19 0,-8 0 21 0,0-3 30 15,8-1 34-15,-8 1 66 0,14-1 83 0</inkml:trace>
  <inkml:trace contextRef="#ctx0" brushRef="#br0" timeOffset="199267.98">11624 3593 70 0,'0'4'146'16,"-6"-4"10"-16,6 0 10 0,0 0 9 0,-6 0 10 0,6 0 9 0,0 0 11 15,0 0 6-15,0 0 4 0,0 0-14 0,0 0-25 0,0 0-16 16,0 0-11-16,0 0 6 0,0 0 12 0,6 0 22 0,0 0 27 16,2 0 19-16,-2 0 19 0,7-4 6 0,0 4 2 0,0-3-6 0,7 3-8 15,-1-3-7-15,1-2-8 0,6 2-5 0,0-1-5 0,-7 0-16 16,13-3-22-16,-5 3-30 0,-1-3-34 0,6 0-29 0,-6 0-26 0,7-1-17 16,-7 1-11-16,7 0-6 0,-7-1-7 0,0 1-4 0,0 0-4 15,0-1-3-15,0 1-4 0,-6 0-1 0,0 0-2 0,-2 3-1 16,-4-3-2-16,5 2-6 0,-13 2-6 0,8-1-3 0,-8 0-4 0,0 2-2 15,1-3 0-15,0 5-1 0,-7 0 0 0,0 0-1 0,0 0-1 16,0-3-4-16,-7 3-5 0,7 0-4 0,-7 0-4 0,1 0 0 0,0 3 4 16,-8-3 2-16,8 0 1 0,-7 5 1 0,0-5 1 0,0 2-1 15,1 2 0-15,-2 0 2 0,-6-1 1 0,7 2 2 0,1 2 5 0,-2 1 4 16,2-5 5-16,-2 4 6 0,1 0 5 0,0 1 4 0,0 3 5 16,1-4 3-16,4 4 4 0,-4 0 2 0,5 0 3 0,-6 3 1 15,6 1 2-15,-5 0 2 0,6 0 4 0,-2 3 3 0,2 0 2 0,0 4 1 16,-1-4-2-16,0 4-2 0,1 4 1 0,-1-4-3 0,1 0-2 0,0 4-1 15,-1-1-2-15,7-3 0 0,-7 4-3 0,1 0-2 0,0-1-1 16,-1-3-5-16,0 4-2 0,7-4-2 0,-6 3-2 0,-1-6-2 16,7 3-2-16,-6-3-1 0,0-2 0 0,6 2-2 0,-7-5 0 0,7 1 0 15,-7 0 0-15,7-5-3 0,-6-2-2 0,0 3-2 0,-2 0-5 16,2-4-2-16,0 1-4 0,-1-1-2 0,1 1-3 0,-7-1-1 0,6 0-1 16,-5 4 1-16,-2-4-2 0,1 1-1 0,0-1 1 0,0 0 1 15,0 0 3-15,-6 1 3 0,5 0 4 0,2-2 5 0,5-2 8 0,-6-1 6 16,6 2 7-16,-5-2 3 0,4 1 1 0,8-4 1 0,-6 4 0 15,6-4-1-15,0 0 1 0,0 0-1 0,0 0-1 0,6-4 0 16,2 4-1-16,-2-4-2 0,7 1-3 0,0-2-3 0,0-2-4 0,0 1-1 16,6-2-2-16,1-3 1 0,-1 3 0 0,7-6 0 0,-6 3 2 0,6-4 0 15,1 1 1-15,5-1-8 0,-6 1-12 0,0-5-27 0,0 5-38 16,0-5-58-16,0 1-72 0,0-1-69 0,1 1-69 0,-9 0-56 16,9 0-49-16,-7-1-25 0,-1 1-14 0,-6-1-5 0,6 1-3 0,-5 0 5 15,6 0 10-15,-8-1 27 0,1 1 38 0,0-4 58 0,0 3 72 16</inkml:trace>
  <inkml:trace contextRef="#ctx0" brushRef="#br0" timeOffset="199785.21">12843 3125 186 0,'12'-11'416'0,"-4"7"49"0,-2 0 24 0,-6 4 17 0,0 0 12 0,-6 4 8 0,-2 0 6 16,2 3 5-16,-7 0 4 0,0 4 5 0,0 0 8 0,1 4-80 15,-8 3-121-15,0 1-99 0,1 6-91 0,-7 0-44 0,0 5-22 0,-1 3-14 16,-5 4-9-16,6-1-8 0,-7 5-3 0,-6 0-2 0,7-2-4 15,-1 5-5-15,1 0-7 0,-1-3-8 0,1-2-8 0,6-2-6 16,-1 0-6-16,7-4-3 0,2-4-4 0,-2-3-6 0,7-5-6 0,6-1-6 16,0-9-5-16,7-1-4 0,0-2-2 0,0-5-1 0,7 1 0 0,6-8-1 15,0 1 1-15,7-5-1 0,-1-2 0 0,7-1 2 0,6-5 2 16,-5-2 2-16,5 4 4 0,8-5 5 0,-8 1 3 0,7 0 1 16,-6 3 0-16,6 1 0 0,-7 3 1 0,1-1-1 0,-7 5 0 0,0-1 1 15,0 8 2-15,0 0 2 0,-7 0 1 0,1 8 5 0,-7-4 5 0,0 7 6 16,0-4 7-16,1 8 5 0,-8 0 8 0,-6-1 4 15,0 4 5-15,0 1 4 0,-6-1 3 0,-2 3 1 0,2 6 0 0,-7-5-2 16,0 3-31-16,-6 5-24 0,-1-1 0 0,0 0 0 0,-5 1 0 0,5 3 0 16,-6-4 0-16,-7 4 0 0,7 0 0 0,-6 0 0 0,-1-4 0 15,1 4-48-15,-1-8-69 0,7 5-27 0,-7-4-31 0,1-4-47 16,6-4-56-16,-7-3-59 0,7-1-62 0,0-7-40 0,7 1-30 0,-1-5-20 16,7-6-14-16,0-5-10 0,0-3-10 0,1 1 5 0,4-9 10 15,8 1 22-15,-6 0 28 0,6-4 62 0,0-4 79 0,6 4 85 0,-6 0 88 16,0 0 67-16,8 4 59 0,-8-1 58 0,0 5 58 0,6-1 61 15,-6 7 59-15,0 2 45 0,0 2 34 0,6 0 45 0,-6 4 51 0,6 4 24 16,-6 3 8-16,7 1-3 0,6 3-10 0,-6 0-10 0,5 3-11 16,8 5-19-16,0 2-23 0,-1 1-26 0,7 4-28 0,0 0-24 15,1-1-21-15,5 5-39 0,1-1-48 0,-1-4-36 0,1 5-32 0,5-4-22 16,2-1-15-16,-1 1-18 0,0-4-21 0,7-4-23 0,-7 1-24 16,6-1-30-16,-5-4-33 0,-2-3-60 0,1-3-72 0,0-1-78 15,1 0-80-15,-8-7-64 0,1 0-58 0,-1 0-30 0,-5-3-14 0,-1-5-1 16,-7 1 6-16,1-4 13 0,0-5 17 0,-8 3 24 0,1-6 30 0,0-3 54 15,0 0 71-15</inkml:trace>
  <inkml:trace contextRef="#ctx0" brushRef="#br0" timeOffset="200001.58">13253 3681 273 0,'0'-18'434'0,"0"0"42"0,0 0 24 0,0 7 15 0,0 0 11 0,0 3 7 15,-7-2 4-15,7 2 4 0,7 4 3 0,-7 0 7 0,0 1 7 0,7-1-92 16,-1 0-142-16,7 1-95 0,1-1-69 0,-2 4-38 0,1-3-17 15,7-1-13-15,0 0-9 0,6 1-5 0,-1-1-3 0,1 4-3 16,0-4-4-16,7 4-6 0,-7-4-7 0,7 4-14 0,-1 0-15 0,-6 0-21 16,7 0-23-16,-7 4-25 0,0-4-27 0,0 4-29 0,-7 0-29 15,1-1-53-15,-1 1-60 0,1 0-77 0,-6-1-83 0,-8 4-73 16,0-3-69-16,1 3-32 0,-7 1-11 0,0 3 4 0,0-4 10 0,-7 4 19 16,-5 4 20-16,-2-4 25 0,1 4 28 0,-6-1 49 0,-1-3 61 15,-6 4 75-15,0-1 245 0</inkml:trace>
  <inkml:trace contextRef="#ctx0" brushRef="#br0" timeOffset="200167.79">13299 3857 262 0,'-26'7'312'0,"-1"-3"38"16,9 3 35-16,4-2 27 0,-6-2 23 0,14-3 13 0,-7 4 7 16,13-4 9-16,0 0 7 0,0-4-16 0,0 4-28 0,13 0-55 0,-7-3-68 15,14-2-50-15,-6 2-42 0,11-1-35 0,-5 0-29 0,6 0-23 16,6 1-22-16,-5 0-10 0,5 3-8 0,7-4-6 0,-7 4-8 0,1-4-12 16,6 4-11-16,-7 0-14 0,8-3-13 0,-7 3-19 0,-1-4-23 15,1 4-35-15,-1-4-41 0,-6 1-65 0,0-1-76 0,1-3-76 16,-8-1-76-16,0 1-57 0,-6 0-47 0,1-4-24 0,-2-4-11 0,-5 4-3 15,6-3 2-15,-7-5 11 0,1 0 16 0,-7 1 30 0,6-4 38 16,-6 1 62-16,0-5 73 0</inkml:trace>
  <inkml:trace contextRef="#ctx0" brushRef="#br0" timeOffset="200368.83">13761 3048 280 0,'-6'0'390'0,"-8"4"39"0,2 3 24 0,5 3 16 15,-6 9 14-15,0 3 10 0,7 0 11 0,-8 8 11 0,8 6 10 0,-8 1-2 16,8 6-8-16,0 2-72 0,-7 6-105 0,6 4-79 0,1 0-65 15,-7 3-36-15,7 1-23 0,-2 0-15 0,-4-1-13 0,6-3-13 0,-2 4-11 16,2-4-19-16,0-4-20 0,6 0-26 0,0-3-31 0,0-4-27 16,0-4-28-16,0 1-34 0,0-5-36 0,0-6-49 0,0 2-55 0,6-6-62 15,-6-1-65-15,0-6-52 0,0-1-46 0,0 1-36 0,0-8-27 16,0 3-5-16,-6-7 5 0,6 1 15 0,-7-1 15 0,1-3 26 16,-1-4 29-16,0 0 46 0,-5 0 53 0,-2-4 61 0,2 1 64 0</inkml:trace>
  <inkml:trace contextRef="#ctx0" brushRef="#br0" timeOffset="200670.2">13396 4389 0 0,'-20'-4'110'16,"-6"4"139"-16,7 0 37 0,-7 0 35 0,6 0 35 0,-5 4 37 15,5 3 41-15,0 0 28 0,1 1 18 0,-1-1 15 0,8 4 12 0,-2 0-36 16,2 0-60-16,5 0-51 0,0 0-44 0,1 0-36 0,6 0-32 16,6 3-29-16,-6-3-29 0,14 0-34 0,-8 0-38 0,7 4-24 15,6-8-19-15,-6 4-14 0,13 0-10 0,-6-4-8 0,6 1-7 0,1-4-4 16,-2 0-4-16,1-1-3 0,0-3-3 0,7 0-4 0,-1-3-6 0,-6-1-7 16,7-3-10-16,-1-1-9 0,1-3-12 0,-7 0-13 0,7 0-16 15,-1-4-19-15,-6 4-24 0,7-3-39 0,-7-4-45 0,0 3-52 16,-7-3-53-16,7 3-42 0,-6-4-37 0,0 5-21 0,-1-1-15 0,-5 1-1 15,-2 3 2-15,1 0 10 0,0 0 12 0,-6 3 23 0,-1 1 28 16,1 0 54-16,0 3 65 0,-7 4 83 0,6-4 91 0,-6 4 84 0,0 4 79 16,0 0 76-16,0-1 73 0,0 5 48 0,0-1 32 0,0 4 22 15,0 0 16-15,0 4 11 0,0-1 8 0,0 4-2 0,0 4-10 0,6 1-23 16,-6 2-29-16,0 1-36 0,7 3-37 0,0 0-46 0,-7 1-53 16,6 3-34-16,0-4-26 0,1 4-21 0,6-3-19 0,-6 2-27 0,-1-2-30 15,8-1-36-15,-8-4-41 0,7 1-62 0,0-7-75 0,-7 3-98 16,7-4-112-16,1-4-77 0,-2-3-63 0,1 0-30 0,0 0-16 0,0-3-6 15,-6-5 0-15,6 1 12 0,0-4 15 0,0 4 24 16,-7-8 31-16,7 0 52 0,-6 1 69 0</inkml:trace>
  <inkml:trace contextRef="#ctx0" brushRef="#br0" timeOffset="202468.74">23094 2846 0 0,'20'-7'119'16,"-1"-1"146"-16,1 1 37 0,-8 4 36 0,2-1 38 0,-1 0 35 0,-7 1 35 15,-6 3 25-15,0 0 18 0,0 0 13 0,0 0 12 0,0 3-41 16,-6 1-65-16,-1 3-53 0,1 0-48 0,-8 1-40 0,2 3-38 0,-2 1-36 15,2 1-36-15,-8 2-37 0,1 4-34 0,-7-1-28 0,6 0-24 16,-7 0-25-16,1 4-26 0,1 0-27 0,-1 1-27 0,0-1-47 0,-7 3-51 16,7-3-56-16,0 0-59 0,7 3-44 0,-7-2-38 0,-1-1-27 15,7 0-21-15,2-4-15 0,4 0-10 0,1 0 1 0,0-3 7 0,0 0 17 16,7 0 22-16,0-4 41 0,-2 0 49 0,8-4 59 0,0 0 62 16,0 1 53-16,0-1 49 0,8-4 39 0,-8 5 36 0,6-5 31 15,0 1 31-15,0 3 26 0,1-3 23 0,6 0 23 0,-6 2 20 0,5-1 18 16,-4-2 16-16,4 5 8 0,1-5 6 0,0 1 1 0,0 0-3 0,1 4-6 15,5-6-7-15,-6-2-10 0,6 4-11 0,-5-4-14 0,5 4-15 16,0-8-18-16,1 4-20 0,7-4-36 0,-9 2-43 0,2-6-53 16,-1 4-56-16,7-3-62 0,-6-4-68 0,-7 0-36 0,7 3-21 0,-8-3-12 15,2 0-8-15,-8-3-4 0,1 3-1 0,0 0-1 0,-7 0 0 16,0 0 20-16,0 3 29 0</inkml:trace>
  <inkml:trace contextRef="#ctx0" brushRef="#br0" timeOffset="202635.25">23029 3352 112 0,'-6'4'252'15,"-2"3"14"-15,8-4 6 0,0-3 2 0,0 4-1 0,0 0 2 16,0-4-1-16,8 0 0 0,-2 0 0 0,0 0-17 0,7 3-25 0,1-3-68 16,-2 0-88-16,8-3-65 0,0 3-51 0,-1 0-35 0,1-4-29 15,6 4-23-15,-7-4-20 0,7 1-28 0,7-1-27 0,-7 1-24 16,0-1-25-16,7 0-10 0,-7-3-3 0,6 3 5 0,-6-3 9 0,7 3 17 16,-1-3 21-16,-5 3 21 0,5-3 24 0</inkml:trace>
  <inkml:trace contextRef="#ctx0" brushRef="#br0" timeOffset="202752.01">23667 3282 8 0,'19'-4'132'0,"-5"1"45"16,-1 3 44-16,-7-4 45 0,0 4 45 0,-6 4 51 0,8-4 52 0,-8 0 35 15,-8 3 25-15,8 1-6 0,-6 1-21 0,0-3-23 0,-1 6-22 0,-6-1-23 16,6 1-21-16,-5-1-33 0,-8 4-37 0,7 0-42 0,-7 0-44 16,1 3-55-16,6-3-60 0,-13 4-46 0,6-5-42 0,1 2-46 15,-1 3-51-15,-6-5-55 0,7 1-57 0,-7-3-57 0,6 4-57 0,-6-6-49 16,7 2-46-16,-7-1-35 0,6 0-30 0,1-3-10 0,-1 3-1 16,-6-3 10-16,7 0 13 0,-1-1 31 0,-6 1 38 0,-1-1 50 15,8 1 53-15,-7 0 55 0,0 0 135 0</inkml:trace>
  <inkml:trace contextRef="#ctx0" brushRef="#br0" timeOffset="203468.06">22814 3605 122 0,'-20'3'172'0,"0"5"14"0,8-4 14 16,-1 3 16-16,-1 0 18 0,2 0 16 0,-2 4 19 0,8-3 18 16,0 2 17-16,-1 1-15 0,1 0-30 0,6 4-16 0,-7-4-9 0,7 4-3 15,0 0-1-15,0-1-8 0,0 1-10 0,0-1-13 0,0 1-17 16,0 0-18-16,7-4-18 0,-7 3-20 0,6-3-19 0,-6 0-19 0,7 1-19 16,-1-1-21-16,0-4-22 0,2-4-17 0,-2 5-17 0,6-5-9 15,-5-3-8-15,6 0-4 0,0 0-2 0,1-3-2 0,-2-5 1 16,8 2 0-16,-1-6-1 0,1 1 0 0,6-1-1 0,0-2 3 0,-7-4 7 15,7 3 4-15,7-3 6 0,-7 3 6 0,0-3 5 0,7 4 10 16,-1-1 12-16,-5 0 15 0,5 0 15 0,-6 4 13 0,7-4 10 0,-1 5 10 16,1 3 8-16,-1-4 7 0,-5 3 6 0,5 5 7 0,1-5 6 15,-1 5 3-15,1-1 2 0,-1 1-5 0,-6-1-8 0,0 4-13 16,7 0-14-16,-13 0-12 0,5 0-12 0,-5 4-8 0,0-1-7 0,-8 1-6 16,8-1-6-16,-7 1-8 0,-7 3-10 0,2-3-13 0,-2 3-13 15,0 1-22-15,-12 2-24 0,6-3-40 0,-6 1-47 0,-2 3-53 0,-4 0-59 16,-8 4-45-16,1-4-39 0,-7 4-31 0,-1-4-29 0,1 3-27 15,-6 1-28-15,-1-1-13 0,-6 1-6 0,1 0 11 0,-8-1 19 0,7 0 37 16,-7-2 45-16,7 3 80 0,-6-4 98 0,5 0 74 0,1 0 63 16,0-3 50-16,7-5 41 0,-1 4 50 0,1-7 54 0,6 4 47 15,-1-4 42-15,7 0 32 0,2-4 27 0,4 0 18 0,1 1 14 0,7 0-13 16,-1-2-30-16,0 2-17 0,7-5-11 0,0 5-1 0,0-5 2 0,7 5-4 16,0-4-7-16,6 3-15 0,-1 0-20 0,2-4-18 0,-2 1-17 15,2 3-10-15,5 0-10 0,1 1-4 0,0 0-3 0,-1-1-5 16,7 0-6-16,0 1-10 0,-6 3-11 0,5-4-7 0,1 4-8 0,1 0-5 15,-1 0-1-15,-6 0-3 0,5 0-1 0,-5 4-2 0,0-1-1 16,-1-3-2-16,1 4-4 0,-1 3-1 0,-6-4-2 0,0 5 1 0,-6-1 0 16,6 1-2-16,-7 4-4 0,-6-2-1 0,6 1-3 0,-6 4-1 15,-6-1-4-15,6 1-3 0,-6-1-3 0,-7 5-4 0,-1 3-5 16,2 0-5-16,-8 0-43 0,7 0-1 0,-13 0 0 0,6 3 0 0,-6-3 0 16,1 4 0-16,-2-4 0 0,-5 0-62 0,-1 0-22 0,7 0-16 15,-6-4-17-15,6-3-18 0,-7-1-22 0,7 1-39 0,0-7-50 0,6-1-57 16,1-3-60-16,-1-4-41 0,7 0-32 0,0-4-16 0,0-3-9 15,7-4 1-15,-1-1 8 0,0 1 11 0,7-3 14 0,0-1 18 0,0-3 22 16,0 0 45-16,0-1 56 0,7 1 73 0,-7 0 77 0,0 3 69 16,7-3 63-16,-7 3 58 0,0 4 52 0,0 0 43 0,0 0 40 15,0 4 31-15,0 3 23 0,0 1 20 0,6-1 17 0,-6 4 28 0,0 0 31 16,6 4 14-16,1-1 3 0,0 4-5 0,6 4-9 0,-1-3-15 16,2 6-18-16,5 1-21 0,7 0-23 0,-6 3-19 0,12 1-17 0,-5 2-16 15,5-2-16-15,1 3-29 0,-1-1-42 0,7-2-23 0,-7 2-18 16,8-2-14-16,-1 0-11 0,6-1-11 0,-5-3-12 0,5-1-18 0,1-3-20 15,-7 0-21-15,6-4-22 0,1-3-33 0,-1 0-37 0,-5-1-65 16,5-3-74-16,-6-3-76 0,1-1-76 0,-1-3-58 0,-7-1-52 0,1-2-24 16,-1-2-11-16,1-2 2 0,-7-1 8 0,-6-3 13 0,5 0 16 15,-5-5 30-15,0 1 36 0,-1-7 61 0,1 4 75 0</inkml:trace>
  <inkml:trace contextRef="#ctx0" brushRef="#br0" timeOffset="203669.52">24657 2938 126 0,'13'-29'392'0,"0"3"50"0,-6 5 31 0,-1 1 20 0,1 9 17 0,-7 1 12 16,0 2 10-16,0 5 6 0,0-1 5 0,0 0 2 0,0 4 2 0,0 0-76 15,0 0-114-15,0 0-101 0,6 4-94 0,-6-4-49 0,7 4-27 0,-1 3-19 16,7-3-17-16,-7 3-10 0,8 0-11 0,-1 0-7 0,6 1-2 16,-6 4-7-16,7-2-11 0,0-3-14 0,-8 4-18 0,8-3-21 0,-7 3-27 15,7-4-46-15,-8 4-58 0,2-4-64 0,-8 0-72 0,1 4-60 16,-1-3-57-16,-6 3-46 0,0 0-41 0,0 0-16 0,-6 0-1 15,-7 0 9-15,-1-1 13 0,2 6 19 0,-8-5 23 0,-6 3 44 0,7-3 53 16,-7 0 65-16,-7 0 70 0</inkml:trace>
  <inkml:trace contextRef="#ctx0" brushRef="#br0" timeOffset="204068.39">24396 3180 0 0,'-19'3'195'16,"0"-3"31"-16,-1 4 26 0,1 0 27 0,-1-1 27 0,7 1 26 16,6 3 28-16,-6-3 31 0,7 6 34 0,-8-2 10 0,14 7-2 0,-6-5-26 15,0 9-38-15,6-1-29 0,-6 1-24 0,6 3-21 0,-8 4-21 16,8-5-23-16,0 4-23 0,0 2-23 0,0-1-24 0,0-1-30 0,0-3-32 15,0 3-24-15,0 1-22 0,0-4-14 0,0-4-12 0,0 5-8 16,0-5-9-16,8-3-5 0,-8-1-8 0,0 0-11 0,0-2-12 0,6-1-13 16,-6-4-15-16,0-4-13 0,6 1-12 0,-6 0-8 0,6-4-9 15,-6 0-8-15,8-4-10 0,-2 0-16 0,-6-6-22 0,13 2-12 16,-7-7-9-16,1 5-1 0,6-8 3 0,-7 3 11 0,8-3 11 0,-2-1 11 16,1-3 10-16,1 4 9 0,-2-4 8 0,2 4 17 0,-2-4 21 15,2 3 34-15,-1 1 38 0,-1-3 31 0,2 2 25 0,-2 0 17 0,2 1 14 16,5 3 10-16,-6-3 6 0,6 4 8 0,1-1 6 0,0 0 6 15,6 0 4-15,-7 4-3 0,7 4-7 0,1-4-12 0,-1 3-17 0,0 5-10 16,7-1-11-16,-8 4-6 0,1 0-7 0,7 0-4 0,-1 0-6 16,-6 7-3-16,0-3-6 0,7 4-3 0,-7-1-4 0,0 4-4 0,1-4-4 15,-1 4-4-15,-1 1-2 0,1 2-4 0,-6-3-4 0,-1 0-3 16,1 4-3-16,0-1-2 0,-1-3-3 0,-6 3-2 0,0-2-1 0,-7 3-3 16,2-5 1-16,-2 6-2 0,0-5 0 0,-6-1-1 0,0 1 0 15,0 0-3-15,0 0-6 0,-6 4-9 0,-8-8-13 0,8 4-17 0,-7 0-19 16,0 0-29-16,-6 0-33 0,-1 1-57 0,0-6-71 0,1 2-71 15,-7-1-72-15,6 1-66 0,-5-1-60 0,-9-3-28 0,9-1-11 16,-1 1 1-16,0 0 11 0,-7-1 13 0,7-3 18 0,0 0 27 16,0 0 34-16,-7 0 56 0,7-3 69 0</inkml:trace>
  <inkml:trace contextRef="#ctx0" brushRef="#br0" timeOffset="204268.82">24585 3587 0 0,'-6'-5'35'0,"-7"2"210"16,6-1 42-16,1 4 42 0,-1-4 39 0,1 1 38 0,0-1 37 0,-2 4 23 15,2 0 19-15,0-4 12 0,6 4 11 0,-7-3-27 0,7 3-47 0,0-4-52 16,0 4-51-16,0 0-46 0,0 0-40 0,0 0-41 0,0 0-41 15,0 0-36-15,7 0-35 0,-1-3-23 0,0 3-14 0,8 0-13 0,-1-4-9 16,0 4-7-16,0-4-6 0,7 1-4 0,-1 3-4 0,7-4 0 16,-6 0 1-16,-1 4-1 0,7-4-1 0,0 1 1 0,-6-1-3 15,6 1-7-15,-7-1-11 0,1 4-12 0,0-4-15 0,-1 1-17 0,-6-1-19 16,0 4-27-16,0-4-33 0,-6 1-36 0,5 3-37 0,-12-4-53 16,7 4-60-16,-7 0-50 0,-7 0-46 0,7 0-39 0,-12 4-32 0,-2-4-11 15,2 3 2-15,-2 5 10 0,-11-1 15 0,5 0 26 0,-6 4 33 16,0-3 35-16,-7 6 37 0,7-3 52 0,-7 0 60 0</inkml:trace>
  <inkml:trace contextRef="#ctx0" brushRef="#br0" timeOffset="204452">24475 3660 0 0,'-26'10'114'0,"0"-3"49"0,6 1 8 0,1-1 8 0,5-3 8 16,2 0 7-16,-2 3 2 0,8-4 6 0,-1-3 3 0,7 4-4 0,0 0-11 15,0-4-13-15,0 4-13 0,7-4-7 0,-1 0-2 0,8 0-2 16,-2 0-1-16,2 0-4 0,-2 0-5 0,8-4-2 0,-1 4-3 0,1-4-3 16,0 4-5-16,-1-4-11 0,7 1-17 0,-6-1-21 0,-1 1-22 15,7-1-17-15,-6 0-13 0,6 4-9 0,-7-3-5 0,1-1-14 0,0 0-20 16,-1 4-26-16,-6-4-31 0,0 1-30 0,1 3-31 0,-8 0-28 15,0 0-28-15,1 0-29 0,-7 0-30 0,0 3-30 0,-7 1-27 16,1 0-15-16,-8 3-6 0,2 1 5 0,-1-1 14 0,0 0 22 0,-7 4 30 16,1 1 30-16,-8-1 29 0,8 0 29 0,-7 3 152 0</inkml:trace>
  <inkml:trace contextRef="#ctx0" brushRef="#br0" timeOffset="204601.79">24384 3875 0 0,'-20'12'117'0,"7"-4"59"0,0 2 10 16,0-3 7-16,7 1 3 0,-8-5 6 0,8 2 6 0,6-2 12 15,0 0 15-15,0 1-1 0,6-4-9 0,0 4-20 0,2-4-28 0,-2 0-22 16,7 3-17-16,0-3-12 0,0-3-10 0,7 3-5 0,-1-4-3 15,1 0-6-15,-1 1-9 0,8 0-11 0,-8-2-12 0,7 2-19 0,0-5-18 16,0 5-13-16,0-5-13 0,0 2-20 0,0-2-25 0,0 1-29 16,-6-5-31-16,6 4-30 0,-1 2-30 0,-5-5-35 0,0 3-39 15,-7-3-27-15,7 4-22 0,-8 0-11 0,-5-1-5 0,6-3 0 0,-7 4 1 16,-6 0 13-16,7-4 20 0,-7 4 28 0,0-4 29 0</inkml:trace>
  <inkml:trace contextRef="#ctx0" brushRef="#br0" timeOffset="205169.01">24735 3414 0 0,'-6'-15'55'0,"6"4"195"0,-7 0 38 0,1 0 36 0,-1 4 35 16,1 4 33-16,6-1 30 0,-7 4 20 0,1 0 13 0,6 4 10 0,-7-1 9 15,0 4-32-15,1 4-49 0,0 4-51 0,-1-5-49 0,0 9-43 16,1 3-36-16,-1 1-34 0,1 2-36 0,0 1-31 0,-8 3-30 0,8 0-17 16,-7 4-14-16,6 0-10 0,-6 0-8 0,7 3-7 0,-7 2-8 15,6-2-10-15,-5-3-13 0,4 4-13 0,-4-4-11 0,-1 0-24 16,6 0-27-16,1-4-35 0,-7 4-43 0,7-7-50 0,-2 3-53 0,-4-7-47 15,5 3-39-15,0-3-36 0,-5 1-33 0,5-1-26 0,1-4-23 0,-8-4-5 16,8 1 4-16,-7 0 17 0,6-4 24 0,1 0 36 16,0-1 39-16,-1-2 56 0,0-5 62 0,1 5 64 0,-1-5 67 0,1 2 78 15,0-2 23-15,-2-3 71 0,2 3 52 0,0-3 43 0,0 0 37 0,-1 0 33 16,0 0 34-16,1 0 36 0,-1 4 37 0,1-4 34 0,0 0 30 16,-8 3 7-16,8-3-7 0,0 5-13 0,-2-2-16 0,2-3-16 15,0 4-19-15,-1 0-21 0,1 3-24 0,-1-3-26 0,0 3-27 0,1-3-32 16,6 3-36-16,-6 0-37 0,6-3-39 0,-7 0-28 0,7 3-19 15,0-3-11-15,0-1-9 0,0 1-6 0,0-1-6 0,7-3-5 0,-7 0-5 16,6 0-3-16,0 0-4 0,8-3-3 0,-1-1 0 0,-1-3-2 16,2 0 0-16,6-4 0 0,5 0 0 0,-5-4 1 0,6 0 2 0,0 0-1 15,0-3 1-15,0 3 0 0,0-3 0 0,0 4 1 0,7-1-1 16,-7 0 0-16,0 4 1 0,0 1 0 0,0-1 1 0,-7 3 0 16,7 5 0-16,1-2 1 0,-8 5 0 0,1 0 2 0,-1 5 2 0,0-2-1 15,-5 5 2-15,5-1 2 0,-6 4-1 0,6 0 2 0,-5 4 0 0,-8-1 3 16,8 4-1-16,-8 0 3 0,0 1 1 0,1-1 2 15,-7 1 4-15,6 3 5 0,-6 0 4 0,-6-4 3 0,6 4 5 0,-7 0 5 16,1-4 6-16,0 4 4 0,-1-3 6 0,-6-1 4 0,-1 1 6 0,2-5 2 16,-1 4 2-16,-7-4-1 0,8-3-3 0,-8 5-2 0,0-7-4 15,1 3-63-15,-7-4-6 0,6-1 0 0,-6-3 0 0,0-1 0 16,0 1 0-16,0-4 0 0,6 0 0 0,-6-4 0 0,1 1 0 0,-2-1 0 16,1-3 0-16,0-1 0 0,6 1 0 0,-6-4 0 0,1 4 0 0,5-5 0 15,0-2-116-15,1 3-121 0,-1 0-96 0,8-4-102 0,-8 4-104 16,7-3-54-16,6 0-25 0,-6 2-7 0,7-2 2 0,-1-1 8 15,7 0 13-15,-7 0 20 0,7 4 25 0,0-3 34 0,0-1 37 16,7-3 77-16,0 3 111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26T15:46:05.4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11176 10393 0 0,'6'0'49'0,"-6"0"66"0,0 0 1 15,6-4 3-15,-6 1 2 0,0 3 3 0,0-4 6 0,0 0 6 0,0 4 10 16,0-4-15-16,0 1-25 0,0-1-7 0,0 4 2 0,0-3 9 15,0 3 9-15,0 0 14 0,0 0 18 0,0 0 15 0,0-4 16 0,0 4 16 16,0 0 17-16,0 0 18 0,0 0 20 0,0 0 15 0,0 0 11 16,0 0 2-16,-6 0-1 0,6 0-6 0,0-4-6 0,0 4-11 15,0 0-11-15,0 0-12 0,0 0-13 0,0 0-13 0,0-3-18 16,0 3-19-16,-6-4-24 0,6 4-22 0,0-3-20 0,-7 3-12 0,7-5-7 16,0 2-5-16,-7 0-7 0,7-2-5 0,-6 2-6 0,-1 0-4 0,1-5-6 15,0 4-4-15,-1 0-4 0,0-3-4 0,-5 4-3 0,5-5-5 16,-6 1-3-16,0 0-4 0,-1 3-5 0,2-3-3 0,-2-1-4 15,2 5 1-15,-1-5 1 0,-1 1 0 0,-4 3 0 0,4-3-1 0,1 4 1 16,-7-5 0-16,1 5 0 0,6-5 0 0,-7 5 0 0,1-5 0 16,6 4-2-16,-6-3 0 0,-1 0 0 0,7 3-2 0,-7-3-2 0,0-1 0 15,1 5-2-15,0-5 0 0,-1 5-1 0,1-5-2 0,-1 5-1 16,1-5-2-16,-1 5 0 0,0-1 0 0,1 1-1 0,-1-1 0 16,0-3 0-16,-5 3-1 0,5 0-1 0,-6 1 0 0,6 3 0 0,-5-4-1 15,-1 0 0-15,6 1 1 0,-6 3 2 0,-1-4-1 0,2 4 0 0,-1-4-1 16,0 4 0-16,0 0 1 0,-1-3-1 0,1 3 1 0,0 0 0 15,1 0 0-15,-1 0 1 0,-1 0-1 0,1 0 0 0,0 0 0 16,0 0 0-16,1 0 0 0,-2 3 0 0,1-3 1 0,0 0 1 0,0 4-1 16,0-4-1-16,-7 0 0 0,7 4 1 0,1-4-1 0,-2 3-1 15,1-3 1-15,0 4 0 0,0 0-1 0,-7-1 0 0,7 1-1 0,-6 0 1 16,5-1-1-16,-5 1 0 0,-1 0 0 0,1 3 2 0,6-4-1 16,-7 5-1-16,1-5 1 0,-1 1 1 0,1 3-1 0,-1 1-1 15,1-5 2-15,5 5 0 0,-5-5 1 0,6 5-2 0,-7-1 1 0,1 0 1 16,5 1-1-16,1-1-1 0,-6 1 1 0,7-5-1 0,-2 8 0 15,1-4-1-15,0 1 1 0,0-1 0 0,0 0 0 0,-1 1 0 0,2 3-2 16,-7-4 1-16,5 0 1 0,1 4-2 0,-6 0 1 0,5-4 0 16,-5 4 1-16,-1 0-1 0,7 1 1 0,-6-1-1 0,-1-1 1 15,7 2 1-15,-6 2-1 0,5-3 0 0,-5 4 0 0,6-4 0 0,-1 3 1 16,2 2 0-16,-1-6 1 0,0 5 0 0,0-4-1 0,-1 4 0 0,8-4 0 16,-7 3 0-16,6 1-1 0,0-4 1 0,2 3-1 0,-2 1 1 15,1-1-1-15,-1 2 0 0,0-2 0 0,1 1 0 0,-1 3-1 0,0-3 1 16,1 3-1-16,6 0 1 0,-6 0-1 0,-1 1 0 0,7-1-1 15,-7 4 1-15,1-3-1 0,0 2 1 0,5 1 1 0,-5 0-2 16,5 1 0-16,-4 2 2 0,4-3-2 0,1 0 0 0,0 4 1 0,0-4-1 16,0-1 1-16,6 6-1 0,-5-6 0 0,5 5 0 0,0-4-1 15,1 1 1-15,-1 2-1 0,1-3 1 0,6 3 0 0,-6-3 1 0,6 0-2 16,0 4 1-16,0-4 0 0,0 4 0 0,6-1 2 0,-6 1-1 16,0-4 0-16,6 7 1 0,1-3 0 0,-7-1 0 0,6 5 1 15,1-5-1-15,0 4-1 0,-1 2 0 0,-6-6 0 0,6 4-1 0,8 0 0 16,-8-3 1-16,0 0-2 0,8-1 1 0,-8 1-2 0,7-1 1 15,-7 1 0-15,8-4-1 0,-2 4 0 0,2-4-1 0,-1 0 1 0,-1 3-1 16,8-3 2-16,-6 0 0 0,-2-4-1 0,8 5 1 0,-7-1-1 16,7 0 1-16,-1-4 0 0,-6 4-1 0,6 0 1 0,1-4 0 0,0 4 1 15,-1-4-1-15,1 4 1 0,6-3-1 0,-7 3 0 0,1-1 2 16,6 2 1-16,-7-1-1 0,7 0 0 0,0 0 1 0,1-1 1 0,-1 1-1 16,0-3 0-16,0 3 0 0,-1 0-1 0,8-4 1 0,-7 0 0 15,7 1 0-15,-1-1 0 0,-6 1-1 0,7-5 0 0,-1 5-1 16,8-5 1-16,-7 1-1 0,-1-1 1 0,1 1 0 0,5-4 1 0,-5 3 0 15,6 1 0-15,-7-4 1 0,2 4-1 0,5-4 1 0,-7 0 0 16,7 4 2-16,-7-4-1 0,7 0 0 0,-5 0 1 0,5 3-1 0,-1-3 1 16,-5 0 0-16,6 0-1 0,-7 4 0 0,8-4-1 0,-1-1 2 15,-7 6 0-15,7-5-1 0,-6-1 0 0,6 1-2 0,-6 0 1 16,6 4 1-16,-7-4-1 0,7-4-1 0,-6 4 1 0,-1 1-1 0,1-6 1 16,-1 5 1-16,8-3 0 0,-8-1 1 0,1 1 2 0,-1-5 0 0,7 1 1 15,-6 0 0-15,7-1 0 0,-2 1 0 0,-5-4 1 0,6 0 1 16,-1 0 0-16,9 0 0 0,-9 0 0 0,1-4 0 0,1 4 1 15,5-3 1-15,-6-1-1 0,1 4 1 0,-1-4-1 0,-1 1 3 0,2-1-1 16,-1 0 2-16,0 1 0 0,0-4 1 0,0 2 2 0,0-2 2 16,-6 3 1-16,6-2 1 0,-1-2 1 0,-4 1 0 0,5-4 0 0,-1 3 0 15,-5-3 1-15,6 0 0 0,1 0 0 0,-2 0 0 0,1-3 0 16,-6 3 0-16,7-4 0 0,-2 0 1 0,-5 1-19 0,6-5-3 0,-1 5 0 16,-5-1 0-16,-1-3 0 0,8 3 0 0,-7-3 0 0,6 3 0 15,-7-3 0-15,1-1 0 0,-1 5 0 0,1-4 0 0,-1-1 0 16,1 5 0-16,-1-5 0 0,2 1 0 0,-2-1 0 0,1 1 0 0,-7 0 0 15,6 0 0-15,-6-1 0 0,6-2 0 0,-6 2 0 0,0 1 0 16,1-4 0-16,-1 3 0 0,-7 2 0 0,7-6 0 0,-6 5 0 0,0-4 0 16,-1 4 0-16,-6-5 0 0,6 5 0 0,-5-4 0 0,-2 4 0 15,2-4 0-15,-1 0 0 0,-1 0 0 0,2 0 0 0,-8 0 0 16,7 0 0-16,-6 0 0 0,-1 0 0 0,1-3 0 0,6 2 0 0,-6-2 0 16,-1 3 0-16,-6 0 0 0,6-4 0 0,-6 4 0 0,6-4 0 15,-6 1 0-15,0-1 0 0,0 1 0 0,0-1 0 0,0 1 0 0,0-1 0 16,-6-4 0-16,6 1 0 0,-6 0 0 0,6 0 0 0,-6-1 0 15,-1 1 0-15,0 0 0 0,1 0 0 0,-1-1 0 0,1-3 0 0,-1 4 0 16,-6-1 0-16,7-2 0 0,-8 1 0 0,8 3 0 0,-7-2 0 16,0 1 0-16,6-4 0 0,-5 5 0 0,-2 1 0 0,2-2 0 0,-2 0 0 15,-5 0 0-15,6 3 0 0,0-4 0 0,-7 5 0 0,1-1 0 16,-1 4 0-16,0-3 0 0,-5 2 0 0,5-2 0 0,-6 6 0 16,-7-2 0-16,7 2 0 0,-6 1 0 0,-1-1 0 0,1 6 0 0,-1-6 0 15,-6 4 0-15,7 0-123 0,-8 1-40 0,1-1-39 0,0 0-50 0,1 1-64 16,-8-1-71-16,7 0-59 0,0 2-54 0,-1 1-38 0,1-3-25 15,1 4-6-15,5 0 8 0,-7 0 13 0,8 0 14 0,-1 4 19 16,1-4 19-16,6 4 42 0,0-1 53 0,0-3 70 0,0 4 75 16</inkml:trace>
  <inkml:trace contextRef="#ctx0" brushRef="#br0" timeOffset="1399.87">17245 8510 133 0,'0'-4'176'0,"-6"-3"13"0,6 0 13 16,-13 3 9-16,6-3 12 0,-5 0 12 0,-2 3 14 0,1-3 16 0,-6-1 14 16,6 0-24-16,-7 1-42 0,1 4-22 0,-7-5-13 0,6 5-5 15,-6-5 1-15,0 5 4 0,-1-1 9 0,2 4 13 0,-7-4 13 0,5 1 3 16,-5 3-6-16,-8 0-7 0,8 0-8 0,-1 0-12 0,-6 3-9 16,1-3-10-16,-1 4-6 0,-1 0-11 0,-5-1-12 0,-1 1-17 15,1 3-19-15,-2-3-22 0,-4 3-24 0,5 4-14 0,-6 1-9 0,0-1-6 16,-7 3-5-16,1-3-3 0,5 7 0 0,-5-3-1 0,-1 4-1 15,1-2 0-15,-1 2 0 0,1 3 0 0,-1-4 0 0,0 4 0 0,7 0 0 16,-7-4 1-16,8 4 0 0,-8 1 1 0,7-1 1 0,-1 0 1 16,2-1 0-16,-2 5 1 0,1-4 1 0,7 3 2 0,-1-3 2 15,1 4 1-15,6 0 1 0,-7 3 1 0,7-3 0 0,0 3 1 0,7 1-1 16,-8-1-1-16,7 0-1 0,1 4-2 0,-1 0 0 0,7 0-2 16,-6 4-2-16,5-5-2 0,1 5-2 0,1 4-2 0,5-5-2 0,-6 1-2 15,7 3-2-15,-1 0-1 0,6 1-1 0,-4-1 1 0,11 0-1 0,-6 1-1 16,0-1-1-16,7 0 0 0,-2 1-2 0,2-1 0 0,6 0 0 15,0 1 0-15,0-1-1 0,0 0 1 0,6 0 0 0,-6-3 0 16,8 3-1-16,4-3-1 0,1-1 0 0,1 1 0 0,-2 0 0 0,2-1 2 16,5 1 1-16,1-4-1 0,0 0 0 0,-2 0 1 0,9 0 2 15,-7 0-2-15,6 0 2 0,-1-4-2 0,1 0 1 0,0 1 0 0,7-5-2 16,-7 1 1-16,7-4 0 0,-1 4 0 0,7-7-1 0,-7 2 1 16,8 1 0-16,-7-4 0 0,6 1-1 0,7-5 1 0,-8 4 0 0,1-3 0 15,0 3-1-15,7-3 1 0,-1 0 0 0,-5-4-1 0,5 4 0 16,0-4 1-16,-5-1 0 0,5 1 0 0,1 0-1 0,-1-3 0 15,2 3 2-15,-2-4 0 0,1 0-2 0,5-3 2 0,-5 3 0 0,-1 0-1 16,1-2 2-16,6 1 0 0,-6-1 0 0,-1-2-1 0,8 1 0 16,-7 0 0-16,-1-1 1 0,1 1-2 0,-1-4 0 0,1 4 0 0,-1-1 0 15,-6-3-1-15,7 4 2 0,-1-1 0 0,-6-3 1 0,1 0 0 16,-1 0 2-16,-1 0 0 0,2-3 1 0,-1 3 2 0,0-7 3 0,0 3 2 16,7-3 3-16,-7-1 2 0,-1-3 3 0,2 0 3 0,5-4 1 15,-6 1 3-15,7-5 2 0,-7 1 2 0,0-4 1 0,1 0 2 16,-2-3 0-16,1-1-1 0,1-4-2 0,-1 1 0 0,0 0 0 0,-7-1 0 15,1-2-2-15,-1 2 1 0,1-3 0 0,-1 1 0 0,-6 2-2 16,1-3-1-16,-1 0-1 0,0-3-2 0,0 2 0 0,-7 1-3 0,7-3 1 16,-6-1-2-16,-7-3-3 0,7 0-1 0,-8-4-3 0,2 3-1 15,-1-6-4-15,-7-1-3 0,0-3-3 0,1 0-3 0,0-4 1 0,-7 0-1 16,6-4-2-16,-12 1-2 0,6-1-2 0,-7-3-3 0,7-1-1 16,-7-3-4-16,-5 4-1 0,5 0-1 0,-6 0-4 0,6 3-1 15,-5-3-3-15,-8 3-4 0,7 8-6 0,-7-4-5 0,0 7-6 0,2 1-5 16,-9 3-6-16,-5-1-7 0,6 9-5 0,-7-1-6 0,-6 0-9 15,0 5-8-15,-7 2-9 0,8 1-16 0,-9 4-21 0,-4 3-42 0,-1-4-50 16,-1 7-60-16,1 2-62 0,7 2-50 0,-8 4-43 0,2-4-34 16,5 4-27-16,1 4-9 0,5-2 1 0,7 0 6 0,1 1 9 0,6 5 19 15,7-5 23-15,-1 4 45 0,7-3 57 0,6 3 64 0,1 1 90 16</inkml:trace>
  <inkml:trace contextRef="#ctx0" brushRef="#br0" timeOffset="2616.71">21999 8338 0 0,'-6'-12'56'0,"0"2"146"0,-8 2 18 0,2 1 14 0,-1 0 11 0,-1 3 15 0,2-3 15 16,-2 3 18-16,-5 1 17 0,6-5 19 0,-6 4 19 0,-1 1-19 0,0-1-41 16,1 4-16-16,-1-4-2 0,1 1-8 0,-7 3-10 0,0 0-5 15,6-4-4-15,-6 4-10 0,-7 0-8 0,7 0-11 0,-6 4-10 0,6-4-13 16,-7 3-15-16,0-3-20 0,1 4-24 0,-7 3-21 0,7-3-18 15,-7 0-11-15,0 3-7 0,-1 0-5 0,1 1-5 0,0 3-5 0,0-4-4 16,-6 4-5-16,-2-1-5 0,2 2-6 0,0 3-5 0,-1-4-5 16,-6 3-3-16,7 1-5 0,-8 0-2 0,1 3-5 0,0 0-1 0,-6 1-1 15,5-1-3-15,-5 4 0 0,6 0-1 0,-7 0-1 0,7 3 2 16,0-3 0-16,-7 4 2 0,7 0-1 0,0-1 0 0,0 1-1 0,0 0 2 16,6 0-1-16,-6 3-1 0,7-4-1 0,-8 5 0 0,8-1-2 15,-7 0-1-15,7 4-1 0,-2-3-1 0,-5 2-2 0,7 1-1 0,6-3 0 16,-7 3 1-16,1 3 0 0,5-2-1 0,-5 2 1 0,6 1 0 15,-1-1 0-15,2 4-1 0,-1-3-1 0,0 4 1 0,-1-1 0 0,1 0-1 16,7 0 1-16,-7 1 1 0,7-1 0 0,-1 4 0 0,0-4 0 16,1 0-1-16,6 5 1 0,0-5-1 0,-1 0 2 0,7 0 0 15,2-3 0-15,-2 3 1 0,7 1 0 0,7-4 0 0,-2-1 1 0,2 1-2 16,0-5 1-16,6 1-1 0,6 1 1 0,-6-2-2 0,14-2 1 16,-8-1 0-16,7 1-2 0,0-5 1 0,0 0 0 0,7 5 0 0,-1-5 1 15,1 1-1-15,6-4 0 0,-7 4-2 0,7 0 1 0,0-5 1 16,0 5-1-16,1 0 1 0,-1 0-1 0,-1-5 1 0,1 5 1 15,0-4-1-15,1 4 1 0,5 0-1 0,-6-1 0 0,0-3 2 0,7 4 0 16,-1-1 2-16,-5 1 0 0,5-4-1 0,1 4 1 0,-1-1 1 16,7-3 1-16,-6 4 2 0,5-3 2 0,-4 2 1 0,5-3 3 0,-1-1 1 15,9 1 2-15,-9 0 1 0,1 0 1 0,7 0 2 0,-1-3 3 16,-6 3 0-16,7-4 1 0,-1 4 1 0,2-4 0 0,-9 0 0 16,7-3-2-16,2 3-1 0,-2-3-1 0,1 0-1 0,6 0-1 0,-7-5-2 15,1 1-8-15,0 0-12 0,6 0 0 0,-7-3 0 0,7-1 0 16,-6 0 0-16,6-3 0 0,-6-1 0 0,5 1 0 0,-4-4 0 0,4 4 0 15,-5-4 0-15,-1 0 0 0,8-4 0 0,-7 0 0 0,-1 4 0 16,1-3 0-16,-1-4 0 0,0 3 0 0,1-3 0 0,-1-1 0 16,2 1 0-16,-9-4 0 0,8 4 0 0,-7-4 0 0,0-4 0 0,0 1 0 15,1-1 0-15,-8-1 0 0,7-1 0 0,0-2 0 0,-7-3 0 16,1 1 0-16,0-5 0 0,6 1 0 0,-6-2 0 0,-1-2 0 0,1 0 0 16,-1-4 0-16,-6-4 0 0,7 1 0 0,-1-4 0 0,1-4 0 15,-7-1 0-15,7-2 0 0,-1-1 0 0,-6-7 0 0,7 4 0 0,-1-8 0 16,-5 4 0-16,-1 1 0 0,-1-9 0 0,1 4 0 0,0 1 0 15,1-1 0-15,-8 1 0 0,0-1 0 0,1 1 0 0,0-1 0 0,-1 4 0 16,1 0 0-16,-7 0 0 0,0 4 0 0,6 0 0 0,-12 3 0 16,6 0 0-16,-7 0 0 0,8 1 0 0,-8-1 0 0,0 0 0 0,-6 1 0 15,0 0 0-15,7 3 0 0,-7-4 0 0,-7 0-2 0,7 1-47 16,-6-1-9-16,6-3-9 0,-6 3-9 0,-8 0-11 0,14-3-11 0,-12 0-9 16,5 0-8-16,0-4-5 0,1 4-5 0,-1-1-4 0,1 1-8 15,-7-1-13-15,6 5-26 0,1 3-34 0,0-4-49 0,-8 8-55 16,8 0-51-16,-7 6-48 0,0 2-35 0,-6 2-31 0,-1 5-9 0,0 3-1 15,-6 4 4-15,-7 2 8 0,1 6 14 0,-7 2 19 0,-6 1 35 16,-1 7 43-16,-7 0 57 0,-6 4 64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26T15:53:39.81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48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2.88107" units="1/cm"/>
          <inkml:channelProperty channel="Y" name="resolution" value="42.85714" units="1/cm"/>
          <inkml:channelProperty channel="T" name="resolution" value="1" units="1/dev"/>
        </inkml:channelProperties>
      </inkml:inkSource>
      <inkml:timestamp xml:id="ts1" timeString="2025-01-26T15:55:22.353"/>
    </inkml:context>
  </inkml:definitions>
  <inkml:trace contextRef="#ctx0" brushRef="#br0">13084 3495 0 0,'6'3'189'0,"-6"-3"56"0,7 4 22 0,-7 0 17 0,0-4 12 0,0 3 13 0,6-3 12 0,-6 4 18 0,0-4 21 0,0 4 23 0,0-1 25 15,7 1-21-15,-7-1-44 0,6 5-36 0,-6-1-35 0,7 4-22 16,-1-4-16-16,1 4-10 0,6 5-13 0,-7-2-9 0,8-3-11 0,-2 4-17 16,1-1-21-16,1 5-31 0,-2-5-39 0,2 1-29 0,-2-1-23 0,2 1-24 15,-1-4-26-15,-1 3-48 0,8-2-57 0,-7-1-70 0,0 0-77 16,0-4-61-16,1 4-54 0,-2-4-44 0,2 1-43 0,-2 3-20 15,1-8-11-15,1 5 0 0,4-5 2 0,-4 1 13 0,-1 0 18 0,0-4 41 16,6-4 52-16,-5 0 66 0,5-3 74 0</inkml:trace>
  <inkml:trace contextRef="#ctx0" brushRef="#br0" timeOffset="349.22">13800 3718 0 0,'6'0'25'0,"2"-4"219"0,-2 4 34 0,-6 0 36 16,-6-4 37-16,6 4 40 0,0 0 37 0,-8 0 26 0,8 0 17 15,-6 0 14-15,6 0 11 0,0 4-24 0,-6-4-42 0,6 0-50 16,0 0-55-16,-7 0-41 0,7 0-31 0,-7 4-36 0,1-4-37 15,0 4-39-15,-1-1-39 0,-6 1-26 0,0 4-21 0,-7-5-22 0,1 8-21 16,-1-3-23-16,0 3-24 0,-5 3-33 0,-1-3-37 0,0 4-49 16,-7-4-56-16,1 3-55 0,-1 1-51 0,1 3-37 0,-1-3-29 0,1 0-18 15,-8 3-11-15,7-3 0 0,1 3 4 0,-1-3 11 0,1-1 13 16,-1 1 26-16,7-1 35 0,0-3 48 0,7 1 58 0,-7-5 60 0,12 4 58 16,2-7 43-16,-1-1 35 0,6 1 26 0,0 0 19 0,1-1 21 15,6-3 19-15,0 0 28 0,0-3 29 0,6 3 29 0,1-4 29 0,0 0 26 16,-1 4 24-16,7-3 24 0,1-1 23 0,-2-3 21 0,8 3 18 15,-1 0 11-15,-5 1 5 0,5-1-4 0,0 0-8 0,8 0-19 16,-7 1-25-16,-2-2-25 0,9 2-27 0,-7 0-27 0,5 3-27 0,1-4-28 16,0 0-30-16,-6 4-27 0,6-3-22 0,-7-1-17 0,7 0-12 0,1 4-9 15,-8-3-5-15,0-1-12 0,1 0-15 0,-1 4-20 0,1-3-21 16,-6-1-38-16,5 4-47 0,-6-3-57 0,-6-1-66 0,-1 4-59 16,0-4-57-16,0 4-48 0,2 0-43 0,-8 0-22 0,0 0-10 0,-8-7 0 15,8 3 9-15,0 1 14 0,-6-5 19 0,0 5 35 0,0-5 46 16,-1 1 57-16,0-4 64 0</inkml:trace>
  <inkml:trace contextRef="#ctx0" brushRef="#br0" timeOffset="532.85">13429 3568 0 0,'-6'0'229'0,"6"0"25"16,-7 3 15-16,7 1 22 0,-7 3 21 0,7 4 28 0,0 4 31 0,0 0 31 16,0 7 30-16,0 0 15 0,0 7 6 0,0 0-40 0,0 5-61 15,0 2-41-15,0 1-32 0,0 3-19 0,0 4-13 0,0-4-20 16,0 4-20-16,-6 1-29 0,6 2-30 0,0-7-32 0,0 4-35 0,0-4-31 15,0 1-31-15,0-5-33 0,0-3-34 0,6-3-51 0,-6-1-59 0,7-7-62 16,-7 0-62-16,7-4-48 0,-7 1-42 0,6-5-42 0,0-3-42 16,-6 1-24-16,6-6-16 0,-6-2 1 0,8 0 7 0,-8-4 18 15,0 0 25-15,6-4 41 0,-6-3 53 0,6 0 58 0,-6-4 59 16</inkml:trace>
  <inkml:trace contextRef="#ctx0" brushRef="#br0" timeOffset="816">13475 4356 26 0,'0'-15'176'0,"-7"4"24"15,0-1 26-15,1 2 28 0,-8-1 32 0,8 3 19 0,-6 1 15 0,-2 3 11 16,1 1 9-16,1-1-15 0,-8 4-28 0,6 4-30 0,-5-4-28 15,-1 7-24-15,2 0-23 0,-2 1-24 0,0 6-24 0,1-2-30 16,-1 2-31-16,0 1-30 0,1 0-30 0,-1 3-36 0,1-4-36 0,-1 5-41 16,7-5-40-16,0 1-36 0,7-4-34 0,-8-1-26 0,8-1-22 0,6-2-15 15,0-3-11-15,0-1-5 0,6-3-4 0,2 0 10 0,-2-3 14 16,7-1 27-16,0-3 33 0,6-2 39 0,1 3 42 0,0-5 41 16,-1 3 40-16,7-3 36 0,-6 4 32 0,6-4 28 0,-1 4 26 0,1 3 27 15,1-3 27-15,-1 3 27 0,0 4 27 0,-7-3 22 0,7 3 18 16,-6 3 19-16,6 1 19 0,-7-1 15 0,1 5 15 0,0-4 3 0,-1 3-3 15,1 4-10-15,0-4-11 0,-8 0-20 0,8 5-25 0,-7-5-25 16,-1-1-25-16,8 3-31 0,-6-2-34 0,-1 0-54 0,-7 1-63 0,7-4-67 16,-6-1-68-16,-1 0-59 0,0 1-55 0,-6 0-43 0,0-1-37 15,0-3-36-15,0 0-35 0,-6 4-26 0,6-4-19 0,-13 4-3 16,6-1 5-16,-5-3 24 0,-1 5 35 0,-1-2 41 0,-6 0 42 0,2-3 45 16,4 4 45-16</inkml:trace>
  <inkml:trace contextRef="#ctx0" brushRef="#br0" timeOffset="998.55">13384 4572 53 0,'-14'3'157'0,"-6"1"22"0,1-1 20 0,6 5 25 15,0 0 23-15,7 3 25 0,-8-2 27 0,8 3 23 0,0-1 24 0,6 4 6 16,-7 3-5-16,7 1-4 0,0 2-5 0,0 1-7 0,0 1-7 16,7 2-13-16,-7 4-14 0,6-3-17 0,8 4-19 0,-8-1-20 15,6-3-22-15,-5 3-27 0,6-4-28 0,0 1-31 0,7-1-32 0,-8-2-21 16,8-1-17-16,0-4-11 0,-1-3-10 0,1-1-9 0,0 1-12 16,5-7-15-16,-5-2-17 0,6 2-17 0,1-8-21 0,-1 0-36 15,-7-4-45-15,7-3-52 0,0-1-56 0,-6-6-55 0,5-1-53 0,-5 1-44 16,0-8-39-16,-1 0-30 0,-6-4-27 0,6 0-9 0,-5-3 3 15,-1 0 12-15,-7 0 14 0,1-4 33 0,-1 3 41 0,1 1 52 0,-7-4 56 16,0 7 54-16,0-3 139 0</inkml:trace>
  <inkml:trace contextRef="#ctx0" brushRef="#br0" timeOffset="1298.86">13833 4612 0 0,'-7'-19'175'0,"1"5"52"0,0 3 50 15,-8 0 54-15,8 4 59 0,-8 3 40 0,8 0 29 0,-7 4 19 0,0 4 13 16,0 3-10-16,0 1-22 0,0 3-25 0,-6-1-26 0,-1 6-30 16,0 2-35-16,1 4-40 0,-1 0-44 0,-6 4-52 0,6-1-57 0,-5 4-37 15,-1 4-29-15,0-3-18 0,-1 3-14 0,1 0-10 0,0-4-9 16,1 4-5-16,5-3-7 0,-6-2-4 0,-1 2-3 0,9-5-4 0,-2 1-5 15,0-8-7-15,1 4-5 0,-1-4-7 0,7-2-8 0,0-2-6 16,0-3-5-16,0 0-6 0,6-4-7 0,-5 1-7 0,5-5-9 16,0-3-8-16,1 0-9 0,-1 0-6 0,1-3-3 0,-1-5-1 0,7 1 4 15,-6 0 3-15,6-5 7 0,-7-2 5 0,7 3 5 0,0-4 7 0,0 1 6 16,0-5 7-16,0 5 9 0,0-1 8 0,0-3 9 0,0 3 8 16,7 0 5-16,-1 1 3 0,-6-1 4 0,7 0 4 0,-1 1 7 0,1 3 2 15,6 0 3-15,-6 0 1 0,5 0 2 0,2 0-1 0,5 4 1 16,-6-4 0-16,6 3 0 0,7-3 0 0,-6 0 1 0,7-3 0 15,-2 2-2-15,7-2-4 0,2-1-7 0,-9 1-15 0,15-5-22 0,-8 0-42 16,7 1-53-16,-6-4-63 0,5 5-69 0,2-6-67 0,-7 1-66 16,6-1-35-16,-1-2-22 0,-5 4-12 0,7-1-5 0,-8-4-1 15,1 5 0-15,-1-5 12 0,7 4 18 0,-13-4 40 0,7 4 53 0,-1-4 64 16,1 1 197-16</inkml:trace>
  <inkml:trace contextRef="#ctx0" brushRef="#br0" timeOffset="1765.41">14400 3942 108 0,'6'-19'272'0,"0"1"63"0,-6 4 68 0,0 3 45 0,0-1 35 0,0 4 23 15,-6 2 16-15,0 2 13 0,6 4 10 0,-8 0-12 0,-4 4-21 16,-2-1-43-16,2 4-54 0,-1 9-51 0,-7-1-51 0,-6 2-57 16,7 5-61-16,-7 4-41 0,-7 7-32 0,1 0-20 0,-1 4-14 0,0 3-11 15,0 4-8-15,-5 0-9 0,-1 0-8 0,6 3-5 0,-6-3-6 16,6 0-6-16,8-3-5 0,-8-5-7 0,13-3-7 0,0 0-5 0,1-7-5 16,12-4-4-16,1-4-2 0,6-4-1 0,0-2-3 0,13-5 0 15,0-3-2-15,1-4 1 0,5 0-2 0,7-7 0 0,0-1 1 0,0-3 1 16,0 0 0-16,7 0 3 0,-1 0-1 0,1-4 1 0,-1 4 1 15,1 0 3-15,-7 4 5 0,0 0 6 0,0 0 7 0,0 3 5 0,-6 4 7 16,-1 0-31-16,0 4-1 0,-5 0 0 0,-1-1 0 0,-7 8 0 16,0-4 0-16,2 8 0 0,-2-4 0 0,-6 3 0 0,0 1 0 0,0-1 0 15,-6 5 0-15,-2-1 0 0,2 4 0 0,-7-3 0 0,0 3 0 16,0 3 0-16,-7 0 0 0,1 2 0 0,-7 2 0 0,0 0 0 16,0 4 0-16,-7-3 0 0,7 3 0 0,-13-1 0 0,7 1 0 0,-7-3 0 15,6-1 0-15,-6 0 0 0,0-3 0 0,0-1 0 0,6-6 0 16,1-1 0-16,-1-3 0 0,1-8 0 0,6 1-152 0,0-8-234 15,6-4-52-15,7-3-38 0,-1-4-33 0,8-8-12 0,0 1-5 0,6-4 10 16,0-4 16-16,6 1 22 0,0-4 23 0,8 2 31 0,-8-2 36 16,7 4 55-16,1-1 65 0,-2 4 82 0,8 0 90 0,-7 4 89 15,0 3 91-15,6 4 86 0,-5 4 86 0,-2 3 58 0,8 4 47 0,-7 0 32 16,7 8 23-16,-8-1 11 0,8 4 4 0,0 4-4 0,-1 2-8 16,1-1-16-16,-1 6-23 0,7-1-31 0,-6 1-37 0,6-3-51 0,0 2-58 15,1 1-45-15,-2-3-37 0,1-1-28 0,7-3-24 0,-1 0-26 16,-6-4-27-16,7-1-29 0,-1-2-29 0,-6-5-37 0,7 1-40 0,-1-4-64 15,-5-4-77-15,-1 1-81 0,0-5-81 0,0-2-62 0,-7-1-52 16,7-4-24-16,-6 0-10 0,-1-3 2 0,-5-4 10 0,5 0 16 0,-6-4 21 16,0 1 28-16,7-4 35 0,-8-4 60 0,-4-1 76 0</inkml:trace>
  <inkml:trace contextRef="#ctx0" brushRef="#br0" timeOffset="1949.11">14705 4099 0 0,'0'-44'24'0,"0"7"265"0,0 1 63 0,0 10 54 0,0 1 49 0,7 3 34 0,-7 8 25 0,0 2 17 0,0 1 12 0,0 7 7 0,0 0 7 15,0 4-20-15,0 0-32 0,0 4-58 0,7-4-72 0,-7 7-63 16,6-2-61-16,-6 2-52 0,6 4-47 0,1 0-33 0,-7 0-26 0,7 0-19 16,-1 3-15-16,0-3-20 0,-6 4-26 0,7-1-33 0,-7 1-37 15,7 0-51-15,-7-4-56 0,0 4-79 0,0-4-91 0,0 0-82 0,-7 0-83 16,7 3-48-16,-7-3-30 0,1 0-14 0,-7 0-3 0,6 3 9 16,-5-2 18-16,-2 3 21 0,-5-4 25 0,5 0 41 0,-4 3 50 0,4-3 74 15,-5 0 106-15</inkml:trace>
  <inkml:trace contextRef="#ctx0" brushRef="#br0" timeOffset="2548.96">14457 4278 8 0,'-12'4'218'0,"6"0"39"16,-1-1 37-16,-6 5 53 0,6 0 60 0,-5 2 38 0,4 1 27 0,-4 0 18 16,6 4 15-16,-8 0-4 0,8-1-12 0,-7 4-32 0,-1 1-42 15,2-1-40-15,6 1-35 0,-8-1-37 0,1 0-36 0,7-3-52 16,-8 3-59-16,8-3-38 0,0-4-28 0,-1-4-20 0,7 4-14 0,0-7-12 16,0-1-12-16,7-3-10 0,-1 0-8 0,7-3-6 0,0-5-4 15,6-3-3-15,1 0-3 0,0-3-1 0,13-1 1 0,-7-3 0 0,6 0 1 16,7-4 0-16,-6 3 0 0,5 1 0 0,-5-1 0 0,-1 5 1 15,1-1-1-15,-1 1 1 0,-5 3 0 0,5 3 1 0,-12 5 0 16,6-5 3-16,-7 8 2 0,1 0 2 0,-6 0 1 0,5 0 0 0,-6 4 2 16,0 0-1-16,-1-1 1 0,-4 5-3 0,-2-5-1 0,0 5-5 15,1-1-8-15,-1 0-11 0,-6 1-13 0,7-1-15 0,-7 0-13 0,0 4-14 16,-7-3-11-16,7-1-8 0,-6 0-6 0,6 4-4 0,-13-4-2 16,7 5-1-16,-2-1 3 0,-4 0 5 0,-1-4 6 0,0 8 12 15,0-5 11-15,-1 1 13 0,-5 5 11 0,0-6 13 0,6 5 13 0,-7-4 12 16,7 3 12-16,0-2 8 0,0-1 8 0,0-2 4 0,0 3 3 0,7-1 4 15,-2 0 4-15,2-3 5 0,6 3 4 0,0-4 6 0,0 1 7 16,0 2 4-16,6-3 4 0,-6 4 0 0,8 0-1 0,-2 4-2 16,0-4 1-16,7 4 0 0,-6 0 2 0,0 3 0 0,-1-4 1 0,7 9-2 15,-6-5-1-15,-1 4-3 0,7 0-2 0,-6 0-2 0,-1 3-2 16,1-3-2-16,-7 4-2 0,6 0 1 0,-6-1-2 0,6 1 0 0,-6 0-2 16,0-1-2-16,0-2-4 0,0 2-2 0,-6 1-2 0,6-1-3 15,-6-3-4-15,6 0-4 0,-7 0-4 0,1-4-3 0,-1 1-4 0,0-4-4 16,1-1-14-16,0-3 0 0,-1 0-2 0,0-4-27 0,-5 1-18 15,5-5-16-15,-6-3-17 0,6 0-17 0,-5-3-15 0,-2-5-14 16,2 1-12-16,-8 0-14 0,7-4-11 0,-7-4-23 0,8-3-26 0,-8 3-11 16,0-3-6-16,1-4 7 0,-1 0 12 0,7 0 15 0,-7 4 18 0,8-4 23 15,-2-1 26-15,2 6 41 0,-2-2 45 0,1 4 38 0,7 1 34 16,-8-1 36-16,14 4 38 0,-6 4 29 0,0-4 25 0,6 7 19 16,0-3 15-16,6 3 15 0,-6 1 11 0,14-5 4 0,-8 5 0 0,13 3-15 15,-5-4-23-15,12 0-17 0,-7 0-14 0,13 4-12 0,-6-4-8 16,7 4-8-16,-1-3-8 0,8 3-11 0,-7-4-90 0,6 4-16 15,-1 0 0-15,-5-3 0 0,7 3 0 0,-2-4 0 0,-5 4 0 0,6-4 0 16,-7 1-78-16,1 3-188 0,-1-4-115 0,1 0-96 0,-7 1-85 16,0 3-41-16,0-4-23 0,1 4-9 0,-1 0-5 0,-7-4 9 15,7 4 14-15,6 0 26 0,-5-3 29 0,-1 0 44 0,6 3 50 0,-5-5 93 16,5 2 214-16</inkml:trace>
  <inkml:trace contextRef="#ctx0" brushRef="#br0" timeOffset="5532.8">16809 4491 0 0,'0'0'271'0,"0"4"46"0,0-4 25 0,0 0 16 0,7-4 13 0,-7 4 24 0,6 0 34 0,0-3 23 0,1 3 18 16,6-4 13-16,1 0 11 0,5 1-50 0,0-1-81 0,8-1-64 0,-2 3-54 16,7-2-35-16,-5-3-21 0,5 3-15 0,8 0-10 0,-8 0-23 15,1 1-32-15,6-1-24 0,-7 0-17 0,1 4-13 0,-1-3-11 0,1 3-9 16,-7 0-7-16,6 0-7 0,-12 0-6 0,7 0-7 0,-8 3-9 15,0-3-13-15,1 0-14 0,-1 0-17 0,-5 0-20 0,-8 0-35 16,7 0-42-16,-7 0-57 0,1 0-63 0,0-3-66 0,-7 3-69 0,0-4-53 16,0 0-45-16,0 1-19 0,0-4-4 0,-7 3 4 0,0-7 10 15,1 4 15-15,-1-4 16 0,1 3 36 0,-7-3 41 0,6 0 57 0,-5-3 61 16</inkml:trace>
  <inkml:trace contextRef="#ctx0" brushRef="#br0" timeOffset="5748.73">17304 4004 0 0,'-6'-8'170'0,"-8"1"104"0,8 0 25 0,0 3 22 0,-1 4 19 0,0 0 27 16,1 4 27-16,-1-1 29 0,7 5 29 0,-6 3 19 0,0 3 15 16,6 1-38-16,0 7-67 0,-7 4-51 0,7 3-44 0,-7 8-28 0,7 0-19 15,0 3-17-15,-6 7-15 0,0 5-23 0,-2-1-26 0,8 4-27 16,-12 0-28-16,5 3-19 0,1 5-15 0,-7-1-12 0,6 1-12 16,-5-5-11-16,-2 4-9 0,1-3-14 0,7-1-15 0,-7-6-17 0,6-1-18 15,1-4-22-15,-1-6-24 0,0-4-43 0,7-4-52 0,0-8-65 16,-6 1-72-16,12-4-57 0,-6-7-52 0,0-4-43 0,0-4-41 0,7-3-12 15,-7-4-1-15,7-4 6 0,-7 0 11 0,6-7 18 0,1 0 21 0,-1-3 41 16,1-5 52-16,-1 1 64 0,-6-1 71 0</inkml:trace>
  <inkml:trace contextRef="#ctx0" brushRef="#br0" timeOffset="5915.63">17193 4876 0 0,'0'-19'181'0,"0"5"103"0,-6-1 36 16,-1 4 38-16,7 0 39 0,-13 4 30 0,7 3 23 0,-7 1 13 15,-1 3 6-15,2 0 4 0,-8 7 1 0,7-3-51 0,-7 6-78 0,-6 1-61 16,7 4-50-16,-7 0-42 0,0 0-37 0,6 2-43 0,-5-1-46 15,5 2-55-15,0 0-59 0,1-3-58 0,-1-1-55 0,7 1-62 16,0-8-59-16,0 4-53 0,7-4-45 0,6-3-37 0,-7-4-29 0,7 0-15 16,7 0-7-16,-1-4 1 0,1-3 5 0,5 0 26 0,2-4 34 0,6 0 45 15,-1-4 50-15,0 4 77 0,8-7 100 0</inkml:trace>
  <inkml:trace contextRef="#ctx0" brushRef="#br0" timeOffset="6033.26">17004 4883 0 0,'27'-14'77'0,"-1"-1"56"0,0 4 28 0,-7 4 29 16,7-5 33-16,0 9 34 0,-6-1 31 0,-1 0 33 0,7 4 34 0,-6 0 15 15,-7 0 6-15,7 4-4 0,-1 0-4 0,0-1-10 0,-5 5-12 16,5-1-15-16,-5 0-20 0,-2-3-24 0,8 3-32 0,-7 1-31 0,-1-4-32 15,2 3-45-15,-1-3-49 0,6-4-68 0,-6 3-77 0,1-3-82 16,-2-3-85-16,2-1-70 0,-2 0-66 0,1-3-49 0,1-1-41 16,-2 1-21-16,2-4-9 0,-2 4-6 0,-5-8-1 0,6 4 9 0,-6 0 15 15,5-3 32-15,-4-1 42 0,-2 4 59 0,0-4 71 0</inkml:trace>
  <inkml:trace contextRef="#ctx0" brushRef="#br0" timeOffset="6249.84">17669 4249 76 0,'-6'-21'344'0,"-2"2"53"0,8 1 37 0,0 3 24 0,0 1 19 16,0 2 16-16,0 5 14 0,0-4 12 0,8 4 11 0,-2-1 11 0,7 5 12 16,0-5-58-16,0 5-96 0,-1-5-81 0,8 5-73 0,7-4-46 15,-8 3-33-15,7 1-22 0,0-1-16 0,0 4-14 0,7-4-14 0,-7 4-12 16,6-4-9-16,-5 4-12 0,5 0-12 0,-6 0-11 0,7 0-11 16,-7 0-12-16,-7 0-13 0,7 0-18 0,0 0-18 0,-6 0-21 15,-7 0-23-15,7 0-25 0,-8 0-27 0,2 0-46 0,-2 0-60 0,-5 0-75 16,-1 0-85-16,-6 0-76 0,0 0-72 0,0 0-31 0,0 0-11 15,0 0 3-15,-6 0 10 0,-1 4 16 0,-5-4 19 0,5 0 22 16,-12 0 27-16,11 0 47 0,-11-4 57 0,6 4 76 0,0-7 237 0</inkml:trace>
  <inkml:trace contextRef="#ctx0" brushRef="#br0" timeOffset="6416.08">17935 3945 118 0,'-18'-11'251'0,"4"0"43"0,-5 4 44 0,-1-4 45 16,0 7 46-16,8-2 32 0,-1 2 21 0,-1 0 17 0,2 4 12 0,-2 0-11 15,8 4-26-15,0 0-41 0,-1-1-48 0,0 8-38 0,1 0-36 16,-1 3-39-16,7 1-40 0,-6 7-45 0,0 0-45 0,6 3-30 15,-8 5-21-15,8 0-15 0,-6-2-14 0,0 5-18 0,6-4-19 0,0 1-30 16,0 0-33-16,0-5-56 0,0-3-67 0,0 0-88 0,6-1-99 0,-6-5-81 16,6-2-71-16,2-3-38 0,4 0-17 0,-5-7-11 0,6 0-3 15,0-4 4-15,0-4 12 0,6 0 18 0,1-3 26 0,-1-4 48 16,1-4 61-16,6 1 83 0,1-1 250 0</inkml:trace>
  <inkml:trace contextRef="#ctx0" brushRef="#br0" timeOffset="7432.16">18215 4117 0 0,'8'-3'259'0,"-2"-1"95"0,0 4 47 0,-6 0 34 0,0 4 27 0,-6-1 20 15,0 1 13-15,6 3 11 0,-8-3 6 0,-4 3 10 0,5 1 8 16,-6-1-46-16,0 4-73 0,1-3-78 0,-8 6-80 0,7-3-58 0,-7 0-46 16,0 4-35-16,-6-1-27 0,1 5-22 0,-1-1-15 0,0-4-18 15,-1 5-19-15,1-1-24 0,-6 1-23 0,5-1-31 0,-5 4-36 0,6-8-44 16,0 5-51-16,0-1-54 0,0-3-57 0,0 2-43 0,0-1-36 16,7-5-27-16,-7 3-18 0,6-3-5 0,0 0 2 0,7 0 10 0,1 0 13 15,-2-3 23-15,1 3 29 0,6-8 42 0,1 4 47 0,6-3 58 16,0 3 65-16,0-2 53 0,0-2 50 0,6 1 41 0,-6 0 37 15,7-1 36-15,-7 1 35 0,7-2 37 0,-1 7 36 0,-6-6 31 0,6 8 29 16,2-3 28-16,-8 3 29 0,6 0 26 0,0 0 24 0,0 3 9 16,-6 1 3-16,7-1-6 0,0 1-9 0,-7 0-18 0,6 0-23 0,-6-1-30 15,0 5-32-15,7-5-29 0,-7 1-27 0,0-4-28 0,0 3-28 16,0-2-31-16,0-1-31 0,0-5-21 0,0 2-16 0,0 0-12 16,0-5-11-16,0 1-13 0,0-4-12 0,0 0-15 0,0 0-15 0,0-4-26 15,0-3-26-15,6 0-26 0,-6-4-24 0,6 0-15 0,2-4-10 16,-2-3-4-16,0-1-2 0,0 1 3 0,8-4 5 0,-1 0 6 15,-7 0 8-15,8 3 16 0,-2-2 19 0,2-1 29 0,-2 3 35 0,1 1 34 16,7 0 33-16,-7 3 27 0,0 0 26 0,7 1 26 0,-7-1 26 0,6 4 18 16,0 4 15-16,1-1 10 0,0 1 9 0,5 0 6 0,-5 3 0 15,0 4 0-15,5-4-1 0,-5 4-3 0,7 0-2 0,-8 4-6 16,0 0-9-16,1-1-16 0,0 5-20 0,-1 0-12 0,-5-2-10 0,-2 2-5 16,1-1-4-16,-6 4-4 0,6-4-2 0,-13 4-3 0,6 1-4 15,-6-1-6-15,0-2-5 0,0 7-6 0,-6-5-7 0,-1 4-5 0,-6-1-3 16,7 1-5-16,-13-1-4 0,5-3-6 0,1 8-6 0,-6-4-10 15,-1-1-12-15,1 1-12 0,-7-4-11 0,6 4-10 0,-7-1-10 0,2-3-6 16,-1 0-8-16,6-4-6 0,-6 1-4 0,0-1-2 0,7 1-1 16,-7-5-1-16,6 1 0 0,1-4 3 0,-1 0 6 0,7-4 7 0,0 1 8 15,0-5 9-15,-1 4 7 0,2-3 9 0,6 0 4 0,-1 0 6 16,0-5 4-16,1 5 2 0,-1-4 1 0,7 4 2 0,0-4 3 0,0 4 2 16,0-4 2-16,7 3 3 0,-7 1 2 0,6 0 0 0,1-1 1 15,6 1 0-15,-7-1 0 0,8 5 0 0,-2-5 0 0,-5 5 1 16,13-1 0-16,-8 0 1 0,2 1-1 0,-2-1 1 0,8 1-1 0,-7-1 0 15,0 4-2-15,6-3 0 0,-5 3 1 0,-1-4-1 0,0 4-3 16,0 0-3-16,-7 0-4 0,0 4-7 0,2-1-7 0,-8-3-16 0,0 7-18 16,0-3-17-16,-8 3-19 0,-4 0-13 0,6 4-13 0,-8-3-6 15,-5 2-3-15,5 6-1 0,-5-5 2 0,0 3 2 0,-8 1 4 16,8-1 6-16,-7 5 8 0,6-5 14 0,-6 1 19 0,0 4 18 0,7-5 19 16,-7 1 14-16,6 0 14 0,1-5 6 0,-1 5 5 0,0-8 4 15,8 4 5-15,-2-3 2 0,8-1 2 0,-1 0 2 0,1-3 1 0,0-4-1 16,6 4 1-16,0-4 0 0,6 0-1 0,0-4 0 0,1 4 0 15,-1-4-1-15,8 1 1 0,-2-1-3 0,2 0-4 0,-2-3-3 16,2 0-2-16,5-1 0 0,1 1-1 0,0-4 1 0,-1 4-2 0,1-4 1 16,-2 4-2-16,2-4-1 0,7 0-2 0,-8 3 1 0,0 1-2 15,1-4 0-15,-1 3 0 0,1 5 1 0,-7-5 2 0,7 1 0 0,0 4-3 16,-8-1 1-16,8 4 0 0,-7-4 5 0,-7 0 7 0,8 4 18 16,-8 0 26-16,0 0 18 0,-6 4 17 0,6-4 12 0,-6 4 6 0,-6 3 7 15,0-3 5-15,0 3 5 0,-1 0 5 0,-6 5 5 0,0-1 2 16,-7 0-2-16,1 0-1 0,6 3-14 0,-14 1-21 0,8-1-17 0,0 2-15 15,-8-2-9-15,8 0-4 0,-7 1-4 0,6 4-4 0,0-5-4 16,-5-3-4-16,5 4-3 0,0-1-2 0,2 1-4 0,-2-4-2 16,0 3-4-16,7-3-3 0,1 0-4 0,-2 0-2 0,1-3-3 0,6-1-4 15,-6 1-2-15,7-1-1 0,6-3-1 0,-6 3-2 0,6-3-2 16,6-1 0-16,-6 1-2 0,6 0-2 0,-6-1 0 0,13 1 1 0,-6 0 0 16,6-1 1-16,-7 1 1 0,8 0-1 0,5-1 1 0,-6-3 2 0,6 4 0 15,1-1 2-15,0-3 2 0,-1 4 2 0,1 0 3 0,0-4 2 16,5 3 1-16,-5-3 0 0,0 4 1 0,6-4-2 0,-7 4 0 15,7-4 2-15,-6 0-3 0,-1 3-2 0,7-3-9 0,-6 0-11 0,-1 0-16 16,1-3-18-16,0 3-21 0,-1-4-25 0,-6 0-44 0,6 1-56 16,-5-5-66-16,5 1-72 0,-6 4-58 0,0-5-53 0,0 1-40 0,0 0-37 15,1-4-11-15,-2 3 0 0,-5 1 10 0,6 3 15 0,-7-3 17 16,1-1 22-16,-1 1 45 0,-6 0 54 0,6-1 66 0,2 1 71 16</inkml:trace>
  <inkml:trace contextRef="#ctx0" brushRef="#br0" timeOffset="7698.74">18398 4598 0 0,'0'0'176'0,"7"-5"166"0,-7 2 48 0,0 3 32 0,0 0 24 0,6-4 23 0,-6 4 22 0,7 0 14 0,-1 0 13 0,8 0 7 15,-2-4 9-15,2 4-34 0,-2 0-57 0,1 0-79 0,7 0-89 0,-7 4-60 16,6-4-48-16,1 0-32 0,-7 0-24 0,7 0-22 0,-1 4-23 0,-6-4-17 16,6-4-15-16,1 4-20 0,-6-4-21 0,5 4-26 0,1-3-25 15,-8-4-40-15,2-1-49 0,5 1-58 0,-13 0-62 0,8-4-59 16,-8 3-58-16,0-3-44 0,0 0-41 0,-6 1-28 0,0-1-25 0,0 0-4 16,-6 0 7-16,6 0 14 0,-6-1 17 0,-7 1 36 0,6 4 45 0,-6-4 56 15,1 0 61-15,4 0 73 0,-4 0 133 0</inkml:trace>
  <inkml:trace contextRef="#ctx0" brushRef="#br0" timeOffset="7998.93">18691 4352 0 0,'-12'-11'54'0,"4"0"110"0,-4 4 41 0,6-5 36 15,-8 9 34-15,8-5 29 0,-1 5 26 0,1-1 29 0,-1 0 32 0,7 8 17 16,-7 0 12-16,7-1-6 0,0 8-14 0,0 1-16 0,0 2-17 16,0 8-22-16,0 0-23 0,0 4-24 0,0 3-23 0,0 3-21 15,0 6-16-15,0-2-22 0,0 8-26 0,-6 0-23 0,6 4-24 0,-6-1-16 16,0 5-12-16,-8-1-11 0,8 1-10 0,-8-1-9 0,1 0-9 16,1-4-8-16,-2 1-9 0,2-4-7 0,-2-4-9 0,8 1-6 0,-7-8-8 15,7-4-8-15,-1-3-10 0,0-5-8 0,1-5-10 0,0-2-10 16,6-3-9-16,-8-7-8 0,8-1-8 0,0-3-6 0,-6-7-5 15,6 0-3-15,0 0-3 0,0-8-1 0,0 0 2 0,-6-3-1 0,6-1 2 16,0 1 5-16,0-4 5 0,0 0 7 0,-7 0 9 0,7 0 9 16,0 1 10-16,0-2 8 0,7 1 9 0,-7 4 6 0,0 0 5 0,6 3 2 15,-6 1 2-15,6-1 1 0,2 0 2 0,-8 4 0 0,6-4-1 16,0 4 1-16,1 0 1 0,6 0-2 0,-7-3-3 0,7 3-9 0,1-4-11 16,-2 1-17-16,2-1-19 0,-2-4-24 0,8 1-26 0,-1 0-49 15,1-4-64-15,0 0-75 0,-1 4-84 0,1-5-75 0,0 1-70 0,-1 1-35 16,-6-1-18-16,6 0-3 0,-5 0 2 0,5 4 12 0,-6-5 16 15,0 5 21-15,-1-4 23 0,2 0 50 0,-1 4 63 0,-6 0 75 0,6-4 241 16</inkml:trace>
  <inkml:trace contextRef="#ctx0" brushRef="#br0" timeOffset="8166.06">18893 4374 63 0,'0'4'281'0,"0"3"60"15,0 4 60-15,-7 4 46 0,7-1 36 0,0 8 27 0,0-1 23 16,0 6 20-16,-6 2 21 0,6 4 7 0,0 0 4 0,-6 4-42 16,6 3-61-16,0-4-55 0,-7 4-49 0,7 1-56 0,-7-1-57 0,7-3-43 15,0 0-35-15,0-4-174 0,0 0-13 0,0-8 0 0,7 1 0 16,0-4 0-16,-1-4 0 0,0-3 0 0,1-4 0 0,6-4 0 0,-6-3 0 15,6-4 0-15,0-4 0 0,-1-3 0 0,2-8-135 0,5 1-168 16,-5-4-86-16,-2-5-76 0,8-2-75 0,-7 0-46 0,0-5-33 16,0-3-6-16,0 4 3 0,0-4 17 0,-7 0 20 0,8 0 27 15,-8-1 28-15,1 1 42 0,-1 4 47 0,1 0 74 0,-7 0 84 0</inkml:trace>
  <inkml:trace contextRef="#ctx0" brushRef="#br0" timeOffset="8299.51">19154 4539 0 0,'0'-22'139'0,"0"4"151"0,0 3 81 0,0-1 55 16,0 6 43-16,0 3 28 0,0 3 21 0,-7 4 17 0,7 0 14 15,0 4 17-15,-6 3 13 0,6 1-25 0,-7 3-47 0,7 0-59 16,-6 7-68-16,-1-4-68 0,7 5-69 0,-6-1-49 0,6 4-40 0,-7-3-26 15,7-1-21-15,0 0-23 0,0 0-21 0,0 1-31 0,0-4-37 16,0-1-42-16,7-3-43 0,-1 0-68 0,1 0-81 0,-1-8-100 0,1 1-109 16,6-1-71-16,-1-3-55 0,2-3-25 0,-1-1-13 0,0-2-3 15,6-2 6-15,1-3 15 0,6 0 20 0,-7-3 28 0,1 2 33 16,6-2 59-16,0-1 75 0</inkml:trace>
  <inkml:trace contextRef="#ctx0" brushRef="#br0" timeOffset="8564.98">19577 4528 46 0,'7'0'376'0,"-1"3"69"0,-6 2 44 0,-6 1 36 16,6 2 30-16,-7 3 26 0,0 0 21 0,1 3 16 0,-7 1 15 15,7 0 13-15,-8 3 12 0,2-3-51 0,-2 3-82 0,-5 1-99 16,6-2-106-16,-6 5-181 0,-1 1-139 0,-6 2 0 0,7 1 0 0,-8-1 0 16,1 5 0-16,0-4 0 0,-7 3 0 0,7 0 0 0,0-3 0 0,0-1 0 15,1 1 0-15,-2-4 0 0,1-4 0 0,6 1 0 0,1-8 0 16,6 0 0-16,0 0 0 0,0-8 0 0,6 1 0 0,7-4 0 16,0 0-181-16,0-4-64 0,7-3 3 0,0 3 11 0,6-3 16 0,-1 3 18 15,2-3 17-15,-2 3 25 0,8 1 24 0,0-1 33 0,-7 8 37 16,7-4 32-16,-1 7 31 0,-6-3 23 0,6 3 22 0,1 4 14 15,-7 0 9-15,0 0 6 0,6 3 4 0,-5 1 2 0,-8 0 0 0,7-4-1 16,0 4-5-16,-7-1-9 0,7 1-13 0,-6-1-20 0,0 1-26 0,-1-4-42 16,0 0-52-16,2-4-83 0,-8 5-102 0,6-5-93 0,-6-4-92 15,6 4-44-15,-6-2-23 0,0-2-13 0,0-3-5 0,0 0-1 16,0 4 0-16,0-4 12 0,0 0 15 0,0 0 33 0,0 0 44 16,0 0 77-16,0 0 180 0</inkml:trace>
  <inkml:trace contextRef="#ctx0" brushRef="#br0" timeOffset="22332.55">10068 9536 35 0,'-6'-11'161'0,"0"3"16"0,-2-3 15 0,-4 4 17 0,-2 0 19 0,2 0 27 0,-1-1 28 0,-1 0 28 0,2 2 30 0,-8-6 1 16,7 5-12-16,-7 0-7 0,8-1-3 0,-8 5-7 0,7-5-9 15,-7 5-9-15,1-1-10 0,0 4-14 0,-1-4-17 0,0 4-22 16,1 4-24-16,-1 0-25 0,0-1-25 0,1 1-26 0,-1 3-27 0,1 4-19 16,-7 4-15-16,6-4-9 0,0 8-5 0,-5-1-3 0,5 0-2 15,-6 4 0-15,0 0 0 0,7 3-2 0,-1-3-2 0,-6 8-4 0,7-4-2 16,-1 3-2-16,0 0-4 0,8 4-2 0,-8-3-5 0,7 2-3 15,-1 1-4-15,2 0-3 0,-1 4-2 0,6-4-3 0,-6 4-4 0,7 0-2 16,-1-1-1-16,0 1-2 0,1 3-1 0,6-3-2 0,-6 3-1 16,6-4-2-16,0 5 0 0,-6-4 0 0,6-1-1 0,0 1 1 0,6-1 0 15,-6-3 0-15,0 0 1 0,6 0 0 0,0-4 0 0,1 1 0 16,0-1-1-16,-1-3 1 0,7-1-1 0,-6 1 0 0,6-4 1 16,-1 0-1-16,2-4-1 0,-1 1 0 0,7-1 1 0,-8-3-1 0,8-1-1 15,0 1 0-15,-1-4-1 0,1 0 1 0,-1 0-2 0,1-3 2 16,-1-1 0-16,8-4 1 0,-2 1 0 0,-5 0 0 0,6-4 0 0,0-4 1 15,0 0-1-15,0 1 1 0,0-4 0 0,6-1 1 0,-5-3 1 16,5 0 0-16,-6 0 0 0,7-4 0 0,-7 1 0 0,6-1-1 0,-5 0 1 16,-1-3-1-16,6-1 1 0,-5 1-1 0,-1 0-1 0,-1-4 2 15,1 4 0-15,-6-1 0 0,6-2 0 0,1 2 1 0,-9-3-1 0,2 0 2 16,-1 4-1-16,1-4-1 0,-7 4 1 0,0-4 0 0,0 0 0 16,1 3-1-16,-2-3 2 0,-6 0 0 0,2 0-2 0,-2 0 0 15,0-4 0-15,1 1-1 0,-7-1-1 0,6 1 1 0,-6-5 0 0,0-2 1 16,0 2 0-16,-6-3 0 0,6-3 0 0,-7 3 0 0,7-4-1 0,-6-3 1 15,6 3-1-15,-6 1 2 0,-8-5 0 0,8 4 0 0,0-3 0 16,-8 4 0-16,8-1 0 0,-7 4-4 0,-7 0-3 0,8 0-7 16,-2 3-9-16,-5 1-11 0,-1 4-11 0,0 3-20 0,1 0-23 0,-7 4-54 15,0-1-64-15,0 4-71 0,-1 4-72 0,-5 4-63 0,6 0-59 16,-7 3-31-16,1 4-17 0,-7 0-4 0,6 4 3 0,1-1 9 16,-1 5 9-16,1-1 19 0,6 0 24 0,-7 1 51 0,7-1 66 0,0 4 69 15,0-3 213-15</inkml:trace>
  <inkml:trace contextRef="#ctx0" brushRef="#br0" timeOffset="23299.12">10270 11023 91 0,'7'-11'232'0,"6"-4"33"0,0 0 29 0,0 5 35 0,-7-5 40 0,8 4 37 0,-8 0 37 0,7 0 22 0,-7 4 17 0,8-4-10 0,-2 4-22 0,2-5-35 16,5 5-39-16,-6 0-34 0,6-1-31 0,1 1-25 0,0 0-24 16,6 3-31-16,-7 0-35 0,1 4-32 0,6-3-32 0,-1 3-19 15,2 0-13-15,-1 3-11 0,0-3-10 0,0 4-9 0,-7 0-7 0,7-1-7 16,1 5-8-16,-8-5-6 0,8 5-4 0,-8-1-6 0,0 0-3 16,1 1-4-16,-7-1-5 0,0 1-4 0,0 3-2 0,0-4-4 0,-7 4 0 15,1 0-2-15,0 0-1 0,-1 0 0 0,-6-1 0 0,0 5-1 16,-6 0-2-16,-1 0-4 0,0 0-5 0,-6 3-7 0,1-3-5 0,-2 3-8 15,-5 0-6-15,-1 3-8 0,1-2-8 0,-8-1-7 0,8 1-6 16,-7-1-6-16,0 4-4 0,-6-3-3 0,5-1 0 0,-5 0 2 0,6 0 4 16,-7 1 5-16,7-4 7 0,-7 0 6 0,8-1 7 0,5 0 8 15,-6-3 8-15,6-3 7 0,8-1 7 0,-1 0 4 0,-1-3 5 16,8 0 2-16,0-1 2 0,6-3 0 0,0 0 0 0,0-3 3 0,6 3 2 16,-6-4 3-16,13 0 1 0,-6 1 3 0,6-1 0 0,-1 0 1 15,8-3 1-15,-7 3-1 0,7-3 3 0,-1 3 1 0,0-3 0 16,1 0 0-16,0 0 2 0,-1 3-3 0,7-3-1 0,-6-1-3 0,-1 1-3 15,1 3-4-15,0-3-10 0,-7 2-9 0,6-1-12 0,-6 2-16 16,1 0-18-16,-8 1-29 0,0 3-35 0,1-4-61 0,-7 4-71 0,0 0-70 16,0 0-69-16,-7 0-54 0,1 0-47 0,0 0-21 0,-8 0-6 15,1 4 3-15,0-4 7 0,0 3 14 0,-7-3 16 0,8 0 29 0,-8 0 35 16,7 0 59-16,-7-3 72 0</inkml:trace>
  <inkml:trace contextRef="#ctx0" brushRef="#br0" timeOffset="23648.18">10361 11023 0 0,'-6'-22'250'15,"6"7"95"-15,-7 1 54 0,7 3 34 0,-6 4 24 0,6 3 16 16,0 0 10-16,0 4 12 0,0 4 13 0,0 0 14 0,0 3 16 0,0 4-39 16,0-1-69-16,-6 9-65 0,6-1-62 0,0 5-54 0,-8 6-47 15,2-4-30-15,6 8-22 0,-12 0-13 0,5 5-10 0,-6 1-12 16,0 1-10-16,-1 1-14 0,-4 3-15 0,-2 0-16 0,0 3-14 0,1 1-18 16,-1 0-22-16,0-1-25 0,-5 1-27 0,5-4-28 0,0-4-25 15,7 1-38-15,-7-9-41 0,8 1-60 0,-2-7-70 0,8-1-63 16,0-6-65-16,6-4-46 0,-7-4-38 0,14-4-25 0,-7-3-19 0,6-8 3 15,0 0 14-15,8-3 18 0,-2-4 23 0,2-3 35 0,-1-5 39 0,7-3 77 16,-2 4 94-16,2-8 92 0,0 4 93 0,-1-1 75 16,1 2 62-16,6-1 59 0,-7 4 56 0,1 3 47 0,0 1 44 0,-1 3 49 15,-5 3 54-15,4 1 42 0,2 3 37 0,-7 1 6 0,7 3-10 0,-8 3-14 16,2 1-18-16,6 3-14 0,-7 1-15 0,-1 3-19 0,8-1-21 16,-7 5-30-16,0 0-32 0,7-1-46 0,-7 5-49 0,-1-2-41 15,2-1-37-15,5 3-24 0,-6-2-17 0,6 2-23 0,-5-5-27 0,-1 1-29 16,7-4-31-16,-8 3-45 0,2-6-53 0,-2 3-75 0,2-5-87 0,-1 3-77 15,-1-6-77-15,2 1-45 0,-2 0-28 0,-4-1-15 0,4 1-6 16,-5 0 6-16,-1-4 11 0,1 4 18 0,-1-1 18 0,1 1 40 16,-7-4 48-16,0 0 71 0,6 3 128 0</inkml:trace>
  <inkml:trace contextRef="#ctx0" brushRef="#br0" timeOffset="27682.65">13579 8264 70 0,'6'0'154'0,"-6"0"12"0,0 0 10 0,0 0 13 0,0 0 13 0,0 0 16 0,0 0 17 0,0 0 15 0,0 0 16 0,0 0-15 16,0 0-29-16,0 0-22 0,0 0-15 0,0 0-11 0,0 0-8 0,0 0-8 15,0 4-8-15,0-4-7 0,6 0-8 0,-6 4-11 0,0-4-12 16,8 0-10-16,-8 4-7 0,6-4-5 0,-6 0-2 0,0 3 4 16,6-3 6-16,1 0 6 0,-7 4 6 0,6-4 4 0,1 0 3 0,-7 3-1 15,7-3-1-15,-1 0-4 0,0 0-4 0,-6 0-7 0,6 0-10 16,-6 0-11-16,8 0-12 0,-2 0-11 0,-6 0-11 0,6 0-9 15,-6 0-9-15,0 0-6 0,0 0-6 0,0 0-5 0,0 0-3 0,0 0-1 16,0 0-1-16,0 0 0 0,0 0 3 0,0 0 2 0,0 0 4 16,0 0 2-16,0 0 3 0,0 0 2 0,0 0 2 0,0 0 3 0,0 0 0 15,0 4 1-15,0-4 0 0,-6 0 1 0,6 0 1 0,0 4 0 16,-6-4 0-16,6 3-1 0,-8-3-1 0,8 0-2 0,0 0-1 0,-6 0-2 16,6 0-2-16,0 0-1 0,0 0 0 0,0 0 0 0,0 0 0 15,0 0 0-15,0 0 0 0,0 0-3 0,0 0-1 0,0-3-3 16,0-1-2-16,6 0-2 0,-6 1-1 0,8-1-1 0,-8-3-1 0,6 3 0 15,0-3-2-15,1-1 0 0,0-2-2 0,6 2 0 0,-7 1 0 0,0 0-1 16,1-1-1-16,0 1 1 0,-1 3 1 0,0-3-2 0,-6 3 0 16,7 1 1-16,-7 3 0 0,7-5 1 0,-7 5 2 0,0 0 2 15,0 0 2-15,0 0 3 0,0 0 2 0,0 5 3 0,0-2 2 0,0-3 4 16,-7 4 4-16,7 3 2 0,0-3 4 0,-7 3 2 0,7-3 2 16,-6 3 2-16,6 1 1 0,-6-1 1 0,-1 0-1 0,0 4 0 15,7-4-2-15,-6-3-2 0,0 4-3 0,6-1-2 0,-7-4-3 0,7 1-4 16,-6 3-2-16,6-7-3 0,0 4-2 0,0-4-3 0,0 0-1 0,0 0-3 15,0 0-3-15,0 0-3 0,0 0-1 0,0 0-2 0,0-4-3 16,0 4 1-16,0-7-2 0,6 3 0 0,-6 1 0 0,0-1-2 16,7-3-2-16,-1-1-2 0,-6 1 0 0,6-4-1 0,1 4 0 0,0 0 0 15,-1-1 1-15,0 1 0 0,-6 0 3 0,7-1-1 0,-7 5 1 16,7-1-1-16,-7 0 0 0,0 4 2 0,0 0 0 0,0 0 1 0,0 0 2 16,0 0 0-16,0 0 0 0,0 0 1 0,0 4 1 0,0-4-1 15,0 4 1-15,0-1 2 0,0 1 0 0,0 3 0 0,0-3 3 0,0 3 0 16,0-3 0-16,-7 0 1 0,7 3 0 0,0 0 0 0,0-3 1 15,0 3-1-15,-7-3 1 0,7 3-2 0,0-3-1 0,-6 3-7 16,6-3-7-16,0 3-16 0,-6-3-18 0,6 3-41 0,-7-3-49 0,0 3-80 16,1-3-92-16,0 3-84 0,-1-4-77 0,1 2-38 0,-1-5-20 15,0 2-8-15,-5-2-4 0,4 0 2 0,2-2 8 0,0-3 13 16,0-1 18-16,-1 2 39 0,0-7 51 0,1 3 78 0,-1-3 220 0</inkml:trace>
  <inkml:trace contextRef="#ctx0" brushRef="#br0" timeOffset="28732.78">9359 7565 0 0,'0'-4'66'0,"-7"4"141"0,0 0 21 0,7-4 19 0,-6 4 16 0,6 0 21 0,-7-3 24 0,7 3 29 16,7 0 36-16,-7-4 27 0,6 4 23 0,1-4-23 0,6 4-48 16,-7 0-32-16,8-4-24 0,-2 4-21 0,8-3-21 0,-1-1-16 0,-5 4-17 15,5-3-20-15,7-1-21 0,-6 0-30 0,0 1-34 0,5-1-31 16,-5 1-27-16,0-5-18 0,6 5-13 0,-7-1-8 0,1-3-7 0,-1 3-4 15,1 1-3-15,-8-5 0 0,2 4-2 0,-2 1-1 0,2-1-1 16,-8 0-2-16,1 0 1 0,-1 4-1 0,1-3-1 0,-7 3 0 0,0 0-1 16,-7-5-1-16,7 5-2 0,-6-3 0 0,-1 3 0 0,1 3 0 15,-8-3-2-15,8 0 1 0,-7 5 0 0,0-2 0 0,0 1 0 0,0 0 0 16,0 0 1-16,0 3 0 0,0 1 0 0,0-1 2 0,0 0 2 16,0 0 3-16,7 4 2 0,-8-4 1 0,8 4 3 0,-1 0 2 15,1 0 2-15,-1 4 3 0,1 0 4 0,-1 3 3 0,7-3 2 0,-6 7 4 16,6-4 4-16,-6 4 3 0,6 0 1 0,0 3 3 0,-8 1 1 0,8 0-1 15,0 3 1-15,0 0-1 0,0 1-2 0,-6-1-2 0,6 1-2 16,0-1-3-16,0 0-2 0,-6 4-5 0,6-3-2 0,0-1-5 16,0 0-2-16,0 0-4 0,-7-3-2 0,7 3-2 0,0-3 0 15,0 3-2-15,-6-3 0 0,6-4-4 0,0 4-3 0,-7-4-4 0,7-1-4 16,0-2-4-16,-6-1-3 0,6 0-4 0,-7-3-3 0,7 3-2 16,-6-6-4-16,-1-1-2 0,7 3-3 0,-7-7 0 0,1 4-1 0,0-3 2 15,-1 3 3-15,-6-8 3 0,7 5 3 0,-1-5 4 0,-6 1 4 16,6 0 3-16,-5-4 4 0,4 0 4 0,2 0 4 0,-6 0 2 0,5-4 4 15,0 0 0-15,1 1 2 0,-1-1 1 0,7 0 1 0,-6 1 2 16,6-1 1-16,-6 0 0 0,6 1 0 0,0-5 2 0,6 5 1 0,-6-1 0 16,6 0 0-16,1 1 1 0,6-1-2 0,-6 4 0 0,5-5 1 15,2 5-2-15,5-2 0 0,1 2-2 0,-8 0 0 0,8 0 0 16,0 0-2-16,-1 0-5 0,1 2-9 0,0-2-12 0,-1 5-14 0,0-5-31 16,-6 4-42-16,1-4-51 0,5 3-59 0,-6-3-55 0,0 4-57 15,0-4-57-15,-6 0-55 0,5 0-31 0,2 0-18 0,-8 0-4 0,7-4 1 16,-7 4 9-16,8-3 12 0,-8-1 31 0,8-3 41 0,-2 0 51 15,-5-1 56-15,6 0 58 0,0-3 231 0</inkml:trace>
  <inkml:trace contextRef="#ctx0" brushRef="#br0" timeOffset="28917.13">9951 8308 105 0,'0'-7'258'0,"0"3"39"0,0-3 40 0,0 7 39 0,0-4 43 0,0 1 25 0,0 3 20 0,0 0 15 0,0 3 15 0,-6 1-9 0,6 0-17 0,0 7-44 15,6-4-53-15,-6 4-46 0,0 8-43 0,0-5-37 0,0 4-36 0,0 4-37 16,0 4-41-16,0-1-26 0,0 2-17 0,0-2-17 0,-6 4-13 15,6 0-12-15,-7 1-12 0,7-1-11 0,-7 1-13 0,7-1-17 0,-6-3-18 16,6-1-28-16,0-3-30 0,-7 0-53 0,7-4-61 0,0-3-75 16,0 0-78-16,0-4-70 0,0-4-65 0,7-3-34 0,-7-1-16 0,0-6-5 15,6-1 3-15,1-3 10 0,0-8 12 0,-1 0 25 0,0-6 27 16,8-6 51-16,-8-2 60 0,7 0 74 0,0-7 254 0</inkml:trace>
  <inkml:trace contextRef="#ctx0" brushRef="#br0" timeOffset="29115.57">10251 7678 8 0,'6'-25'291'0,"0"3"44"0,1-1 36 0,0 5 36 16,-1 0 35-16,1 3 22 0,-1 4 17 0,-6 0 10 0,7 4 7 15,-7-4 6-15,7 8 4 0,-1-5-59 0,-6 5-92 0,6-1-72 16,0 0-61-16,-6 1-44 0,8 3-35 0,-2-4-37 0,0 1-34 0,1 3-28 16,-1 0-22-16,1-4-22 0,0 4-23 0,-1 0-41 0,-6-4-52 0,6 4-65 15,0 0-74-15,2-4-64 0,-8 4-57 0,0 0-51 0,6 4-45 16,0-4-23-16,-6 0-12 0,7 4-1 0,0 0 4 0,-7-1 10 15,6 1 16-15,1-1 35 0,-1 1 46 0,-6 3 64 0,6-3 71 0</inkml:trace>
  <inkml:trace contextRef="#ctx0" brushRef="#br0" timeOffset="29499">10478 7546 98 0,'-6'0'211'0,"6"0"36"0,-6 4 38 0,6-4 40 0,-7 0 39 0,7 4 34 16,-7-4 31-16,7 0 21 0,-6 0 18 0,6 0-16 0,0 0-31 0,0 0-27 16,0 0-27-16,6 0-21 0,1 0-20 0,0-4-24 0,-1 4-28 15,7-4-31-15,0 0-31 0,0 1-27 0,0-1-24 0,6 1-14 16,1-1-11-16,0 0-6 0,-1 1-4 0,-5 3-7 0,5-4-8 0,1 4-7 15,-1 0-6-15,0 0-6 0,1 0-7 0,-7 4-6 0,0-1-73 16,6 1-6-16,-5 3 0 0,-1-3 0 0,0 3 0 0,0 1 0 16,-1 3 0-16,2-4 0 0,-8 4 0 0,8 0 0 0,-8 0 0 0,-6 4 0 15,6 0 0-15,1-1 0 0,-7 1 0 0,0-1 0 0,0 1 0 0,-7 3 0 16,1 0 0-16,6-2 0 0,-6 2 0 0,-8 0 0 0,8 0 0 16,-8 1 0-16,2-1 0 0,-1 0 0 0,0 3 0 0,0-1 0 15,-7-2 0-15,0 0 0 0,8 0 0 0,-8 1 0 0,1-1 0 0,-1 0 0 16,1-3 0-16,-1 4 0 0,0-5 0 0,1-3 0 0,-1 0 0 15,8 0 0-15,-2 0 0 0,-5-4 0 0,12-3-18 0,-6 3-16 0,7-3 6 16,-8-4 6-16,8 4 7 0,6-4 4 0,-6 4 4 0,6-4 1 16,0 0 2-16,0 0 1 0,0 0-2 0,0 0 1 0,0 0-1 0,0 0 0 15,0-4 2-15,6 4-1 0,0 0 1 0,1 0-1 0,0-4 1 16,6 4 0-16,0-4 0 0,-7 4 1 0,7-3-1 0,1-1-4 16,-2 0-6-16,1 1-11 0,0-1-11 0,0 1-15 0,-7-5-15 0,8 4-16 15,-1 1-17-15,-6-5-27 0,-1 5-32 0,1-1-50 0,-1-3-58 16,-6 3-66-16,6-3-68 0,-6 3-57 0,0-4-50 0,-6 5-23 15,6-5-13-15,-6 1 2 0,6 0 8 0,-7-1 13 0,1 1 16 0,-1 0 26 16,0 0 33-16,1-4 48 0,0 3 59 0,-2-3 66 0,2-3 184 0</inkml:trace>
  <inkml:trace contextRef="#ctx0" brushRef="#br0" timeOffset="29849.1">10446 7631 0 0,'0'-7'38'0,"0"-1"217"0,0 5 38 0,-6-2 39 0,6 5 41 0,0 5 39 0,0-5 40 0,-7 7 26 16,7 0 22-16,0 1 17 0,0 2 16 0,0 5-19 0,0 0-37 0,0 3-47 15,0 4-50-15,0 0-38 0,-6 7-31 0,6-3-32 0,0 7-34 16,-7 0-36-16,0 4-36 0,1-1-25 0,0 1-20 0,-2 3-16 16,2-3-15-16,-6 3-16 0,-2 1-14 0,1-2-52 0,1 2-15 0,-2-1 0 15,2 0 0-15,-2 0 0 0,1-3 0 0,0 0 0 0,0 0-40 0,7 0-60 16,-8-5-24-16,2-2-28 0,5-1-31 0,1-7-42 0,-8 0-47 16,14-4-43-16,-6-3-41 0,6-4-15 0,0-4-4 0,6-3 9 15,1-1 11-15,0-6 20 0,-1-1 21 0,7-7 24 0,1 4 27 0,-2-4 43 16,1 0 53-16,0-4 71 0,7 4 79 0,-7 1 83 0,7-2 83 0,-8 1 49 15,1 4 36-15,7 0 22 0,-8-1 17 0,2 8 15 0,6-3 13 16,-7 3 8-16,-1 3 7 0,2 1-8 0,-2 4-15 0,2 2-22 16,-1 1-29-16,0 1-36 0,6 2-42 0,-5 1-28 0,-2-1-25 0,1 5-20 15,0-5-20-15,0 4-24 0,1-3-25 0,5 0-29 0,-6-1-28 16,0-2-34-16,0-1-36 0,0 0-57 0,7-4-67 0,-7-3-74 0,-1-1-80 16,2 1-72-16,6-4-66 0,-8 0-30 0,8-4-12 0,-7 1 2 15,-1-1 9-15,2-3 14 0,6-1 18 0,-8 1 24 0,1-4 28 16,1 0 51-16,5 0 61 0,-6 0 75 0,6-4 246 0</inkml:trace>
  <inkml:trace contextRef="#ctx0" brushRef="#br0" timeOffset="30382.54">11931 7613 0 0,'0'0'196'0,"7"3"103"0,-7 1 37 0,6 3 45 0,-6-3 49 0,0 7 32 0,0-4 24 0,0 4 19 0,0 4 17 0,0-1 15 0,0 1 17 0,0 3-37 16,6 5-63-16,-6-2-51 0,0 1-47 0,0 4-34 0,0 3-27 15,0 0-36-15,0 5-40 0,7-1-24 0,-7-1-15 0,6 5-13 0,1 0-51 16,0-1-116-16,-1 1 0 0,0-1 0 0,8-2 0 0,-2 2 0 15,-5-3 0-15,13-4 0 0,-8 5 0 0,2-9 0 0,5 1 0 0,1-4 0 16,0-4 0-16,-1 0 0 0,0-7 0 0,8-4 0 0,-1-3 0 16,0 0 0-16,-1-8 0 0,1-3 0 0,7-8 0 0,-1 1 0 15,-5-5 0-15,5-3 0 0,1-7 0 0,-1 4 0 0,1-9 0 0,-7 1 0 16,6-3 0-16,1-1 0 0,-7 0 0 0,0 1 0 0,-6-4 0 16,6 3 0-16,-7 0 0 0,1 4 0 0,-7 1 0 0,0-1 0 15,0 3 0-15,1 4 0 0,-8 1 0 0,0 3 0 0,1 0-204 0,-7 0-220 16,6 7-84-16,-6-3-63 0,0 3-49 0,0 4-17 0,0 0 0 15,0 1 9-15,0 2 14 0,-6-3 23 0,6 7 25 0,-7-3 28 0,7 4 32 16,-6-1 54-16,0 0 67 0,6 4 88 0,0 0 284 0</inkml:trace>
  <inkml:trace contextRef="#ctx0" brushRef="#br0" timeOffset="36749.26">13051 5480 0 0,'-6'-3'17'0,"-8"-5"108"0,8 1 9 0,-6 4 9 0,-2-5 7 0,1-3 11 0,0 3 12 0,0 1 13 0,0-4 16 0,0 0 1 0,-7 4-5 16,7-4-7-16,0 0-8 0,-6 0 4 0,-1-4 7 0,7 5 6 16,-6-5 5-16,0 0 6 0,5 1 7 0,-6-1 8 0,1-4 8 0,6 1 3 15,-6 0 0-15,-1 0-10 0,7-4-15 0,-7-1-14 0,8 1-11 0,-8-3-13 16,7-1-13-16,0 1-13 0,-6-4-11 0,5-1-14 15,1 1-12-15,0-4-19 0,0 0-16 0,0 0-16 0,0 0-13 0,0 0-6 16,0-4-5-16,7 4-3 0,-7 0-4 0,6 0-3 0,-6 0-2 0,7 4-1 16,-2-4-2-16,2 4 1 0,0-1 0 0,6 5-1 0,0-4-2 15,0-1-1-15,0 5-4 0,0-1 0 0,0-3-3 0,6 3-2 16,-6 1-2-16,6-5-1 0,2 4-1 0,4 1-1 0,-5-4 0 0,6-1-1 16,0 0-3-16,7 1 0 0,-8 1-1 0,8-2 0 0,-1 0 0 15,1 1-1-15,6-4 0 0,1 5 0 0,5-5-1 0,1-2 1 16,-1 7 0-16,7-5 0 0,1 0-1 0,5 0 2 0,0 0-2 0,1 0 1 15,-1 0 0-15,1 0 0 0,7 3-1 0,-8 1 2 0,7 0 0 16,-7 3 2-16,1-3 1 0,6 8 0 0,-6-6-1 0,-1 5 0 16,1 0-1-16,-1 1 0 0,1 2-1 0,-7 1 1 0,7 3 1 0,-7 0 0 15,0 1-1-15,7 2 0 0,-7 2-1 0,0-1-1 0,-1 4 1 0,2-1 0 16,-1 1 1-16,0 3 1 0,1 1 1 0,-2-1 0 0,8 0 1 16,-7 4 0-16,6 0-1 0,1 0 1 0,0 0 0 0,-1 4-2 15,7 3 1-15,-6-3 0 0,6 6-1 0,0-2-1 0,-7 3-1 0,8 3 0 16,-1 1-1-16,0 0 1 0,-6 3 1 0,6 1 1 0,-7-1 0 15,1 4-1-15,-1 0 1 0,1-1 0 0,-7 6 1 0,0-6 0 0,0 5 1 16,1 4 0-16,-2-5 2 0,-5 4-2 0,6 1 2 0,-13 3-2 16,6-4 0-16,1 4-2 0,-7 0 2 0,0 0 0 0,1 0-1 0,-1 0 0 15,0 0 0-15,-7 0 0 0,1 4-2 0,-1-4 1 0,1-1 0 16,0 5 0-16,-8-4 0 0,8 4-1 0,-7-4 0 0,0 4 1 0,0-4 0 16,-1 3 0-16,2-3 1 0,-1 3 2 0,0 1-1 0,-6 0 1 15,5 0-2-15,-5-1 2 0,6 5-2 0,-7-5 2 0,8 4-1 0,-8 1 1 16,1-5-1-16,-1 5-1 0,7-1 0 0,-6-3-1 0,-7 3-2 15,6-3 1-15,0-1 1 0,-6 1 0 0,0-4 0 0,0 0-1 16,0-1 0-16,0 2 2 0,0-5 3 0,-6 0 2 0,0-3 7 0,-1 3 3 16,0-3 4-16,-5 0 4 0,5-1 5 0,-6-3 3 0,0 0 5 15,0 0 3-15,-6 0 6 0,5 0 2 0,-5-4 4 0,-7 4 1 0,6-3 0 16,-5-1 1-16,-1 0-1 0,-1 0-2 0,1 1 0 0,-6-4-3 16,-7 3-3-16,6-3-2 0,-7-1-4 0,2 1-3 0,-1-1-4 15,-7-3-4-15,7 4-1 0,-6-4-1 0,-1 0-3 0,1 0-2 0,-1 0-5 16,0 0-2-16,0-4-2 0,1 1-4 0,-1 3 0 0,1-4-2 15,-1-3-1-15,7 3-1 0,-7 0 0 0,1-3-1 0,0 0-1 0,5-1-2 16,-5-3 0-16,-1 4 0 0,7-4 0 0,-6 0 0 0,-1 4 0 16,1-4 1-16,-2-4-1 0,2 4 1 0,-1 0-1 0,-6-4 0 0,7 4 1 15,-8-3-1-15,8 3 0 0,-7-4 0 0,-1 0-2 0,2 1 0 16,-1-1 0-16,-1 0 0 0,-6 1-2 0,8-5 0 0,-1 5 0 16,-7-5-6-16,6 1-8 0,2 0-12 0,-1 0-13 0,-1-4-16 0,2 0-16 15,-2 0-29-15,1-4-32 0,7 0-69 0,-8 0-86 0,8-3-81 16,-1 4-78-16,1-5-55 0,5-3-42 0,2 4-15 0,-1-4-4 0,6 3 7 15,1-2 10-15,-1-1 14 0,1-4 17 0,6 4 28 0,6-3 33 16,-7-1 69-16,8 0 86 0</inkml:trace>
  <inkml:trace contextRef="#ctx0" brushRef="#br0" timeOffset="46482.53">18112 8407 0 0,'6'-3'54'0,"-6"3"141"0,7 0 25 0,-7 0 25 0,0-4 28 0,6 4 27 0,-6 0 28 0,0 0 38 15,0 0 45-15,0 0 23 0,0 0 14 0,0 0-18 0,0 4-32 0,0-4-26 16,0 0-23-16,0 0-20 0,0 3-14 0,0-3-18 0,7 0-17 15,-7 4-19-15,6-4-20 0,0 0-31 0,2 0-36 0,-2 0-26 16,0 0-20-16,1 4-12 0,6-4-8 0,0 0-5 0,-7 0-3 0,8 0-5 16,-2 0-8-16,-5 0-6 0,6-4-11 0,0 4-6 0,0 0-7 15,-6 0-8-15,5 0-7 0,2 0-29 0,-8 0-13 0,7-4 0 0,-7 4 0 16,8 0 0-16,-8 0 0 0,0 0 0 0,2 0 0 0,-2 0 0 16,0 0 0-16,1 0 0 0,-7 0 0 0,6 0 0 0,-6 0 0 0,7 0 0 15,-7 0 0-15,0 0 0 0,0 0 0 0,0 0 0 0,0 0 0 16,0 0 0-16,0 0 0 0,0 0 0 0,0 0 0 0,-7 0 0 15,1 4 0-15,6-4 0 0,-13 4-25 0,7-4-21 0,-2 3-6 0,-4 1-2 16,5 0-3-16,-6-4-2 0,0 3 0 0,0 1 0 0,0 0 2 16,0-4 5-16,0 3 5 0,6 1 6 0,-5-4 5 0,-2 3 7 15,8-3 4-15,0 0 6 0,-8 4 4 0,8-4 4 0,-1 0 4 0,1 0 4 16,-1 0 0-16,1 0 2 0,-1 0 1 0,1-4 0 0,0 4 1 16,6 0 2-16,-8-3 0 0,2-1 3 0,6 4 1 0,-6-3 1 0,6 3 3 15,0 0 1-15,0-4 2 0,-7 4 1 0,7 0 1 0,0-4 0 16,0 4 2-16,0 0-1 0,0 0 0 0,0 0-1 0,0 0-1 0,0 0-2 15,7 0-2-15,-7 0-2 0,0-3-2 0,0 3-3 0,0 0 0 16,6 0-2-16,-6 0-1 0,6 3 1 0,2-3-1 0,-8 0-1 0,6 4 0 16,0-4 0-16,1 0 1 0,-1 4 0 0,1-4 0 0,-1 3 0 15,1-3 1-15,-1 4 0 0,0-1 0 0,2-3-1 0,-2 4 0 0,0 0 0 16,1-4-2-16,0 3-2 0,-1 2-6 0,0-5-9 16,1 3-8-16,-1-3-15 0,1 4-18 0,0-4-23 0,-7 0-26 0,6 0-56 15,-6 0-69-15,0 0-87 0,0 0-96 0,0 0-65 0,-6 0-49 0,-1 0-22 16,0 0-7-16,1 0 1 0,-7 0 8 0,0 0 12 0,-6 0 16 15,5 4 24-15,1-4 26 0,-6 3 55 0,0 1 68 0</inkml:trace>
  <inkml:trace contextRef="#ctx0" brushRef="#br0" timeOffset="68015.92">15037 10950 109 0,'0'-11'246'0,"-6"0"44"0,6-4 44 0,0 4 45 0,0 1 48 0,6-2 32 0,-6 1 20 0,8 4 16 0,-2-4 10 0,0 0-19 0,1 3-33 0,6-2-30 15,0 2-32-15,-1 1-36 0,8-1-38 0,0 5-36 0,-1-4-35 0,1 3-40 16,6-3-45-16,0 7-27 0,7-4-17 0,-7 0-13 0,-1 4-10 15,8 0-6-15,-7 0-6 0,0 4-8 0,-6 0-13 0,6-1-10 16,-7 1-9-16,1 0-10 0,0 3-7 0,-1-4-5 0,-5 5-4 0,-2-4-4 16,1 3-3-16,-6 0-1 0,-1 0-2 0,1-3-1 0,-1 3-1 15,0 1-1-15,-6-1 0 0,8-3 0 0,-8 3-1 0,-8 0 0 16,8 1 0-16,-6 0-2 0,6-1-2 0,-6 0-2 0,-7 4-3 0,6-4-6 16,-6 4-6-16,1-3-5 0,-2 3-7 0,-5-1-6 0,-1 1-7 15,0 0-8-15,1 4-7 0,-1-4-6 0,-6 4-7 0,6-5-5 16,-5 6-4-16,-1-2-2 0,0 1 2 0,6-1 2 0,-6 5 5 0,0-5 5 15,6 1 6-15,1-1 6 0,0 1 8 0,-1-3 7 0,7 3 8 0,0-5 6 16,0 1 6-16,7-4 5 0,-2 1 6 0,2-1 3 0,6 0 4 16,0-3 1-16,0 3 2 0,6-3 2 0,2-1 2 0,-2 1 1 15,7 0 3-15,0-1 2 0,0 1 1 0,-1 0 3 0,2-1 2 0,-1-3 2 16,6 4 0-16,-6-4 0 0,7 4 1 0,-7-4 1 0,6 3-1 0,-5-3-1 16,5 4-1-16,-5-4-6 0,-2 4-6 0,1-4-9 0,0 0-11 15,0 3-17-15,1-3-16 0,-8 0-23 0,0 3-28 0,0-3-37 16,-6 0-41-16,0 0-56 0,0 0-62 0,0 0-54 0,0 0-54 0,-6 0-41 15,0 0-38-15,-8 0-13 0,8 0 0 0,-7 0 7 0,0 0 13 16,0-3 22-16,1 3 26 0,-2-3 36 0,1-1 41 0,0-3 56 0,-6 3 60 16</inkml:trace>
  <inkml:trace contextRef="#ctx0" brushRef="#br0" timeOffset="68365.64">15110 10943 132 0,'0'-8'272'0,"6"1"27"16,-6 3 19-16,6 1 18 0,-6-1 18 0,0 4 35 0,7 4 40 15,-7-1 29-15,0 1 20 0,0 0-1 0,6 3-14 0,-6 0-44 0,0 1-57 16,0 2-47-16,0 1-42 0,0 4-24 0,0-4-14 0,-6 7-18 16,-1-3-15-16,1 4-34 0,0-1-41 0,-2 4-27 0,-4 0-21 0,5 0-18 15,-12 3-14-15,6-2-12 0,-1 2-11 0,-5 4-10 0,0-3-10 16,-1 3-14-16,1 0-13 0,-1-2-15 0,0 1-18 0,7-2-23 16,-7 0-26-16,8-4-38 0,-8 4-40 0,7-8-40 0,7 0-35 0,-8-3-35 15,8-1-35-15,0-3-19 0,6-3-9 0,0-1 1 0,0-4 6 16,6-3 12-16,0-3 15 0,2-1 22 0,4-3 26 0,1 0 37 0,0-1 44 15,0 1 49-15,7-4 55 0,-1 4 60 0,1-1 64 0,0 1 49 16,-1 4 45-16,1-1 44 0,-8 4 46 0,8 0 37 0,0 4 29 0,-7-1 21 16,6 4 17-16,-6 4 12 0,1 1 11 0,-2 2-3 0,1 1-8 15,-6-1-16-15,6 4-22 0,-1 1-24 0,-4-1-25 0,-2 1-37 16,7 3-42-16,0-1-32 0,-7-2-30 0,7-1-28 0,-6 0-26 0,6 1-32 16,-7-4-34-16,8-1-56 0,-2-2-64 0,-5-2-91 0,6 1-105 15,0-4-86-15,1-3-78 0,-2 0-39 0,1-4-19 0,0 0-10 16,0-4-5-16,1 0 5 0,-2-3 9 0,-6 0 17 0,8-1 23 0,-8-3 45 15,1 1 55-15,-1-1 83 0,-6-4 235 0</inkml:trace>
  <inkml:trace contextRef="#ctx0" brushRef="#br0" timeOffset="79065.37">4272 8393 175 0,'0'0'220'0,"0"3"30"0,-6 1 32 0,6-4 32 0,0 4 34 0,-7-1 35 0,7-3 39 0,0 4 25 0,-7-4 20 0,7 0-22 0,0 0-41 15,0 0-32-15,0 4-25 0,0-4-22 0,0 3-19 0,7 1-20 16,-7 0-21-16,7-1-24 0,-1 5-28 0,0-5-31 0,1 8-34 0,-1-4-24 15,8 5-17-15,-2-1-12 0,2 0-12 0,-2 0-8 0,1 3-7 16,1-3-7-16,-2 4-10 0,2-1-9 0,-1-3-11 0,0 5-15 0,0-6-19 16,-7 5-21-16,8-4-22 0,-2 0-27 0,1 0-27 0,-6 0-53 15,6-4-64-15,-7 0-66 0,8 1-68 0,-2-1-53 0,2-3-45 0,-2-1-44 16,1 1-42-16,1-4-14 0,-2 4 1 0,8-8 11 0,0 4 17 16,-1-4 22-16,1-3 24 0,-1 3 52 0,1-3 62 0,6-4 66 15,-6 0 67-15</inkml:trace>
  <inkml:trace contextRef="#ctx0" brushRef="#br0" timeOffset="79248.46">5183 8407 0 0,'33'-18'25'0,"-7"7"192"16,-6-4 29-16,-1 8 31 0,-6-4 35 0,0 8 47 0,-6-1 57 0,0-1 39 16,-1 3 32-16,-6 2 27 0,0 0 23 0,0 0-18 0,-6 2-39 0,6 3-32 15,-7-1-29-15,0 3-26 0,1 0-23 0,-7 4-30 0,0 0-31 16,0 4-48-16,-7-1-56 0,-6 8-41 0,1 0-35 0,-2 1-33 16,-5 6-37-16,-8 0-39 0,1 4-40 0,7 0-39 0,-13 0-40 0,5 0-59 15,-5 0-69-15,6 0-85 0,-7 0-92 0,1 0-78 0,5 0-69 0,-5-4-34 16,-1-3-14-16,7 3 0 0,0-7 6 0,0 4 17 0,0-5 21 15,6-2 24-15,1-1 28 0,-1-3 50 0,7 0 65 0,7-4 81 16,-1-4 251-16</inkml:trace>
  <inkml:trace contextRef="#ctx0" brushRef="#br0" timeOffset="79648.75">4226 9111 206 0,'0'3'278'0,"-6"1"36"0,6 0 31 0,0-1 38 16,-7 5 43-16,7-5 29 0,0 5 22 0,0-1 17 0,0 1 15 0,0 2-12 16,7 2-25-16,-7-1-42 0,6 3-49 0,-6 1-39 0,6 3-33 15,2 0-27-15,-2 1-24 0,-6-1-33 0,6 4-39 0,1 0-26 16,0 4-21-16,-1-4-16 0,-6 3-15 0,6 1-15 0,1-4-16 0,-7 4-14 15,6-1-13-15,-6-3-15 0,0 0-18 0,0-4-19 0,7 0-24 16,-7 1-23-16,0-4-27 0,0-4-23 0,7-4-22 0,-7 0-26 16,0 1-26-16,6-5-30 0,-6 1-29 0,6-4-27 0,1-4-25 0,0 1-15 15,-1-5-11-15,0-3 0 0,1 0 4 0,6-4 13 0,-6-3 17 0,5-4 21 16,2 0 20-16,-8-3 25 0,7-4 28 0,0-1 38 0,-6 1 45 16,-1-1 47-16,8 1 46 0,-8 0 53 0,0-1 52 0,1 5 45 0,-1-1 41 15,1 1 27-15,-1 3 21 0,1 0 15 0,-1-1 10 0,8 6 8 16,-8-6 8-16,0 9-2 0,8-5-6 0,-8 5-12 0,13-1-13 15,-5 1-22-15,-2-1-28 0,8 4-22 0,0-4-23 0,5 5-15 0,1-2-13 16,1 1-8-16,5 0-4 0,1 0-6 0,-1 0-6 0,1 4-4 16,-1 0-6-16,1-1-5 0,7 5-10 0,-8-1-69 0,1 0 0 0,-1 4 0 15,1 0 0-15,-7 4 0 0,0 0 0 0,-1-1 0 0,1 5 0 16,1-1 0-16,-8 4 0 0,0 0 0 0,-5 3 0 0,-1 1 0 0,0 0 0 16,-7 3 0-16,-6 1 0 0,7 3 0 0,-14-1 0 0,7 5 0 15,-6 0 0-15,-7 3 0 0,0 0 0 0,-7 4 0 0,1 0 0 0,-1 0 0 16,-6 4 0-16,0 0 0 0,-7-5 0 0,1 5-255 0,-1-4-164 15,1 0-82-15,-1-4-72 0,7-3-44 0,-6-1-30 0,5-6-5 16,1-4 7-16,1-4 18 0,-1-4 25 0,6-3 28 0,0-4 34 0,1-4 47 16,-1 0 55-16,8-3 81 0,-8-4 106 0</inkml:trace>
  <inkml:trace contextRef="#ctx0" brushRef="#br0" timeOffset="79832.52">4552 9474 31 0,'-20'-19'266'0,"1"4"61"0,-1 1 63 0,7-1 45 16,-6 4 35-16,5 0 26 0,2 4 17 0,-1 0 14 0,6-1 9 0,1 1-3 15,-1 3-9-15,7 1-46 0,0-1-66 0,7 0-55 0,-1 4-50 16,1-3-52-16,6-1-56 0,-1 0-35 0,8 1-29 0,0-1-19 15,6-4-14-15,0 5-10 0,0-5-6 0,6 1-4 0,-6 0-5 0,7 3-5 16,-1-3-5-16,1 0-7 0,-7-1-7 0,7 1-24 0,-1 0-29 16,-6 3 0-16,1-3 0 0,-7 3 0 0,5 0-8 0,-5 1-69 15,-8-1-24-15,2 0-32 0,-2 1-35 0,2 3-46 0,-8 0-50 0,1 0-68 16,-7 0-76-16,0 0-70 0,0 3-67 0,-7 5-28 0,-5-1-9 0,-2 4 6 16,2 4 16-16,-2-1 20 0,-12 1 20 0,1 7 30 0,-2-4 32 15,1 4 46-15,0 4 51 0,-7-1 67 0,7-3 197 0</inkml:trace>
  <inkml:trace contextRef="#ctx0" brushRef="#br0" timeOffset="79982.33">4571 9587 53 0,'-19'14'254'0,"6"2"34"0,0-6 31 0,0 1 26 0,0-3 26 16,6-5 16-16,1 1 14 0,-1 0 14 0,7-1 14 0,0-3 4 16,0 0-4-16,7 0-42 0,-1 0-64 0,1 0-47 0,-1 0-38 0,8-3-29 15,-2 3-26-15,2-4-24 0,5 0-24 0,1 1-14 0,0-5-12 16,-2 5-13-16,9-5-14 0,-7 5-14 0,5-4-13 0,1-1-17 0,-6 0-14 16,6 1-22-16,0 0-22 0,-7 0-40 0,1 3-49 0,0-3-58 15,-7 3-64-15,-1 0-57 0,-4 1-55 0,4 3-55 0,-12 0-51 0,6 3-28 16,-6 1-18-16,-6 3-4 0,0 1 0 0,0 2 12 0,-8 1 15 15,1 0 35-15,0 4 44 0,-6 4 57 0,-1-1 59 0</inkml:trace>
  <inkml:trace contextRef="#ctx0" brushRef="#br0" timeOffset="80182.02">4520 9902 0 0,'-27'19'213'0,"8"-1"99"15,0 0 34-15,-1-7 30 0,0 4 31 0,7-8 20 0,1 0 17 16,4 0 7-16,-4-3 6 0,5-4 4 0,7 4 3 0,0-4-44 16,0 0-68-16,7-4-63 0,-1 4-56 0,8-4-34 0,-2-3-24 0,8 4-22 15,-1-5-23-15,7 1-14 0,0-4-10 0,7 4-5 0,-1-4-2 16,7 3-1-16,1-3-3 0,-7 4-5 0,5-4-9 0,1 4-8 15,7 0-10-15,-7-1-10 0,-6 1-11 0,5 3-14 0,-5-3-16 0,-1 3-19 16,1 0-21-16,-7 1-22 0,0-1-21 0,1 0-41 0,-1 1-49 0,-7-1-60 16,-6 0-69-16,6 1-67 0,-5-1-65 0,-2 0-52 0,-4 1-44 15,-2-5-16-15,0 1-4 0,1 0 7 0,-7 0 12 0,0-4 17 16,-7-4 19-16,7 4 37 0,-6-8 46 0,-8 5 61 0,8-5 67 0</inkml:trace>
  <inkml:trace contextRef="#ctx0" brushRef="#br0" timeOffset="80398.63">4773 9056 0 0,'-6'-11'234'0,"6"0"127"0,0 3 47 0,-6 5 29 16,6 3 19-16,0 3 16 0,0 1 17 0,0 4 15 0,0 6 16 0,0 1 14 15,0 3 14-15,6 8-35 0,0 3-59 0,-6 4-75 0,7 4-83 16,-1 7-54-16,-6 3-37 0,7 5-22 0,-7 6-13 0,0 5-14 0,0 2-12 16,-7 5-14-16,7 7-12 0,-6 4-13 0,-1 3-14 0,1 4-49 0,0-1-42 15,-2 5 0-15,2 0 0 0,0-1 0 0,6 1 0 0,-6-4 0 16,-1 0-62-16,7-8-72 0,-7 1-35 0,7-12-71 0,0-6-85 0,7-4-90 15,-7-12-95-15,7-10-54 0,5-8-36 0,-6-10-9 0,8-12 5 16,-8-11 16-16,7-7 19 0,1-15 21 0,-2-7 23 0,8-7 30 16,-7-11 33-16,7-8 67 0,0-3 81 0</inkml:trace>
  <inkml:trace contextRef="#ctx0" brushRef="#br0" timeOffset="80599.42">5783 8635 65 0,'13'-26'392'0,"0"11"66"15,0 0 39-15,-7 8 23 0,1 3 15 0,-7 1 13 0,0 6 12 0,0 1 12 16,0 3 14-16,0 4 15 0,0 4 14 0,0 4-52 0,0-1-85 16,0 4-101-16,7 3-109 0,-7 5-59 0,0 2-36 0,0 2-19 15,0-1-134-15,0 7-20 0,0 0 0 0,0 1 0 0,0-1 0 0,0 4 0 16,0 0 0-16,0 0 0 0,-7 0 0 0,7 0 0 0,0-4 0 16,0 4 0-16,-7-8 0 0,7 1-111 0,0 0-255 0,-6-4-89 0,6-4-89 15,0 1-55-15,0-9-40 0,0 1-12 0,6-3 0 0,-6-8 14 16,7 0 19-16,0-8 29 0,-1-6 32 0,0-5 39 0,8-3 43 15,-1-7 75-15,-1-4 90 0</inkml:trace>
  <inkml:trace contextRef="#ctx0" brushRef="#br0" timeOffset="80782.2">6083 9133 0 0,'6'-22'195'0,"1"0"173"0,-1 0 67 0,0 7 42 15,-6 1 30-15,0 2 24 0,-6 1 21 0,6 5 14 0,0-2 14 16,0 0 12-16,0 1 13 0,0 0-34 0,0 3-54 0,6-3-83 16,1 0-93-16,0 3-74 0,-1-3-63 0,7 3-39 0,-6-3-30 0,6 3-23 15,-1 0-75-15,2 1-37 0,6-1 0 0,-8 0 0 0,8 4 0 0,-1-3 0 16,-5 3 0-16,5 0 0 0,1 0 0 0,-8-4 0 0,8 4 0 15,-7 0 0-15,7 4 0 0,-8-4 0 0,8 0-88 0,-6 0-100 16,-8 0-63-16,7 3-80 0,-7-3-89 0,1 4-78 0,-1 0-72 0,-6-1-32 16,0 1-10-16,-6 3 5 0,-1 1 11 0,1-1 17 0,-7 4 19 0,-1 0 24 15,-5 0 29-15,0 0 51 0,-8 3 62 0,1 1 80 0,-6 4 232 16</inkml:trace>
  <inkml:trace contextRef="#ctx0" brushRef="#br0" timeOffset="81266.02">5555 9514 50 0,'-7'18'309'0,"1"0"42"0,-7 4 31 0,13-4 31 16,-7-2 33-16,7 2 22 0,-6 0 18 0,6-3 14 0,0 3 10 16,6-3 10-16,-6 3 8 0,7 0-60 0,-7 0-98 0,7-3-72 15,-1 4-60-15,0-5-39 0,8 1-32 0,-8-1-31 0,0 1-32 0,1 0-23 16,6-4-17-16,-6 0-18 0,-1-4-15 0,8 0-16 0,-8-3-16 0,0-1-13 16,0 2-11-16,8-5-10 0,-8 0-5 0,1 0-4 0,-1-5-4 15,0 2-1-15,2-4-1 0,4-4-3 0,-6 0 0 0,1 0 2 16,6 0 6-16,-6-4 6 0,5 1 7 0,-4-1 8 0,4 0 7 0,2 1 9 15,-2-1 9-15,1 0 10 0,7 0 7 0,-7 1 8 0,6 3 9 16,8 0 7-16,-7-4 8 0,5 4 8 0,1 0 5 0,0 0 6 16,7 4 6-16,-7-4 3 0,6 0 4 0,1 3-1 0,-1 1 0 0,-5 0-5 15,5 0-5-15,-6 3-6 0,0-3-4 0,-7 3-7 0,1 4-8 16,0-4-5-16,-7 4-4 0,0 0-4 0,-6 4-3 0,-1 0-3 0,0-1-3 16,-6 5-4-16,0 2-3 0,-6-2-1 0,0 6-1 0,-1-2 0 0,0 2-1 15,-5 5-1-15,-2-1 1 0,1 0-3 0,1 0-2 0,-8 4-7 16,7-3-9-16,-7 3-9 0,0 0-8 0,1-4-9 0,0 4-6 15,-8-4-7-15,8 1-4 0,0-1-6 0,-8 1-3 0,7-5-2 0,2 1-2 16,-9-4 1-16,7 3 0 0,2-3 6 0,-2-3 4 0,7 3 8 16,-7-4 7-16,8-4 9 0,-2 1 7 0,8 0 7 0,-7-1 6 0,6 1 5 15,0-4 5-15,7 4 1 0,-6-4 2 0,6 0-1 0,0 0 0 16,0 0 1-16,0 0-2 0,0 0 1 0,0 0-2 0,6 0 0 16,1-4-3-16,0 4 0 0,-1 0 0 0,7-4-2 0,1 1 1 0,-2-1 1 15,1 0-1-15,0 4-5 0,6-7-7 0,1 4-19 0,-6-1-21 16,5 0-48-16,1-3-62 0,-8 3-75 0,2 1-83 0,5-1-75 0,-12 0-71 15,6 4-38-15,-7-3-21 0,0 3-9 0,-6 0-6 0,0 0 3 16,-6 7 7-16,6 0 18 0,-6 1 22 0,-1-1 49 0,-6 4 60 16,0 0 76-16,-1 0 213 0</inkml:trace>
  <inkml:trace contextRef="#ctx0" brushRef="#br0" timeOffset="81582.5">5672 10324 67 0,'-13'14'317'0,"0"-3"55"0,0-4 50 0,7 1 32 0,0 2 26 0,-8-6 16 0,8 4 12 0,6-5 11 0,-7 5 11 16,0-5 8-16,7 8 6 0,-6-3-56 0,6 2-86 0,0 1-72 15,-7 4-63-15,7 0-50 0,0 3-49 0,-6 1-31 0,6-2-24 0,-6 2-17 16,6 3-11-16,-7 0-12 0,7-4-13 0,-7 5-20 0,7-5-22 16,0 0-28-16,-6 0-28 0,6-3-28 0,0 0-30 0,0-4-42 15,6-4-45-15,-6 0-50 0,7 0-50 0,-7-2-47 0,7-5-45 0,-1 0-33 16,0-5-26-16,7 3-14 0,1-7-9 0,-8 2 2 0,8-4 7 16,-2 0 15-16,8 0 22 0,-7-3 40 0,7-1 50 0,-8-3 60 0,8 3 69 15,-1 1 69-15,-5-1 72 0,4 0 66 0,2 0 62 0,-7 8 68 16,1-4 68-16,5 4 67 0,-6-1 63 0,0 5 40 0,7-1 29 0,-8 4 17 15,2 0 13-15,-2 0 4 0,2 4-2 0,-1-1-11 0,7 1-14 16,-8 3-24-16,2-3-28 0,-2 3-40 0,8 1-48 0,-7-1-49 16,-1 0-51-16,2 4-33 0,6-3-26 0,-7-1-21 0,-1 1-17 0,2-1-25 15,-2 0-27-15,2-3-27 0,-1 0-29 0,-1-1-28 0,2 1-28 0,-2-4-36 16,2-4-41-16,-8 4-60 0,7-7-68 0,-6 0-73 16,6-1-74-16,-7 0-61 0,0-2-57 0,2-5-21 0,-2 4-4 0,0-4 8 15,1 1 13-15,-1-1 19 0,-6-3 19 0,7 3 34 0,-7-3 37 16,7 4 59-16,-7-5 67 0</inkml:trace>
  <inkml:trace contextRef="#ctx0" brushRef="#br0" timeOffset="81748.71">6311 10360 125 0,'0'-7'266'0,"-7"0"56"16,7 2 53-16,0 2 43 0,-7 0 37 0,7-2 25 0,0 5 16 0,0 0 11 16,0 0 7-16,-6 5-12 0,6-5-23 0,0 3-38 0,6 0-43 15,-6 2-48-15,0-2-49 0,7 1-51 0,-7 3-50 0,7-3-42 0,-1 3-36 16,-6 0-23-16,6 1-18 0,1-1-15 0,0-3-17 0,-1 3-23 16,-6-3-25-16,6-1-29 0,1 1-31 0,0 0-40 0,-1-1-43 0,-6-3-54 15,7 0-60-15,-1 0-63 0,-6 0-67 0,6-3-60 0,-6 3-59 16,7-8-27-16,-7 5-12 0,7-5 5 0,-7 1 8 0,6 0 16 15,0-1 19-15,-6-3 31 0,8 0 37 0,-2 1 51 0,0-1 57 0,1 0 62 16,-1-1 218-16</inkml:trace>
  <inkml:trace contextRef="#ctx0" brushRef="#br0" timeOffset="81898.72">6532 10228 0 0,'13'-3'212'0,"0"-1"128"0,-7 0 63 0,8 4 47 0,-2 0 38 0,-5 0 28 16,6 4 24-16,-6 0 19 0,5-1 17 0,2 1 15 0,-8-1 13 0,7 1-38 16,0 3-64-16,-6-3-67 0,5 3-70 0,2 1-63 0,-8-1-63 15,7 0-45-15,-6 1-39 0,6-5-27 0,-7 5-102 0,8-1-26 16,-8-4 0-16,0 5 0 0,1-5 0 0,0 2 0 0,-1-2 0 0,0 0-36 15,1 2-157-15,-7-2-76 0,6-3-89 0,-6 0-94 0,0 3-96 0,0-3-49 16,0 0-24-16,0 0-7 0,0 5 1 0,0-2 12 16,0-3 18-16,-6 4 27 0,6-1 32 0,-7 1 43 0,7 0 49 0,-6-1 74 15,0-3 143-15</inkml:trace>
  <inkml:trace contextRef="#ctx1" brushRef="#br0">13692 12475 0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26T15:55:49.2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16568 5620 87 0,'0'-8'117'0,"-6"1"8"0,6 3 9 0,0-3 11 0,-6-1 10 0,6 1 13 0,0 0 14 0,-8 3 0 16,8-3-13-16,0-1 0 0,0 1 4 0,-6 3 6 0,6-3 10 0,0 4 12 16,0-5 14-16,0 5 15 0,-6-1 16 0,6 0 17 0,0 4 16 15,0-3 5-15,0 3-4 0,0 0-7 0,0 0-11 0,0 0-13 0,0 0-16 16,0 0-13-16,0 0-15 0,0 0-17 0,0 0-17 0,0 0-20 15,0 0-23-15,0 0-23 0,0 0-25 0,-7 0-16 0,7 3-11 0,0-3-6 16,0 0-3-16,0 4-3 0,0 0 0 0,0-1 0 0,-7-3 1 16,7 8 1-16,0-5 4 0,0 4 2 0,0 1 2 0,0-1 2 0,0 4 2 15,0 0 1-15,-6 0 2 0,6 0 0 0,0 0 1 0,-7 4 0 16,7 0-2-16,0-5 0 0,-6 5-2 0,6 0-1 0,-6 3-3 16,6-3-2-16,-7-1-3 0,0 4-2 0,7-2-1 0,-6 2-2 0,0 0-1 15,6 0-1-15,-7 1 1 0,7 2-1 0,-7-2 0 0,7-1-2 16,-6 1-3-16,-1 3-6 0,7-4-28 0,-6 0 0 0,6 0 0 0,0 1 0 15,-6-1 0-15,6 1 0 0,0-5 0 0,-8 4 0 0,8 1 0 16,0-5 0-16,0 1 0 0,-6 3 0 0,6-3 0 0,0-1 0 0,-6 5 0 16,6-4 0-16,0-1 0 0,0 1 0 0,-6 0 0 0,6 3 0 15,0-4 0-15,0 1 0 0,0 4 0 0,0-5 0 0,-8 1 0 0,8 0 0 16,0-1 0-16,0 1 0 0,0-1 0 0,0 1 0 0,0-4 0 16,0 4 0-16,0-5 0 0,-6 2 0 0,6-2 0 0,0-2 0 15,0 3 0-15,0-4 0 0,0 0 0 0,0 5 0 0,0-5 0 0,-6-3 0 16,6 3 0-16,0-3 0 0,0 3 0 0,0-3 0 0,-7-1 0 15,7 1 0-15,0 0 0 0,0-4 0 0,0 3 0 0,0-3 0 0,-6 0 0 16,6 4 0-16,0-4 0 0,-7 3 0 0,7-3 0 0,-7 0 0 16,1 4 0-16,0-4 0 0,-8 4 0 0,8-1 0 0,-7-3 0 15,0 4 0-15,0-4 0 0,0 4 0 0,0-1 0 0,-7-3 0 0,7 4 0 16,-6 0 0-16,6-4 0 0,-7 4 0 0,7-4 0 0,-6 3 0 16,6-3 0-16,-7 4 0 0,1 0 0 0,6-4 0 0,-7 3 0 0,1 1 0 15,-1-4 0-15,1 4 0 0,-1-1 0 0,0 1 0 0,1-4 0 16,-1 4 0-16,0 3 0 0,1-3 0 0,0-1 0 0,0 5 0 0,-8-5 0 15,8 5 0-15,-1-1 0 0,1 0 0 0,-1-3 0 0,0 3 0 16,1 0 0-16,5 1 0 0,-4-1 0 0,-2-2 0 0,1 1 0 0,5 1 0 16,-6 1 0-16,8-4 0 0,-8 3 0 0,7 0 0 0,-7-3 0 15,8 3 0-15,-8 0 0 0,7-3 0 0,-7 3 0 0,8 1 0 16,-8-5 0-16,7 5 0 0,-1-5 0 0,2 5 0 0,-8-5 0 0,7 5 0 16,0-1 0-16,0-3 0 0,1 3 0 0,-2 0 0 0,1 1 0 15,-7 0 0-15,8-1 0 0,-2-1 0 0,2 2 0 0,-8 0 0 0,7-1 0 16,0 0 0-16,0 0 0 0,-7 0 0 0,7 1 0 0,0-1 0 15,0 1 0-15,1-1 0 0,-2 0 0 0,8-3 0 0,-7 3 0 0,0-3 0 16,0 3 0-16,7-3 0 0,-8 3 0 0,8-3 0 0,-8-1 0 16,8 5 0-16,0-5 0 0,-7 2 0 0,6-2 0 0,0 1 0 15,1 3 0-15,0-7 0 0,-1 7 0 0,0-3 0 0,1 0 0 0,-1-1 0 16,1 1 0-16,-1 0 0 0,1 3 0 0,-1-3 0 0,1 2 0 16,0-1 0-16,-2 2 0 0,2 0 0 0,0 0 0 0,-1-3 0 0,1 3 0 15,-1 1 0-15,1-1 0 0,-1 0 0 0,1 2 0 0,0 1 0 16,-2-3 0-16,8 1 0 0,-6-1 0 0,0 4 0 0,-1-4 0 0,0 4 0 15,1-4 0-15,0 4 0 0,6-3 0 0,-7 3 0 0,1 0 0 16,-1 0 0-16,7 0 0 0,-7-1 0 0,1 1 0 0,0 0 0 0,6 4 0 16,-7-4 0-16,0 0 0 0,7 4 0 0,-6 0 0 0,0-5 0 15,6 5 0-15,-7 0 0 0,0-4 0 0,7 3 0 0,-6-3 0 16,6 4 0-16,-7 0 0 0,7 0 0 0,-6-4 0 0,0 3 0 0,6 0 0 16,0 1 0-16,-8 0 0 0,8 0 0 0,-6-5 0 0,6 9 0 15,-6-4 0-15,6-1 0 0,-6 1 0 0,6 3 0 0,-7-3 0 0,7 3 0 16,-7 0 0-16,1 1 0 0,6-1 0 0,0 1 0 0,-7-1 0 15,7 4 0-15,-6 0 0 0,6-4 0 0,-6 4 0 0,-2-3 0 16,8 3 0-16,0-1 0 0,-6 1 0 0,0 0 0 0,6 0 0 0,-6 1 0 16,6-3 0-16,-8 3 0 0,8-1 0 0,-6 4 0 0,6-4 0 15,-6 3 0-15,6-2 0 0,-7 2 0 0,7 1 0 0,-6-4 0 0,-1 3 0 16,7 1 0-16,-7 0 0 0,1-4 0 0,6 3 0 0,-6 1 0 16,0-1 0-16,-2 2 0 0,2-2 0 0,0 1 0 0,6 0 0 0,-7-1 0 15,1 0 0-15,-1 1 0 0,0 0 0 0,1-1 0 0,0 1 0 16,-2 0 0-16,2-5 0 0,0 6 0 0,0-6 0 0,-1 5 0 15,0-4 0-15,-6 0 0 0,13 3 0 0,-12 1 0 0,4-4 0 0,8 4 0 16,-12-4 0-16,6 3 0 0,6-2 0 0,-8 2 0 0,2 1 0 0,0-4 0 16,-1 3 0-16,1 1 0 0,-1-4 0 0,0 4 0 0,7-1 0 15,-6 1 0-15,0-1 0 0,0 2 0 0,-2-2 0 0,8 1 0 16,-6-1 0-16,0-3 0 0,-1 4 0 0,7-8 0 0,-6 4 0 0,-1 0 0 16,7-4 0-16,-7-3 0 0,7 3 0 0,-6-3 0 0,6-4 0 15,-6 3 0-15,6-3 0 0,0 0 0 0,-7 1 0 0,7-5 0 0,0 4 0 16,0-4 0-16,-7-3 0 0,7 3 0 0,0-3 0 0,0 0 0 15,0-4-166-15,0 0-288 0,0-4-85 0,7 0-57 0,-7-3-42 0,13-8-13 16,-7 1 3-16,8-4 12 0,-1-8 17 0,-1-4 24 0,8-6 27 16,6-4 32-16,1-8 34 0,5-3 61 0,1-5 77 0</inkml:trace>
  <inkml:trace contextRef="#ctx0" brushRef="#br0" timeOffset="1432.32">17187 5627 127 0,'0'-4'139'0,"0"-3"13"0,0 3 12 0,0 1 17 0,6 3 15 0,-6-4 19 0,0 4 19 0,0 0 4 0,0 0-5 0,0 0-3 0,0 0-1 0,0 0 11 16,0 0 20-16,0 4 17 0,0-4 18 0,6 3 6 0,-6 1-1 0,0 0-4 16,8-1-9-16,-2 1-11 0,-6 3-15 0,6-3-14 0,-6 3-15 15,7 4-15-15,-7-4-15 0,7 4-22 0,-7 4-28 0,6-4-24 0,-6 4-23 16,6-1-14-16,-6 4-9 0,0 1-5 0,0-1-4 0,7 4-2 15,-7 0-2-15,-7 0 0 0,7 4-2 0,0 0-1 0,-6 3 0 0,0-4-2 16,-1 8-2-16,0-3-1 0,1 2-1 0,-8-2-2 0,8 3-2 16,-7 0-2-16,7 0-2 0,-7 0-2 0,0 0-2 0,7 0-2 15,-8-4-5-15,8 4-3 0,-1-3-3 0,1-5-2 0,-1 4-4 0,1-3-3 16,6-4-2-16,-7 4-3 0,7-8-13 0,0 4-8 0,0-4 0 16,0 0 0-16,0 1 0 0,0-4 0 0,7-1 0 0,-7 1 0 0,0 0 0 15,6-1 0-15,-6-3 0 0,7 0 0 0,-7 0 0 0,6 0 0 16,-6-4 0-16,7 2 0 0,-1-3 0 0,-6 1 0 0,6-3 0 0,2 4 0 15,-2-5 0-15,0 1 0 0,1 0 0 0,-1-4 0 0,7 3 0 16,-6-3 0-16,5 0 0 0,-4 0 0 0,4 0 0 0,8-3 0 0,-7 3 0 16,0-4 0-16,6 0 0 0,-5 4 0 0,5-3 0 0,1-1 0 15,0-4 0-15,-2 5 0 0,2-1 0 0,-1 0 0 0,1 4 0 16,0-2 0-16,-1-3 0 0,1 5 0 0,0-4 0 0,-1 1 0 0,7 3 0 16,-6 0 0-16,-1-4 0 0,1 4 0 0,0 0 0 0,-2 0 0 15,2 0 0-15,0 4 0 0,-1-4 0 0,1 0 0 0,-1 3 0 0,1-3 0 16,0 4 0-16,-1 1 0 0,1-5 0 0,6 2 0 0,-7 2 0 15,1 0 0-15,6-1 0 0,0 1 0 0,-7 0 0 0,7 0 0 16,-6-1 0-16,6 1 0 0,-7 3 0 0,7-3 0 0,-6 3 0 0,6 0 0 16,-7-3 0-16,1 3 0 0,0 1 0 0,-7-1 0 0,7 0 0 0,-1 1 0 15,0-1 0-15,-6 0 0 0,1 4 0 0,5-3 0 0,-6-1 0 16,0 5 0-16,0-5 0 0,0 4 0 0,1-4 0 0,-2 0 0 16,1 4 0-16,0-4 0 0,-6 0 0 0,5 5 0 0,2-5 0 0,-8 0 0 15,8 0 0-15,-8 1 0 0,7-1 0 0,0 0 0 0,-6 1 0 16,5-1 0-16,-5 0 0 0,6 1 0 0,0 0 0 0,-7-1 0 15,8 0 0-15,-8 0 0 0,8 1 0 0,-8-5 0 0,6 5 0 0,-5-1 0 16,0 0 0-16,6-4 0 0,-7 5 0 0,0 0 0 0,8-1 0 16,-8 0 0-16,0-4 0 0,2 5 0 0,-2-1 0 0,0 1 0 15,1-1 0-15,-1 0 0 0,-6 1 0 0,7-1 0 0,0 1 0 0,-7-1 0 16,6 0 0-16,-6 1 0 0,6-1 0 0,-6 0 0 0,0 0 0 0,0 4 0 16,6-3 0-16,-6-1 0 0,0 0 0 0,0 4 0 0,-6-3 0 15,6 3 0-15,0-1 0 0,0-1 0 0,-6 1 0 0,6 1 0 0,0 1 0 16,-6 2 0-16,6-3 0 0,-7 0 0 0,0 3 0 0,7 1 0 15,0-1 0-15,-6 1 0 0,-1 0 0 0,7 3 0 0,-6-3 0 0,6 3 0 16,-6 1 0-16,6-1 0 0,-8 4 0 0,8-4 0 0,-6 4 0 0,6 0 0 16,-6 0 0-16,6 0 0 0,-6 4 0 0,6-4 0 0,-8 3 0 15,8 2 0-15,0-6 0 0,-6 5 0 0,6-1 0 0,0 1 0 0,0-1 0 16,0-2 0-16,0 2 0 0,0-3 0 0,0 0 0 0,0 0 0 16,6 0 0-16,-6 0 0 0,0-5 0 0,8 6 0 0,-8-1 0 0,0 1 0 15,6-2 0-15,-6 5 0 0,6-4 0 0,0 0 0 0,-6 4 0 0,8-1 0 16,-8-3 0-16,6 4 0 0,0 0 0 0,-6-1 0 0,7 1 0 15,-1-1 0-15,1 4 0 0,-7-2 0 0,7 2 0 0,-1 0 0 0,0-4 0 16,0 5 0-16,2-1 0 0,-8 1 0 0,6-5 0 0,0 5 0 16,1-1 0-16,-1-3 0 0,1 3 0 0,0-4 0 0,-1 5 0 0,0-5 0 15,8 1 0-15,-8 0 0 0,0-1 0 0,1 1 0 0,0-1 0 0,-1 1 0 16,1-4 0-16,-1 4 0 0,0-4 0 0,8 0 0 0,-8 0 0 0,-6 0 0 16,6-1 0-16,1-2 0 0,0-1 0 0,-1 4 0 0,1-7 0 15,-1 3 0-15,1 0 0 0,0-3 0 0,-1 0 0 0,0 0 0 0,-6-1 0 16,6-3 0-16,2 4 0 0,-8-4 0 0,6 3 0 0,-6-3 0 15,6 0 0-15,-6 0 0 0,7 0 0 0,-7 0 0 0,0 1 0 0,6-6 0 16,-6 6 0-16,0-5 0 0,0 1 0 0,0-1 0 0,-6-4 0 0,6 5 0 16,0-5 0-16,0 5 0 0,-7-5 0 0,7 1 0 0,0-4 0 15,-6 4 0-15,6-1 0 0,-6-3 0 0,-2 0 0 0,2 4 0 16,6-4 0-16,-6-4-543 0,0 4-117 0,-1-3-29 0,0-5-4 0,1 1 7 16,6 0 12-16,-7-8 18 0,7 1 20 0,0-2 26 0,0-5 31 15,0-1 39-15,0 0 43 0,7-7 79 0,-7-1 108 0</inkml:trace>
  <inkml:trace contextRef="#ctx0" brushRef="#br0" timeOffset="8149.36">16581 7450 0 0,'-7'0'26'0,"1"0"93"0,0 0 6 0,0 0 5 0,-2 0 6 0,2 0 7 0,-7 0 11 0,6-3 11 0,1 3 14 0,-1 0-3 15,1 0-11-15,0 0-8 0,-1 0-4 0,0 0 1 0,1-3 2 0,0 3 3 16,-8 0 6-16,8 0 6 0,-1 0 10 0,-5 0 7 0,4 0 9 16,-4 0 6-16,6 0 8 0,-8 3 3 0,1-3-1 0,0 0-1 0,0 0-4 15,1 0-3-15,-2 3-4 0,1-3-4 0,0 0-6 0,0 0-8 16,0 5-11-16,-6-5-12 0,5-5-14 0,1 5-16 0,1 0-20 15,-8-3-18-15,6 3-18 0,2 0-10 0,-8-3-8 0,7 3-6 0,1-4-4 16,-8 4-4-16,7-4-2 0,-7 4-2 0,7-3-3 0,-6 3-3 16,-1-4-2-16,1 4-1 0,5-4-1 0,-5 4 0 0,-1 0-1 0,1 0-2 15,0 0 0-15,-1 0-2 0,0 0 1 0,1 0-2 0,-1 0-2 0,0 0 0 16,1 0-2-16,-1 4 2 0,1-4 0 0,6 0 0 0,-7 0 0 16,1 4-2-16,5-4-2 0,2 3 0 0,-8-3 0 0,7 4-1 15,-7 0 1-15,2-4 1 0,4 3-2 0,-5 5 1 0,5-5-1 0,-4 5-1 16,-2-4-1-16,0 3-1 0,7 4-3 0,-7-4 1 0,1 4 0 15,-1 0 0-15,-6 0-2 0,6 0-1 0,1 4-1 0,-1-4-1 16,2 3 0-16,-2 1 0 0,0-1 0 0,1 2 1 0,-7-2-1 0,12 1 1 16,-5 3 0-16,-1-3-1 0,8 3 0 0,-8-4 1 0,7 5 0 15,0-4 0-15,-6 3 0 0,5-3-1 0,1 3 0 0,0 0 1 0,7-3-2 16,-7 3 0-16,7-3 1 0,-8 3-1 0,8-3 1 0,-8 0-1 16,8-1 0-16,0 4 1 0,-1-3-2 0,-6 0 2 0,6-1-1 0,1 1 0 15,0-1 0-15,-1 5-1 0,0-4 2 0,1-1-2 0,-1 1 1 16,1 0-1-16,-1-1 1 0,1 1-1 0,-1-1 2 0,1 1-1 15,0 3 0-15,6-3 1 0,-8 0-1 0,8 0 0 0,-6 3 2 0,6-4 0 16,0 1-1-16,-6 0 1 0,6-1 0 0,0 1 1 0,0-1-1 16,6 2 1-16,-6-2 0 0,0 1 0 0,6-1 1 0,2 1-1 0,-8 0 1 15,6-1-1-15,0-3 1 0,1 4-1 0,-1 0 0 0,7-2 1 16,-6 3-1-16,6-5 1 0,-6 4 1 0,5-1-2 0,2-2 2 0,-1 2-1 16,-7 0 0-16,14-3 0 0,-8 4 1 0,2-4-1 0,-1 0 0 15,0 0 0-15,6 0 1 0,-5 0-1 0,5 0 0 0,0 0-1 16,0-4 1-16,-5 5-1 0,6-5 0 0,-1 4 0 0,7-4 0 0,-6 1 0 15,6-1 0-15,-7 0-1 0,7-4 1 0,0 5-1 0,-7 0 0 16,7-5-1-16,1 5 0 0,-1-5 1 0,0 4 0 0,0-3-1 0,1 3 0 16,-2-3 0-16,1 0-2 0,0 3 1 0,0-3-1 0,1-1 1 15,-1 1 0-15,-1 0 0 0,8-1 2 0,-7 1-1 0,0 0 1 0,0-1-1 16,7 1 0-16,-7 0 0 0,6-4-1 0,-6 3 1 0,7 1 1 16,-7-1-1-16,7-3 0 0,-1 4 0 0,1 0-1 0,-7-4-1 15,6 3 1-15,1 1-1 0,-7 0 0 0,7 0-1 0,-7 0 0 0,6-4-2 16,-5 3 2-16,-2 0-1 0,1 1 0 0,0-4 1 0,0 4-1 0,-6-4 0 15,6 4 1-15,-7-4 0 0,8 3 0 0,-7-3-1 0,5 4 2 16,-5-4 0-16,0 0-1 0,6 0 0 0,-7 0 1 0,1 0-1 16,-2 4 2-16,2-4-1 0,0 0 1 0,-7 0-2 0,7 0 0 0,-1 0 0 15,-6-4 0-15,6 4 1 0,1 0-1 0,0 0 0 0,-7-4 0 16,6 4 2-16,0-3-2 0,1-1 2 0,0 4-1 0,-1-4 1 16,1-3 0-16,0 4 1 0,-1-1 2 0,1 0-1 0,-1-4-1 0,7 1 1 15,-6 0 0-15,0 0 0 0,-1-1 0 0,0 1-1 0,0-4 0 0,1 4 0 16,0-1-5-16,-7-3 0 0,7 4 0 0,-1-4 0 0,0 0 0 15,-5 4 0-15,5-5 0 0,1 2 0 0,-8-1 0 0,8-4 0 16,-1 4 0-16,-5 0 0 0,6 0 0 0,-1 0 0 0,-6 0 0 0,6-3 0 16,1 3 0-16,-7 0 0 0,7-4 0 0,-8 4 0 0,8-3 0 15,-7 2 0-15,7-3 0 0,-8 5 0 0,8-5 0 0,-6 0 0 16,-2 4 0-16,8-3 0 0,-7-1 0 0,-1 4 0 0,2-4 0 0,-1 4 0 16,7-3 0-16,-8 3 0 0,2-4 0 0,-2 0 0 0,-5 1 0 0,6-1 0 15,0 1 0-15,0-2 0 0,0 6 0 0,0-5 0 0,-6 0 0 16,6 1 0-16,0-1 0 0,-6 1 0 0,5-1 0 0,-6 0 0 0,8 1 0 15,-8-2 0-15,1 3 0 0,6-3 0 0,-6 2 0 0,-1 0 0 16,0-1 0-16,0 0 0 0,2 0 0 0,-2 1 0 0,-6-1 0 16,6 1 0-16,-6-2 0 0,7 2 0 0,-7 3 0 0,0-4 0 0,7 1 0 15,-7-1 0-15,0 1 0 0,0-1 0 0,-7-1 0 0,7 3 0 16,0-2 0-16,-7 0 0 0,1 0 0 0,6-3 0 0,-6 4 0 0,-2-1 0 16,-4 0 0-16,6 1 0 0,-1 3 0 0,-6-4 0 0,6 0 0 15,-5 4 0-15,-2-3 0 0,2 3 0 0,-2-4 0 0,1 4 0 16,0 0 0-16,0 0 0 0,-7 0 0 0,8 0 0 0,-8 0 0 0,7 0 0 15,-7 0 0-15,1 0 0 0,6 3 0 0,-6-2 0 0,-1-1 0 16,0 3 0-16,1-3 0 0,-1 4 0 0,0 0 0 0,8 0 0 16,-8-1 0-16,1-3 0 0,-1 4 0 0,7 0 0 0,-7-1 0 0,1 1 0 15,6 3 0-15,-7-3 0 0,7-1 0 0,-6 5 0 0,6-5 0 0,-7 1 0 16,7 3 0-16,-7 1 0 0,8-1 0 0,-8 0 0 0,7 1 0 16,-7-1 0-16,1 4 0 0,-7-3 0 0,6-1 0 0,1 4 0 15,-8 0 0-15,2-4 0 0,-1 4 0 0,0 0 0 0,0 0 0 0,-7 0 0 16,1 0 0-16,-1 4 0 0,1-4 0 0,-1 4 0 0,-6-1 0 15,7 1 0-15,-8-1 0 0,1 1 0 0,0 0 0 0,7-1 0 0,-8 5 0 16,1-5 0-16,0 1-110 0,-7 3-107 0,7-4-65 0,1 2-82 16,-1-2-91-16,-1-3-66 0,1 4-55 0,0-4-22 0,7 4-4 0,-8-8 4 15,8 4 10-15,-1-4 17 0,7 1 18 0,-7-5 23 0,14-3 28 16,-7 4 55-16,6-8 67 0,1 1 88 0,6-1 287 0</inkml:trace>
  <inkml:trace contextRef="#ctx0" brushRef="#br0" timeOffset="23633.22">18365 15291 105 0,'-6'-7'133'0,"0"-1"4"0,-1 1 5 0,-6 0 9 0,6-1 14 0,-5 2 17 0,-2-2 20 0,2 0 8 0,-2 5 0 0,1-1-8 0,1-3-13 0,-2 4-2 16,2-5 2-16,-8 4 6 0,7 1 7 0,0-2 14 0,-6 2 14 16,5-1 14-16,-5 1 13 0,6-2-1 0,-7 2-6 0,1 3-13 0,-1-3-15 15,1-1-12-15,5 4-12 0,-12-4-10 0,7 1-8 0,-1 3-10 16,-6-4-12-16,7 0-14 0,-7 4-15 0,6-3-22 0,-6 3-22 0,7 0-15 16,-7-4-9-16,0 4-6 0,6-4-4 0,-7 1-3 0,9 3-1 15,-9 0-4-15,7-4-4 0,-6 4-1 0,7 0-2 0,-7 0-1 0,6-4-2 16,1 4-3-16,-7 0 0 0,6 0-2 0,1 0-2 0,-1 0-1 15,-6 0-2-15,6 0-2 0,1 0 0 0,-1 4 0 0,2-4-2 0,-2 4 0 16,0-1-1-16,1 1 2 0,5 0-1 0,-5-1 1 0,-1 5-1 16,1-5 0-16,0 5-2 0,5-5 0 0,-5 5-1 0,-1-1 0 15,0 1-1-15,8-1-1 0,-8 4-2 0,1-4-1 0,5 4-2 0,-5 1-1 16,6-2-2-16,-6 5-1 0,5-4-2 0,-6 3 0 0,8 1 0 16,-8-1-2-16,7 2 0 0,1-2 0 0,-2 4 0 0,-5 1 0 0,6-5 0 15,0 4-1-15,-1 1 0 0,2-1-1 0,-2 1 1 0,8-1 0 16,-7 0 0-16,0 1 1 0,6-1 0 0,-5 4-1 0,-2-8 1 15,8 8 0-15,-7-3 0 0,6-1 1 0,-6 0-1 0,7 4 0 0,-8-3 1 16,8 3 1-16,0-4 0 0,-7 4 1 0,6-5-1 0,1 6 1 16,-1-4-1-16,1 2 1 0,0 1-1 0,-2-3 0 0,8 2 0 0,-6-2 0 15,6 3 1-15,0 0-2 0,-6-4 1 0,6 4-1 0,0 0 0 0,0 1-1 16,0-2 0-16,0 1 0 0,0 4-1 0,0-4 1 0,0 3 0 16,6-2-1-16,-6-1 0 0,0 3 0 0,6-3-1 0,2 4 0 15,-8-4 0-15,6 0 0 0,0 0 0 0,1 3 0 0,-1-3 0 0,1-3 1 16,0 3-1-16,-1-1-1 0,0 2 1 0,0-1 0 0,2-4 1 0,4 4 0 15,-5-4 1-15,-1 4 0 0,8 0 0 0,-8-3 0 0,7 3 0 0,-6-4 0 16,5 0 1-16,2 4 0 0,-8-4 0 0,7 4 0 16,0-4 1-16,0 1-1 0,-7-1-1 0,14 1 1 0,-13-1 0 0,6 0-1 15,6 0 0-15,-5 1-1 0,-2-4 2 0,1 3-1 0,1-3-1 0,4-1 0 16,-4 5 1-16,6-9-1 0,-1 5 1 0,-6 0 0 0,6-4 0 0,1 3-1 16,6-2 3-16,-7-1 0 0,1 0 1 0,0-4 1 0,5 4 1 15,-5 0 0-15,6-4 1 0,-6 0 0 0,6 4 1 0,-7-3-1 0,8-1 1 16,-7 0 1-16,5 1 0 0,-5-1 0 0,6 0-2 0,0-3 0 0,-7 3 0 15,7-3 0-15,0 4-1 0,1-5 0 0,-1 5 0 0,-7-5-1 16,7 1 0-16,0-1-1 0,0-3 1 0,1 4 0 0,-1 0-3 0,-1-4 2 16,1 3-1-16,0-3 0 0,1 4 0 0,-1-4 0 0,0 0 0 0,0 0-1 15,-1 0 1-15,2 0 0 0,-1 0 1 0,0 0 0 0,0-4 0 16,-7 4 0-16,7-3 0 0,1 3 1 0,-1-4-1 0,-6 0 0 0,5 1 0 16,-5-1 0-16,0-3 0 0,-1 3 0 0,0-4 1 0,1 5-1 15,-1-1 0-15,1-3 1 0,-7 0-2 0,7-1 2 0,-8 5 1 0,8-5 0 16,-7 1 1-16,7 0 0 0,-8-4 1 0,2 3 1 0,-1 1 1 0,0 0 1 15,0-4 1-15,-7 4 1 0,8-1 1 0,-8-3 1 0,7 0 1 16,0 4 0-16,-7-4 1 0,7 0-1 0,1 0-1 0,-8 0 2 0,8-4-1 16,-8 4-1-16,6-3 0 0,2-1 0 0,-1 0-1 0,-7-3 1 15,8 4-1-15,-2-5 1 0,2 4 0 0,-2-3 0 0,1 0-1 0,1-1 1 16,-2 1-1-16,2-4 0 0,-2 4 0 0,1-4 1 0,1 3-1 0,-2-3-14 16,2 1 0-16,-2 2 0 0,8-3 0 0,-7 0 0 0,0 4 0 15,0-4 0-15,0 4 0 0,0-4 0 0,0 3 0 0,-6 1 0 16,6-1 0-16,-1 2 0 0,-4-2 0 0,-2 1 0 0,7 3 0 0,-7-3 0 15,1 0 0-15,0-1 0 0,5 1 0 0,-12-1 0 0,6 1 0 0,2 0 0 16,-2-1 0-16,0 1 0 0,-6 0 0 0,7 3 0 0,-7-3 0 0,7-1 0 16,-7 1 0-16,0 0 0 0,0 0 0 0,0-1 0 0,0 1 0 15,0 0 0-15,0 3 0 0,0-4 0 0,0 1 0 0,0 0 0 16,-7 0 0-16,7 3 0 0,0-3 0 0,-7 0 0 0,7 2 0 0,0-2 0 16,-6 4 0-16,0-5 0 0,6 5 0 0,-8-1 0 0,2 1 0 15,0-1 0-15,0-1 0 0,6 6 0 0,-7-5 0 0,0 1 0 16,1 3 0-16,-1 0 0 0,1-4 0 0,6 4 0 0,-6-3 0 0,-2 3 0 15,8 0 0-15,-6 0 0 0,0-5 0 0,0 6 0 0,6-1 0 0,-7-4 0 16,0 4 0-16,1 0 0 0,-1-3 0 0,1 3 0 0,6-4 0 16,-7 4 0-16,-6-3 0 0,7-1 0 0,-1 5 0 0,0-6 0 0,-5 1 0 15,5 1 0-15,-6-1 0 0,0 4 0 0,7-3 0 0,-8 3 0 16,2-4 0-16,-2 4 0 0,1 0 0 0,1-3 0 0,-2 3 0 0,2-1 0 16,-2 1 0-16,1 0 0 0,1 0 0 0,-2 4 0 0,2-4 0 15,-2 4 0-15,-5-4 0 0,5 3 0 0,2 1 0 0,-8 0 0 16,7 0 0-16,0 0 0 0,-6-1 0 0,5 1 0 0,-5 2 0 0,6-2 0 15,-6 4 0-15,-1-5 0 0,6 5 0 0,-5-1 0 0,6 0 0 16,-6-3-380-16,-1 3-186 0,7-3-66 0,0 0-32 0,0-4-13 16,0 0-2-16,0-4 10 0,0 1 14 0,6-5 23 0,7-3 27 0,-6-4 36 15,12-3 37-15,1 0 68 0,6-8 85 0</inkml:trace>
  <inkml:trace contextRef="#ctx0" brushRef="#br0" timeOffset="31832.32">17102 14958 48 0,'0'-4'118'0,"0"0"10"0,0 1 12 0,0-4 14 0,0-1 15 0,0 4 20 0,0-3 23 0,0-1 8 0,0 2-1 0,0-2 8 0,0 0 9 0,0 1 17 15,-6 0 21-15,6 0 22 0,0 3 22 0,0-3 10 0,-7 3 3 16,7-4-4-16,-6 5-6 0,-1-4-15 0,0 3-16 0,1-3-17 0,0 3-20 15,-1-3-20-15,-6 3-20 0,0-3-26 0,7 3-28 0,-8 1-29 16,2-4-28-16,-2 3-17 0,2 0-11 0,-2 0-7 0,1 1-8 0,1-1-4 16,-2 4-2-16,-5-4-4 0,6 1-3 0,-6 3-2 0,5-4-5 15,-6 4-2-15,1 0-2 0,6-3-3 0,-6 3-1 0,-1 0-2 0,0-5 0 16,1 2-1-16,-1 3 0 0,1 0-1 0,-7-4-2 0,6 4 0 16,0 0-1-16,-5-4 1 0,5 4 1 0,-6 0 1 0,6 0 0 15,-5 0 1-15,-1 0 2 0,-1 0 0 0,7 0-1 0,-6 0 0 16,1 0-1-16,5 4 2 0,-6-4 1 0,0 0-1 0,0 0 1 0,7 0-2 15,-8 4-2-15,8-4-1 0,0 3 0 0,-8 2-2 0,8-5 0 0,0 3-1 16,-8 1-2-16,8-1-6 0,-1 1-15 0,1 0 0 0,-1 3 0 16,1-3 0-16,-1 3 0 0,0-3 0 0,1 3 0 0,-1 4 0 15,8-4 0-15,-8 0 0 0,0 4 0 0,1-4 0 0,5 5 0 0,-5-1 0 16,6 1 0-16,-6-3 0 0,5 2 0 0,-5 0 0 0,6 4 0 16,0-3 0-16,0 2 0 0,-6-3 0 0,5 4 0 0,2-1 0 15,-2 1 0-15,1-1 0 0,1 1 0 0,-2 0 0 0,2 3 0 0,-2 1 0 16,1-5 0-16,0 4 0 0,0 1 0 0,1-1 0 0,-2 0 0 15,1 0 0-15,7 2 0 0,-8-3 0 0,2 5 0 0,4-3 0 0,-4 3 0 16,6-1 0-16,-8 1 0 0,8 1 0 0,-1-1 0 0,-5 3 0 16,4-3 0-16,2 3 0 0,0 2 0 0,6-2 0 0,-6 1 0 0,-2-1 0 15,2 1 0-15,6-5 0 0,0 6 0 0,0-5 0 0,-6 3 0 16,6-3 0-16,6 0 0 0,-6-4 0 0,0 4 0 0,6 1 0 0,-6-5 0 16,8 1 0-16,-2-1 0 0,-6 0 0 0,6 0 0 0,0 0 0 15,2 0 0-15,-2 1 0 0,0 0 0 0,1-1 0 0,-1 0 0 0,1 1 0 16,6-1 0-16,-7 0 0 0,0 1 0 0,2-1 0 0,4 0 0 15,-5 0 0-15,0 1 0 0,6-1 0 0,-7-4 0 0,8 5 0 0,-8-1 0 16,6 1 0-16,2-5 0 0,-1 5 0 0,-7-5 0 0,8 4 0 16,-2-3 0-16,2 0 0 0,5-1 0 0,-6-2 0 0,0 2 0 15,-1-3 0-15,8 0 0 0,-7-4 0 0,7 4 0 0,-7-3 0 0,0-1 0 16,7 0 0-16,-1 1 0 0,1-1 0 0,-8 0 0 0,8-3 0 0,0 3 0 16,-1-3 0-16,-5-1 0 0,5 2 0 0,0 1 0 0,-6-2 0 15,7 0 0-15,0-1 0 0,-1-3 0 0,1 5 0 0,-8-2 0 0,8 1 0 16,0-1 0-16,-7-3 0 0,7 4 0 0,-1 0 0 0,-6-4 0 0,6 3 0 15,1-3 0-15,0 4 0 0,-8-4 0 0,8 0 0 0,-1 0 0 16,1 0 0-16,-7 0 0 0,7 0 0 0,0 0 0 0,-2-4 0 0,-4 4 0 16,5-3 0-16,1-1 0 0,-8 0 0 0,8 1 0 0,0-1 0 15,-7 1 0-15,7-2 0 0,-8 2 0 0,1-1 0 0,7 0 0 16,-6 1 0-16,-2-5 0 0,8 5 0 0,-7-1 0 0,-1 1 0 0,8-5 0 16,-6 5 0-16,-2-4 0 0,8 3 0 0,-7-4 0 0,-1 5 0 15,2-5 0-15,5 1 0 0,-5 0 0 0,-2-1 0 0,8-2 0 0,-7 2 0 16,0-3 0-16,6 4 0 0,-5-4 0 0,-2 0 0 0,8-4 0 0,-7 4 0 15,0-4 0-15,0 4 0 0,1-3 0 0,5-1 0 0,-6 1 0 0,0-1 0 16,-1 0 0-16,2 1 0 0,-1-1 0 0,0 0 0 0,0 1 0 16,0-1 0-16,0-3 0 0,0 3 0 0,0-3 0 0,-6 2 0 15,6-2 0-15,0 4 0 0,-7-4 0 0,8-1 0 0,-2 5 0 16,-5-5 0-16,6 1 0 0,-7 0 0 0,7-1 0 0,-7 1 0 0,2 0 0 16,-2-1 0-16,0-2 0 0,8 2 0 0,-8-4 0 0,0 6 0 15,1-5 0-15,-1 0 0 0,1-4 0 0,0 4 0 0,-1 0 0 0,0-3 0 16,1-2 0-16,0 2 0 0,-1 0 0 0,0-1 0 0,-6 1 0 15,7-1 0-15,0 0 0 0,-7-3 0 0,6 4 0 0,-6-1 0 0,7 0 0 16,-7 0 0-16,6 4 0 0,-6-3 0 0,6 0 0 0,-6-1 0 16,0-1 0-16,8 2 0 0,-8-1 0 0,0 1 0 0,0 3 0 0,0-4 0 15,0 0 0-15,0 4 0 0,0 1 0 0,0-1 0 0,0-4 0 16,0 8 0-16,-8-5 0 0,2 5 0 0,0 5 0 0,-1-7 0 16,-6 9 0-16,0-3 0 0,-7 3 0 0,1 3-170 0,-7 5-255 0,-6-1-92 15,-1 1-77-15,-7 6-39 0,2 1-18 0,-8 3-5 0,-6 4 3 16,0 0 12-16,0 4 18 0,0-1 27 0,-7 4 32 0,7 1 45 15,0-1 53-15,-6 4 98 0,5-3 253 0</inkml:trace>
  <inkml:trace contextRef="#ctx0" brushRef="#br0" timeOffset="93232.69">18365 7920 0 0,'0'0'77'0,"0"0"57"0,0 0 16 0,0 0 18 0,0 0 20 0,0 0 23 0,0 0 26 0,0 0 19 0,0 0 16 0,-6-3 4 16,6 3-1-16,0 0 7 0,0 0 11 0,0 0 11 0,0 0 14 16,0 0 3-16,0 0-2 0,0 0-8 0,6-4-13 0,-6 4-14 15,8 0-18-15,-8 0-16 0,6-5-14 0,7 5-12 0,-7-2-14 0,7 2-14 16,0-4-17-16,7 4-17 0,0-4-17 0,-1 1-9 0,1-1-6 0,6 0-5 16,-1 0-2-16,1 1-5 0,7-2-4 0,-1 2-6 0,2 0-6 15,-2-5-9-15,1 5-8 0,-1-5-9 0,7 5-7 0,-6-5-6 16,5 5-56-16,-5-5-7 0,7 1 0 0,-1 0 0 0,-1 0 0 0,1-1 0 15,7 1 0-15,-7 0 0 0,7-1 0 0,-1 1 0 0,1 0 0 16,-1-1 0-16,2 1 0 0,-2-1 0 0,1 1 0 0,-1-1 0 16,0 1 0-16,-5 4 0 0,5-4 0 0,-6 3 0 0,1 0 0 0,-8-3 0 15,1 3 0-15,-1 1 0 0,1-1 0 0,-7 4 0 0,-7-4 0 16,1 4 0-16,0-3 0 0,-8 3 0 0,2-4 0 0,-2 4 0 16,-5 0 0-16,-1 0 0 0,1 0 0 0,-7 0 0 0,0 0 0 0,-7 0 0 15,7 0 0-15,-13 0 0 0,7 0 0 0,-8 0 0 0,2 0-172 0,-1 0-105 16,-7-3-73-16,-6 3-73 0,6-4-72 0,-12 4-57 0,5-4-48 15,-5 4-13-15,-7-4 4 0,7 1 16 0,-7-1 21 0,-7 0 24 16,1 4 28-16,-1-3 31 0,0-1 34 0,0 1 60 0,-5 3 72 0</inkml:trace>
  <inkml:trace contextRef="#ctx0" brushRef="#br0" timeOffset="93648.75">18933 7450 49 0,'6'-6'192'0,"-6"2"26"0,6 0 24 16,-6 4 26-16,0-3 26 0,0 3 31 0,0 0 32 0,0 0 36 0,0 0 38 16,0 0-1-16,-6 0-21 0,6 0-23 0,-6 3-27 0,-1 1-26 15,0 0-23-15,1-1-22 0,-7 5-21 0,-1-1-22 0,2 4-25 0,-8 1-27 16,1-2-32-16,-7 5-35 0,6-1-36 0,-6 4-24 0,-7 1-15 16,7 3-10-16,-7 0-8 0,1 0-5 0,-1 0-3 0,1 4-3 0,-1-4-2 15,1 3-2-15,-7 1 0 0,13 0-1 0,-7-1 1 0,1 1-1 16,6-1 2-16,-1-3-1 0,1 1 0 0,0-1 1 0,7 0 0 0,-1-4 2 15,8-4 3-15,-8 1 0 0,7-1 1 0,6 1 1 0,-6-8-1 16,7 4 0-16,0-3-2 0,6 0-2 0,-8-5-1 0,8 1-2 16,0-2-1-16,0 3 0 0,0-1 3 0,0-1 1 0,8-3 1 0,-2 4 3 15,0 0 0-15,1-1 4 0,-1 1 2 0,7 4 5 0,0-5 5 16,7 1 7-16,-7-1 6 0,6 5 7 0,1-5 6 0,6 1 3 0,0 0 0 16,-6 0 0-16,6-1 0 0,6 0-1 0,-5 1-46 0,-1 0-23 15,6-4 0-15,-6 3 0 0,6-3 0 0,2 4 0 0,-9-4 0 0,7 4 0 16,-6-1 0-16,7 1 0 0,-7-4 0 0,0 4 0 0,1 4 0 15,-1-5 0-15,-7 0 0 0,7 1 0 0,-6 4 0 0,-1-5 0 16,-6 5 0-16,7-1 0 0,-7-3-161 0,-1 3-129 0,2 0-98 0,-1 1-90 16,-7-1-89-16,8 0-43 0,-2-3-24 0,2 3-3 0,-2-3 5 15,-5 3 17-15,0-3 22 0,6 0 28 0,-7-1 30 0,7 1 43 16,-6-1 46-16,-1 1 81 0,7-4 182 0</inkml:trace>
  <inkml:trace contextRef="#ctx0" brushRef="#br0" timeOffset="94800.14">20991 7374 56 0,'-8'0'235'0,"2"4"44"0,0-4 43 0,6 0 46 0,-6 4 51 0,-1-4 30 0,7-4 23 0,-7 4 16 0,7 0 14 0,0 0-8 0,0 0-18 16,0-4-32-16,0 1-42 0,7-1-38 0,0 0-37 0,5 1-35 15,2-5-35-15,-2 1-41 0,1 0-43 0,13-1-27 0,-6 1-18 0,6-4-10 16,7 1-11-16,-7 1-8 0,6-1-8 0,1-1-9 0,-1 0-8 16,1 3-8-16,6-3-6 0,-7 4-9 0,-5-4-7 0,5 4-6 15,-6 0-8-15,0-1-8 0,1 1-22 0,-15 0 0 0,8 3 0 0,-7 0 0 16,-7 4 0-16,1-3 0 0,0 3 0 0,-7 0 0 0,-7 3 0 16,0 5 0-16,1-1 0 0,-14 0 0 0,7 4 0 0,-13 0 0 0,0 4 0 15,1 3 0-15,-15-3 0 0,7 6 0 0,-5-2 0 0,-1 4 0 16,-1-2 0-16,1 1 0 0,-6 0 0 0,5 0 0 0,1 0 0 0,7-4 0 15,-7 5 0-15,7-5 0 0,5 0 0 0,1 0 0 0,0 0 0 16,7-7 0-16,5 4 0 0,-4-4 0 0,10 0 0 0,2 0 0 16,0-3 0-16,6-1 0 0,0 4 0 0,0-4 0 0,6 0 0 0,-6 1 0 15,6-1 0-15,2 4 0 0,4 0 0 0,-6 0 0 0,8 0 0 16,-8-1 0-16,7 5 0 0,-7-3 0 0,8 2 0 0,-8 1 0 16,7 0 0-16,-6-1 0 0,-1 1 0 0,1 3 0 0,-1-3 0 0,1-1 0 15,-7 1 0-15,7 0 0 0,-7 0 0 0,0-1 0 0,6-2 0 16,-6-2 0-16,0-3 0 0,0 4 0 0,0-3 0 0,0-5 0 0,6 1 0 15,-6-4 0-15,6 0 0 0,-6 0 0 0,8-4 0 0,4-7 0 16,1 4 0-16,1-8 0 0,4 1 0 0,-4-8 0 0,12 4 0 0,-7-8 0 16,7 4 0-16,1-4 0 0,-1 1 0 0,0-1 0 0,0 4 0 15,-1-1 0-15,2 2 0 0,-1 3 0 0,-6 3 0 0,-1 4 0 0,1 0 0 16,-1 4 0-16,0 0 0 0,-5 3 0 0,-1 0 0 0,0 4 0 16,-7 0 0-16,7 0 0 0,-7 4 0 0,2 0 0 0,-2 3 0 0,-6 0 0 15,6 0 0-15,-6 5 0 0,0-2 0 0,0 1 0 0,0 4 0 16,-6-4 0-16,0 3 0 0,6 5 0 0,-14-4 0 0,8 3 0 0,-1-3 0 15,-6 3 0-15,0 0 0 0,1 0 0 0,-2-3 0 0,1 3 0 16,-6-3 0-16,6 0 0 0,-7 0 0 0,7 0 0 0,-6-1 0 0,6-3 0 16,-7-4 0-16,6 0 0 0,2 1 0 0,-8-5 0 0,7 1 0 15,1-8-54-15,-2 1-68 0,1-1-45 0,6-3-51 0,-5-4-71 16,5-8-83-16,1 1-76 0,-1-5-73 0,7-2-43 0,0-4-29 0,0 0-8 16,0-8 6-16,7-3 14 0,-1 0 21 0,1-4 26 0,-1 0 27 15,7-1 43-15,-6-2 51 0,5 0 70 0,-4-5 98 0</inkml:trace>
  <inkml:trace contextRef="#ctx0" brushRef="#br0" timeOffset="94966.41">21596 6839 0 0,'26'-7'196'0,"-12"0"84"0,4 3 35 0,-4 4 48 0,-1 0 53 0,-7 4 35 0,8-1 23 0,-8 1 18 0,6 3 14 0,-5-3 10 0,0 3 10 0,6 1-48 16,-7 3-75-16,8-1-55 0,-8-2-43 0,7 3-37 0,0 0-32 16,-7 0-48-16,7-4-54 0,-6 4-42 0,6 0-33 0,0-3-35 15,0 2-38-15,0-2-55 0,0-1-64 0,0-3-83 0,1-1-93 0,-2 1-80 16,1 0-76-16,0-4-40 0,0 3-22 0,1-6-13 0,-2 3-5 15,8-4 4-15,-7 0 9 0,0 1 18 0,6-1 22 0,-5-3 44 0,5-1 56 16,1 1 74-16,-1 0 197 0</inkml:trace>
  <inkml:trace contextRef="#ctx0" brushRef="#br0" timeOffset="95848.88">22358 6879 0 0,'13'-2'112'0,"0"-3"190"16,0 5 62-16,-7 0 50 0,1 5 43 0,0-5 29 0,-1 2 25 0,-6-2 17 16,0 5 16-16,0-5 16 0,0 0 15 0,0 0-29 0,-6 3-51 0,6 0-60 15,-7 2-63-15,0-2-60 0,-5 1-59 0,-1 3-48 0,-1 0-41 16,-5 1-29-16,0 2-24 0,-1 2-18 0,-13 2-14 0,7 1-15 15,-7 3-16-15,1-3-22 0,-1 7-26 0,-5-4 0 0,5 1 0 0,-6 3 0 16,7-4 0-16,-8 0 0 0,7 0 0 0,1 4 0 0,-1-7 0 16,1 4 0-16,6-1 0 0,-7-4 0 0,14 1 0 0,-7 0 0 0,6-4 0 15,0 3 0-15,8-7 0 0,-1 4 0 0,6-3 0 0,0-5 0 16,1 5 0-16,6-4 0 0,0-1 0 0,0 2 0 0,6-5 0 0,8 0 0 16,-1 3 0-16,-1-6 0 0,2 3 0 0,12-5 0 0,-7 2 0 15,7-1 0-15,0 1 0 0,1-5 0 0,5 4 0 0,-6-2 0 0,7-3 0 16,-1 2 0-16,1 0 0 0,-1 0 0 0,1-1 0 0,-1 1 0 15,7 0 0-15,-6 3 0 0,-1-3 0 0,2-1 0 0,-9 1 0 0,1 3 0 16,0-3 0-16,1 4 0 0,-8-1 0 0,0 0 0 0,-5 4 0 16,-1-3 0-16,-1 3 0 0,-5 0 0 0,0-4 0 0,-1 4 0 15,-6 0 0-15,-6 4 0 0,6-4 0 0,-7 3 0 0,-6 1 0 0,0 3 0 16,-7 0 0-16,1 1 0 0,-7 3 0 0,0 0 0 0,0 0 0 16,-7 0 0-16,-6 3 0 0,7 4 0 0,-8 1 0 0,-5-4 0 15,6 7 0-15,-7-4 0 0,7 0 0 0,1 4 0 0,-9 0 0 0,9 0 0 16,5-3 0-16,-6 3 0 0,13-4 0 0,0 0 0 0,0-3 0 15,6-1 0-15,7-3 0 0,7-3 0 0,0-1 0 0,-2 1 0 0,8-2 0 16,8-1 0-16,-2-2 0 0,0-3 0 0,7 0 0 0,0 0 0 16,6 0 0-16,1 0 0 0,0-3 0 0,6-2 0 0,-7 2 0 15,7 0 0-15,1-2 0 0,-1 2 0 0,0-1 0 0,-7 1 0 0,7-1 0 16,-6 0 0-16,-1 4 0 0,1 0 0 0,-8 0 0 0,2 0 0 16,-1 0 0-16,-7 4 0 0,1 0 0 0,-7-1 0 0,0 1 0 0,0 4 0 15,0-2 0-15,-7 6 0 0,1-5 0 0,-1 8 0 0,-5-4 0 0,-2 4 0 16,2-5 0-16,-2 5 0 0,1 3 0 0,-7-4 0 0,8 1 0 15,-8 5 0-15,1-3 0 0,5-2 0 0,-5 3 0 0,6-3 0 16,-7 3 0-16,7-3 0 0,1 2 0 0,-2-1 0 0,2-1 0 0,5-1 0 16,-6-3 0-16,6 1 0 0,1-2 0 0,6 1 0 0,0-4 0 15,0 4 0-15,0-7 0 0,0 3 0 0,6-3 0 0,1 3 0 0,-1-7 0 16,1 4 0-16,0-4 0 0,5 0 0 0,2 0 0 0,-2-4 0 16,8 0 0-16,-7 1 0 0,0-1 0 0,6-3 0 0,-5 0 0 0,5-1 0 15,1 1 0-15,-8-4 0 0,8 1 0 0,-7-2 0 0,7 1-59 16,0-3-158-16,-8-1-47 0,8-1-53 0,-1 2-57 0,-5 0-45 0,5-1-42 15,-6-3-23-15,6 3-14 0,1-3-4 0,0 3 0 0,-7 1 7 16,6-1 11-16,-6 0 18 0,7 1 23 0,-7 3 46 0,0 0 58 16,0 3 70-16,-7-2 75 0,8 2 73 0,-8 4 73 0,0-3 71 15,-6 3 68-15,7 4 63 0,-7 0 59 0,0 0 64 0,0 0 62 0,-7 0 41 16,1 4 28-16,0 0 12 0,-2-4 1 0,2 7-2 0,0-3-4 16,-7 3-10-16,0 0-13 0,0 1-27 0,-1 3-33 0,2-4-35 0,-8 4-34 15,7-1-44-15,-7 2-47 0,8-1-31 0,-2 4-22 0,2-4-14 16,-8 0-10-16,7 3-7 0,-1 1-8 0,8-4-6 0,-6 3-8 0,-2-3-7 15,8 0-7-15,-7 3-5 0,13-2-7 0,-6-1-6 0,-2-3-5 16,2 3-5-16,6-4-6 0,0 0-4 0,0 1-3 0,0-4-3 0,0-1-2 16,6 0-1-16,2 1-3 0,-2 0-1 0,0-1-1 0,1-3-1 15,6 0 0-15,-6 0-3 0,5-3-5 0,-6-1-8 0,8 0-10 16,-1 1-14-16,0-4-15 0,0-1-14 0,0 1-18 0,6-4-19 0,-5 0-20 16,-1 0-36-16,-1 0-42 0,8-4-45 0,-6 0-46 0,-2 1-44 15,8-1-44-15,-7 1-28 0,-7-1-21 0,8 0-15 0,-2 4-11 0,-5-3-13 16,6-1-12-16,-6 3 5 0,-1-2 13 0,0 3 33 0,1 0 39 15,0-3 45-15,-1 3 47 0,-6 0 46 0,6 0 50 0,-6 0 36 0,7 0 158 16</inkml:trace>
  <inkml:trace contextRef="#ctx0" brushRef="#br0" timeOffset="95999.8">22403 7561 0 0,'0'0'19'0,"7"-4"116"0,-7 4 12 0,0 0 10 0,7 0 11 0,-7 0 9 0,0 0 8 0,6-3 7 0,-6 3 6 0,0-4-13 0,6 0-21 0,-6 4-23 16,8-4-23-16,-8 4-17 0,6-3-13 0,0 3-13 0,-6-4-10 0,7 4-12 15,-1-3-10-15,-6 3-11 0,7 0-15 0,-1-4-19 0,-6 4-20 16,7 0-24-16,-7 0-22 0,6 0-21 0,-6 0-23 0,0 0-22 15,0 0-27-15,6 0-20 0,2-4-15 0,-8 4-7 0,6-3-4 0,0 3 1 16,-6-4 4-16,7 1 12 0,-1-1 15 0,1-3 18 0,-1 3 48 0</inkml:trace>
  <inkml:trace contextRef="#ctx0" brushRef="#br0" timeOffset="96415.93">22618 7458 114 0,'7'-3'167'0,"0"3"31"0,-7-5 34 0,6 5 37 0,-6 0 37 16,0 0 46-16,0 0 52 0,0 5 28 0,-6-5 20 0,6 3-4 0,0 1-16 15,-7 0-10-15,7 0-7 0,-7-1-9 0,1 5-9 0,-1-1-20 16,1 0-30-16,0 4-30 0,-8 0-32 0,8 0-41 0,-7 3-45 0,0 1-35 15,-7 0-29-15,7 0-20 0,1 3-17 0,-8-3-13 0,7 3-9 16,-7 0-12-16,8 1-9 0,-2-1-9 0,-6 0-7 0,8-4-5 0,5 6-6 16,-6-5-6-16,6-1-7 0,1-3-15 0,0 0 0 0,6 0 0 15,0-4 0-15,6 0-6 0,-6 0-10 0,6-3-5 0,8-4-2 0,-8 4-3 16,7-4-2-16,7-4-3 0,-8 0-1 0,8-3-4 0,0 0-4 16,-1 0-2-16,7-4-1 0,-6 0 1 0,6 0 3 0,-7 0 2 15,1 0 3-15,6-1 3 0,-7 1 2 0,-5 0 3 0,5 4 1 0,-6 0 3 16,-6 0 2-16,5 3 3 0,-4 0 5 0,-2 1 4 0,-6-1 4 15,6 4 1-15,-6 0 2 0,0 0 2 0,0 0 1 0,-6 4 2 0,6-1 0 16,-6 1 1-16,6 0 1 0,-8 3 2 0,2 0 4 0,0 0 2 16,-1 4 1-16,1-3 3 0,-8 3-1 0,8 1 1 0,-6-2-2 0,4 1 1 15,2 0-1-15,0 0-1 0,-1 0-1 0,0 0-1 0,1 0-1 16,6 0-2-16,0 0-3 0,-7-4-4 0,7 3-2 0,0-2-3 0,7 0 0 16,-7-1-4-16,0-3-4 0,6 2-4 0,1-1-4 0,-7-1-7 15,13-1-5-15,-7 1-7 0,2-4-10 0,-2 0-10 0,6 0-9 16,2 0-11-16,-8 0-11 0,7-4-11 0,1 4-10 0,-2 0-10 0,-6-3-11 15,14 3-14-15,-13-4-14 0,5 4-14 0,2 4-17 0,-1-4-8 16,0 3-8-16,0-3-6 0,0 4-4 0,-6 0-5 0,5-1-2 0,-5 1-4 16,6 0-5-16,-7 0-7 0,8-1-8 0,-8-3-7 0,1 3-8 15,-1 1-9-15,0-4-10 0,2 0-11 0,-2 0-14 0,0 0 3 16,0-4 8-16,1 1 10 0,0-4 13 0,-1-1 14 0,1 1 14 0,-1-4 21 16,8 0 23-16,-8-4 26 0,6 0 143 0</inkml:trace>
  <inkml:trace contextRef="#ctx0" brushRef="#br0" timeOffset="96632.44">23277 7411 126 0,'0'-11'394'0,"0"3"56"0,-7 1 35 0,7 4 25 0,0-1 21 0,-7 0 15 0,7 1 12 0,0 3 11 0,0 0 10 0,0 0 11 0,0-4 12 0,7 4-66 16,-7-4-103-16,7 4-98 0,-1-3-93 0,6 3-51 0,-4-4-32 16,4 4-23-16,1-4-21 0,7 4-13 0,-7 0-100 0,6-3-2 0,1 3 0 15,-1 0 0-15,-5 0 0 0,6 0 0 0,-1 0 0 0,-6 0 0 16,6 0 0-16,-5 3 0 0,-2-3 0 0,-5 0 0 0,6 0-73 15,-7 4-104-15,1-4-41 0,-1 4-57 0,1-4-68 0,-7 0-66 0,0 3-64 16,-7-3-51-16,7 4-41 0,-6 0-14 0,-7-1-1 0,6 5 12 16,-6-5 18-16,1 4 22 0,-2 1 22 0,1-1 35 0,-6 4 41 0,6-4 57 15,-7 4 67-15,0 0 65 0,-5 0 239 0</inkml:trace>
  <inkml:trace contextRef="#ctx0" brushRef="#br0" timeOffset="97015.62">23283 7532 161 0,'-20'10'214'0,"1"5"30"16,-1 0 26-16,7-4 25 0,0 0 22 0,0 0 23 0,7-3 21 0,6-1 30 15,-7 0 33-15,7-3-11 0,7 0-29 0,-1-1-31 0,-6 1-30 0,13-1-26 16,-7-3-25-16,8 4-25 0,-2-4-25 0,2 0-24 0,-1-4-21 15,0 4-21-15,6-3-22 0,-5-1-29 0,5 1-33 0,-6-1-26 16,6-3-26-16,-5-1-23 0,5 5-22 0,-6-5-30 0,0 0-35 0,0 1-36 16,-6-4-36-16,5 4-41 0,-4 0-42 0,-2-4-35 0,0-1-31 15,1 5-19-15,-7-4-14 0,0 4-3 0,0 0 3 0,0-4 13 16,0 7 17-16,0-3 37 0,-7 0 48 0,7 3 57 0,-6-3 63 0,6 3 71 16,-6 4 77-16,-2-4 66 0,2 4 61 0,0 0 52 0,6 4 47 15,-7 0 31-15,0-1 23 0,1 5 12 0,0-1 6 0,-1 4-6 16,1 0-10-16,-1 0-19 0,0 3-22 0,-5 1-28 0,5 0-31 0,0 3-31 15,1 1-30-15,0-1-31 0,-1 4-34 0,-6-4-23 0,6 4-19 0,1 4-13 16,-8-5-8-16,8 5-6 0,-6 0-5 0,-2 0-3 0,1 3-4 16,1-4-2-16,-2 5-1 0,-6-4 1 0,8 0-2 0,-1-1 4 0,-7-3 4 15,7 0 5-15,6-1 3 0,-5-2 3 0,5-4 2 0,1-1 1 16,-1-2 3-16,7-2 5 0,0-2 3 0,7-1 6 0,-1-3 8 0,1 0 6 16,5-1 7-16,2-3 3 0,-2 0 2 0,8-3 0 0,-1-1-2 15,1 0-1-15,0-3-1 0,6-1-3 0,-1 1-3 0,2-4-5 16,-1 0-5-16,-6-5-9 0,6 3-13 0,-1 1-18 0,1-2-22 0,1-5-25 15,-8 5-24-15,8-4-25 0,-8-1-25 0,0 1-35 0,8 0-41 16,-15-4-58-16,8 3-67 0,-7-3-70 0,7 4-69 0,-8-4-58 16,2 0-51-16,-2 0-17 0,2 1 1 0,-1-2 10 0,-1 1 15 0,-4-3 19 15,4 3 22-15,1-4 33 0,0 1 39 0,0-2 59 0,1 2 66 0</inkml:trace>
  <inkml:trace contextRef="#ctx0" brushRef="#br0" timeOffset="97548.66">24013 7136 128 0,'6'4'243'0,"-6"-4"29"0,0 3 27 0,6-3 38 0,-6 0 43 0,6 0 46 0,-6 0 44 0,8 0 30 16,-8 0 24-16,0 0-3 0,0 0-16 0,0 0-34 0,0 0-41 0,6 4-29 16,-6-4-24-16,0 0-19 0,-6 5-17 0,6-3-29 0,-8 6-33 0,2-5-35 15,0 9-39-15,0-5-37 0,-8 4-168 0,-5 4 0 0,5-1 0 16,-4 1 0-16,-2 3 0 0,-7 0 0 0,8 0 0 0,-7 1 0 15,0 4 0-15,0 2 0 0,0-3 0 0,-7 0 0 0,7-1 0 0,0 1 0 16,7-3 0-16,-7 3 0 0,6-4 0 0,1-3 0 0,5-1 0 0,2-3 0 16,5 0-101-16,7-7-173 0,0 3-33 0,0-7-23 0,7 0-17 15,5-3-4-15,2-5 2 0,-2 5 13 0,8-9 20 0,-1 5 27 16,7-4 32-16,-6 1 43 0,-1-5 51 0,8 4 59 0,-8 0 68 0,0 0 62 16,1 3 57-16,0-3 46 0,-1 4 42 0,1 0 31 0,-7 3 28 15,6-3 22-15,1 3 17 0,-1 0 9 0,-5 1 4 0,5-1-9 0,1 1-16 16,0-1-28-16,-2 0-35 0,9 0-26 0,-7 1-19 0,-2-1-17 15,9 1-14-15,-7-1-15 0,-1 4-13 0,0-4-15 0,1 4-17 16,-1-3-52-16,1 3-6 0,-6-4 0 0,5 4 0 0,-6 0-40 0,-6 0-47 16,5 0-31-16,-6 0-29 0,2 0-48 0,-2 0-57 0,-6 4-69 15,0-4-76-15,0 0-62 0,-6 3-52 0,6 1-35 0,-14 0-27 16,8-1-3-16,-7 4 9 0,-7-3 16 0,8 4 22 0,-8 2 24 0,-6-2 28 16,-1-1 46-16,1 4 54 0,-6-1 70 0,5 2 82 0</inkml:trace>
  <inkml:trace contextRef="#ctx0" brushRef="#br0" timeOffset="97699.64">23856 7554 140 0,'-26'14'228'0,"6"1"21"0,-6-4 18 0,13 3 17 0,0-6 15 0,0 3 19 15,7-3 19-15,6-1 37 0,0 0 42 0,0-3 12 0,6-1-3 16,1 1-25-16,6 0-36 0,0 0-24 0,7-1-20 0,-1 1-14 16,7-1-10-16,0-3-13 0,0 4-14 0,7 0-16 0,-7-1-19 0,6 1-35 15,-5-4-42-15,5 4-38 0,-6-1-35 0,-1 1-32 0,2 0-29 16,-1-1-32-16,0 1-29 0,-6-4-43 0,5 0-47 0,-11 0-52 16,6 0-55-16,-1-4-62 0,-6 1-64 0,-6-1-61 0,5-3-56 0,-6-1-39 15,2 1-27-15,-2-4-7 0,0 0 5 0,-6 0 15 0,0-3 20 16,7-1 35-16,-7 0 41 0,0-3 49 0,0-1 53 0,-7-3 59 0,7 4 143 15</inkml:trace>
  <inkml:trace contextRef="#ctx0" brushRef="#br0" timeOffset="97899.38">24188 6989 62 0,'-7'4'281'0,"1"7"36"0,0-4 33 0,-1 9 42 16,-6-2 47-16,7 4 38 0,-1 4 33 0,0 0 28 0,-6 7 23 15,7 1 19-15,-8 7 15 0,2-1-45 0,-8 4-74 0,7 5-48 16,-7 2-35-16,-6 0-29 0,7 5-25 0,-7 3-38 0,0-1-63 0,0 2-238 15,7-1 0-15,-7-4 0 0,6 0 0 0,1 0 0 0,5-3 0 16,-6-4 0-16,8 0 0 0,5-7 0 0,-6 0 0 0,7-8 0 0,-1 0 0 16,1-4-260-16,0-3-187 0,6-3-86 0,0-4-82 0,0-4-37 15,6-4-15-15,-6 0 4 0,6-7 13 0,1-3 24 0,-1-5 26 0,7 1 34 16,0-5 35-16,1-1 51 0,-2-3 58 0,2-2 81 0,5 0 203 16</inkml:trace>
  <inkml:trace contextRef="#ctx0" brushRef="#br0" timeOffset="98032.38">23960 7943 54 0,'6'-15'219'0,"1"0"28"16,-7 0 27-16,0 4 25 0,0-1 26 0,-7 6 20 0,1-2 17 15,0 1 12-15,0 3 7 0,-8 1-15 0,1 3-29 0,0 0-43 0,-6 3-51 16,-1 1-48-16,0 3-46 0,-5 1-49 0,5 3-49 0,-6 0-57 16,0 0-59-16,-1 0-55 0,8 4-52 0,-7-4-43 0,6-1-39 0,1 1-36 15,-1-3-35-15,8-1-24 0,-2 0-20 0,8 1-1 0,0-5 7 16,6-3 18-16,0 0 21 0,6-3 31 0,0 3 34 0,1-4 34 0,12 0 35 16</inkml:trace>
  <inkml:trace contextRef="#ctx0" brushRef="#br0" timeOffset="98181.95">23674 7968 0 0,'26'-8'32'0,"-1"5"109"15,2-1 39-15,-1 0 35 0,0 4 32 0,0-3 28 0,0 3 27 16,7 3 29-16,-7-3 30 0,-1 4 33 0,8 3 34 0,-7-3-4 0,0 3-26 15,0 1-20-15,1-1-19 0,-1 4-13 0,-1 0-8 0,1 0-15 16,0-4-19-16,-6 8-21 0,7-4-22 0,-1 0-28 0,-7 0-26 16,7 4-33-16,-6-4-35 0,-1 3-32 0,7-2-30 0,-6-2-33 0,-1 5-37 15,-6-4-49-15,6 0-58 0,1 4-72 0,-6-8-80 0,-2 4-79 16,1 0-81-16,7 0-60 0,-14-4-49 0,8 1-23 0,-2-1-12 0,1 0-2 16,-6 0 2-16,6 1 14 0,-7-1 21 0,8-3 38 0,-8 3 47 15,0 0 61-15,8-3 71 0</inkml:trace>
  <inkml:trace contextRef="#ctx0" brushRef="#br0" timeOffset="99132.99">26591 7400 42 0,'7'-11'283'0,"-1"4"34"0,-6-1 26 0,7 1 27 0,-7 0 28 0,6 3 29 0,-6 0 29 0,0 1 25 0,0 3 26 0,0 0 21 0,0 3 24 16,6 1-47-16,-6 3-79 0,0 1-48 0,8 3-36 0,-8 3-20 0,6 4-13 16,0 1-17-16,-6 6-17 0,7 2-18 0,-7 2-17 0,7 3-99 15,-7 5-141-15,6 4 0 0,-6-1 0 0,0 0 0 0,0 4 0 0,0 0 0 16,-6 0 0-16,-1 3 0 0,7-2 0 0,-7-2 0 0,1 5 0 16,0-9 0-16,-2 3 0 0,2-2 0 0,0-4 0 0,-1-2 0 15,1-1 0-15,6-4 0 0,-7-4 0 0,7-6 0 0,-6 3 0 0,6-7 0 16,-7-5 0-16,7 1 0 0,0-3 0 0,-6-5 0 0,0 1 0 15,6-8 0-15,-8 1 0 0,2-5 0 0,0-3 0 0,-1 1 0 0,-6-10-374 16,7-1-168-16,-7-1-54 0,6-4-37 0,-6-3-30 0,0 0 1 16,0-4 14-16,0 0 22 0,0-4 28 0,-6 1 31 0,-1-5 35 15,0 5 44-15,1-1 49 0,5 1 85 0,-4-1 102 0,-2 4 111 16,1 4 112-16,-1-1 97 0,0 8 90 0,1 1 59 0,5 5 45 0,-4 2 42 16,4 3 40-16,1 4 46 0,-7 3 45 0,8 0 35 0,-8 8 28 15,7-4 3-15,-7 7-12 0,8 1-29 0,-2 2-37 0,-6 1-36 0,8 5-35 16,-8-1-32-16,7 2-30 0,1 2-36 0,-2-1-40 0,1 0-52 15,0 0-60-15,6-3-55 0,1 0-56 0,6 0-67 0,-6-4-75 0,6 0-88 16,6-4-97-16,-6 0-82 0,6-3-73 0,7-4-36 0,1 0-19 0,-2-4-9 16,8 1-3-16,0-5 7 0,5 1 13 0,1-4 22 15,1 4 26-15,5-5 47 0,1 1 59 0,7 4 79 0,-8-4 244 0</inkml:trace>
  <inkml:trace contextRef="#ctx0" brushRef="#br0" timeOffset="99282.66">26806 7898 0 0,'40'19'182'0,"-8"-5"88"0,-6 4 28 0,7-3 39 16,-14 0 44-16,7-4 40 0,0 3 38 0,-6-3 24 0,-1 0 18 0,1 4 10 15,0-4 7-15,-1 0-52 0,-6 0-79 0,6 0-57 0,-5 0-44 16,-2 0-40-16,1 0-38 0,-6-3-57 0,6-2-66 0,1 2-87 16,-8-1-95-16,0-3-101 0,7 3-103 0,-6-3-83 0,-1-4-69 0,1 3-35 15,-1-3-18-15,0-3-8 0,2 3-5 0,-2-4 4 0,0-3 9 0,0 3 19 16,1-3 22-16,-7-4 45 0,7 4 58 0,-1-4 76 0,1-4 269 16</inkml:trace>
  <inkml:trace contextRef="#ctx0" brushRef="#br0" timeOffset="99466.44">27516 7664 69 0,'0'4'315'0,"-7"3"36"16,7 4 25-16,-6 0 34 0,6 0 38 0,0-1 33 0,0 5 29 15,0 0 23-15,0 3 17 0,0 1 17 0,0-1 14 0,6 4-60 16,-6-4-98-16,0 4-70 0,7 0-58 0,-7-1-35 0,0 2-24 0,0-1-39 16,0 0-43-16,7-4-47 0,-7 1-45 0,0-5-43 0,0 1-44 15,6 0-51-15,-6-4-55 0,0-4-75 0,7 0-83 0,-7 1-90 0,0-8-91 16,0 0-59-16,6 0-41 0,1-4-17 0,-7 0-4 0,6-3 8 15,1-4 14-15,-7 0 19 0,6-3 24 0,0-5 35 0,2 0 41 16,-8 1 63-16,6-4 75 0</inkml:trace>
  <inkml:trace contextRef="#ctx0" brushRef="#br0" timeOffset="99749.04">27588 7678 0 0,'0'-18'213'0,"-6"3"72"16,6 1 26-16,0 3 36 0,0-4 42 0,6 4 40 0,-6 0 43 16,6 0 31-16,1 0 27 0,6 0 20 0,0 0 16 0,-1 4-42 0,8-1-71 15,0 1-50-15,-1 0-42 0,1 3-26 0,6 1-21 0,0-1-31 16,1 0-35-16,-2 4-36 0,7 0-37 0,2 0-28 0,-9 0-24 0,8 4-105 15,-1 0-18-15,8-1 0 0,-8 1 0 0,1 0 0 0,-1 3 0 16,1 0 0-16,6-3 0 0,-7 3 0 0,1 4 0 0,-1-4 0 16,-6 1 0-16,7-1 0 0,-1 4 0 0,-5-4 0 0,-1 0 0 0,0 1 0 15,0 3 0-15,-7-3 0 0,7-1 0 0,-12 4 0 0,-1-4 0 16,0 4 0-16,0-3 0 0,-7 2 0 0,0-2 0 0,-6 6 0 0,0-3 0 16,-6 0 0-16,0 4 0 0,-7 0 0 0,6-1 0 0,-12 1 0 15,5 3 0-15,-5 1 0 0,-7-1 0 0,6 0 0 0,-6 3 0 16,0-1 0-16,1-2 0 0,-8 0 0 0,0 0 0 0,0 1 0 0,8-5-22 15,-7 1-373-15,-2-4-102 0,9-4-74 0,-1 0-62 0,-1 1-24 16,1-5-6-16,6-3 6 0,1-3 17 0,-1-5 23 0,2 5 28 0,4-8 33 16,1 0 38-16,6-4 56 0,-6-3 69 0,7 3 90 0,-7-3 285 15</inkml:trace>
  <inkml:trace contextRef="#ctx0" brushRef="#br0" timeOffset="100083.1">27822 7792 45 0,'-13'-4'310'0,"1"1"57"0,-2-1 55 0,-6 4 39 0,8-4 32 15,5 4 21-15,-6 0 18 0,6 0 16 0,7 0 15 0,0 0 17 16,0-3 18-16,7 3-52 0,0-4-87 0,-1 0-67 0,7 4-54 0,0-3-51 15,6 0-48-15,1-5-33 0,0 4-28 0,5-4-65 0,-5 5-113 0,6-5 0 16,1 1 0-16,-1 3 0 0,-1-3 0 0,-5 4 0 0,6-5 0 16,0 5 0-16,-7-1 0 0,8 4 0 0,-8-4 0 0,1 4 0 15,-7-3 0-15,7 3 0 0,-14 0 0 0,7 3 0 0,-7-3 0 0,1 0 0 16,-7 4-77-16,7 0-189 0,-14-4-60 0,7 3-67 0,-7 1-69 0,-6 3-46 16,7-3-35-16,-14 3-25 0,8 0-20 0,-8 1 2 0,1 0 15 15,-1 2 19-15,-6 1 24 0,6 0 29 0,-13 0 35 0,7 0 50 16,1 4 61-16,-8-1 100 0,1 1 120 0,6 3 105 0,-7-4 97 15,1 6 82-15,5-7 73 0,1 7 44 0,6-5 29 0,1-5 25 0,6 5 23 16,0-4 35-16,0 0 42 0,13-4 38 0,-7 4 35 0,7-7-7 16,7 3-29-16,0-4-37 0,-1 5-44 0,13-5-33 0,-5 2-29 0,-2-2-20 15,8 1-16-15,-1-4-18 0,7 4-18 0,-6-4-32 0,6 3-41 16,1-3-36-16,-8 0-37 0,7 0-27 0,0 0-23 0,0-3-24 16,0-1-26-16,-7 4-29 0,7-4-30 0,-6 1-43 0,7-5-49 0,-8 0-70 15,0 1-81-15,1 0-85 0,-1-4-88 0,-5 0-51 0,5-4-33 0,-6 1-14 16,0-4-6-16,1-1 7 0,-2 1 13 0,8-4 20 0,-14 0 25 15,13-4 37-15,-5 1 46 0,-8-1 67 0,7-3 78 0</inkml:trace>
  <inkml:trace contextRef="#ctx0" brushRef="#br0" timeOffset="100316.66">28402 7165 36 0,'-13'0'324'0,"-7"8"50"16,8-1 38-16,-8 4 34 0,0 0 34 0,1 4 28 0,-7 3 28 15,-1 0 27-15,1 4 25 0,0 5 24 0,7 1 26 0,-13 5-37 0,5 8-67 16,1-1-52-16,0 8-42 0,-7 2-20 0,1 5-223 0,6 1-197 0,0 6 0 15,-7 4 0-15,14-4 0 0,-7 3 0 0,6 2 0 0,1-4 0 16,6-1 0-16,0-4 0 0,7 1 0 0,6-8 0 0,0-3 0 0,6-1 0 16,0-6 0-16,7-1 0 0,0-7 0 0,6-4 0 0,8-3 0 15,-8-4 0-15,8-8 0 0,-1 2 0 0,-1-6 0 0,9-3 0 0,-9-3 0 16,1 0 0-16,7-8 0 0,-1 0 0 0,-6-3 0 0,0 0 0 16,7-4-335-16,-1-4-269 0,-5 5-65 0,5-9-21 0,7 1 1 0,-7-1 13 15,8 1 18-15,-1-1 25 0,0-2 28 0,7-1 34 0,-1-4 36 16,1 4 46-16,-1-3 54 0,8-1 74 0,-2 0 120 0</inkml:trace>
  <inkml:trace contextRef="#ctx0" brushRef="#br0" timeOffset="100716.02">29300 7089 16 0,'-12'0'278'0,"5"0"29"0,1 0 19 0,6 0 16 0,0 0 14 0,0 0 26 0,6-5 31 0,7 2 31 0,1 0 33 0,-2-1 26 0,8 0 24 0,6 4-44 0,-1-3-77 0,2-1-51 16,-1 0-36-16,6 4-20 0,1 0-11 0,-1-3-10 0,1 3-8 16,7 0-23-16,-8 3-28 0,1-3-31 0,6 0-30 0,-7 4-27 0,7-4-23 15,-7 0-37-15,1 4-71 0,-7-4 0 0,7 0 0 0,-14 0 0 16,8 3 0-16,-8-3 0 0,1 0 0 0,-8 0 0 0,2 0 0 16,-8 0-117-16,8 0-33 0,-14 0-50 0,6-3-62 0,-6 3-65 0,-6 0-69 15,6-4-60-15,-14 4-54 0,8-4-39 0,-8 1-30 0,2 3-6 16,-8-4 8-16,1 4 16 0,-1 0 19 0,1 0 28 0,-7 0 30 0,-1 0 50 15,-5 0 60-15,6 0 66 0,-7 0 69 0</inkml:trace>
  <inkml:trace contextRef="#ctx0" brushRef="#br0" timeOffset="100915.53">29353 7081 200 0,'-13'8'243'16,"6"-5"26"-16,0 5 24 0,1-1 33 0,0 0 40 0,0 0 42 0,6 4 42 16,-8 0 36-16,2 4 31 0,0 0-5 0,-7 3-25 0,6 1-25 15,-6-1-29-15,1 4-19 0,-2 0-16 0,-6 3-14 0,7 1-14 0,-6 0-24 16,0-1-32-16,-8 5-36 0,8-1-43 0,-8 0-235 0,2 1 0 15,-1-1 0-15,0-4 0 0,-1 4 0 0,1-2 0 0,0-2 0 16,7-3 0-16,-1 0 0 0,0-4 0 0,1 1 0 0,6-5 0 0,0 1 0 16,7-4 0-16,0-4 0 0,-2 1-219 0,8-5-186 0,0-3-76 15,0 0-71-15,0 0-69 0,8-3-27 0,-2-5-4 0,7 1 9 0,0-4 18 16,-7-1 24-16,13 2 32 0,-5-5 38 0,-1 1 41 0,6-1 58 16,1-3 67-16,-7 3 73 0,7-3 227 0</inkml:trace>
  <inkml:trace contextRef="#ctx0" brushRef="#br0" timeOffset="101399.72">29073 7485 77 0,'0'0'271'0,"6"-4"32"0,-6 0 26 0,6 4 40 0,2-4 45 0,-2 4 39 16,7-3 37-16,0-5 27 0,6 4 23 0,-5 1 5 0,12-5-3 16,-7 5-49-16,7-5-71 0,0 1-51 0,0 3-40 0,7-3-29 15,-7 0-23-15,0 0-37 0,7 3-44 0,-8-4-39 0,1 1-36 0,0 4-28 16,1-5-22-16,-1 5-22 0,-7-1-18 0,1-3-25 0,0 7-23 0,-8-4-23 16,2 0-20-16,-8 1-22 0,0 3-25 0,1-4-34 0,-7 4-39 15,0-4-43-15,0 4-45 0,0-3-42 0,-7 3-42 0,1 0-26 16,0 0-17-16,-8 0-4 0,2 0 1 0,-2 3 5 0,-5 1 7 0,-1 0 17 15,0-1 19-15,1 5 31 0,-7-1 39 0,6 0 47 0,-6 1 51 16,1-1 57-16,-1 4 57 0,-1-4 51 0,1 4 48 0,0 0 38 0,0 0 35 16,1 4 33-16,-2-4 28 0,7 4 23 0,-6-1 24 0,7-3 23 15,-1 4 24-15,1-4 14 0,6-1 11 0,-1 5-1 0,2-7-5 0,-1 2-12 16,6-2-18-16,1-1-18 0,-1 0-20 0,7 1-18 0,-6-5-18 16,6 2-16-16,0-2-17 0,0-3-17 0,0 0-19 0,6 4-14 15,-6-4-14-15,7 0-10 0,-1-4-8 0,7 4-4 0,-6-3-4 0,5 3-1 16,2-5-2-16,-1 2-2 0,0 0-3 0,6-5-2 0,-5 4-3 15,-2 1-5-15,8-1-5 0,-7 0-3 0,0 0-1 0,6 1-4 0,-5 3-1 16,-2 0-1-16,2 0-3 0,5 0 0 0,-5 0-1 0,-2 3 3 16,1 1 1-16,0 4 3 0,-6-5 2 0,6 4 4 0,-6 1 3 15,-1 3 4-15,0 0 4 0,0-3 2 0,2 6 5 0,-8-3 4 0,0 0 3 16,0 4 4-16,0-4 2 0,0 3 3 0,-8 0 3 0,8-2 2 16,-6-1 2-16,0 4-25 0,0-4-45 0,-1 0 0 0,-6 0 0 0,6 0 0 15,-6 0 0-15,0-1 0 0,7 1 0 0,-8-3 0 0,2-1 0 16,-1 0 0-16,-1-3 0 0,2 0 0 0,-2-1 0 0,2-3 0 15,-2 0 0-15,1-3 0 0,1-1 0 0,5 0 0 0,-6-3 0 0,7-4 0 16,-1 0 0-16,0-3-121 0,7-5-163 0,0 1-71 0,-6 0-77 0,12-5-68 16,-6-2-62-16,7-4-33 0,0-1-18 0,-1 1 0 0,0-4 10 15,8-4 17-15,-2 1 24 0,-5 0 28 0,6-5 33 0,0-3 53 16,1 0 62-16,-2-4 72 0,8 1 132 0</inkml:trace>
  <inkml:trace contextRef="#ctx0" brushRef="#br0" timeOffset="101816.55">29588 6689 0 0,'0'4'200'0,"0"7"85"0,0-4 28 0,0 4 47 0,-8 4 56 0,8 0 41 0,0 3 36 0,-6 0 28 0,6 4 22 16,0 0 22-16,-6 4 20 0,6 0-35 0,0 3-61 0,0 4-45 15,0 0-39-15,0-1-24 0,6 5-17 0,-6 4-38 0,6-5-47 0,2 4-64 16,-8 1-215-16,6-1 0 0,6 0 0 0,-4 1 0 0,-2-1 0 16,7 0 0-16,-7-3 0 0,8 0 0 0,-2-1 0 0,2 1 0 15,-2-4 0-15,2-4 0 0,-1 4 0 0,-1-4 0 0,2-3 0 0,5-5 0 16,-6 6 0-16,0-5 0 0,7-4 0 0,-8 0 0 0,-4 0 0 15,4-3 0-15,1-4 0 0,0 0 0 0,-6-1 0 0,-1-2 0 0,8-4 0 16,-8-4 0-16,0 0 0 0,1 0 0 0,6-4-126 0,-7-4-188 16,1 2-43-16,6-5-43 0,-6 0-41 0,5-4-24 0,-5 1-16 0,0-1-2 15,6 0 5-15,-7 1 13 0,0 0 16 0,8-1 21 0,-8-1 25 16,0 2 34-16,2-1 39 0,-8 1 53 0,6-1 62 0,0 0 69 16,-6 1 72-16,0 3 60 0,0-4 55 0,0 4 47 0,0 0 45 0,0 0 41 15,-6 0 42-15,6 0 49 0,-6 4 56 0,-2-1 34 0,-4 1 21 0,5 0 12 16,-6 3 4-16,-6-3 0 0,5 7-4 0,-5-4-3 0,-7 4-7 15,0 4-14-15,0-4-18 0,0 3-22 0,-1 1-27 0,-5 3-40 16,-1-3-50-16,1 3-30 0,-1 4-22 0,1-3-14 0,-1-1-10 0,1 4-107 16,-1 0-24-16,7 0 0 0,-6 0 0 0,5 0 0 0,1 0 0 15,7 0 0-15,-7-4 0 0,6 5 0 0,8-5 0 0,-8 0 0 16,7-3 0-16,6-1 0 0,-6-3 0 0,7 0-84 0,6-3-282 0,-6-5-103 16,6-2-104-16,6-2-50 0,0-2-26 0,7-4-8 0,7-4 1 15,0-5 12-15,-2 2 17 0,9-4 29 0,-1 0 32 0,0-5 41 16,7-2 44-16,-7 3 81 0,6-4 127 0</inkml:trace>
  <inkml:trace contextRef="#ctx0" brushRef="#br0" timeOffset="102000.13">29886 6685 105 0,'8'-3'341'0,"-8"3"46"0,0 0 35 0,0 3 28 0,0 1 22 0,6 3 16 0,-6 1 15 0,6-1 11 0,1 4 10 0,0 0 6 0,-1 0 6 0,0 4-74 0,1 3-113 15,6-3-81-15,-6 3-66 0,-1 0-51 0,0 1-44 0,1-1-40 16,0 1-39-16,-1-1-50 0,-6-4-55 0,7 4-75 0,-7-3-85 0,0 0-84 15,0 0-81-15,0-1-57 0,0-3-41 0,-7 4-22 0,1-4-10 16,-1 4 0-16,0-4 4 0,-5 3 13 0,-2-3 16 0,1 4 32 16,-6-1 41-16,0 1 64 0,-1 0 76 0</inkml:trace>
  <inkml:trace contextRef="#ctx0" brushRef="#br0" timeOffset="102183.05">29093 7689 40 0,'-14'19'311'0,"1"2"55"15,-6-2 46-15,6-1 32 0,-1 1 21 0,2-1 17 0,-2 0 12 0,1 0 11 16,1 4 10-16,-2 0 10 0,-5-3 9 0,6 3-60 0,-6 0-92 16,-1 0-76-16,6 0-65 0,-5 0-55 0,0-1-47 0,0 2-37 15,-1-1-31-15,6-4-29 0,-5 0-28 0,6 0-34 0,0-3-38 0,7 0-54 16,-8-4-67-16,8-4-73 0,0 4-77 0,6-7-61 0,0 0-53 0,0-1-40 16,6 1-34-16,0-4-11 0,1-4 1 0,6 4 8 0,0-3 12 15,0-1 22-15,0 0 28 0,7 1 46 0,0-5 55 0,-8 4 67 16,8 1 101-16</inkml:trace>
  <inkml:trace contextRef="#ctx0" brushRef="#br0" timeOffset="102415.77">28897 8170 0 0,'13'0'7'0,"0"3"192"15,0 4 51-15,0 1 52 0,0-1 52 0,0 4 49 0,0-4 49 0,-7 8 32 16,8-4 26-16,6 3 17 0,-8-3 17 0,1 4-16 0,7 0-33 16,0-1-31-16,-1 4-32 0,0-2-33 0,1-2-34 0,6 4-40 15,-7-3-43-15,8 3-43 0,-1-3-41 0,0 0-27 0,7-5-21 0,-1 6-39 16,1-5-111-16,-1 3 0 0,1-3 0 0,-1 0 0 0,1 0 0 16,-1-4 0-16,1 4 0 0,-1-3 0 0,1-1 0 0,-1-4 0 0,-6 5 0 15,7-5 0-15,-7-3 0 0,0 4 0 0,0-4 0 0,1-4 0 16,-2 4 0-16,-5-3 0 0,0-1 0 0,-8 0 0 0,8-2 0 15,-7 2 0-15,-7-4 0 0,8 1 0 0,-8 0 0 0,0-1 0 0,1 1 0 16,-7 0 0-16,0-4 0 0,0 2 0 0,0 3-12 0,-7-5-184 16,7 3-46-16,-12 1-59 0,5-4-66 0,-6 4-60 0,6 0-58 0,-5-4-48 15,-2 0-41-15,2 3-14 0,-2-3 1 0,-5 0 12 0,6 0 16 16,0-3 23-16,-7 3 24 0,7-4 41 0,0 0 50 0,-6 1 61 16,5-1 68-16</inkml:trace>
  <inkml:trace contextRef="#ctx0" brushRef="#br0" timeOffset="102600.2">29561 8033 326 0,'-13'0'416'0,"13"0"40"0,-7 0 23 16,1 5 14-16,6-5 12 0,-6 3 14 0,6 1 14 0,0-4 14 0,6 4 14 15,-6 3-2-15,6-5-11 0,1 3-77 0,0 2-108 0,-1-3-88 16,1 3-77-16,5 1-40 0,-4-1-20 0,4-3-16 0,2 3-12 0,-8 0-24 16,7 1-26-16,0-1-38 0,0-4-41 0,-7 5-50 0,8-5-56 15,-8 5-80-15,7-5-91 0,-6 1-89 0,6 0-89 0,-7-1-58 16,0 2-42-16,8-5-20 0,-8 3-11 0,7-3 5 0,-6 0 11 0,6 0 21 15,-7 0 26-15,14 0 36 0,-8-3 43 0,2 3 70 0,-1-5 81 16</inkml:trace>
  <inkml:trace contextRef="#ctx0" brushRef="#br0" timeOffset="102766.56">30200 8114 0 0,'6'8'251'16,"0"2"113"-16,1 1 56 0,-7-3 37 0,6 3 29 0,1 0 21 15,-7-1 18-15,7 2 14 0,-1-5 12 0,0 1 10 0,2 3 9 0,-2-4-47 16,0 0-73-16,0 1-82 0,1-5-86 0,0 4-66 0,-7-3-60 0,6 0-46 15,1-1-40-15,-7 1-39 0,0-4-41 0,6 4-55 0,-6-4-61 16,-6 0-89-16,6 4-100 0,0-4-91 0,0 0-88 0,-7 0-43 16,1-4-22-16,6 4-9 0,-7 0-4 0,0-4 7 0,7 4 11 0,-6-4 18 15,0 1 21-15,6-1 39 0,-6 0 52 0,-2 1 78 0,2-1 192 16</inkml:trace>
  <inkml:trace contextRef="#ctx0" brushRef="#br0" timeOffset="131299.29">21368 9572 0 0,'7'-7'81'0,"-7"3"133"0,6 1 11 0,-6 3 6 0,-6-4 4 0,-1 8 2 0,1-1 4 0,-1 1 7 0,0 3 9 0,-5 4 17 0,-2 4 22 0,2-1-24 16,-1 9-45-16,-7-1-27 0,6 3-18 0,-5 4-3 0,6 4 7 15,-6 4 9-15,-1 0 11 0,7 3 7 0,0 1 3 0,0 2-1 16,0 1-6-16,0-4-13 0,0 5-18 0,6-1-19 0,1-4-22 0,0-4-15 16,-1 1-12-16,7 0-16 0,0-8-14 0,0 1-15 0,7-5-15 15,-1 0-8-15,0-6-7 0,8-1-2 0,-2-3-4 0,8-4-2 0,-1 0-3 16,1-8-1-16,0 1-2 0,6-4-3 0,-1-7-2 0,2-1-1 16,5 1-1-16,1-7-1 0,-1-5 0 0,2-3 0 0,-2-3-2 0,1-4-1 15,5-5-2-15,-5-2 1 0,6-1-2 0,-7-3 1 0,8-4 0 16,-7-4 0-16,5 4 1 0,-5-7 3 0,-1 3 2 0,1 0 1 15,-7 1 3-15,-6 0 0 0,5 3 2 0,-11-1 0 0,-2 2 1 0,2 2 0 16,-14 4-1-16,0 1-1 0,0 3 0 0,-14 4-1 0,2 3-2 16,-2 0-2-16,-5 4-3 0,-1 4-6 0,1 4-6 0,-7 3-7 0,0 0-11 15,0 7-16-15,-7 4-18 0,7 0-43 0,-6 7-55 0,5-3-70 16,-5 7-79-16,6 3-73 0,0 1-71 0,0 0-38 0,6 3-23 0,1 1-8 16,0-1-3-16,5 0 5 0,8-3 7 0,-1 3 15 0,1-3 17 15,6-1 43-15,6-3 53 0,1 4 71 0,-1-8 183 0</inkml:trace>
  <inkml:trace contextRef="#ctx0" brushRef="#br0" timeOffset="131781.92">22098 10093 105 0,'6'25'323'0,"-6"-3"33"0,7 0 22 0,-7 0 24 0,6 0 24 16,0-3 19-16,1-5 15 0,0 1 12 0,-1-1 10 0,7-3 8 15,0 4 8-15,0-4-70 0,0 0-111 0,0-3-71 0,7-2-52 16,-1 2-30-16,1-5-21 0,0-3-22 0,-1 0-25 0,1-3-18 0,6 0-16 15,-7-5-11-15,7-3-10 0,-6-4-11 0,6-3-13 0,0-4-10 16,-1-4-14-16,-5 1-8 0,6-8-9 0,1 0-7 0,-8 0-5 0,7-7-5 16,-6 3-1-16,6-3-1 0,-7-1-2 0,1 1 0 0,-8 0 2 15,8 3 1-15,-14 1 4 0,8-1 5 0,-1 0 6 0,-7 4 5 16,0 4 7-16,2-4 5 0,-8 3 5 0,6 1 6 0,0 4 7 0,-6-1 7 16,0 4 7-16,7 0 7 0,0 0 5 0,-7 4 3 0,6 3 6 15,0 0 4-15,1 1 4 0,6 3 3 0,-6 4 5 0,5-1 3 0,2 1 5 16,-2 3 2-16,2 1-1 0,5-1-1 0,-5 4 0 0,4 4 1 15,2-4 3-15,7 7 2 0,-9 0 0 0,9 1 3 0,-7 3 3 0,-2-1 1 16,2 1 2-16,0 8 0 0,-1-5 0 0,-5 5 0 0,-2 3-3 16,2 0-1-16,-8 0-3 0,1 3-32 0,-1 1-43 0,-6 4 0 15,0-1 0-15,-6 4 0 0,-1-1 0 0,1 5 0 0,-8 0 0 0,2 3 0 16,-2-3 0-16,2 3 0 0,-8 0 0 0,7 1 0 0,-1-1 0 0,2 0 0 16,-1-3 0-16,0-1 0 0,6-3 0 0,1 0 0 0,6-3 0 15,0-5 0-15,6-3 0 0,-6 0 0 0,13-4 0 0,-6-2 0 16,12-5 0-16,-5 0 0 0,5-4 0 0,1 0 0 0,-1-3 0 0,7-4 0 15,0 0 0-15,0-4 0 0,0 0 0 0,1 1 0 0,5-4 0 16,-6-1 0-16,0-3 0 0,0 0 0 0,6 0 0 0,-6 0-142 0,1-4-93 16,-8 1-62-16,8-1-74 0,-8 0-69 0,0 1-64 0,1-4-47 15,-1-1-35-15,-5 4-10 0,5-3 5 0,-6 0 16 0,-6 0 19 16,5-4 23-16,2 3 24 0,-8 1 35 0,0-1 41 0,1-3 62 0,0 4 76 16</inkml:trace>
  <inkml:trace contextRef="#ctx0" brushRef="#br0" timeOffset="132216.1">23771 9532 7 0,'-6'-7'287'0,"6"-1"44"0,-7 8 38 0,7 0 37 0,-6 0 38 0,6 4 25 0,-7 3 21 0,7 1 17 0,0 3 13 0,0 3 16 0,0 1 14 15,0-1-49-15,0 5-83 0,0-1-65 0,0 4-53 0,0 0-41 16,7 0-34-16,-7 0-33 0,0 4-35 0,0 0-26 0,0-4-19 0,6 3-16 16,-6 1-14-16,0-4-15 0,0 0-16 0,0 0-20 0,0 0-22 0,0-4-23 15,0-3-24-15,0-1-25 0,0 1-27 0,7-4-38 0,-7-4-41 16,0-3-54-16,0 3-57 0,0-7-68 0,6 0-69 0,-6-7-57 15,0 3-48-15,7-7-24 0,-7 0-13 0,6-3 4 0,0-1 12 0,2-7 19 16,-2 0 21-16,0 0 34 0,8-4 38 0,-8 1 68 0,7-1 81 16,-7 1 99-16,8-5 107 0,-8 4 94 0,7 1 85 0,-6 3 69 0,-1 0 62 15,0-4 50-15,1 8 48 0,0-1 47 0,-1 1 49 0,1 4 32 16,-1-1 23-16,0 0 2 0,8 1-10 0,-8 3-19 0,7 0-26 0,0 0-24 16,0 4-25-16,7-1-26 0,-8-3-26 0,8 4-31 0,0 3-33 15,5-3-39-15,2 3-41 0,-7 0-25 0,6 1-16 0,6-1-11 16,-5 4-7-16,-1 0-7 0,6 0-7 0,1 4-8 0,-8-4-95 0,8 3-9 15,-7 1 0-15,6 0 0 0,-6 3 0 0,7 1 0 0,-7-5 0 16,0 8 0-16,0-3 0 0,1 3 0 0,-8-1 0 0,0 1 0 0,1 4 0 16,-1-4 0-16,-5 4 0 0,-1-1 0 0,0 1 0 0,-7 4 0 15,1-1 0-15,-7-4 0 0,0 8 0 0,0-3 0 0,-7 2 0 0,1 1 0 16,-7 4 0-16,0 0 0 0,-7 0 0 0,7-1 0 0,-7 1 0 16,1 3 0-16,-7-3 0 0,6-1 0 0,-6 1 0 0,6 0 0 15,-5-5 0-15,-1 1-106 0,0-7-335 0,6 0-90 0,-6 0-87 0,0-8-39 16,7 0-15-16,-1-7 4 0,1 0 11 0,-1-3 21 0,0-5 26 15,7-3 31-15,1 0 35 0,-8 0 46 0,6-7 55 0,2 3 82 0,-1 1 191 16</inkml:trace>
  <inkml:trace contextRef="#ctx0" brushRef="#br0" timeOffset="132416.06">23980 9763 0 0,'-14'-7'154'16,"2"-5"95"-16,-2 5 27 0,8 0 23 0,0-1 22 0,-1 5 31 0,7-5 36 16,0 5 34-16,7-1 30 0,-1 0 15 0,8-3 5 0,-8 4-29 15,13-1-47-15,-6-3-40 0,6 3-41 0,1-3-27 0,0 3-22 0,6 0-19 16,-7 1-18-16,7-1-27 0,1 0-35 0,-1 1-32 0,-7 3-28 15,7-4-22-15,0 4-17 0,-6 0-12 0,-1 0-12 0,1 0-11 16,0 0-12-16,-1 4-15 0,-6-4-16 0,0 0-21 0,-7 3-20 0,8-3-25 16,-8 4-23-16,0-4-48 0,-6 4-56 0,0-4-65 0,0 3-68 15,-6 1-54-15,0-4-44 0,-1 4-40 0,0-1-38 0,-5 1-11 16,-2 3 2-16,-5-3 11 0,-1 3 15 0,1 0 18 0,-1 4 22 0,0-3 44 16,-6 3 56-16,1 0 63 0,-1 0 68 0</inkml:trace>
  <inkml:trace contextRef="#ctx0" brushRef="#br0" timeOffset="132550.79">23980 9847 121 0,'-26'11'211'0,"6"0"26"0,1 0 25 0,5 0 26 0,2 0 26 0,-2-3 39 15,8-2 46-15,6 6 33 0,0-5 27 0,6 0-12 0,1 1-30 0,6-5-32 16,0 5-32-16,7-1-27 0,0-3-27 0,-2-1-24 0,9 1-23 16,-1-4-25-16,0 4-26 0,0-4-39 0,-1-4-44 0,2 4-35 15,5-4-29-15,-6 1-24 0,1-1-24 0,-1-3-34 0,0 3-39 0,0-3-56 16,-1-1-67-16,-5-3-71 0,0 4-73 0,-1-4-63 0,1 0-59 0,-7 0-31 16,0 0-14-16,0-4-6 0,-7 1-4 0,8-1 7 0,-8 0 8 15,0-3 26-15,2 0 30 0,-2 3 54 0,0-7 64 0</inkml:trace>
  <inkml:trace contextRef="#ctx0" brushRef="#br0" timeOffset="132866.14">24501 8942 28 0,'-7'-3'287'16,"1"3"40"-16,-1 0 31 0,1 3 36 0,0 1 40 0,-8 3 27 0,8 4 19 16,-8 4 17-16,8 3 15 0,-7 4 15 0,7 0 15 0,-8 8-51 15,2-1-86-15,5 7-58 0,-6 1-43 0,0 3-31 0,0 4-24 0,0 4-29 16,-1 0-34-16,2-1-19 0,-1 8-15 0,6-4-9 0,-6 4-10 15,1 1-8-15,-2-2-9 0,8 1-83 0,-8 0-33 0,8 0 0 16,0 0 0-16,-1-4 0 0,1 1 0 0,6-5 0 0,0-3 0 0,0 0 0 16,6-4 0-16,1-3 0 0,-1 0 0 0,8-8 0 0,-2 0 0 15,2-3 0-15,5 0 0 0,1-5 0 0,-2-2 0 0,2-1 0 16,0 0 0-16,-1-3 0 0,1 0 0 0,6-4 0 0,-7 0 0 0,7 0 0 16,-6-4 0-16,6 1 0 0,1-5 0 0,-2-3 0 0,1 0 0 0,7-3 0 15,-7-5 0-15,6 1 0 0,1-4 0 0,-7-3 0 0,7-2 0 16,-1-2 0-16,1-4 0 0,-7 4-58 0,0-8-179 0,0 5-66 15,0-6-81-15,-7 2-77 0,7-1-78 0,-12 1-41 0,5-4-22 0,-5 3-4 16,-2-4 6-16,-6 1 14 0,2 0 20 0,-2-4 23 0,0 0 23 16,-6 0 36-16,0-4 42 0,0-3 70 0,0 0 83 0</inkml:trace>
  <inkml:trace contextRef="#ctx0" brushRef="#br0" timeOffset="133582.6">25354 9459 0 0,'0'-4'152'0,"-7"0"113"0,7 1 25 0,-6-1 18 0,6 0 14 0,0 4 29 0,0-3 37 0,0-1 33 0,6 0 31 0,1 1 24 16,-1-1 18-16,1 0-36 0,6 1-61 0,0-5-47 0,6 5-43 16,-5-1-26-16,5 4-16 0,1-4-14 0,6 4-10 0,-7-3-25 15,7 6-33-15,0-3-30 0,-6 4-31 0,5 0-20 0,2 3-18 0,-1 0-14 16,-6-3-13-16,6 3-9 0,-7 1-8 0,-6 3-7 0,6-4-6 0,-5 1-5 15,-1 3-3-15,0 0-2 0,-7-4-2 0,1 4-2 0,-1 0 0 16,-6 0-1-16,0 0 1 0,0 0-2 0,0 3 0 0,-6-3 1 16,-1 4-2-16,-6-1 1 0,7 2-1 0,-7-2 0 0,-1-3-2 0,8 4-2 15,-7-1-1-15,0 1-1 0,0-4-1 0,0 0-1 0,0 3 0 16,7-6-1-16,-8 3-1 0,8-4 0 0,0 4-1 0,-1-3 0 0,7-1-2 16,0-3 0-16,0 3 2 0,0 0-2 0,0 1 1 0,0-1 0 15,7 0 0-15,-1 0-1 0,-6 1 1 0,6-1 0 0,1 4 0 16,0-4 2-16,-1 4 2 0,0-3 2 0,1 3 6 0,-7-1 4 0,7 2 3 15,-1-5 6-15,-6 4 3 0,7 0 6 0,-7 0 4 0,6 0 4 16,-6 0 5-16,0-4 4 0,0 4 3 0,-6-3-18 0,6 2-34 16,-7-2 0-16,7-1 0 0,-6 0 0 0,-1 1 0 0,0-1 0 0,1 1 0 15,-7-1 0-15,6-3 0 0,-5 3 0 0,-1-3 0 0,-1-1 0 16,8 1 0-16,-8 0 0 0,-5-4 0 0,6 0 0 0,0-4-26 0,1 0-149 16,-2 1-45-16,1-8-65 0,0 0-72 0,7-1-65 0,-7-2-59 15,6-5-48-15,-6 1-43 0,7-4-14 0,-1-3-3 0,0-1 13 16,7 0 18-16,-6-3 22 0,6 0 24 0,-6 0 38 0,-1-4 46 0,7 3 64 15,-6-7 73-15</inkml:trace>
  <inkml:trace contextRef="#ctx0" brushRef="#br0" timeOffset="133765.93">25426 9418 90 0,'0'0'191'0,"0"8"28"15,0-1 29-15,0 4 29 0,0 0 30 0,-7 3 32 0,7 5 32 0,0 3 33 16,0 0 34-16,0 0-8 0,0 7-27 0,0 0-24 0,0 1-21 0,-7 3-17 16,7 3-12-16,0 1-21 0,0 0-24 0,0 7-22 0,-6 0-24 15,6-1-28-15,-6 5-28 0,-1 0-31 0,0 0-32 0,7 3-21 16,-6 0-17-16,0-3-12 0,-1 3-12 0,0-4-17 0,1 1-23 0,-1-4-26 15,1 0-26-15,6-7-51 0,0-4-62 0,0-8-79 0,0-3-86 16,6-3-82-16,1-7-78 0,6-10-41 0,0-2-24 0,7-7-9 16,-1-4-6-16,1-4 7 0,-1-7 10 0,7-3 18 0,0-8 21 0,0 0 45 15,0-4 54-15,0-3 76 0,7-4 189 0</inkml:trace>
  <inkml:trace contextRef="#ctx0" brushRef="#br0" timeOffset="133965.64">26136 9407 305 0,'12'0'389'0,"-12"8"44"0,7 3 26 0,-1 3 24 0,-6 1 21 0,0 7 19 16,0-3 18-16,-6 6 17 0,6 1 18 0,0 3-5 0,-7 1-15 16,7-1-68-16,0 4-93 0,-6-1-78 0,0 5-70 0,-1 0-40 0,0 0-28 15,1 3-21-15,0 0-22 0,-1 0-19 0,-6 1-68 0,6-1-49 16,1 4 0-16,-8-4 0 0,8 0 0 0,0-3 0 0,-8 0 0 16,8-4 0-16,0 0 0 0,6-8 0 0,-7 1-55 0,7-7-81 0,0-1-29 15,0-4-46-15,7-6-54 0,-1-1-65 0,-6-3-69 0,6-4-52 16,8-8-44-16,-8 1-37 0,8-8-30 0,-8 1-6 0,7-9 9 0,0 1 14 15,0-7 19-15,0 0 24 0,0-4 26 0,0 0 47 0,0 0 54 16,0-3 65-16,-7-1 68 0</inkml:trace>
  <inkml:trace contextRef="#ctx0" brushRef="#br0" timeOffset="134282.57">26252 9631 60 0,'0'-37'220'0,"0"1"43"0,0-1 43 0,0 4 53 16,-6 4 57-16,6 3 36 0,0 0 27 0,-6 5 20 0,6 2 18 16,0 1-8-16,0 3-25 0,6 0-27 0,-6 4-31 0,0 0-33 15,0 4-35-15,6 0-37 0,2 0-36 0,-2 3-45 0,0-3-49 0,0-1-31 16,8 5-22-16,-1-1-15 0,0-3-15 0,6 3-11 0,1 0-11 0,-1 1-9 15,1 3-7-15,6-4-5 0,-6 4-33 0,5 0-32 0,-5 4 0 16,6-1 0-16,0 1 0 0,-7 3 0 0,8 4 0 0,-1 0 0 16,-6 0 0-16,-1 7 0 0,1 1 0 0,-1 3 0 0,0 0 0 0,1 7 0 15,-7 0 0-15,0 1 0 0,0 3 0 0,1 0 0 0,-8 3 0 16,0 4 0-16,1 1 0 0,-1-1 0 0,1 0 0 0,-1 5 0 16,-6-1 0-16,0-1 0 0,0 1 0 0,0 0 0 0,0 0 0 0,-6 4 0 15,6-4 0-15,-7 0 0 0,7-4 0 0,-6 0 0 0,6 1 0 16,-7-5 0-16,7-3 0 0,-6-4 0 0,0 1 0 0,6-4 0 0,-8-1 0 15,8-7 0-15,-6 1 0 0,6-5 0 0,-6-2 0 0,-1-1-15 16,7-4-165-16,-6-3-27 0,-1-1-31 0,1-3-40 0,-1-3-44 0,1-1-48 16,-8 0-48-16,8-7-33 0,-7 4-25 0,0-4-22 15,7-4-21-15,-7 0-4 0,-1-3 2 0,2 0 11 0,-2-1 15 0,-5-2 27 16,6-2 36-16,-6-2 47 0,5-1 52 0,-5-3 58 0,-1 0 61 0</inkml:trace>
  <inkml:trace contextRef="#ctx0" brushRef="#br0" timeOffset="134482.2">26292 9730 0 0,'-6'-19'25'0,"-2"5"191"15,8 3 29-15,-6 0 23 0,0 0 20 0,6 4 23 0,-6 3 26 0,6-3 37 16,0 3 40-16,6 0 30 0,0-3 21 0,-6 3-24 0,14 1-48 16,-8-1-37-16,7 1-34 0,0-2-29 0,6 2-26 0,-5 0-21 15,5-2-20-15,1 2-21 0,-2 3-26 0,9-4-36 0,-7 4-42 0,6 0-27 16,0 4-22-16,-7-4-16 0,7 3-9 0,-6 2-10 0,-1-2-6 16,1 0-8-16,0 5-10 0,-8-4-10 0,2 3-11 0,-1-3-14 0,-1 3-12 15,-5 0-22-15,0-3-27 0,-1 3-31 0,0 1-32 0,-6-5-40 16,0 5-42-16,0-1-39 0,-6-3-39 0,6 3-26 0,-6 0-20 15,-1 0-20-15,0 1-18 0,1-5-14 0,-7 5-13 0,7-1 10 0,-8 0 20 16,2 1 27-16,4-1 32 0,-11 1 38 0,6-1 42 0,0 0 39 16,1-3 38-16</inkml:trace>
  <inkml:trace contextRef="#ctx0" brushRef="#br0" timeOffset="134715.42">26370 9832 0 0,'-19'4'51'0,"5"0"91"0,2-1 12 0,5 5 12 16,-6-5 14-16,6 1 15 0,1 3 14 0,0-3 17 0,6 0 17 0,-8-1-2 15,8 1-11-15,0-4-9 0,0 4-10 0,8-4-2 0,-8 0 1 0,6 0 7 16,0 3 9-16,1-3 9 0,-7 0 9 0,6-3 5 0,8 3-1 15,-8 0-4-15,0 0-8 0,0 0-11 0,8-4-10 0,-8 4-12 16,7 0-11-16,1-4-11 0,-8 4-11 0,6 0-17 0,8 0-18 0,-6-3-22 16,-1 3-24-16,6 0-17 0,-6 0-15 0,7 0-11 0,-1 0-9 15,1-4-7-15,-8 4-7 0,8 0-5 0,0 0-6 0,-7 0-8 16,7 0-13-16,-8 0-11 0,2 4-13 0,-1-4-21 0,-7 0-26 0,7 0-31 16,-6 0-36-16,-7 3-47 0,6-3-53 0,-6 4-48 0,0-4-48 15,-6 4-40-15,-1-1-39 0,0 1-27 0,-5-1-24 0,5 5-5 0,-13 0 5 16,8-2 16-16,-8 2 24 0,0-1 32 0,1 4 33 0,-1-3 47 15,1-1 52-15,-7 4 50 0,0-4 136 0</inkml:trace>
  <inkml:trace contextRef="#ctx0" brushRef="#br0" timeOffset="135048.93">25615 10360 0 0,'0'4'27'15,"-8"-1"202"-15,2-3 37 0,6 4 25 0,-6-1 22 0,6-3 40 0,0 0 54 16,0 0 36-16,0 0 28 0,6 4 22 0,0-4 21 0,2 4-20 16,-2-4-38-16,7 4-33 0,0-4-29 0,0 0-27 0,0 0-25 0,6 3-15 15,1-3-10-15,0 0-30 0,5 0-40 0,2 0-24 0,-1 0-14 16,13 0-7-16,-7 0-106 0,8 0-96 0,5 0 0 0,1 0 0 16,5 4 0-16,2 0 0 0,-1-4 0 0,7 3 0 0,0 1 0 0,-2 3 0 15,2-3 0-15,0 0 0 0,6-1 0 0,-6-3 0 0,-1 4 0 0,-5-1 0 16,5 1 0-16,-6-4 0 0,0 0 0 0,1 0 0 0,-8 4 0 15,7-4 0-15,-7 0 0 0,8 0 0 0,-7-4 0 0,-1 4 0 16,1 0 0-16,-1 0 0 0,1-4 0 0,-1 4 0 0,-6-3 0 0,1 3 0 16,-1-4 0-16,-7 4 0 0,1-3 0 0,-7 3 0 0,0 0 0 15,-7 0 0-15,1 0 0 0,0 0 0 0,-14 0 0 0,7 0-260 0,-13 3-246 16,6-3-70-16,-6 0-61 0,-6 4-20 0,0-1-1 0,-1 1 12 16,1 3 19-16,-8-3 22 0,2 0 25 0,-2-1 27 0,-5 1 27 0,6 0 45 15,0-4 53-15,-7 0 86 0,1 0 233 0</inkml:trace>
  <inkml:trace contextRef="#ctx0" brushRef="#br0" timeOffset="141499.17">28499 9836 0 0,'7'-7'21'0,"0"-1"195"0,-7 5 30 0,6-4 26 0,-6 3 23 0,0 0 27 0,0 4 24 0,0 0 34 16,0 0 35-16,0 0 28 0,0 4 24 0,0 0-20 0,0-1-44 0,0 4-35 16,0 4-33-16,0 0-27 0,0 4-26 0,0 0-22 0,0 3-21 0,0 4-21 15,0 0-21-15,0 4-28 0,0-1-32 0,-6 1-25 16,6 3-22-16,0 1-15 0,-7-1-10 0,0 4-9 0,7-4-5 0,-6 0-6 16,0 1-3-16,-1-5-1 0,7 5-2 0,-6-5-3 0,-1-2-5 15,0 2-2-15,1-3-3 0,0-4-3 0,-2 1 0 0,8-5-3 0,-6 1-2 16,6-1-3-16,0-6-2 0,-6 3-3 0,6-7-3 0,0-1-2 15,0 1-1-15,0 0-2 0,6-8-1 0,-6 0 0 0,6 1-2 0,2-4 1 16,-2-1-2-16,0-7 1 0,8 0 1 0,-1 1 0 0,-1-8-1 0,2 0 1 16,-2 0 1-16,8-8 1 0,-7 5 0 0,7-4 1 0,-8-1-1 15,8 1-1-15,0-4 0 0,-7 4 0 0,-1 0 0 0,8 3-2 16,-6-3-1-16,-1 3 1 0,-1 0-1 0,2 4 0 0,-2 4 1 0,2-4 0 16,-1 7 1-16,-1 0-1 0,-5 1-1 0,6 3 0 0,-7 4 0 15,2-1-1-15,4 1 0 0,-5 3 2 0,-1 4 0 0,1 0 1 0,-1 4 1 16,1 0 0-16,5 3 1 0,-4 0 1 0,-2 0-1 0,0 9 2 15,1-5 0-15,-7 7 1 0,7-4 0 0,-7 8 1 0,6-3 0 0,-12 6 2 16,6-3 0-16,-7 4 1 0,0 0 2 0,1-1 0 0,0 1 3 16,-2 3 1-16,-4-3 2 0,5-4 1 0,-6 3 1 0,7-3 1 15,-1-3-2-15,-5-1 0 0,12-4 0 0,-8-3-3 0,2 0-2 0,6-3-2 16,0-4-1-16,0-1-2 0,6-3-1 0,2-3-3 0,-2-1-2 16,7-4-1-16,0-3-2 0,0-3-1 0,7-4 0 0,-1-1-1 0,0-6-1 15,8-1-1-15,-1-3 0 0,-1-1-1 0,1 1-1 0,1 0-1 16,-1 0-2-16,0-1 0 0,-7 4 0 0,1 1 0 0,6 3-1 0,-6 0 1 15,-8 4-2-15,8 0 3 0,-7 3 2 0,1 3 1 0,-2 2 1 16,1 2 1-16,-6 1 0 0,6 0 1 0,-7 7 0 0,0 0 2 16,2 0 2-16,-8 3 3 0,6 1 2 0,0 3 4 0,-6 4 3 0,6-4 4 15,-6 9 1-15,7-2 3 0,-7 1 1 0,0 3 4 0,7 0 2 16,-7 1 3-16,0-1 2 0,0 4 2 0,0 0-3 0,0 0-1 16,0-4-4-16,-7 4-4 0,7-4-16 0,0 1-7 0,0-1 0 0,0-3 0 15,0 0 0-15,7-1 0 0,-7-3-19 0,0 0-46 0,6-4-23 0,1 1-27 16,-7-1-26-16,6-3-48 0,1-1-56 0,-7 1-69 0,7 0-72 15,-1-4-61-15,0 3-51 0,-6-3-39 0,6 0-30 0,2 0-5 16,-2 0 7-16,0 0 15 0,1 0 20 0,-7 0 23 0,6-3 27 0,1 3 46 16,0 0 57-16,-1 0 67 0,6 0 75 0</inkml:trace>
  <inkml:trace contextRef="#ctx0" brushRef="#br0" timeOffset="142081.99">29691 10268 0 0,'0'15'260'0,"-6"3"59"0,6-3 34 0,0 4 38 0,0-5 38 0,0 1 25 0,0-1 20 0,0 1 13 0,6 0 14 16,1-4 8-16,-7-1 7 0,7 1-54 0,6 0-83 0,-7-3-66 0,7 0-56 15,-6-5-40-15,5 1-30 0,2-4-33 0,-1 3-34 0,6-6-23 16,-6-1-18-16,1 1-12 0,5-5-12 0,-6-3-9 0,6 0-6 0,1-4-6 15,0 1-4-15,-8-1-4 0,8-4-2 0,-1-2-5 0,-5-2-3 16,5 1-5-16,-6-3-5 0,6 3-2 0,-5-4-1 0,-1 1-1 16,0-1-1-16,0-3 0 0,-1 3-1 0,2 1 1 0,-8-1 0 0,1-3 0 15,-1 3-1-15,1-3 0 0,-1-1 0 0,1 1 1 0,-1 0 1 0,-6-1-1 16,7 1 0-16,0 0 0 0,-1 0-2 0,-6-1 1 0,6 4 1 16,8 1 0-16,-8-1 2 0,0 4 4 0,1 0 7 0,-1 4 8 15,8-1 6-15,-8 5 8 0,8-1 9 0,-8 4 8 0,6 0 8 0,-5 4 7 16,6 0 7-16,0-1 6 0,1 5 3 0,-2-1 4 0,1 0 5 15,0 4-13-15,0 0-80 0,7 0 0 0,-8 0 0 0,8 4 0 0,0-4 0 16,-1 4 0-16,1-1 0 0,0 1 0 0,-1 0 0 0,1 3 0 16,-1-3 0-16,1 3 0 0,0 0 0 0,-2 1 0 0,2 3 0 0,-7-1 0 15,7 1 0-15,-8 0 0 0,2 4 0 0,-1 0 0 0,0 0 0 0,-6 3 0 16,-1-3 0-16,0 3 0 0,1 4 0 0,-7-4 0 0,7 4 0 16,-7 4 0-16,-7-4 0 0,7 3 0 0,-7 1 0 0,1-1 0 15,0 2 0-15,-7 2 0 0,6 0 0 0,-6 0 0 0,-1 0 0 0,2 1 0 16,6-1 0-16,-8 0 0 0,8 1 0 0,-1-1 0 0,1-3 0 0,6-4 0 15,0 3 0-15,0-6 0 0,6 3 0 0,1-8 0 0,-1 1 0 16,14-1 0-16,-8-6 0 0,8 3 0 0,0-4 0 0,6-3 0 16,0-1 0-16,6-3 0 0,2-3 0 0,-2-1 0 0,7-3 0 0,0 0 0 15,7 0 0-15,-7-4 0 0,0 0 0 0,-1-1 0 0,2 1 0 0,-1 0 0 16,-7-3 0-16,1 3 0 0,-1 0 0 0,-5 0 0 0,-1 0 0 16,-7 4 0-16,1-4 0 0,0 3 0 0,-8 1 0 0,8-1 0 0,-14 1 0 15,1 4-122-15,6-1-532 0,-13 0-54 0,7 4-21 0,-7 0 0 0,0 0 13 16,0 0 20-16,0 0 24 0,-7 4 30 0,7 0 33 0,0-1 42 15,-7 1 46-15,7 3 78 0,-6-3 95 0</inkml:trace>
  <inkml:trace contextRef="#ctx0" brushRef="#br0" timeOffset="204932.02">20261 10250 46 0,'0'0'149'0,"-6"0"9"0,6 0 10 0,0 0 7 0,-8 0 6 0,8-4 5 0,0 4 4 0,0 0 5 0,0 0 8 16,0 0-24-16,0 0-39 0,0 4-14 0,0-4-3 0,0 4 3 0,8-1 7 15,-8 1 7-15,6 3 7 0,-6-3 5 0,6 3 7 0,-6 1 4 16,7-1 2-16,0 4 7 0,-1 0 7 0,0-3 9 0,7 3 10 0,-6 0 2 16,6-1-2-16,0 1-9 0,0 0-11 0,0 0-12 0,0 0-12 15,6 0-10-15,-5 0-7 0,5 0-6 0,1 0-5 0,0 0-9 0,-1 4-11 16,0-4-15-16,1 0-16 0,-1 0-12 0,1 4-10 0,-1-4-6 16,1 3-4-16,0-3-2 0,-1 4-1 0,1-1 0 0,6-3-3 0,-7 4 1 15,1 0 1-15,6 0-2 0,-6-1-1 0,5 1-1 0,-5-4 0 16,6 3-1-16,0-3 0 0,1 4 0 0,-2-1-3 0,8-3-1 0,-8 5-2 15,8-6-3-15,-7 5 0 0,7-4-3 0,-1 0-1 0,1 4-1 16,-1-5-1-16,8 1-2 0,-8 4 0 0,7-4-1 0,0 4-1 16,1 0 0-16,-8-4-1 0,7 3 1 0,0-3 1 0,0 4 0 0,-6-4 0 15,6 3-1-15,0 1 2 0,0-4 0 0,-7 5-1 0,8-6 1 16,-1 5-1-16,-7-4 0 0,7 3-1 0,1-3-1 0,-1 0 0 0,-7 4-1 16,7-4 0-16,0 0 0 0,-7 3-3 0,8-3 0 0,-1 5-2 15,-6-6 1-15,5 1-1 0,2 4 0 0,-7-4 0 0,-1 3 0 16,7-3 0-16,-6 0 0 0,-1 0 1 0,7 4 2 0,-7-4 2 0,8 0 1 15,-7 0 1-15,5-5 2 0,1 6 0 0,-6-1-1 0,7-3-1 16,-2 3 0-16,1-4-1 0,7 4 1 0,-7-4 0 0,0 0-1 16,0 4-1-16,7-3-3 0,-7-1-2 0,-1 4-1 0,9-4 0 0,-9 0 0 15,1 5-1-15,7-5 1 0,-7 1 2 0,0 3 1 0,7-4-1 16,-7 0 3-16,7 1 0 0,-7-1 2 0,6 0 2 0,1 0 1 0,-7 1 2 16,7-1 0-16,5-3-1 0,-5-1 2 0,0 1-1 0,6 0 1 15,-6-1-1-15,5 1 1 0,-4-4 0 0,4 4 1 0,1-4 0 0,-6 0 0 16,6 0 0-16,0 0 0 0,1-4 2 0,-2 4 0 0,2 0-19 15,-1-4-4-15,-1 4 0 0,2-3 0 0,5 3 0 0,-5-4 0 0,6 0 0 16,-8 4 0-16,8-3 0 0,-1-1 0 0,-5 4 0 0,6-3 0 16,-8-1 0-16,8 0 0 0,-7 0 0 0,7 4 0 0,0-3 0 0,-8-1 0 15,8 4 0-15,-7-4 0 0,7 4 0 0,-7-3 0 0,0 3 0 16,6-4 0-16,-5 4 0 0,-1-3 0 0,0-1 0 0,0 4 0 16,0-4 0-16,-7 1 0 0,8-1 0 0,-1 0 0 0,-7 1 0 0,8-2 0 15,-8-1 0-15,7 1 0 0,-7-2 0 0,8 4 0 0,-7-5 0 0,-1 1 0 16,1 0 0-16,-1-1 0 0,0-3 0 0,2 4 0 0,-2-4 0 15,-6 4 0-15,7-4 0 0,-8-4 0 0,2 5 0 0,-1-2 0 16,0-3 0-16,-7 4 0 0,1-3 0 0,7 3 0 0,-8-4 0 0,1 0 0 16,-1 5 0-16,-6-5 0 0,7 0 0 0,-7 1 0 0,7-1 0 15,-8 0 0-15,1 0 0 0,0 1 0 0,-6-1 0 0,-1-3 0 0,7 3 0 16,-6-3 0-16,0 4 0 0,-7-5 0 0,6 1 0 0,-6-1 0 16,0 1 0-16,0 0 0 0,0-4 0 0,0 4 0 0,0-4 0 15,-7 4 0-15,8-5 0 0,-8 5 0 0,7-4 0 0,-6 0 0 0,0 4 0 16,-1-4 0-16,0-1 0 0,0 2 0 0,2-5 0 0,-2 4 0 15,0 0 0-15,8 0 0 0,-14-4 0 0,6 4 0 0,1-3 0 0,-1 3 0 16,0-4 0-16,1 4 0 0,-7 1 0 0,7-6 0 0,-7 6 0 16,6-1 0-16,-6-1 0 0,0-2 0 0,0 3 0 0,0 0 0 15,0 0 0-15,0 0 0 0,-6-4 0 0,6 5 0 0,-7-5 0 0,7 4 0 16,-7-4 0-16,1 4 0 0,0-3 0 0,-1-1 0 0,1 4 0 16,-1 0 0-16,0-4 0 0,1 4 0 0,-8-3 0 0,8 3 0 15,0 0 0-15,-7-4 0 0,0 4 0 0,0 0 0 0,7-3 0 0,-8 3 0 16,1 0 0-16,-6-1 0 0,6 1 0 0,-1 0 0 0,-5 1 0 0,6-1 0 15,-6 0 0-15,-1-1 0 0,0 1 0 0,1 1 0 0,-1 2 0 16,0-3 0-16,-5 0 0 0,-1 4 0 0,6-4 0 0,-6 0 0 0,0 4 0 16,1-1 0-16,-9 1 0 0,9 0 0 0,-1-4 0 0,-7 7 0 15,7-3 0-15,0-1 0 0,-7 5 0 0,1-1 0 0,5-3 0 16,-5 3 0-16,-1 1 0 0,1-1 0 0,-1 4 0 0,7-3 0 0,-6-2 0 16,-1 6 0-16,1-5 0 0,-1 4 0 0,1 0 0 0,-1-4 0 15,1 4 0-15,-1 1 0 0,-7-1 0 0,8 0 0 0,-1 0 0 0,-5 0 0 16,5 3 0-16,1-3 0 0,-7 4 0 0,5-4 0 0,-5 3 0 15,7-3 0-15,-1 4 0 0,-5-4 0 0,5 4 0 0,-7 0 0 0,1-4 0 16,7 3 0-16,-7 1 0 0,0 0 0 0,7-4 0 0,-8 3 0 16,1 1 0-16,0 0 0 0,0 3 0 0,0-4 0 0,0 1 0 0,-7 0 0 15,7 0 0-15,0 3 0 0,-7-3 0 0,7-1 0 0,-6 5 0 16,5-1 0-16,2-3 0 0,-7 3 0 0,5-3 0 0,-5 3 0 16,6-3 0-16,-1 3 0 0,-5 0 0 0,6 1 0 0,-1-4 0 0,-5 3 0 15,6 0 0-15,0 1 0 0,0-1 0 0,-6-3 0 0,5 2 0 16,1 2 0-16,0 0 0 0,0-5 0 0,6 5 0 0,-6-1 0 0,0-4 0 15,7 5 0-15,-7-5 0 0,6 5 0 0,0-4 0 0,0-1 0 16,1 1 0-16,-7-1 0 0,7 1 0 0,-1 3 0 0,1-3 0 16,-1 0 0-16,1 0 0 0,-7-1 0 0,5 5 0 0,2-5 0 0,-7 1 0 15,0 3 0-15,7-3 0 0,-7 3 0 0,5-3 0 0,-4 3 0 16,5 0 0-16,0 1 0 0,-5 0 0 0,5-2 0 0,-6 2 0 0,6-1 0 16,0 0 0-16,-5 4 0 0,5-3 0 0,1 3 0 0,-1-4 0 15,1 4 0-15,5 0 0 0,-5 0 0 0,6 4 0 0,-7-4 0 0,1 0 0 16,5 3 0-16,-5 1 0 0,-1 0 0 0,7-1 0 0,-6 2 0 15,-1-2 0-15,1 0 0 0,5 1 0 0,-5 0 0 0,6-1 0 0,0 1 0 16,0 0 0-16,0 0 0 0,0-1 0 0,6 1 0 0,1 0 0 16,-7-1 0-16,6-3 0 0,1 4 0 0,-1 0 0 0,0-1 0 15,1 1 0-15,-7 0 0 0,6-4 0 0,1 7 0 0,-7-3 0 0,6-1 0 16,-6 4 0-16,0 1 0 0,1-1 0 0,-2 0 0 0,1 1 0 16,-6 3 0-16,6-4 0 0,-7 0 0 0,-6 5 0 0,7-1 0 0,-8-5 0 15,1 6 0-15,0-1 0 0,-7 0 0 0,7 0 0 0,-7 0 0 16,7 0 0-16,-6 0 0 0,-1 0 0 0,1 0 0 0,6-1 0 0,-7 1 0 15,7-3 0-15,-7 3 0 0,7-4 0 0,7 4 0 0,-7-3 0 16,-1-1 0-16,8 0 0 0,-7-3 0 0,7 3 0 0,-1-3 0 0,1 3 0 16,-1-3 0-16,0 3 0 0,1-3 0 0,6-1 0 0,-7 5 0 15,7-5 0-15,0 1 0 0,0 3 0 0,-1-3 0 0,2 3 0 16,-1 1 0-16,6-1 0 0,-6 0 0 0,7 1 0 0,-7 3 0 0,0-4 0 16,6 4 0-16,-5 0 0 0,-2 0 0 0,1 4 0 0,0-1 0 15,0 1 0-15,-1 0 0 0,1 3 0 0,1-4 0 0,-1 5 0 0,0-1 0 16,6 1 0-16,-6-1 0 0,7 0 0 0,-1-3 0 0,1 3 0 15,-1 0 0-15,6-3 0 0,-5 4 0 0,13-1 0 0,-7-3 0 16,0 3 0-16,7-4 0 0,-8 1 0 0,8 0 0 0,-1 0 0 0,0-1 0 16,1 1 0-16,0-1 0 0,-1-3 0 0,1 4 0 0,-1 0 0 15,0-4 0-15,1 3 0 0,0 1 0 0,-1-4 0 0,7 3 0 0,-7 1 0 16,1-4 0-16,-1 4 0 0,1 0 0 0,0-1 0 0,-1-3 0 16,0 4 0-16,7-1 0 0,-6 1 0 0,0-4 0 0,-2 4 0 0,2 0 0 15,6-1 0-15,-6 1 0 0,-1-4 0 0,7 3 0 0,-6 1 0 16,6-4 0-16,-7 4 0 0,7-1 0 0,0-2 0 0,-6 2 0 15,6 1 0-15,0-4 0 0,0 3 0 0,0 1 0 0,0 0 0 0,0 3 0 16,0-4 0-16,0 5 0 0,0-1 0 0,0 1 0 0,0 3 0 0,0-4 0 16,0 4 0-16,0 0 0 0,0 0 0 0,-7 4 0 0,7-4-71 15,0 3-18-15,0-3-15 0,-6 4-17 0,6-5-15 0,0 1-34 16,0 1-42-16,-6-1-65 0,6 0-77 0,0-1-70 0,0 1-68 0,0 1-38 16,0-1-22-16,6 0-5 0,-6 3 4 0,0-3 13 0,0 5 12 15,6-2 17-15,-6 0 17 0,0 1 36 0,7-1 45 0,-7 1 68 16,6-1 85-16</inkml:trace>
  <inkml:trace contextRef="#ctx0" brushRef="#br0" timeOffset="-81781.33">24546 12686 99 0,'0'-11'172'0,"7"4"22"0,-7 0 27 0,-7-4 29 0,7 3 31 0,0 1 34 0,-6 0 35 0,6 3 37 0,0 1 39 0,-6-2-10 0,6 2-38 15,0 3-20-15,-8-4-13 0,8 4-14 0,0 0-12 0,0 4-19 16,0-4-21-16,0 3-22 0,0 2-22 0,0 2-26 0,0 0-28 0,8 0-28 15,-8 8-29-15,6-4-17 0,-6 7-9 0,6-3-3 0,1 7-3 16,-7 0 1-16,6 0 1 0,1 4-1 0,-1 3-2 0,1-4-3 16,-1 5-8-16,8-1-3 0,-8 4-7 0,0-4-6 0,8 4-8 0,-8 0-6 15,7 0-5-15,0-3-6 0,0 3-2 0,-7-4-4 0,8 0-2 0,-1 1-3 16,0-5-4-16,0-3-1 0,-1 0-2 0,2 0-3 0,-1-8-2 16,0 5-1-16,0-8 1 0,-7 0 0 0,8 0-15 0,-2-4-1 15,-5-3 0-15,6 0 0 0,-7-1 0 0,7-3 0 0,1-3 0 0,-8-5 0 16,7 1 0-16,0-4 0 0,7-3 0 0,-7-8 0 0,7-1 0 15,-2-2 0-15,2-8 0 0,-1 0 0 0,7-8 0 0,1 1 0 16,-1-4 0-16,0-4 0 0,7 1 0 0,-7-4 0 0,6-1 0 0,1-3 0 16,-1 4 0-16,1 0 0 0,-7 0 0 0,7 0 0 0,-1-1 0 15,1 1 0-15,-7 3 0 0,0 0 0 0,0 8 0 0,-1-5 0 16,-5 9 0-16,-7 4 0 0,7-1 0 0,-8 7 0 0,-4 3 0 0,-2 2 0 16,0 6 0-16,-6 4 0 0,0 1 0 0,-6 2 0 0,0 4 0 0,-2 1-153 15,-4 3-143-15,-1 3-79 0,-7 1-84 0,8 4-71 0,-8-1-63 16,0 4-25-16,1 3-6 0,-1 1 6 0,0 0 11 0,1 3 20 15,6 0 26-15,-6 4 29 0,5 0 34 0,2-4 56 0,-2 4 71 16,8-3 80-16,-1 3 255 0</inkml:trace>
  <inkml:trace contextRef="#ctx0" brushRef="#br0" timeOffset="-81281.67">25822 12891 0 0,'0'4'155'0,"8"4"84"0,-2-5 23 0,-6 0 23 0,6-3 26 0,-6 5 39 0,0-2 46 0,0 1 39 0,0-4 33 0,0 4 18 0,0-1 7 0,-6 5-30 16,6-1-51-16,0 0-35 0,-6 0-29 0,6 4-19 0,-8 4-15 0,2 0-18 15,0 3-17-15,-1 4-34 0,1 0-41 0,-1 0-32 0,-6 7-30 16,7-3-22-16,-8 3-15 0,8 4-12 0,-7-3-10 0,0 2-10 0,0-2-10 16,7 2-9-16,-8-2-7 0,2-1-8 0,5-3-5 0,0 0-15 15,-5-1-19-15,5 1 0 0,7-8 0 0,-6 4 0 0,-1-7 0 16,7-1 0-16,0-3 0 0,0 0 0 0,0-3 0 0,0-5 0 15,0 1 0-15,0 0 0 0,7-8 0 0,-7 0 0 0,6-3 0 0,-6-4 0 16,7 0 0-16,5-3 0 0,-5-5 0 0,6-3 0 0,0 0 0 16,0-7 0-16,0-4 0 0,7 0 0 0,-8-3 0 0,8-1 0 15,0-4 0-15,-1 1 0 0,1-4 0 0,6 4 0 0,-7-4 0 0,1 0 0 16,6 3 0-16,-7 1 0 0,7 4 0 0,-6-1 0 0,6 4 0 0,-7 0 0 16,7 8 0-16,-6-1 0 0,0 8 0 0,-1-1 0 0,-5 8 0 15,5 0 0-15,-6 7 0 0,6 1 0 0,-5 6 0 0,-2 1 0 0,-5 3 0 16,6 5 0-16,-6 2 0 0,-1 1 0 0,0 3 0 0,2 1 0 15,-8 2 0-15,0 5 0 0,0-4 0 0,0 3 0 0,0 5 0 16,0-4 0-16,-8 3 0 0,2 1 0 0,0-1 0 0,-1 0 0 0,-6 0 0 16,0 0 0-16,1 4 0 0,-2-3 0 0,1-1 0 0,-7 0 0 15,1 1 0-15,6-1 0 0,-7-3 0 0,1-1 0 0,-1 1 0 0,-6-4 0 16,7 0 0-16,-1 0 0 0,0-4 0 0,1-3 0 0,-7 0 0 0,6-4 0 16,8 0 0-16,-8-4 0 0,1-3 0 0,5-1 0 0,2-3-12 15,-2-3-213-15,1-1-64 0,7-7-75 0,-7 4-80 0,6-8-60 16,1 0-50-16,6-3-28 0,0-4-17 0,0 0-1 0,0 0 8 15,6-7 20-15,1 0 23 0,-1-1 27 0,7-3 27 0,6-4 51 0,1 5 65 16,0-5 75-16,6 0 143 0</inkml:trace>
  <inkml:trace contextRef="#ctx0" brushRef="#br0" timeOffset="-80864.55">26467 12789 0 0,'26'4'6'0,"-6"-1"192"0,0 5 31 0,-1-1 36 0,-5 8 42 0,-2-1 52 0,1 4 56 0,-6 1 37 15,-1 3 24-15,7 4 19 0,-7-5 17 0,2 9-26 0,-8-1-47 16,6 0-30-16,-6 4-20 0,6 0-21 0,-6 0-21 0,-6 4-28 0,6 0-30 15,0-1-44-15,-6 1-50 0,-2-1-30 0,2 5-20 0,0-5-16 16,-7 1-12-16,6-1-9 0,-6-2-10 0,7 2-8 0,-8-7-8 0,2 1-25 16,5-1-57-16,1-3 0 0,-7-4 0 0,13-4 0 0,-7-3 0 15,1-4 0-15,6 0 0 0,-7-4 0 0,7-3 0 0,0-4 0 16,7-4 0-16,-7 0 0 0,6-3 0 0,-6-4 0 0,7-4 0 0,6-3 0 16,-7-4 0-16,7-4 0 0,1-3 0 0,-2-4 0 0,8 0 0 0,-7 0 0 15,7-4 0-15,-1-3 0 0,1 4 0 0,-1-4 0 0,0-1 0 16,1 4 0-16,0 1 0 0,-1-1 0 0,1 4 0 0,-1 4 0 15,1 0 0-15,0 3 0 0,-1 4 0 0,-6 0 0 0,6 3 0 0,1 9 0 16,-7-1 0-16,6 0 0 0,-6 7 0 0,1 0 0 0,6 4 0 16,-8 4 0-16,1 0 0 0,7 7 0 0,-8 0 0 0,2-1 0 15,-2 9 0-15,-4-1 0 0,4 1 0 0,-5 3 0 0,6 3 0 0,-6 1 0 16,-1-1 0-16,-6 5 0 0,0-1 0 0,0 0 0 0,0 1 0 16,-6-1 0-16,-8 1 0 0,8-1 0 0,-7 4 0 0,-1-4 0 0,-4 1 0 15,4-1 0-15,-5 0 0 0,-7 0 0 0,6-3 0 0,0-4 0 16,-5 3 0-16,5-6 0 0,-6-1 0 0,0-3 0 0,7-1 0 0,-8-3 0 15,1-3 0-15,6-1 0 0,-5-3 0 0,5-1 0 0,-6-3 0 16,6 0 0-16,-5-3 0 0,5-1-451 0,6-3-238 0,-5-1-34 16,0-3-2-16,6 0 13 0,-1-3 19 0,2-1 24 0,5-3 28 0,1 0 33 15,-1-5 36-15,7 1 39 0,0-3 42 0,7-1 82 0,-1-3 134 16</inkml:trace>
  <inkml:trace contextRef="#ctx0" brushRef="#br0" timeOffset="-80197.65">28695 12331 0 0,'7'-8'198'0,"-1"1"82"0,0 3 20 0,1 1 14 0,-7 3 11 0,7 0 38 0,-1 0 51 0,0 7 33 16,1 0 26-16,0 5 18 0,-1 1 14 0,1 3-38 0,5 6-68 15,-5 0-49-15,6 7-41 0,-7 0-20 0,2 8-10 0,-2 0-4 0,0 3-2 16,-6 4-29-16,7 0-43 0,-7 3-25 0,6 1-17 0,-6 0-12 15,0 3-7-15,0 1-8 0,0-1-8 0,0 0-7 0,0-3-117 0,0-1 0 16,0-3 0-16,7 0 0 0,-7-3 0 0,0-1 0 0,0-7 0 16,6 0 0-16,-6-4 0 0,7-3 0 0,-1-1 0 0,0-7 0 0,-6 1 0 15,14-5 0-15,-8-2 0 0,1-5 0 0,6 0 0 0,0-3 0 16,0-4 0-16,0-4 0 0,0-3 0 0,6-4 0 0,1-3 0 0,-1-9 0 16,8 1 0-16,-1-7 0 0,6-7 0 0,-6-2 0 0,7-2 0 15,-1-3 0-15,1-5 0 0,-1-4 0 0,7 1 0 0,-6-4 0 16,0 4 0-16,0-4 0 0,-1 4 0 0,-7 0 0 0,9-1 0 0,-9 4 0 15,1 1 0-15,1 0 0 0,-1 2 0 0,-6 5 0 0,-1 0 0 16,1 7 0-16,-2 0 0 0,-4 0 0 0,-1 11 0 0,0 0 0 16,-6 4 0-16,-7 3 0 0,6 4 0 0,-6 3 0 0,0 5-308 0,-6-1-102 15,-1 4-70-15,1 4-54 0,-1-4-50 0,0 7-22 0,-5 0-10 16,4 5 4-16,-4-1 14 0,6 0 18 0,-8 3 22 0,8 1 28 0,-1 0 29 16,1 0 53-16,0 2 66 0,6-2 76 0,-8 0 168 0</inkml:trace>
  <inkml:trace contextRef="#ctx0" brushRef="#br0" timeOffset="-79748.79">29809 12749 14 0,'6'7'268'0,"-6"-4"45"0,6 5 38 15,-6-1 45-15,-6 1 44 0,6 3 31 0,0-4 24 0,-6 8 20 0,6-4 21 16,0 3 12-16,-7 4 9 0,0 1-41 0,1 3-65 0,6 0-51 16,-6 3-44-16,-1 1-36 0,-6 3-30 0,6 0-35 0,1 5-37 0,-7 2-22 15,6-3-16-15,-5 4-75 0,-1 0-105 0,6-1 0 0,-6 4 0 16,-1-3 0-16,2 0 0 0,-1-4 0 0,0 3 0 0,6-3 0 15,-5-3 0-15,4-1 0 0,2-3 0 0,0-5 0 0,0-2 0 0,-2-1 0 16,8-3 0-16,0-4 0 0,0-4 0 0,0-3 0 0,0 0 0 16,8-4 0-16,-2-4 0 0,0-4 0 0,0-2 0 0,8-5 0 0,-1-4 0 15,7-3 0-15,6-3 0 0,-7-8 0 0,13 0 0 0,-6-7 0 16,7-1 0-16,-1-2 0 0,8-5 0 0,-7 4 0 0,-1 0 0 0,1 0 0 16,-1 4 0-16,1-1 0 0,-1 8 0 0,-6 1 0 0,1 2 0 15,-2 4 0-15,-5 8 0 0,6 0 0 0,-6 7 0 0,-8-1 0 16,8 2 0-16,-7 6 0 0,7 0 0 0,-8 4 0 0,-5 4 0 0,6 4 0 15,0-2 0-15,-7 6 0 0,2-1 0 0,-2 3 0 0,-6 5 0 0,6-1 0 16,-6 4 0-16,0 0 0 0,0 0 0 0,-6 4 0 0,6-1 0 0,-6 1 0 16,-8-1 0-16,8 5 0 0,-7-4 0 0,-1 3 0 15,2-4 0-15,-8 5 0 0,7-5 0 0,-7 1 0 0,1 0 0 0,0-4 0 16,-1 0 0-16,0-4 0 0,1 4 0 0,-1-3 0 0,1-5 0 0,-1 4 0 16,0-7 0-16,1 4 0 0,6-4 0 0,-6-4 0 0,5 4 0 0,-5-4 0 15,-1-3 0-15,8 0 0 0,-8-1 0 0,0-3 0 0,7 0 0 16,-6 0 0-16,0-3 0 0,5-5 0 0,1 5 0 0,0-8 0 0,0 4-399 15,0-8-125-15,6 4-50 0,1-4-36 0,6 1-29 0,0-4-3 16,6-1 13-16,1-3 19 0,0 0 24 0,6 0 27 0,6-3 26 16,0-2 34-16,8-2 38 0,-8 4 62 0,14-5 75 0</inkml:trace>
  <inkml:trace contextRef="#ctx0" brushRef="#br0" timeOffset="-79481.79">31072 12723 0 0,'7'0'121'0,"-7"3"164"0,6-3 38 0,-12 4 35 0,6 0 33 0,-7-1 34 0,7 1 32 0,-6 4 26 0,0-1 20 0,-2-4 16 15,-4 9 17-15,5-5-30 0,-6 4-52 0,0 0-55 0,0 4-56 0,0-1-41 16,-7 1-31-16,7 3-29 0,-6 4-27 0,0 0-28 0,5 0-30 16,-12 4-20-16,7 3-16 0,-1 0-16 0,-6 0-14 0,7 1-14 15,-7 3-10-15,6 0-10 0,-6 0-9 0,7 0-37 0,-7 0-11 0,6-4 0 16,1 4 0-16,5-8 0 0,-6 5 0 0,14-4-25 0,-7-4-63 0,0 0-25 15,6-4-27-15,1-4-49 0,6-3-60 0,-6 0-70 0,6-3-78 16,0-1-63-16,6-7-60 0,-6 0-33 0,6-3-25 0,8-5-1 16,-8-2 8-16,7-6 17 0,7-2 20 0,0-4 24 0,-1-3 24 0,7-4 49 15,0-4 58-15,0-1 70 0,7-6 108 0</inkml:trace>
  <inkml:trace contextRef="#ctx0" brushRef="#br0" timeOffset="-79247.71">31066 12847 0 0,'6'-7'210'0,"1"0"38"0,-7 0 27 0,6 3 39 16,-6 4 44-16,7 0 43 0,-7 4 41 0,0-1 28 0,0 4 20 0,0 1-2 15,6-1-14-15,-6 8-31 0,7-4-41 0,-7 7-34 0,6 1-32 16,-6-1-23-16,6 4-16 0,-6 0-27 0,8 3-35 0,-8 1-33 0,6 0-32 16,-6 3-19-16,0 0-14 0,6 0-6 0,-6 1-3 0,7-1-6 15,-7 1-5-15,0 2-8 0,6-2-19 0,-6-1-90 0,7 1 0 0,-7-1 0 16,0 0 0-16,6-3 0 0,1-1 0 0,-7 1 0 0,0 0 0 0,6-4 0 16,-6-1 0-16,7 1 0 0,-7 0 0 0,0-3 0 0,0-1 0 15,7 1 0-15,-7-5 0 0,0 1 0 0,-7-1 0 0,7-3 0 0,0 0 0 16,0 0 0-16,-7-3 0 0,7-1-134 0,-6-4-33 0,-1 1-38 15,1 0-47-15,-1-4-55 0,1 0-61 0,-1 0-50 0,-5-4-47 0,4 0-36 16,2-3-33-16,-7 0-12 0,7 0-3 0,-7-1 7 0,6-3 13 0,-5 0 20 16,4 0 22-16,-4-3 38 0,-2-1 47 0,8 1 60 0,-7-5 66 15</inkml:trace>
  <inkml:trace contextRef="#ctx0" brushRef="#br0" timeOffset="-79031.39">30786 13298 82 0,'-7'-4'261'16,"0"1"44"-16,1-1 37 0,6 4 32 0,-6-4 29 0,6 4 23 15,0 0 20-15,0 0 18 0,0 0 17 0,0-3-7 0,6 3-18 0,-6 0-35 16,6-4-46-16,8 4-46 0,-8 0-47 0,7-4-36 0,0 1-32 0,0-1-25 16,7 0-23-16,-7 1-15 0,13-1-14 0,-6 0-13 0,5 1-12 15,1-1-11-15,0 1-9 0,1-5-10 0,5 5-8 0,1-1-10 0,-1 4-8 16,-6-4-8-16,7 1-9 0,-1 3-17 0,-6 0-21 0,7 3-27 16,-7-3-25-16,0 4-31 0,-7 0-31 0,1-1-55 0,0 1-66 0,-1 0-81 15,-5 3-90-15,-2-4-72 0,-6 5-61 0,2-1-29 0,-8 0-14 16,6 1 3-16,-6-1 13 0,-6 0 16 0,6 1 17 0,-8-5 26 15,8 5 27-15,-6-5 52 0,6 4 65 0,-6-7 79 0,0 5 282 0</inkml:trace>
  <inkml:trace contextRef="#ctx0" brushRef="#br0" timeOffset="-76215.18">24898 14005 167 0,'7'-4'206'0,"-7"4"26"0,0 0 26 0,0 0 27 0,0 0 27 0,0 0 34 0,0 0 35 0,0 0 32 0,0 0 28 0,0 4-19 0,0-4-43 0,-7 4-30 15,7-1-24-15,-7 1-18 0,7 0-15 0,-6 3-20 0,6 0-18 0,0 5-21 16,-6-2-19-16,-1 2-29 0,7 2-31 0,-7 1-26 0,7-1-24 16,0 5-15-16,-6-1-7 0,6 0-5 0,-7 5-1 0,7-2-3 15,-6-2-1-15,6 3-4 0,0 0-6 0,-6-1-6 0,6 1-6 0,-7 1-2 16,7-1-4-16,0 3-2 0,-7-3-2 0,7 0-3 0,-6 0 0 15,6 0-4-15,0 0-5 0,-6 0-2 0,6-4-4 0,-8 4-1 16,8 0-1-16,-6-4-1 0,6 4 0 0,-6-3 0 0,6 3-3 0,-7-4-1 16,7 0-1-16,-6-3-2 0,6 3 0 0,-7-3-3 0,7 0 1 0,-6 0 0 15,6 0-1-15,-7-5 0 0,7 1-1 0,0 0-1 0,0 0-1 16,-6 0-1-16,6-4 0 0,0 1-1 0,0-1 0 0,0-3-1 16,0 3 0-16,0-2-2 0,0-3 1 0,0 2 0 0,0-4-1 0,0 0-1 15,0 0-1-15,0 0 0 0,0 0 0 0,0 0 0 0,0 0 0 16,0 0 0-16,0 0 1 0,0 0-1 0,0 0 1 0,0 0-1 0,0 0 1 15,0 0-1-15,0 0 1 0,0 0 0 0,0 0 1 0,0 0-2 16,0 0 0-16,6 0-1 0,-6 0 1 0,0-4 0 0,0 4 0 16,7 0 0-16,-7 0 2 0,6 0 1 0,-6-2 1 0,7 2 2 0,-1 0 3 15,1-5 3-15,-1 5 1 0,0-4 3 0,8 4 3 0,-1-3 4 16,0 3 3-16,-7-4 3 0,14 0 1 0,-7 1 2 0,0 3-20 0,6-4-11 16,-5 0 0-16,5 4 0 0,1-4 0 0,-1 4 0 0,7-3 0 15,-6 3 0-15,0 0 0 0,5 0 0 0,1 0 0 0,-6 0 0 16,6 0 0-16,1 3 0 0,-2-3 0 0,7 0 0 0,-6 4 0 0,1 0 0 15,-1-4 0-15,6 4 0 0,-5-1 0 0,5 1 0 0,1 0 0 16,-1-1 0-16,-6 1 0 0,7 1 0 0,-1-3 0 0,1 2 0 0,-1-1 0 16,-5 1 0-16,5 0 0 0,-6-1 0 0,0 2 0 0,7-2 0 15,-7 0 0-15,-1 2 0 0,2-5 0 0,-8 3 0 0,8 1 0 0,-1-1 0 16,-7 1 0-16,7 0 0 0,-6 0 0 0,-1-1 0 0,1-3 0 16,0 4 0-16,-2-1 0 0,-4-3 0 0,5 4 0 0,-5-4 0 0,-2 4 0 15,2-1 0-15,-2-3 0 0,1 4 0 0,-6-4 0 0,6 0 0 16,-7 0 0-16,2 4 0 0,-2-4 0 0,-6 0 0 0,6 0 0 0,-6 3 0 15,0-3 0-15,0 0 0 0,0 0 0 0,0 0 0 0,0 0 0 16,0 0 0-16,0 0 0 0,0 0 0 0,0 4-265 0,0-4-92 16,-6 4-84-16,6-4-65 0,0 3-57 0,-6-3-32 0,6 4-20 0,-8-4 0 15,8 4 11-15,0-4 19 0,0 0 25 0,0 0 27 0,0 0 27 0,0 0 44 16,-6 0 53-16,6-8 74 0,6 1 95 0</inkml:trace>
  <inkml:trace contextRef="#ctx0" brushRef="#br0" timeOffset="-75897.88">26351 14749 0 0,'6'0'63'0,"-6"0"70"0,0 0 7 0,6 0 15 0,-6 0 17 0,0 0 23 0,0 0 26 0,7 0 30 0,-7 3 30 0,0-3 12 0,6 5 0 0,-6-2 9 0,0 1 17 15,7 3 9-15,-7 0 8 0,0 1 3 0,7 3-2 0,-7 0-7 16,0 3-9-16,0 1-17 0,0 3-20 0,0-3-27 0,0 3-27 16,-7 1-32-16,7 2-35 0,0-2-32 0,-7 3-34 0,7 0-23 15,0-1-14-15,-6 1-12 0,6 1-7 0,-7-1-8 0,7 0-7 0,-6-1-6 16,6-2-5-16,-6-1-5 0,6 0-4 0,-8 0-5 0,8-2-8 16,-6-5-10-16,6 3-11 0,0-7-15 0,-6 1-19 0,6-1-30 0,0 0-34 15,0-7-44-15,0 4-47 0,0-4-54 0,0-4-57 0,-6 4-45 16,6-7-37-16,0 0-32 0,6-1-31 0,-6-6-8 0,0 3 1 0,0-4 11 15,6-3 16-15,-6-1 27 0,6 1 34 0,-6-4 43 0,8 0 48 16,-2 4 53-16,-6-3 99 0</inkml:trace>
  <inkml:trace contextRef="#ctx0" brushRef="#br0" timeOffset="-75514.65">26435 14734 83 0,'0'-11'227'0,"13"-4"39"0,-6 4 37 16,-1 1 48-16,0-1 54 0,8 3 36 0,-8-3 28 0,7 4 20 15,-6 0 18-15,6-1-13 0,-7 1-25 0,7 3-27 0,-6-3-28 0,5 4-31 16,2-2-33-16,-8 3-29 0,7 2-28 0,0-5-37 0,0 5-43 15,1 0-27-15,-2 0-21 0,8 0-14 0,-7 0-15 0,7 5-9 16,-8-5-8-16,8 0-6 0,0 2-95 0,-1-2-18 0,1 0 0 0,6 5 0 16,-7-5 0-16,7 3 0 0,0-3 0 0,1 0 0 0,-1 3 0 15,6-3 0-15,1 0 0 0,-7 4 0 0,13-4 0 0,-7 0 0 16,1 0 0-16,-1 0 0 0,7 0 0 0,-6 0 0 0,7 0 0 0,-8 0 0 16,1 0 0-16,-1 0 0 0,1 4 0 0,-7-4 0 0,0 4 0 15,-1-4 0-15,1 3 0 0,1 1 0 0,-8 0 0 0,8-1 0 0,-8 1 0 16,1 0 0-16,-8 3 0 0,8-4 0 0,-7 5 0 0,7-4 0 15,-8 3 0-15,2-3 0 0,-8 3 0 0,7 0 0 0,-6 0 0 0,6 1 0 16,-7-1 0-16,0 4 0 0,-6 0 0 0,7-4 0 0,0 5 0 16,-7 2 0-16,0-2 0 0,0 2 0 0,0 0 0 0,-7 1 0 0,0 3 0 15,7 1 0-15,-6-1 0 0,0 1 0 0,-1-1 0 0,1 4 0 16,-8-4 0-16,8 4 0 0,-7 0 0 0,6-4 0 0,-5 4 0 0,5 0 0 16,-6-3 0-16,6-1 0 0,1 0 0 0,-8 0 0 0,8 1 0 15,0-5 0-15,0 1 0 0,-8 0 0 0,14-4 0 0,-6-4 0 0,-1 4 0 16,1-7-207-16,0 4-176 0,-2-8-56 0,2 3-55 0,0-3-43 15,-7 0-36-15,6-3-16 0,-6-2-10 0,7 2 9 0,-8-1 18 0,2-3 21 16,-2 3 22-16,2-3 29 0,-8 0 30 0,7-1 54 0,-7 0 68 16,1 1 70-16,-1 4 162 0</inkml:trace>
  <inkml:trace contextRef="#ctx0" brushRef="#br0" timeOffset="-75231.9">26689 15195 156 0,'-13'0'222'0,"0"-3"32"0,0-1 32 0,0 4 45 0,7-3 50 0,-2-2 40 0,2 2 34 0,6 0 27 0,-6 3 18 16,6-4-19-16,-7 4-38 0,7 0-34 0,0 0-30 0,0 0-27 16,0-4-22-16,7 4-24 0,-7-3-25 0,6 3-35 0,-6-4-42 15,6 4-33-15,2-4-30 0,4 4-18 0,-5-3-16 0,6-1-9 0,0 4-6 16,0-4-3-16,6 1-2 0,1 3-2 0,0-4-3 0,-1 4-6 0,7-4-7 16,-6 4-17-16,13 0-52 0,-7 0 0 0,-1 0 0 0,8 0 0 15,-1 0 0-15,2 4 0 0,-9-4 0 0,15 4 0 0,-8-1 0 0,1 1 0 16,-1 0 0-16,1-1 0 0,-1 1 0 0,1 0 0 0,-7-1 0 15,6 1 0-15,1 0 0 0,-7-1 0 0,0 0-28 0,-1-3-183 16,-5 5-83-16,0-2-97 0,-1-3-101 0,-5 0-65 0,5 4-44 16,-6-4-21-16,-6 0-7 0,6 0 6 0,-7 0 12 0,1 0 20 15,-1 0 26-15,0 0 30 0,2 0 33 0,-2 0 67 0,7 0 84 0</inkml:trace>
  <inkml:trace contextRef="#ctx0" brushRef="#br0" timeOffset="-74415.03">27718 14976 77 0,'-6'-4'182'0,"6"4"23"0,0-3 26 0,0 3 33 0,0 0 33 0,-7 0 43 0,7 0 44 0,0 0 37 0,0 0 31 0,0 0-8 0,0 0-31 0,0 0-18 0,0 0-17 16,0 0-7-16,7 0-2 0,-7 0-6 0,6 0-11 0,0 0-15 15,1 0-20-15,6 0-28 0,-6 0-33 0,5 0-25 0,8 0-23 0,-6 0-12 16,5 0-7-16,0 0-3 0,0 0-142 0,8 0-44 0,-8 0 0 16,8 0 0-16,-1 0 0 0,6 3 0 0,-5-3 0 0,5 0 0 15,1 0 0-15,-1 4 0 0,1-4 0 0,5 0 0 0,-5 4 0 0,6-4 0 16,-7 0 0-16,8 3 0 0,-1-3 0 0,0 0 0 0,-1 4 0 15,2-4 0-15,-1 0 0 0,0 0 0 0,1 0 0 0,-1 4 0 0,-1-4 0 16,1 0 0-16,7 0 0 0,-7 0 0 0,0 0 0 0,7 0 0 0,-7 0 0 16,7 0 0-16,-1 0 0 0,1 0 0 0,-1 0 0 0,1-4 0 15,-1 4 0-15,2 0 0 0,-2 0 0 0,0-4 0 0,1 4 0 0,-1-3 0 16,1 3 0-16,7-4 0 0,-8 0 0 0,1 1 0 0,5-1 0 0,-5 4 0 16,-1-4 0-16,1 1 0 0,0-1 0 0,0 0 0 0,-1 1 0 15,-6-1 0-15,0 1 0 0,0-1 0 0,-6-4 0 0,6 5 0 0,-13-1 0 16,6 1 0-16,-6-2 0 0,-6 2 0 0,-1 0 0 0,1 3 0 15,-7-5 0-15,0 5 0 0,0-3 0 0,-7 3 0 0,2 0 0 0,-2-4 0 16,-6 4 0-16,0 0 0 0,0 0 0 0,0 0 0 0,0 0 0 0,0 0 0 16,0 0 0-16,0 0 0 0,0 0 0 0,0 0 0 0,0 0 0 0,0 0 0 15,0-4 0-15,0 1 0 0,0 3 0 0,-6-6 0 0,6 1 0 0,-8-2 0 16,2 3 0-16,6-7 0 0,-6 3 0 0,-1-2 0 0,1-5 0 16,-1 4 0-16,0-3 0 0,1-1 0 0,0-3 0 0,0-1 0 0,-2 1 0 15,2-4 0-15,0 0 0 0,6-4 0 0,-7 1 0 0,0 0 0 16,1-2 0-16,6-2 0 0,-7 0 0 0,7 0 0 0,0-1 0 0,0 1 0 15,-6-1 0-15,6 1 0 0,0 0 0 0,6 3 0 0,-6 0 0 16,0 1 0-16,0 3 0 0,0 0 0 0,0 3 0 0,0 5 0 16,0-1 0-16,7 1 0 0,-7 3 0 0,0 0 0 0,0 3 0 0,0 1 0 15,0 3 0-15,0 1 0 0,0-5 0 0,0 8 0 0,0-3 0 0,0 3 0 16,0 0 0-16,0 0 0 0,0 0 0 0,0 0 0 0,0 0 0 16,0 0-2-16,0 0-247 0,0 0-52 0,0-4-68 0,0 4-69 15,-7 0-72-15,7 0-45 0,-6 4-34 0,0-4-7 0,6 3 6 0,-14 1 14 16,8 0 19-16,0 3 20 0,-1 0 21 0,-6 1 27 0,6 3 31 15,-6 0 62-15,0-1 79 0</inkml:trace>
  <inkml:trace contextRef="#ctx0" brushRef="#br0" timeOffset="-72331.07">28813 15086 21 0,'0'0'152'0,"6"4"12"0,-6-4 12 0,0 3 14 0,0-3 17 0,0 0 20 0,0 4 22 0,0-4 21 0,0 0 22 16,0 4-9-16,0-4-27 0,0 0-11 0,0 0-3 0,0 0 11 15,0 3 18-15,0-3 11 0,0 0 4 0,0 4-2 0,0-4-6 0,0 0-11 16,6 4-12-16,-6-4-13 0,0 0-13 0,0 3-8 0,0-3-6 16,0 0-7-16,0 0-10 0,0 0-18 0,0 0-23 0,0 0-14 0,0 0-9 15,0 0-3-15,0 4-4 0,0-4-2 0,0 0-2 0,0 0-3 16,0 0-4-16,0 0-4 0,0 0-7 0,0 0-5 0,0 0-45 0,0 0-55 16,0 0 0-16,0 0 0 0,0 0 0 0,0 0 0 0,0 0 0 15,0 0 0-15,-6 0 0 0,6 0 0 0,0 0 0 0,0 0 0 16,0 0 0-16,0 0 0 0,0 0 0 0,0 0 0 0,0 0 0 0,0 0 0 15,0 0 0-15,0 0 0 0,0 0 0 0,0 0 0 0,0 0 0 16,0 0 0-16,0 0 0 0,0 0 0 0,0 0 0 0,0 0 0 0,0 0 0 16,0 0 0-16,0 0 0 0,0 0 0 0,0 0 0 0,0 0 0 15,0 0 0-15,0 0 0 0,0 0 0 0,0 0 0 0,0 0 0 16,0 0 0-16,0 0 0 0,0 0 0 0,0 0 0 0,0 0 0 0,0 0 0 16,0 0 0-16,0 0 0 0,0 0 0 0,0 0 0 0,0 0 0 15,0 0 0-15,0 0 0 0,0 0 0 0,0-4 0 0,0 4 0 0,0 0 0 16,-6-3 0-16,6 3 0 0,0 0 0 0,0-4 0 0,0 4 0 15,-8-4 0-15,8 1 0 0,0 3 0 0,0-4 0 0,0 0 0 0,0 4 0 16,0-3 0-16,0-1 0 0,0 0-8 0,0 4-51 0,0-3 3 16,0-1 4-16,0 4 6 0,0-4 3 0,0 4 6 0,0 0 6 0,0 0 5 15,0 0 6-15,0 0 5 0,0 0 4 0,0 0 3 0,0 0 4 16,0 0 1-16,0 0 3 0,0 0 1 0,0 0-1 0,0 0 1 16,0 0 2-16,0 0-2 0,0 0 0 0,0 0 0 0,0 0-2 0,0 0 0 15,0 0 1-15,0 0 0 0,0 0-1 0,0 0 1 0,0 0 0 16,0 0 0-16,0 0 0 0,0 0 2 0,0 0 2 0,0 0 1 15,0 0 2-15,0 0 2 0,0 0 1 0,0 0 2 0,0 0 2 0,0 0 2 16,0 0 1-16,0 0 2 0,0 0 2 0,0 0 2 0,0 0 0 0,0 0 1 16,0 0 0-16,0 0-1 0,0 0 1 0,0 0-1 0,0 0-1 15,0 0-1-15,0 0-2 0,0 0 0 0,0 0 0 0,0 0-5 0,0 0-14 16,0 0 0-16,0 0 0 0,0 0 0 0,0 0 0 0,0 0 0 16,0 0 0-16,0 0 0 0,0 0 0 0,0 0 0 0,0 0 0 15,0 0 0-15,0 0 0 0,0-3 0 0,8 3 0 0,-8-3 0 0,0 3 0 16,0-5 0-16,0 2 0 0,0-1 0 0,6 4 0 0,-6-4 0 15,0 0 0-15,0 1 0 0,6-1 0 0,-6 0 0 0,0 4 0 0,0-4 0 16,0 1 0-16,0 3 0 0,0-4 0 0,0 1 0 0,0-1 0 0,0 4 0 16,0-4 0-16,0 1 0 0,0-1 0 0,0 1 0 0,0-2 0 15,0 2 0-15,-6 0 0 0,6 3 0 0,0-4 0 0,0 0 0 16,0 4 0-16,0-3 0 0,0 3 0 0,0 0 0 0,0 0 0 0,0 0 0 16,0 0 0-16,0 0 0 0,0 0 0 0,0 0 0 0,0 0 0 15,0 0 0-15,0 0 0 0,0 0 0 0,0 0 0 0,0 0 0 16,0 0 0-16,0 0 0 0,0 0 0 0,0 0 0 0,0 0 0 0,0 0 0 15,0 0 0-15,0 0 0 0,0 0 0 0,0 0 0 0,0 0 0 0,0 0 0 16,0 0 0-16,0 0 0 0,0 0 0 0,0 0 0 0,0 0 0 16,0 0 0-16,0 0 0 0,0 0 0 0,0 0 0 0,0 0 0 15,0 0 0-15,0 0 0 0,0 0 0 0,0 0 0 0,0 3 0 0,0 1 0 16,0-4 0-16,0 4 0 0,-6 2 0 0,6-1 0 0,0 2 0 16,0 0 0-16,0 0 0 0,0 0 0 0,0 5 0 0,-8-1 0 15,8 1 0-15,0-2 0 0,0 1 0 0,0 0 0 0,0 4 0 0,0-5 0 16,0 1 0-16,0 4 0 0,0 0 0 0,0-4 0 0,0 3 0 15,0 1 0-15,0-3 0 0,0 2 0 0,0 0 0 0,0 1 0 0,0 0 0 16,0-1 0-16,0 4 0 0,0-3 0 0,0 3 0 0,0 1 0 16,0-1 0-16,0 1 0 0,0 3 0 0,0-1 0 0,0-3 0 0,0 9 0 15,0-5 0-15,0 3 0 0,-6-3 0 0,6 4 0 0,0-4 0 16,0 4 0-16,0-1 0 0,-6-2 0 0,6 2 0 0,0-3 0 16,0-1 0-16,-7 1 0 0,7 1 0 0,0-1 0 0,0 0 0 0,0-4 0 15,0 0 0-15,0 0 0 0,0 1 0 0,0-4 0 0,0-1 0 0,0 1 0 16,0-4 0-16,0 0 0 0,0-4 0 0,0 0 0 0,0 4 0 15,0-7 0-15,0 4 0 0,0-5 0 0,0 1 0 0,0-1 0 16,0-3 0-16,0 0 0 0,0 0 0 0,0 0 0 0,0 0 0 0,0 0 0 16,0 0 0-16,0 0 0 0,0-3 0 0,0-1 0 0,-7 1 0 15,7-5 0-15,0 1-510 0,0-1-59 0,-6-3-52 0,6 0-25 0,0 1-14 16,0-1 6-16,0 0 15 0,0-5 22 0,0 6 26 0,0-1 31 0,0 0 32 16,0 0 44-16,0 0 48 0,0 3 74 0,0 5 85 0</inkml:trace>
  <inkml:trace contextRef="#ctx0" brushRef="#br0" timeOffset="-71864.55">28395 16134 219 0,'-6'3'266'0,"6"-3"38"0,0 4 33 0,0-4 37 0,0 4 42 0,0-4 27 0,0 3 25 0,0-3 16 0,0 0 13 0,0 0-22 0,0 0-42 0,0 4-32 0,0-4-27 0,6 4-28 15,-6-4-30-15,7 3-23 0,-1-3-23 0,8 0-28 0,-8 4-31 16,6-4-19-16,2 0-14 0,-1 0-10 0,7 0-5 0,-8 0-4 0,8 0-4 16,0 0-148-16,6-4-7 0,-7 1 0 0,7 3 0 0,1-4 0 0,-1 0 0 15,0 1 0-15,-1-1 0 0,8-3 0 0,-7 3 0 0,6 0 0 16,1-3 0-16,-1 3 0 0,2-3 0 0,-2 0 0 0,7 3 0 0,-6-3 0 16,-1-1 0-16,1 5 0 0,-1-4 0 0,-6 3 0 0,7-3 0 15,-7 2 0-15,-7 2 0 0,7 0 0 0,-12-2 0 0,5 5 0 16,-6-3 0-16,-6 3 0 0,5 0 0 0,-4 0 0 0,-2 0 0 0,-6 0 0 15,0 0 0-15,0 0 0 0,0 0 0 0,-6 0-134 0,6 0-234 0,-14 3-70 16,8-3-69-16,-7 5-53 0,-1-5-46 0,2 3-16 0,-8 0-1 16,7 4 10-16,-7-2 14 0,1-1 22 0,0 3 26 0,-8 0 34 0,8 0 36 15,-8-3 65-15,8 3 76 0</inkml:trace>
  <inkml:trace contextRef="#ctx0" brushRef="#br0" timeOffset="-71481.56">28422 16602 0 0,'0'4'62'0,"-7"0"168"0,7 0 30 0,-7-1 24 16,7-3 21-16,0 4 26 0,0-4 28 0,0 0 35 0,0 0 39 15,0 0 27-15,0 0 20 0,0 0-25 0,0 0-50 0,0 0-37 16,0 0-29-16,0 0-22 0,7 0-15 0,-7 0-11 0,7 0-8 0,-1-4-12 15,0 4-16-15,0 0-24 0,8-3-30 0,-1-1-16 0,0 4-11 0,0-4-8 16,0 0-4-16,6 4-5 0,1-3-126 0,0-1-31 0,-1 4 0 16,7-4 0-16,-6 4 0 0,5-3 0 0,2 3 0 0,-1-4 0 0,6 0 0 15,-5 4 0-15,5-3 0 0,-6-1 0 0,7 0 0 0,-1 1 0 16,1-1 0-16,-1 1 0 0,1-1 0 0,-1 0 0 0,1 1 0 0,-1-1 0 16,1 0 0-16,0 1 0 0,-7 3 0 0,0-4 0 0,0 0 0 15,0 1 0-15,0 3 0 0,-7-4 0 0,7 4 0 0,-12-4 0 0,5 4 0 16,-5-3 0-16,-2 3 0 0,2-4 0 0,-8 4 0 0,7 0 0 15,-13-4 0-15,6 4 0 0,1 0 0 0,-7-3 0 0,0 3 0 0,0 0 0 16,-7-4 0-16,7 0-52 0,-6 4-297 0,6-3-63 0,-13-1-69 16,7 1-60-16,-2 3-57 0,-4-5-21 0,-1 5-2 0,0 0 9 0,0 0 16 15,-1 5 21-15,-4-5 26 0,-2 7 29 0,7-4 29 0,-7 5 51 16,8-5 64-16,-8 5 77 0,6-1 239 0</inkml:trace>
  <inkml:trace contextRef="#ctx0" brushRef="#br0" timeOffset="-70964.73">28923 16647 16 0,'0'0'120'0,"0"0"13"0,0 0 14 0,0 0 17 0,0 0 18 0,0 0 22 0,0 0 26 0,0 0 9 0,0 0 6 0,0 0 7 0,0 0 5 0,0 0 13 0,0 0 17 0,0 0 18 16,0 0 16-16,0 0 6 0,0 0 3 0,0 0-5 0,0 0-10 15,0 0-12-15,0 0-15 0,0 0-17 0,0 0-17 0,0 0-16 16,0 0-15-16,0 0-19 0,0 0-21 0,0 0-20 0,0 0-19 0,0 0-9 16,0 3-5-16,0-3-1 0,0 4-2 0,0-4-1 0,0 4-1 0,0-4-1 15,0 3-1-15,0 1-1 0,6 0-12 0,-6 3-110 0,0-3 0 0,0 3 0 16,0 0 0-16,0 4 0 0,0-4 0 0,7 4 0 0,-7 0 0 15,0 0 0-15,0 4 0 0,0-1 0 0,0 2 0 0,0-2 0 0,-7 4 0 16,7 1 0-16,0-1 0 0,0 0 0 0,0 4 0 0,0-3 0 16,-6 3 0-16,6 0 0 0,0 0 0 0,0 3 0 0,0-3 0 0,-7 4 0 15,7 0 0-15,0-5 0 0,0 9 0 0,-6-5 0 0,6-3 0 0,0 8 0 16,0-8 0-16,0 3 0 0,-6 1 0 0,6-4 0 0,0 3 0 16,0-6 0-16,0 3 0 0,0-4 0 0,0 4 0 0,-7-4 0 15,7-3 0-15,0 3 0 0,0-3 0 0,0-1 0 0,0 2 0 0,0-5 0 16,0 3 0-16,7-3 0 0,-7 0 0 0,0-4 0 0,0 4 0 0,0-3 0 15,0-1 0-15,0-3 0 0,0-1 0 0,0 1 0 0,0-1 0 0,0-3 0 16,0 0 0-16,0 0 0 0,0 0 0 0,0 0-36 0,-7 0-174 0,7 0-35 16,-7-3-44-16,7-1-49 0,0 1-51 0,-6-5-43 0,0 5-36 0,6-5-30 15,-8-3-26-15,2 4-13 0,0 0-8 0,-1-4 7 0,7 0 14 0,-6 4 22 16,-1-4 24-16,1 3 41 0,6 0 52 0,-7 2 59 0,7-2 61 16,-6 4 55-16,6-3 195 0</inkml:trace>
  <inkml:trace contextRef="#ctx0" brushRef="#br0" timeOffset="-70114.97">28649 17610 101 0,'0'-4'213'0,"6"4"31"0,-6 0 28 0,0 0 30 0,0-4 30 0,0 4 36 0,0 0 37 0,0 0 30 0,0 0 26 0,0 0-11 0,0 0-30 0,0 0-25 16,0 0-19-16,0 0-28 0,0 0-31 0,0 0-21 0,8 0-18 0,-8 0-15 15,6 0-16-15,-6 0-21 0,6 4-24 0,1-4-20 0,0 0-17 0,-1-4-13 16,7 4-8-16,-7 0-5 0,8 0-3 0,-2-3 1 0,8 3-1 0,-7-4-87 15,7 1-49-15,-8-1 0 0,8 0 0 0,6 1 0 0,-7-1 0 16,1 0 0-16,0 1 0 0,6-1 0 0,-7 0 0 0,7-3 0 0,-6 3 0 16,7 1 0-16,-2-1 0 0,-5-3 0 0,6 3 0 0,0 0 0 0,-7 1 0 15,7-1 0-15,0 1 0 0,-6 3 0 0,7-4 0 0,-9 4 0 16,9-4 0-16,-7 4 0 0,-2 0 0 0,9 0 0 0,-7 0 0 0,-2-3 0 16,2 3 0-16,-7 0 0 0,7 0 0 0,0 0 0 0,-8 0 0 0,2 0 0 15,5 0 0-15,-5 0 0 0,-8 0 0 0,6 0 0 0,-5 0 0 0,6 0 0 16,-6-4 0-16,-7 4 0 0,6 0 0 0,-6 0 0 0,0 0 0 15,0 0 0-15,0-4 0 0,0 4 0 0,-6-4-360 0,-1 4-58 0,1-4-62 16,-8 1-46-16,8 3-37 0,-6-3-26 0,-8 3-19 0,7 0 1 16,-1 0 11-16,-6 3 22 0,2 0 23 0,-2 1 31 0,1 4 34 0,-1-1 50 15,0 1 61-15,1 2 71 0,-1-2 106 0</inkml:trace>
  <inkml:trace contextRef="#ctx0" brushRef="#br0" timeOffset="-69831.46">28786 17896 54 0,'0'0'217'0,"0"0"30"0,0 0 25 0,0 0 26 0,0-4 28 0,0 4 38 16,7 0 45-16,-7 0 32 0,0-4 25 0,6 4-6 0,0 0-21 0,2 0-29 16,-2-3-34-16,0 3-34 0,1 0-34 0,6 0-26 0,-7 0-21 15,7-4-21-15,1 4-23 0,-2 0-36 0,2 0-41 0,5 0-30 0,-6 0-22 0,6-4-16 16,1 4-13-16,-1 0-9 0,-5-3-8 0,6 3-5 0,-1-4-6 15,0 0-4-15,0 4-3 0,8-3-6 0,-8-5-4 0,-6 5-7 0,7-1-10 16,0-3-11-16,-8 3-12 0,1-3-15 0,7 0-14 0,-6 3-16 0,-8-3-19 16,6-1-30-16,-5 5-38 0,0-5-42 0,-1 1-44 0,1 3-53 0,-7-3-60 15,0 3-44-15,0 0-35 0,-7 1-29 0,1-1-26 0,-1 4-6 0,0-4 6 16,-5 4 12-16,6 0 14 0,-14 4 30 0,6 0 37 0,1-1 42 16,1 1 44-16,-8 4 53 0,0-1 91 0</inkml:trace>
  <inkml:trace contextRef="#ctx0" brushRef="#br0" timeOffset="-69615.45">28819 17947 187 0,'-6'4'222'0,"-2"3"21"0,2-3 19 0,6-1 19 0,-6 1 20 16,6 3 23-16,0-3 28 0,0 0 34 0,0-1 38 0,0 1-15 0,6 0-40 15,-6-1-29-15,6 1-26 0,2 0-24 0,-2-1-24 0,0 1-17 0,7 0-16 16,-6-1-16-16,6 1-17 0,-1-1-21 0,-4 1-22 0,4 0-32 0,8-1-36 16,-7-3-20-16,7 0-15 0,-1 4-9 0,0-4-6 0,1-4-5 0,-1 4-4 15,1 0-4-15,6-3-2 0,-7 3-3 0,1-4-4 0,0 0-3 16,-1 1-4-16,1 3-9 0,0-4-11 0,-8 1-10 0,8-1-10 0,-7 0-14 0,1 4-15 15,-8-3-27-15,6-1-32 0,-5 4-39 0,0-4-40 0,-1 4-50 16,1-3-54-16,-7 3-46 0,0 0-39 0,0 0-34 0,-7 0-28 0,1 3-15 16,-1-3-8-16,0 4 6 0,1-4 10 0,-6 4 25 0,-2 3 31 0,8-3 38 15,-14-1 40-15,7 4 50 0,0 1 53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EC70A-F502-4BDD-A00A-8A9C0175DC89}" type="datetimeFigureOut">
              <a:rPr lang="zh-CN" altLang="en-US" smtClean="0"/>
              <a:t>2025/1/26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83FA8A-98B0-4AA8-9E57-9232433126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9560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E8C5DF-0E91-4829-8EB2-D640E95B0EE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9389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6DC166-603D-2042-6ED8-8D69364C2B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7522205-4B23-B893-1553-0634EB77C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97177D-3519-CB79-F9AF-1F45F78B7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6A825C-6FB2-D1E5-9A03-B589A275E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41A728-B656-942D-5F86-7460F9E0F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08803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92690E-858D-02DF-3DC4-522529BFD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44D7B5-8DFC-28E3-FAC1-9718E20E1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A0BD22-2E21-6596-0430-5FB47CDF4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CB24B5-0383-AA6B-03BC-092AA92DD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ABACA4-E5EA-9CE0-FF89-54E8D36BE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49767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BE0921-9590-CD65-E9EF-AA94166EF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2DE6134-D737-0D87-9DBF-1341768E3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F3BC85-EDDC-6DD6-B4AD-CFC5DEB93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C85573-1EAC-E1F0-3536-02045C8ED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769E40-4DF6-E5F0-25BC-898492A29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00337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10FC0A-F9C1-8A11-B71D-B69F8E502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C7395B-9E2B-5E81-6D47-E8BE6B7EFE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03DE4D-3592-1818-7FF3-6208CF61F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1531C8-4E0B-F242-14BE-0B3F0308F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0D1C1E-2992-79CA-8B85-831E47429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E8C670-3ACD-D4D3-8518-82D49C7A9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58258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466946-970E-5DA8-06B6-F88778D49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96CF1E-5A91-A80B-A991-EFA7A613F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81872E7-347F-CE68-9BC9-A420A1ABB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5FC3539-2D75-25F5-E524-2AAE837307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CC6E54B-DA4D-2D1A-0D2C-2C7982F2E0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E00FDB0-5479-2214-5091-1D4772324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BBCEA2B-1F86-8C7C-2298-C9BBF82FF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0B7DCE9-15E3-0176-9F68-E1D3BA9B1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6899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CE9933-58A4-CE56-FA39-1C26C08C1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6ACCADE-AEE4-3BB4-BDB2-B936DA107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92553BC-7CC3-6AF9-6D3B-41E1D4DBE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8A8D18E-CFE0-DEB6-F08B-400B294D9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73286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AC45BDA-D2FA-94B7-7E72-09EDF8816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8A595E3-D61C-36F2-195F-72671B0CE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D79C69-4805-B8D0-EB65-96525004D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21251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693348-0BAF-1BF5-587B-8D856D8E3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4B8D79-DB93-B501-CAE6-A532F528C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A680212-7CB4-FFC5-3DC6-75BCF4FAB1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58349F-2573-99F2-0FB2-CB7C44083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711A84-2243-6317-143A-17270ECD4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85FDD4-5488-3074-D1EA-A4AA684C0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99254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C14234-24BE-4D54-3DF4-8A4AB2E88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C82E7E0-0050-18CC-DFF2-BF555236B4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5EC5DD-35F5-E116-98F4-9962481CA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B26E6F-12BA-B1BA-771A-741421D9E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DE1E47-CC1C-D749-0C7A-E35CA7E94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10A29D-90FC-85F9-4E91-B70673B79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15177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356762-2B42-6177-93A2-3CFA40BBE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CC6F9F-B82E-07AC-F1B3-52331913C4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E99E1A-7F34-A60A-A3FB-FE885A3B9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DA7A23-B01C-CE68-7D2E-48E7DE58C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BCD3BB-737D-63B2-291D-FF47A870E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46051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96BBD10-83C3-3F7B-720F-D1C594C44A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C226136-AE72-5300-5F42-E0F58F29F4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3ACF6E-5607-E6C2-5A2B-C6D555BB2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B3EB40-A746-36C0-8684-CBD421BB6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53F398-AF2A-35B6-4A5D-9549CF8C2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8531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D1CFB004-0BE2-6594-A684-1D414144F1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35A2DA-1F7F-032D-860F-9434CD42A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B46C-15FD-477F-AEAC-2240925A5F40}" type="datetimeFigureOut">
              <a:rPr lang="zh-CN" altLang="en-US" smtClean="0"/>
              <a:t>2025/1/26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57E8D6-1867-44DE-9D94-87167BA42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D4DE6E-0DF7-8A53-34F4-4203A5020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A56C0-451C-4745-96B8-116ACE4EE48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80E35E9-AB26-4483-5917-44E2A830064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D620732-056B-250B-9839-8EF4696944DC}"/>
              </a:ext>
            </a:extLst>
          </p:cNvPr>
          <p:cNvSpPr/>
          <p:nvPr userDrawn="1"/>
        </p:nvSpPr>
        <p:spPr>
          <a:xfrm>
            <a:off x="7888310" y="69562"/>
            <a:ext cx="4303690" cy="6452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3600" b="1" cap="none" spc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Expert</a:t>
            </a:r>
            <a:r>
              <a:rPr lang="zh-CN" altLang="en-US" sz="3600" b="1" cap="none" spc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电子实验室</a:t>
            </a:r>
          </a:p>
        </p:txBody>
      </p:sp>
    </p:spTree>
    <p:extLst>
      <p:ext uri="{BB962C8B-B14F-4D97-AF65-F5344CB8AC3E}">
        <p14:creationId xmlns:p14="http://schemas.microsoft.com/office/powerpoint/2010/main" val="32065358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6DC166-603D-2042-6ED8-8D69364C2B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7522205-4B23-B893-1553-0634EB77C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97177D-3519-CB79-F9AF-1F45F78B7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6A825C-6FB2-D1E5-9A03-B589A275E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41A728-B656-942D-5F86-7460F9E0F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ACCC614-345E-7333-AA10-296E689FE1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968571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92690E-858D-02DF-3DC4-522529BFD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44D7B5-8DFC-28E3-FAC1-9718E20E1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A0BD22-2E21-6596-0430-5FB47CDF4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CB24B5-0383-AA6B-03BC-092AA92DD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ABACA4-E5EA-9CE0-FF89-54E8D36BE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06750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BE0921-9590-CD65-E9EF-AA94166EF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2DE6134-D737-0D87-9DBF-1341768E3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F3BC85-EDDC-6DD6-B4AD-CFC5DEB93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C85573-1EAC-E1F0-3536-02045C8ED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769E40-4DF6-E5F0-25BC-898492A29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27688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10FC0A-F9C1-8A11-B71D-B69F8E502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C7395B-9E2B-5E81-6D47-E8BE6B7EFE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03DE4D-3592-1818-7FF3-6208CF61F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1531C8-4E0B-F242-14BE-0B3F0308F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0D1C1E-2992-79CA-8B85-831E47429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E8C670-3ACD-D4D3-8518-82D49C7A9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41500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466946-970E-5DA8-06B6-F88778D49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96CF1E-5A91-A80B-A991-EFA7A613F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81872E7-347F-CE68-9BC9-A420A1ABB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5FC3539-2D75-25F5-E524-2AAE837307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CC6E54B-DA4D-2D1A-0D2C-2C7982F2E0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E00FDB0-5479-2214-5091-1D4772324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BBCEA2B-1F86-8C7C-2298-C9BBF82FF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0B7DCE9-15E3-0176-9F68-E1D3BA9B1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8168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CE9933-58A4-CE56-FA39-1C26C08C1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6ACCADE-AEE4-3BB4-BDB2-B936DA107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92553BC-7CC3-6AF9-6D3B-41E1D4DBE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8A8D18E-CFE0-DEB6-F08B-400B294D9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74352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AC45BDA-D2FA-94B7-7E72-09EDF8816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8A595E3-D61C-36F2-195F-72671B0CE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D79C69-4805-B8D0-EB65-96525004D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89334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693348-0BAF-1BF5-587B-8D856D8E3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4B8D79-DB93-B501-CAE6-A532F528C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A680212-7CB4-FFC5-3DC6-75BCF4FAB1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58349F-2573-99F2-0FB2-CB7C44083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711A84-2243-6317-143A-17270ECD4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85FDD4-5488-3074-D1EA-A4AA684C0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99156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C14234-24BE-4D54-3DF4-8A4AB2E88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C82E7E0-0050-18CC-DFF2-BF555236B4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5EC5DD-35F5-E116-98F4-9962481CA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B26E6F-12BA-B1BA-771A-741421D9E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DE1E47-CC1C-D749-0C7A-E35CA7E94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10A29D-90FC-85F9-4E91-B70673B79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2266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356762-2B42-6177-93A2-3CFA40BBE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CC6F9F-B82E-07AC-F1B3-52331913C4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E99E1A-7F34-A60A-A3FB-FE885A3B9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DA7A23-B01C-CE68-7D2E-48E7DE58C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BCD3BB-737D-63B2-291D-FF47A870E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0254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96BBD10-83C3-3F7B-720F-D1C594C44A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C226136-AE72-5300-5F42-E0F58F29F4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3ACF6E-5607-E6C2-5A2B-C6D555BB2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B3EB40-A746-36C0-8684-CBD421BB6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53F398-AF2A-35B6-4A5D-9549CF8C2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57444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D1CFB004-0BE2-6594-A684-1D414144F1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35A2DA-1F7F-032D-860F-9434CD42A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B46C-15FD-477F-AEAC-2240925A5F40}" type="datetimeFigureOut">
              <a:rPr lang="zh-CN" altLang="en-US" smtClean="0"/>
              <a:t>2025/1/26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57E8D6-1867-44DE-9D94-87167BA42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D4DE6E-0DF7-8A53-34F4-4203A5020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A56C0-451C-4745-96B8-116ACE4EE48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80E35E9-AB26-4483-5917-44E2A830064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D620732-056B-250B-9839-8EF4696944DC}"/>
              </a:ext>
            </a:extLst>
          </p:cNvPr>
          <p:cNvSpPr/>
          <p:nvPr userDrawn="1"/>
        </p:nvSpPr>
        <p:spPr>
          <a:xfrm>
            <a:off x="7888310" y="69562"/>
            <a:ext cx="4303690" cy="6452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3600" b="1" cap="none" spc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Expert</a:t>
            </a:r>
            <a:r>
              <a:rPr lang="zh-CN" altLang="en-US" sz="3600" b="1" cap="none" spc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电子实验室</a:t>
            </a:r>
          </a:p>
        </p:txBody>
      </p:sp>
    </p:spTree>
    <p:extLst>
      <p:ext uri="{BB962C8B-B14F-4D97-AF65-F5344CB8AC3E}">
        <p14:creationId xmlns:p14="http://schemas.microsoft.com/office/powerpoint/2010/main" val="307279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0CCD1B6-3773-DA7A-13E3-F889B89C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63D2FC-EBF6-6D33-401B-BEB02F777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8E5235-638C-EB95-AD7E-F130CC33E7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22E896-456C-48B5-B916-825A97815996}" type="datetimeFigureOut">
              <a:rPr lang="zh-CN" altLang="en-US" smtClean="0"/>
              <a:t>2025/1/26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A04E0B-BC55-BA37-BA3D-720EAC2563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068F38-6F7A-2BD1-1022-580059EC2A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2550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0CCD1B6-3773-DA7A-13E3-F889B89C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63D2FC-EBF6-6D33-401B-BEB02F777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8E5235-638C-EB95-AD7E-F130CC33E7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22E896-456C-48B5-B916-825A97815996}" type="datetimeFigureOut">
              <a:rPr lang="zh-CN" altLang="en-US" smtClean="0"/>
              <a:t>2025/1/26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A04E0B-BC55-BA37-BA3D-720EAC2563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068F38-6F7A-2BD1-1022-580059EC2A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8941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customXml" Target="../ink/ink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0CA67B6-B341-78B2-0450-4F144AA7B2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516" y="1308533"/>
            <a:ext cx="3198612" cy="31986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AF49640-81CF-184F-1355-BD8BDA1CACDA}"/>
              </a:ext>
            </a:extLst>
          </p:cNvPr>
          <p:cNvSpPr txBox="1"/>
          <p:nvPr/>
        </p:nvSpPr>
        <p:spPr>
          <a:xfrm>
            <a:off x="4346487" y="1452098"/>
            <a:ext cx="77001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dist="38100" dir="2640000" algn="bl" rotWithShape="0">
                    <a:srgbClr val="4472C4"/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国一学长带你学</a:t>
            </a:r>
            <a:endParaRPr kumimoji="0" lang="en-US" altLang="zh-CN" sz="4800" b="1" i="0" u="none" strike="noStrike" kern="1200" cap="none" spc="0" normalizeH="0" baseline="0" noProof="0">
              <a:ln w="12700">
                <a:solidFill>
                  <a:srgbClr val="4472C4"/>
                </a:solidFill>
                <a:prstDash val="solid"/>
              </a:ln>
              <a:solidFill>
                <a:srgbClr val="4472C4">
                  <a:lumMod val="60000"/>
                  <a:lumOff val="40000"/>
                </a:srgbClr>
              </a:solidFill>
              <a:effectLst>
                <a:outerShdw dist="38100" dir="2640000" algn="bl" rotWithShape="0">
                  <a:srgbClr val="4472C4"/>
                </a:outerShdw>
              </a:effectLst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0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dist="38100" dir="2640000" algn="bl" rotWithShape="0">
                    <a:srgbClr val="4472C4"/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嘉立创</a:t>
            </a:r>
            <a:r>
              <a:rPr kumimoji="0" lang="en-US" altLang="zh-CN" sz="60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dist="38100" dir="2640000" algn="bl" rotWithShape="0">
                    <a:srgbClr val="4472C4"/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EDA</a:t>
            </a:r>
            <a:r>
              <a:rPr kumimoji="0" lang="zh-CN" altLang="en-US" sz="60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dist="38100" dir="2640000" algn="bl" rotWithShape="0">
                    <a:srgbClr val="4472C4"/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专业版</a:t>
            </a:r>
            <a:endParaRPr kumimoji="0" lang="en-US" altLang="zh-CN" sz="6000" b="1" i="0" u="none" strike="noStrike" kern="1200" cap="none" spc="0" normalizeH="0" baseline="0" noProof="0">
              <a:ln w="12700">
                <a:solidFill>
                  <a:srgbClr val="4472C4"/>
                </a:solidFill>
                <a:prstDash val="solid"/>
              </a:ln>
              <a:solidFill>
                <a:srgbClr val="4472C4">
                  <a:lumMod val="60000"/>
                  <a:lumOff val="40000"/>
                </a:srgbClr>
              </a:solidFill>
              <a:effectLst>
                <a:outerShdw dist="38100" dir="2640000" algn="bl" rotWithShape="0">
                  <a:srgbClr val="4472C4"/>
                </a:outerShdw>
              </a:effectLst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6FA0031-043B-C3F3-1566-C6704CCD000C}"/>
              </a:ext>
            </a:extLst>
          </p:cNvPr>
          <p:cNvSpPr txBox="1"/>
          <p:nvPr/>
        </p:nvSpPr>
        <p:spPr>
          <a:xfrm>
            <a:off x="7794985" y="3306832"/>
            <a:ext cx="3955058" cy="95410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>
                <a:ln w="12700">
                  <a:solidFill>
                    <a:prstClr val="black"/>
                  </a:solidFill>
                  <a:prstDash val="solid"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Expert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 w="12700">
                  <a:solidFill>
                    <a:prstClr val="black"/>
                  </a:solidFill>
                  <a:prstDash val="solid"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电子实验室出品</a:t>
            </a:r>
            <a:endParaRPr kumimoji="0" lang="en-US" altLang="zh-CN" sz="2800" b="1" i="0" u="none" strike="noStrike" kern="1200" cap="none" spc="0" normalizeH="0" baseline="0" noProof="0">
              <a:ln w="12700">
                <a:solidFill>
                  <a:prstClr val="black"/>
                </a:solidFill>
                <a:prstDash val="solid"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BD26316-E9C8-F710-FC9A-9D39FBCB6A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6644" y="4507146"/>
            <a:ext cx="1440431" cy="144043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FCB1B0B-9C09-68C0-92FA-ACE355ED4C8A}"/>
              </a:ext>
            </a:extLst>
          </p:cNvPr>
          <p:cNvSpPr txBox="1"/>
          <p:nvPr/>
        </p:nvSpPr>
        <p:spPr>
          <a:xfrm>
            <a:off x="633668" y="4765696"/>
            <a:ext cx="21224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电赛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AD4EEB2-FBD3-E5F7-B43E-9A805567A4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4554" y="4507146"/>
            <a:ext cx="1440431" cy="1440431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620DC432-2B65-AC1F-1C49-F022B52F2D93}"/>
              </a:ext>
            </a:extLst>
          </p:cNvPr>
          <p:cNvSpPr txBox="1"/>
          <p:nvPr/>
        </p:nvSpPr>
        <p:spPr>
          <a:xfrm>
            <a:off x="4008128" y="4765696"/>
            <a:ext cx="26576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dist="38100" dir="2640000" algn="bl" rotWithShape="0">
                    <a:srgbClr val="4472C4"/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蓝桥杯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292EC17-03C7-6AE3-28CD-8A7094AEAA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1389" y="4507146"/>
            <a:ext cx="1440431" cy="1440431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16FDBADE-4187-66E3-2099-167691F9CC41}"/>
              </a:ext>
            </a:extLst>
          </p:cNvPr>
          <p:cNvSpPr txBox="1"/>
          <p:nvPr/>
        </p:nvSpPr>
        <p:spPr>
          <a:xfrm>
            <a:off x="7972424" y="4765696"/>
            <a:ext cx="24967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dist="38100" dir="2640000" algn="bl" rotWithShape="0">
                    <a:srgbClr val="4472C4"/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嵌入式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2AD92C8-F014-65C6-CD17-A8C7685245B4}"/>
              </a:ext>
            </a:extLst>
          </p:cNvPr>
          <p:cNvSpPr txBox="1"/>
          <p:nvPr/>
        </p:nvSpPr>
        <p:spPr>
          <a:xfrm>
            <a:off x="4346487" y="3122167"/>
            <a:ext cx="3495994" cy="132343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0" b="1" i="0" u="none" strike="noStrike" kern="1200" cap="none" spc="0" normalizeH="0" baseline="0" noProof="0">
                <a:ln w="12700">
                  <a:solidFill>
                    <a:prstClr val="black"/>
                  </a:solidFill>
                  <a:prstDash val="solid"/>
                </a:ln>
                <a:solidFill>
                  <a:srgbClr val="FF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大师篇</a:t>
            </a:r>
            <a:endParaRPr kumimoji="0" lang="en-US" altLang="zh-CN" sz="8000" b="1" i="0" u="none" strike="noStrike" kern="1200" cap="none" spc="0" normalizeH="0" baseline="0" noProof="0">
              <a:ln w="12700">
                <a:solidFill>
                  <a:prstClr val="black"/>
                </a:solidFill>
                <a:prstDash val="solid"/>
              </a:ln>
              <a:solidFill>
                <a:srgbClr val="FF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81846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930E811-2067-D578-7A25-ED35BCC38E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7987" y="2130817"/>
            <a:ext cx="2596364" cy="259636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B9A69F7-FB84-C33B-D2AF-A298B0A3BFB5}"/>
              </a:ext>
            </a:extLst>
          </p:cNvPr>
          <p:cNvSpPr txBox="1"/>
          <p:nvPr/>
        </p:nvSpPr>
        <p:spPr>
          <a:xfrm>
            <a:off x="4709220" y="2130817"/>
            <a:ext cx="6325457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>
                <a:ln w="12700">
                  <a:solidFill>
                    <a:schemeClr val="accent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第七课</a:t>
            </a:r>
            <a:endParaRPr lang="en-US" altLang="zh-CN" sz="4000" b="1">
              <a:ln w="12700">
                <a:solidFill>
                  <a:schemeClr val="accent1"/>
                </a:solidFill>
                <a:prstDash val="solid"/>
              </a:ln>
              <a:solidFill>
                <a:schemeClr val="accent1">
                  <a:lumMod val="60000"/>
                  <a:lumOff val="40000"/>
                </a:schemeClr>
              </a:solidFill>
              <a:effectLst>
                <a:outerShdw dist="38100" dir="2640000" algn="bl" rotWithShape="0">
                  <a:schemeClr val="accent1"/>
                </a:outerShdw>
              </a:effectLst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  <a:p>
            <a:r>
              <a:rPr lang="en-US" altLang="zh-CN" sz="6600" b="1">
                <a:ln w="12700">
                  <a:solidFill>
                    <a:schemeClr val="accent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stm32</a:t>
            </a:r>
            <a:r>
              <a:rPr lang="zh-CN" altLang="en-US" sz="6600" b="1">
                <a:ln w="12700">
                  <a:solidFill>
                    <a:schemeClr val="accent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电赛开发板原理图设计</a:t>
            </a:r>
            <a:endParaRPr lang="en-US" altLang="zh-CN" sz="6600" b="1">
              <a:ln w="12700">
                <a:solidFill>
                  <a:schemeClr val="accent1"/>
                </a:solidFill>
                <a:prstDash val="solid"/>
              </a:ln>
              <a:solidFill>
                <a:schemeClr val="accent1">
                  <a:lumMod val="60000"/>
                  <a:lumOff val="40000"/>
                </a:schemeClr>
              </a:solidFill>
              <a:effectLst>
                <a:outerShdw dist="38100" dir="2640000" algn="bl" rotWithShape="0">
                  <a:schemeClr val="accent1"/>
                </a:outerShdw>
              </a:effectLst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961985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3C8D85F9-B632-53E6-601B-5ECDBBE419AB}"/>
                  </a:ext>
                </a:extLst>
              </p14:cNvPr>
              <p14:cNvContentPartPr/>
              <p14:nvPr/>
            </p14:nvContentPartPr>
            <p14:xfrm>
              <a:off x="175680" y="858600"/>
              <a:ext cx="10668240" cy="488268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3C8D85F9-B632-53E6-601B-5ECDBBE419A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6320" y="849240"/>
                <a:ext cx="10686960" cy="490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993928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B66A4E4-C238-26CD-4540-8B2BE9611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8916" y="1425767"/>
            <a:ext cx="6554167" cy="400646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BD4B1EFE-C8DA-64A9-804D-8E80C9EB4C94}"/>
                  </a:ext>
                </a:extLst>
              </p14:cNvPr>
              <p14:cNvContentPartPr/>
              <p14:nvPr/>
            </p14:nvContentPartPr>
            <p14:xfrm>
              <a:off x="2733840" y="2936880"/>
              <a:ext cx="5406840" cy="177300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BD4B1EFE-C8DA-64A9-804D-8E80C9EB4C9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24480" y="2927520"/>
                <a:ext cx="5425560" cy="1791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639364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553C268-4110-4EE7-F7C7-0F1ADA01A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9167" y="1701337"/>
            <a:ext cx="5573665" cy="345532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BCE46BF2-5CCE-2932-C349-B5230B416F3A}"/>
                  </a:ext>
                </a:extLst>
              </p14:cNvPr>
              <p14:cNvContentPartPr/>
              <p14:nvPr/>
            </p14:nvContentPartPr>
            <p14:xfrm>
              <a:off x="1516680" y="1149840"/>
              <a:ext cx="5536080" cy="334152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BCE46BF2-5CCE-2932-C349-B5230B416F3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07320" y="1140480"/>
                <a:ext cx="5554800" cy="3360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607062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E351ED9-DCB0-9420-A550-8DDEA82A9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6607" y="642530"/>
            <a:ext cx="6070790" cy="278647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AC3882C-5CB0-5A55-8F4C-CF79BDB85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6607" y="3429000"/>
            <a:ext cx="6076792" cy="278646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D3B621C6-E2D8-7D6F-4F4D-7AAE2BE91CE1}"/>
                  </a:ext>
                </a:extLst>
              </p14:cNvPr>
              <p14:cNvContentPartPr/>
              <p14:nvPr/>
            </p14:nvContentPartPr>
            <p14:xfrm>
              <a:off x="5124960" y="1983600"/>
              <a:ext cx="6204600" cy="451188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D3B621C6-E2D8-7D6F-4F4D-7AAE2BE91CE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15600" y="1974240"/>
                <a:ext cx="6223320" cy="4530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516723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3572</TotalTime>
  <Words>34</Words>
  <Application>Microsoft Office PowerPoint</Application>
  <PresentationFormat>宽屏</PresentationFormat>
  <Paragraphs>11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等线</vt:lpstr>
      <vt:lpstr>等线 Light</vt:lpstr>
      <vt:lpstr>思源黑体 CN Heavy</vt:lpstr>
      <vt:lpstr>思源黑体 CN Medium</vt:lpstr>
      <vt:lpstr>Arial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yc x</dc:creator>
  <cp:lastModifiedBy>yc x</cp:lastModifiedBy>
  <cp:revision>97</cp:revision>
  <dcterms:created xsi:type="dcterms:W3CDTF">2024-01-23T04:02:51Z</dcterms:created>
  <dcterms:modified xsi:type="dcterms:W3CDTF">2025-01-26T19:33:35Z</dcterms:modified>
</cp:coreProperties>
</file>