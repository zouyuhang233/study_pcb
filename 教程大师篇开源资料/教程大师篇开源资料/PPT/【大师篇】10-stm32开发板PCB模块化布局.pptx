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1"/>
  </p:notesMasterIdLst>
  <p:sldIdLst>
    <p:sldId id="382" r:id="rId3"/>
    <p:sldId id="389" r:id="rId4"/>
    <p:sldId id="384" r:id="rId5"/>
    <p:sldId id="385" r:id="rId6"/>
    <p:sldId id="386" r:id="rId7"/>
    <p:sldId id="387" r:id="rId8"/>
    <p:sldId id="388" r:id="rId9"/>
    <p:sldId id="39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6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2-13T15:59:23.0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12322 4593 0 0,'-7'-3'79'0,"7"3"30"0,-6-4 7 0,-1 0 8 16,7 4 10-16,-7-3 11 0,7 3 13 0,-6-4 5 0,6 4 1 15,-6 0 8-15,6-3 7 0,0 3 14 0,-6 0 15 0,6-4 16 0,0 4 17 16,0 0 22-16,-8 0 22 0,8 0 14 0,0-4 9 0,0 4 4 16,0 0-2-16,0 0-8 0,0-3-12 0,0 3-17 0,0 0-18 0,0 0-20 15,0 0-17-15,0-4-19 0,8 4-18 0,-8 0-20 0,6-4-25 16,0 4-12-16,0 0-9 0,1-3-3 0,6 3 1 0,-6-4-1 15,13 0-2-15,-8 1 1 0,8 0 0 0,6-2 0 0,-1-2 1 0,2 0-2 16,-1-1-1-16,6 2-3 0,1-2-5 0,-1-3-7 0,1 4-6 16,-1-4-72-16,2 3-16 0,5-3 0 0,-7 4 0 0,1-1 0 15,-1 1 0-15,1 0 0 0,-1 0 0 0,1 3 0 0,-7 0 0 0,6-3 0 16,-5 7 0-16,-1-4 0 0,0 1 0 0,-1-1 0 0,2 4 0 0,-8-4 0 16,1 4 0-16,-1-3 0 0,1 3 0 0,-1-4 0 0,-5 4 0 15,-2 0 0-15,8-4 0 0,-14 4 0 0,8 0 0 0,-8-3 0 16,7 3 0-16,-13 0 0 0,6 0 0 0,2-4 0 0,-8 4-113 0,0 0-82 15,-8 0-50-15,2 0-69 0,0 0-77 0,-1 0-62 0,-6 4-55 16,-6-1-38-16,5-3-31 0,-12 4-8 0,7 3 7 0,-7 1 13 0,0-1 15 16,0 4 22-16,-1 0 25 0,-5-4 41 0,-1 4 51 0,7 0 71 15,-6 0 78-15</inkml:trace>
  <inkml:trace contextRef="#ctx0" brushRef="#br0" timeOffset="249.31">12706 4503 0 0,'-7'3'146'0,"1"-3"76"16,6 3 31-16,-6 1 29 0,-1 0 30 0,1-1 37 0,6-3 40 15,-7 4 31-15,7 0 27 0,-7-1 5 0,7 2-3 0,-6-2-26 0,6 0-34 16,-6 5-29-16,6-1-24 0,0 0-24 0,-8 1-21 0,8 2-21 16,0 6-22-16,-6-2-29 0,6 1-34 0,0 3-25 0,-6 4-18 0,6 0-15 15,0 0-9-15,0 3-10 0,-6 5-9 0,6-4-8 0,0 3-8 16,-7 0-8-16,7 4-7 0,-7-3-9 0,7 2-6 0,-6-2-7 16,6 2-7-16,-7 2-5 0,1-1-7 0,0 0-6 0,6-1-6 0,-8 2-7 15,2-5-10-15,0 4-14 0,-1-4-16 0,0 1-20 0,1-1-21 16,0-4-25-16,-1-3-28 0,7 0-49 0,-6 0-58 0,6-7-79 15,-7 0-85-15,7 0-76 0,0-8-72 0,0 0-29 0,7-3-13 0,-1-4 5 16,-6-4 9-16,13-3 17 0,-7-5 19 0,1-2 24 0,6-1 25 0,1-7 50 16,-2 0 58-16,1-3 78 0,7-1 239 0</inkml:trace>
  <inkml:trace contextRef="#ctx0" brushRef="#br0" timeOffset="515.74">13344 4443 0 0,'0'4'206'0,"0"4"81"0,0-1 22 0,0-1 15 0,0 6 12 0,-6-4 22 15,6 3 29-15,0-4 29 0,-7 4 29 0,7 0 22 0,0 3 17 0,0 1-40 16,0 0-69-16,7 3-55 0,-7 4-49 0,0 0-28 0,0 0-17 16,0 4-13-16,6-1-8 0,-6 4-21 0,0 1-27 0,0-4-27 15,0 3-30-15,0 0-22 0,0 1-15 0,0-1-14 0,0-4-11 0,-6 5-9 16,6-5-9-16,-7 5-8 0,7-5-7 0,-6 1-14 0,6-4-13 15,-7 3-16-15,0-3-19 0,7-3-33 0,-6 3-41 0,6-7-55 16,0-1-64-16,0-3-67 0,0 0-67 0,0-4-58 0,0-3-52 0,0-4-22 16,6-4-10-16,1-3 3 0,0-4 8 0,-1-3 12 0,1-5 18 15,-1 1 31-15,8-7 39 0,-8-2 55 0,6 2 63 0</inkml:trace>
  <inkml:trace contextRef="#ctx0" brushRef="#br0" timeOffset="799.56">13449 4770 168 0,'0'-27'224'15,"-8"6"37"-15,2-5 38 0,6 4 49 0,-6 0 57 0,0 4 36 0,-1-4 26 16,7 3 20-16,0 1 16 0,0 0-21 0,0 0-38 0,7 3-30 15,-1 4-23-15,0-3-22 0,8 3-22 0,-8 3-25 0,7-4-29 0,7 6-42 16,-8 2-48-16,8-3-29 0,6-1-20 0,1 5-14 0,-1-5-12 16,6 5-8-16,1-1-10 0,-1 0-5 0,1 4-8 0,-1 0-53 0,1 0-44 15,-1 0 0-15,1 0 0 0,-1 4 0 0,1 0 0 0,-7-1 0 16,0 1 0-16,0 3 0 0,1-3 0 0,-8 4 0 0,0-1 0 16,0-1 0-16,-5 3 0 0,-1-2 0 0,0 4 0 0,-7-3 0 0,7-2 0 15,-6 5 0-15,-7-3 0 0,0 0 0 0,0 2 0 0,-7 1 0 0,1-4 0 16,-1 4 0-16,-6 4 0 0,0-4 0 0,1 4 0 0,-8-1 0 15,0 1 0-15,1 0 0 0,-7-1 0 0,-1 5 0 0,1-1 0 16,-6 1 0-16,-1-1 0 0,-6 0 0 0,7 0 0 0,-8 1 0 0,1-5 0 16,7 5 0-16,-1-5 0 0,-5 1 0 0,5 0 0 0,7-4 0 15,0 0 0-15,-1-4 0 0,8 0 0 0,6-3-382 0,0 0-170 0,0-4-54 16,6-4-45-16,7 0-12 0,0-3 6 0,7 0 16 0,6-4 23 16,0-4 26-16,0 0 31 0,6 0 28 0,8-3 29 0,5-4 50 0,1 4 62 15,5-4 81-15,2 4 237 0</inkml:trace>
  <inkml:trace contextRef="#ctx0" brushRef="#br0" timeOffset="1132.52">14477 4466 0 0,'27'-4'11'0,"-15"4"206"0,2 0 40 0,-2 0 48 0,-5 4 52 0,0-4 45 15,-1 2 44-15,-6-2 35 0,7 0 29 0,-7 5 29 0,0-1 28 16,0-4-18-16,-7 3-38 0,1-3-35 0,6 4-32 0,-7 0-34 0,-6-1-39 16,1 1-44-16,4 4-52 0,-11-5-46 0,6 4-42 0,-6 4-35 15,-1-4-29-15,0 4-78 0,1 0-45 0,-1 0 0 0,0 0 0 0,8 0 0 16,-8 1 0-16,13-1 0 0,-5-2 0 0,6 3 0 0,-2-1 0 15,8 0 0-15,0 0 0 0,8 0 0 0,-2 1 0 0,0-5 0 16,7 7 0-16,0-3 0 0,0 1 0 0,1-2 0 0,4 5 0 0,2-4 0 16,0 0 0-16,-7 4 0 0,7-4 0 0,-8-1 0 0,8 1 0 15,-7 4 0-15,1-4 0 0,-2 4 0 0,1-4 0 0,-6 4 0 0,-1-4 0 16,1 0 0-16,-7 3 0 0,0 1 0 0,0-4 0 0,0 3 0 16,-7 1 0-16,1 0 0 0,-1-1 0 0,-6 1 0 0,1 0 0 0,4 3 0 15,-4-3 0-15,-8-1 0 0,7 1 0 0,-1-1 0 0,-4-3 0 16,4 0 0-16,-5 0 0 0,5 0 0 0,-4 1 0 0,4-5 0 15,-5-3 0-15,-1 3 0 0,8-7 0 0,-8 4-218 0,7-4-251 0,-1-4-83 16,2-3-77-16,-2-4-31 0,8-1-9 0,6-5 8 0,-6-2 15 16,12-7 23-16,-6 1 25 0,13-5 32 0,-6-3 31 0,5-3 50 15,8-1 56-15,-1 1 88 0,1-1 231 0</inkml:trace>
  <inkml:trace contextRef="#ctx0" brushRef="#br0" timeOffset="1432.24">14986 4356 193 0,'6'7'333'0,"1"0"52"0,-1 1 47 0,-6-1 32 0,0 0 26 0,6 4 21 16,-6-3 18-16,0-1 19 0,0 0 22 0,0 4 5 0,0 0-5 16,-6-3-59-16,6 3-91 0,0 0-64 0,0 0-55 0,-6 0-48 15,6-4-41-15,0 7-29 0,6-3-23 0,-6 0-17 0,0 0-91 16,6 4-52-16,1-4 0 0,0 3 0 0,5-2 0 0,-4 1 0 0,4-1 0 16,-5 3 0-16,6 0 0 0,0-4 0 0,-1 4 0 0,2-1 0 15,-1 0 0-15,0 2 0 0,0-3 0 0,-1 3 0 0,-4-5 0 0,4 3 0 16,-5 5 0-16,0-5 0 0,-7 1 0 0,6-1 0 0,-6 1 0 15,0 4 0-15,-6-1 0 0,6-3 0 0,-7 3 0 0,0 0 0 16,-5 0 0-16,-2 1 0 0,1-1 0 0,0 1 0 0,0 2 0 0,-7-2 0 16,8-1 0-16,-8-3 0 0,1 3 0 0,-1-4 0 0,0 2 0 0,8-6 0 15,-8 1 0-15,1-3 0 0,5-1 0 0,1 0 0 0,-6-7 0 16,6 0 0-16,-1-3 0 0,8-5-262 0,-7 1-317 0,7-8-62 16,-1-3-41-16,7-4-8 0,-6-7 5 0,6-1 15 0,0-2 20 0,0-5 27 15,0-4 30-15,6-2 37 0,-6 2 38 0,0-3 64 0,7 0 76 16</inkml:trace>
  <inkml:trace contextRef="#ctx0" brushRef="#br0" timeOffset="1599.84">14940 4466 0 0,'6'-4'189'0,"1"4"58"0,0-4 39 0,-1 4 54 16,7 0 60-16,-6 4 36 0,6-4 26 0,6 0 20 0,-6 0 15 15,7 0 2-15,-1 4-7 0,1-4-32 0,6 0-43 0,-7 2-38 16,7-2-33-16,0 5-35 0,0-5-37 0,1 4-52 0,-1-1-59 0,-7 1-35 16,7-4-26-16,0 4-20 0,-6-1-16 0,-1 1-20 0,7 0-22 15,-6 0-24-15,-1-1-28 0,-5 0-32 0,4 1-37 0,-4 0-61 0,-1-1-72 16,0-3-81-16,-6 4-86 0,5-4-64 0,-4 4-51 0,-2-4-26 15,6 0-12-15,-5 0-1 0,0-4 5 0,-1 4 12 0,1-4 18 0,5-3 27 16,2 0 32-16,-2-4 58 0,2 0 69 0</inkml:trace>
  <inkml:trace contextRef="#ctx0" brushRef="#br0" timeOffset="1849.35">15982 4224 69 0,'-6'4'349'0,"-1"6"55"0,0-6 41 0,1 7 27 0,-1-4 22 0,-6 1 18 16,7-1 19-16,-1 4 17 0,1-4 20 0,0 0 19 0,-2 4 20 0,2 1-54 15,-7-1-91-15,7 3-83 0,-1-3-76 0,1 4-48 0,-1 0-34 16,1-1-23-16,0-3-19 0,-2 4-124 0,8-1-55 0,-6 1 0 16,6 0 0-16,0 0 0 0,0-4 0 0,6 3 0 0,-6-3 0 0,8 4 0 15,-2-4 0-15,0 3 0 0,7-3 0 0,-6 0 0 0,6 1 0 16,-1-1 0-16,8-4 0 0,-7 4 0 0,0-4 0 0,7 0 0 0,-7 4 0 16,7-7 0-16,-1 3 0 0,-6 1 0 0,0-5 0 0,7 1 0 15,-7 0 0-15,0 0 0 0,0-1 0 0,-1-3 0 0,2 4-239 0,-1-4-76 16,-7 0-76-16,1 0-74 0,6-4-77 0,-7 4-41 0,0-3-26 15,2-5-4-15,-2 4 8 0,0-3 17 0,1-4 21 0,-7 4 25 16,7-4 26-16,-1 0 36 0,0 0 45 0,-6-4 67 0,7 0 79 16</inkml:trace>
  <inkml:trace contextRef="#ctx0" brushRef="#br0" timeOffset="2048.87">16223 4345 13 0,'-6'3'279'15,"-8"5"52"-15,8-5 52 0,-8 8 36 0,8-3 32 0,-7 3 25 0,0 3 19 16,7 1 22-16,-7-1 21 0,-1 9 19 0,2-5 16 0,-1 8-41 15,0-1-70-15,-7 8-55 0,1-4-50 0,5 8-43 0,-11 3-44 0,5 0-33 16,-6 5-29-16,0-1-23 0,-1 0-21 0,2 3-141 0,5 1-23 16,-6-4 0-16,0 4 0 0,7-8 0 0,-1 0 0 0,0 1 0 0,8-9 0 15,-2 1 0-15,8-4-92 0,-7-3-198 0,7-4-99 0,6 0-93 16,0-3-88-16,0-5-45 0,0-3-21 0,6 0-6 0,0-7 5 0,1 3 15 16,-1-3 22-16,1-4 27 0,0 0 31 0,-1-4 44 0,7-3 50 15,-6 3 81-15,5-7 179 0</inkml:trace>
  <inkml:trace contextRef="#ctx0" brushRef="#br0" timeOffset="2482.81">16731 4264 59 0,'0'11'316'0,"0"-4"45"0,0 4 38 0,-7 4 28 0,7-5 24 15,0 6 19-15,0-5 15 0,0 3 15 0,0 1 13 0,0 0 16 16,0 3 19-16,0 0-55 0,0 0-88 0,7 1-68 0,-7 3-52 0,0 0-39 15,6 0-30-15,-6 0-23 0,7 0-17 0,0 4-14 0,-7-6-12 0,6 7-11 16,0-1-12-16,1-4-13 0,0 3-24 0,-1 0-90 0,0 2 0 16,1-5 0-16,0 3 0 0,-7 1 0 0,6-4 0 0,-6-1 0 15,0 6 0-15,0-6 0 0,-6-2 0 0,6 3 0 0,-7 0 0 0,-6 0 0 16,7 0 0-16,-8 0 0 0,2-4 0 0,-8 4 0 0,7 0 0 16,-7-3 0-16,1 2 0 0,-1 1 0 0,0-3 0 0,2-5 0 15,-2 4 0-15,0-3 0 0,1 0 0 0,-1-4 0 0,0-4 0 0,1 1 0 16,6-8 0-16,-6 0 0 0,5-4-285 0,1-4-220 0,7-6-97 15,0-5-47-15,-2-6-20 0,8-1-3 0,8-11 6 0,-2 1 14 16,0-8 18-16,7-3 27 0,1-5 32 0,5 1 41 0,0-4 47 0,1-4 85 16,-1 4 150-16</inkml:trace>
  <inkml:trace contextRef="#ctx0" brushRef="#br0" timeOffset="2665.8">16724 4421 115 0,'13'-14'327'16,"1"3"52"-16,-2 4 43 0,-5 3 29 0,6-3 23 0,0 3 16 16,-6 0 14-16,6 1 12 0,-1-5 12 0,2 5 5 0,-2-1 5 0,2 4-55 15,-1-4-85-15,6 4-67 0,0 0-58 0,1 0-45 0,0 0-36 16,5 0-25-16,-5 4-19 0,7 0-15 0,-1-1-14 0,0 5-10 0,0-5-12 15,-7 5-14-15,7-1-15 0,0-3-13 0,-7 3-25 0,1 4-30 16,0-4 0-16,-1 0-3 0,-5 1-54 0,5-1-29 0,-6 0-28 0,0 1-47 16,0-1-51-16,0 1-76 0,-7-6-86 0,2 7-84 0,-2-2-83 15,0-3-40-15,0 3-17 0,1 1-2 0,-7-5 9 0,7 4 15 16,-1-3 19-16,-6 3 25 0,7-3 26 0,-7-1 43 0,6 2 52 0,0 1 74 16,2-6 192-16</inkml:trace>
  <inkml:trace contextRef="#ctx0" brushRef="#br0" timeOffset="2949.17">17467 4612 0 0,'-7'18'289'16,"1"-3"75"-16,-7 7 55 0,6-3 38 0,1 2 30 0,-8 2 22 0,8-2 18 16,0-2 19-16,6 3 17 0,-7-1 17 0,1-2 20 0,6-1-43 15,0 4-72-15,0-8-70 0,0 5-66 0,0-4-55 0,0 3-48 0,6-3-30 16,-6-4-21-16,7 3-102 0,-1-3-93 0,0 0 0 0,2 0 0 16,-2 1 0-16,7-6 0 0,-6 6 0 0,5-9 0 0,8 5 0 15,-7-1 0-15,0-3 0 0,6-1 0 0,1 1 0 0,-1-4 0 0,1 4 0 16,0-4 0-16,-1-4 0 0,1 4 0 0,0-4 0 0,-1 1 0 0,1-5 0 15,-2 1 0-15,2 0 0 0,-7-5 0 0,1 2 0 0,5-2 0 16,-6 2 0-16,0-5 0 0,-6 0 0 0,6 1 0 0,-7-1 0 16,7-3 0-16,-13 0 0 0,7 2 0 0,-1-5 0 0,-6 2 0 0,0 1 0 15,-6 0 0-15,-1 0 0 0,0-1 0 0,1 1 0 0,-7-1 0 16,0 5 0-16,-6-1 0 0,-1 4 0 0,0 1 0 0,-5 2 0 0,-1 1 0 16,-7 3 0-16,1 4-246 0,-1 4-204 0,-7-1-77 0,1 9-56 15,1-2-44-15,-8 1-14 0,0 4 3 0,0 3 11 0,1 1 19 0,-1-1 24 16,7 4 27-16,-6-4 30 0,5 4 33 0,2-4 56 0,-1 5 69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2-13T16:00:02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7033 2517 0 0,'0'-8'13'0,"0"1"89"0,0 3 9 0,0-3 8 15,7 0 9-15,-7-4 10 0,0 3 12 0,0 1 2 0,0-4-1 0,7 3 3 16,-7-3 4-16,0 0 13 0,0 0 16 0,0 4 15 0,0-4 16 16,-7-3 22-16,7 3 25 0,-7 0 18 0,7 0 16 0,-6 0 7 0,-1-4 2 15,1 4-5-15,0-4-5 0,-2 4-11 0,-4 0-14 0,-2-3-19 16,8-1-22-16,-7 4-21 0,0-3-18 0,-6 3-29 0,5-5-31 0,2 2-24 15,-8 3-22-15,7-4-15 0,-7 4-12 0,8 0-6 0,-8-3-5 0,1 3-5 16,-1 0-4-16,0 0-3 0,-6 0-4 0,7-4-3 0,-1 8-3 16,-6-4-3-16,7 0 1 0,-7 0-3 0,-1 0-1 0,8 0 0 0,-7 4-2 15,0-4-1-15,0 3-1 0,0 1-2 0,0 0-1 0,-1-1-2 0,1 1-1 16,1 3-1-16,-8-3 0 0,7 3-3 0,0-3 0 0,-7 4-2 16,1-1-1-16,-1 0-1 0,7 1-1 0,-6 3 0 0,-1-4-2 0,1 4 0 15,-1 0 1-15,1-4 0 0,-2 4 0 0,2 0 0 0,7 0 0 16,-8 4 0-16,0-4 1 0,7 4 0 0,-6-4 0 0,-2 3-1 0,9-3 1 15,-7 4 0-15,5 0 0 0,1-1-1 0,-6 1 0 0,5-1 1 0,-5 1-1 16,6 3 0-16,-7-3 0 0,7 0-1 0,-6 3 1 0,-1-3-2 16,1 3 1-16,-1 0-1 0,0 1 0 0,1-1 0 0,-1 0-1 0,-5 0 1 15,4 1 1-15,2 3 0 0,-1-3-1 0,-6 2 2 0,7-2 0 0,-1 3 0 16,1 0-1-16,-1-4 1 0,1 4 0 0,-1-4 1 0,7 4-1 16,-6 0 0-16,-1-4 0 0,7 4 0 0,-7-3-2 0,7 3 0 15,-6 0 1-15,5-4-1 0,1 4 0 0,0 0 0 0,-6 0 0 0,6 0 0 16,0 0-1-16,-6 0 0 0,5 0 2 0,1 0-2 0,0 0 0 0,0 0 0 15,0 0 1-15,0 0 1 0,6 0-2 0,-6 0 1 0,6 0 0 16,8 0 0-16,-8 0-1 0,1 0 1 0,-1 0-1 0,7 0 0 0,0 0 0 16,-6 3 1-16,5-3-1 0,2 4 0 0,-8 0 0 0,7-1 0 15,-7 5 1-15,8-1 0 0,-2 1 0 0,-5 2 0 0,6-2 0 0,0 3 1 16,-1 0-1-16,2 0-1 0,-2-1 1 0,2 2 0 0,-1-5 0 16,6 4 0-16,-6 0 1 0,7 0-1 0,-1 0-1 0,0-1 0 15,1 2 0-15,0-1-1 0,-1 3 1 0,1-2 0 0,-1-1 2 0,0 0-1 16,1 3 1-16,6 1 0 0,-6-4-1 0,-2 4 1 0,8-4 0 0,0 3 0 15,-6 0 0-15,6-2 0 0,0 2 0 0,0 1 0 0,0-4 1 16,0 4-2-16,0-1 0 0,0 1 0 0,0-1-1 0,6 1 1 16,-6 0-1-16,0 3 0 0,8-3 0 0,-8-1 1 0,0 1 2 0,6 0 0 15,0-1-1-15,-6 1 0 0,7 3 0 0,0-6-1 0,-1 2 0 16,-6 1 1-16,7-1 0 0,-1-3 0 0,0 3 0 0,1-2 0 0,0-1 0 16,5 0-1-16,-5-4-1 0,0 4 0 0,6-4 0 0,-1 1 1 15,-4-1 0-15,4 1 0 0,2-5 0 0,-2 4 0 0,8-3 0 0,-7 3 0 16,-1-3 1-16,8-4-1 0,-6 3 2 0,5 0-1 0,1 2 0 15,-1-1-1-15,-6-4 0 0,6 3 0 0,1-2 0 0,0 2 0 16,6-3 0-16,-7 3 1 0,1-3 0 0,6 4 0 0,-7-4 1 0,7 0-1 16,0 0 0-16,1 0 1 0,-1 4 0 0,0-4 0 0,-1 0 0 0,2 0 0 15,-1 0 1-15,0 0 1 0,6 0-1 0,-5-1 1 0,-1 1 1 16,0 0-1-16,7 0 1 0,-8-4-1 0,1 5 0 0,0-1-1 16,7-4 3-16,-7 4-1 0,0-3 0 0,0-1 2 0,1 4-1 0,5-4 1 15,-7 0 0-15,-5 1 0 0,6-4 1 0,1 3-1 0,-1-4 1 16,0 5 0-16,-1-5 1 0,1 5 1 0,-6-5 0 0,6 1 0 0,1 0 1 15,5 0 0-15,-7-1 1 0,2 1 0 0,-1 0 1 0,0-4-1 16,0 2 1-16,0 3 0 0,1-5 0 0,-2 4-1 0,1-4 1 0,0 0-2 16,0 3-1-16,1-3 0 0,-1 0-1 0,-1 0-2 0,1 0 0 15,0 0-1-15,1 0 0 0,-1 0 0 0,6 0-1 0,-5 0 1 16,-1 0-1-16,-1 0 0 0,1 0 1 0,0 0-1 0,1 4 1 0,-1-4 1 16,6 0-1-16,-5 0 0 0,-1 0 1 0,-1 0 0 0,1 0 0 0,7 0 1 15,-7 0 0-15,0 0 0 0,0 0 0 0,0 0 0 0,1 0 0 16,-2 0 0-16,1-4 0 0,0 4 1 0,1 0 1 0,-8-3 0 15,7 3 0-15,0-4-2 0,-6 4 0 0,6-5 0 0,0 5-1 0,-7-2 0 16,7 2 2-16,0-4 0 0,-6 4-1 0,6-4 0 0,-7 4-1 16,8-3 0-16,-8-1 0 0,7 4-1 0,-6-4 0 0,6 4 2 0,-7-4-2 15,1 1 1-15,0 3-1 0,6-4 1 0,-7 0 0 0,1 4 1 16,-1-3 2-16,0 3 1 0,8-4 1 0,-7 0 2 0,-2 4 0 16,2-3 1-16,7-1 2 0,-9 1 1 0,2-1-1 0,0 0 1 0,-1 0 0 15,1 1-1-15,6-1 1 0,-7-3 0 0,1 3-2 0,0-3 1 16,-1 3-1-16,7-3-1 0,-6 0 0 0,-1-1-1 0,7 1-1 0,-6 0 0 15,6-1-2-15,-7-3 1 0,1 4 0 0,6-4 0 0,0 3 0 16,-7-3-2-16,8 4-1 0,-8-4 0 0,8 0-2 0,-8 0 1 16,0 1-1-16,8-2-1 0,-8 1 0 0,7 1 0 0,-6-1 1 0,-1 0-1 15,0 0-2-15,1-1 1 0,-1 1-1 0,1 0 0 0,0 0 0 16,-1 0-2-16,1-3 1 0,0 3 0 0,-1 0 0 0,-6 0-1 0,6 0 1 16,-5 0 1-16,5 0-1 0,-6 0-1 0,0 0 2 0,1 0-1 15,-2 0-1-15,1 0 1 0,0 0 1 0,-6 0 0 0,5 0 2 0,2 1-1 16,-8 2 0-16,0-3 2 0,8 0 0 0,-8 0 0 0,1-1-1 15,-1 1 1-15,1-3 1 0,0 3-7 0,-1 0 0 0,0-4 0 0,-6 4 0 16,6-3 0-16,2-1 0 0,-2 1 0 0,-6-2 0 0,6 2 0 16,-6-1 0-16,0-3 0 0,7 3 0 0,-7-3 0 0,0 4 0 0,0-5 0 15,0 1 0-15,0 3 0 0,0-3 0 0,0-1 0 0,0 1 0 16,0 3 0-16,0-3 0 0,-7 0 0 0,7 3 0 0,0-3 0 0,-6 3 0 16,6-3 0-16,-6 3 0 0,6-3 0 0,-8 3 0 0,8-3 0 15,-6 4 0-15,0-1 0 0,0 0 0 0,-1 0 0 0,7 2 0 16,-7-3 0-16,1 5 0 0,-1-4 0 0,1 1 0 0,0 2 0 0,-8-2 0 15,8 3 0-15,0-3 0 0,-2 3 0 0,2-1 0 0,-7 1 0 16,7-3 0-16,-8 3 0 0,8 0 0 0,-6 0 0 0,4 0 0 0,-4 0 0 16,5 0 0-16,-6 0 0 0,0 0 0 0,7 0 0 0,-8 0 0 15,2 1 0-15,-2-2 0 0,1 1 0 0,1-4 0 0,5 4 0 16,-6 0 0-16,-1 0 0 0,2 1 0 0,-1-2 0 0,6 2 0 0,-6-1 0 16,1 3 0-16,4-3 0 0,-4 0 0 0,-1 0 0 0,6 0 0 0,-6 0 0 15,7 0 0-15,-8 4 0 0,8-4 0 0,-7 4 0 0,6-4 0 16,1 0 0-16,-7 3 0 0,7-3 0 0,-8 4 0 0,8-4 0 0,-8 3 0 15,8 1 0-15,-7-4 0 0,7 4 0 0,-7 0 0 0,6-1 0 16,-5-3 0-16,-2 4 0 0,8 0 0 0,-7-1 0 0,0 1 0 0,6-1 0 16,-6 1 0-16,0 4 0 0,0-4 0 0,6-1 0 0,-5 0 0 15,-1 2 0-15,6-2 0 0,-6 5 0 0,7-5 0 0,-8 1 0 0,8-1 0 16,-7 5 0-16,6-5 0 0,1 1 0 0,-7 0 0 0,7-1 0 16,-8 5 0-16,8-5 0 0,-7 1 0 0,6 0 0 0,1 0 0 0,-7-1 0 15,7 1 0-15,-2 0 0 0,2-1 0 0,-7 1 0 0,6-1 0 16,1 1 0-16,0 0 0 0,-1 3 0 0,1-3 0 0,6-1 0 0,-7 5 0 15,0-5 0-15,1 5 0 0,0-5 0 0,6 5 0 0,-7-4 0 16,0 3 0-16,7-3 0 0,-6 3 0 0,0 0 0 0,6-3 0 0,-7 3 0 16,0 1 0-16,7-5 0 0,-6 5 0 0,6-1 0 0,-7-3 0 15,1 3 0-15,6 0 0 0,-6-3 0 0,-2 4 0 0,8-1 0 0,-6 0 0 16,0-4 0-16,0 5 0 0,6 0 0 0,-7-5 0 0,0 4 0 16,7 1 0-16,-6-5 0 0,-1 5 0 0,1-5 0 0,-8 1 0 0,8 3 0 15,0-3 0-15,-8 0-141 0,2-1-44 0,-1 1-78 0,-1-4-94 16,-4 4-89-16,4 0-81 0,-5-4-48 0,-1 3-29 0,7 1-8 0,-6-4 5 15,-1 3 12-15,1-3 18 0,-1 4 22 0,6 0 25 0,2-4 35 0,-1 3 38 16,-1 1 78-16,2 0 95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2-13T16:01:29.8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20965 7920 85 0,'0'-3'174'0,"-7"3"17"15,0 0 18-15,1 0 27 0,6 0 29 0,-7 0 30 0,1 0 31 16,-1 0 35-16,7 0 39 0,0 0-6 0,-7-4-28 0,7 4-19 0,0 0-13 15,0 0-13-15,0 0-12 0,0 0-13 0,0 0-14 0,0 0-21 16,0 0-27-16,0 0-24 0,0 0-24 0,0 0-30 0,0 0-30 0,0 0-19 16,0 0-14-16,0 0-7 0,0 0-3 0,0 0-1 0,0 0 2 15,-6 4 3-15,6-4 4 0,6 3 5 0,-6 1 7 0,0-4 3 0,7 4 0 16,-7 3 1-16,7-3-1 0,-1 3-2 0,1 0-2 0,-1 0-2 16,1 1-2-16,6 3-12 0,-7 0-86 0,8-1 0 0,-8 2 0 0,7 2 0 15,0 1 0-15,-6 0 0 0,5-1 0 0,2 1 0 0,-2 0 0 16,2 3 0-16,-1 0 0 0,-1-3 0 0,2 4 0 0,-2-1 0 15,2 0 0-15,-1 0 0 0,-1 1 0 0,2-1 0 0,6 0 0 0,-8 0 0 16,1 1 0-16,0-2 0 0,6 3 0 0,-5-2 0 0,-1-4 0 16,7 1 0-16,-8 3 0 0,2-3 0 0,5-1 0 0,-6-3 0 0,0 5 0 15,7-2 0-15,-8-3 0 0,2 0 0 0,-1 0 0 0,0 0 0 16,0 0 0-16,-7-3 0 0,8 2 0 0,-8-3 0 0,7 1 0 0,-7 0 0 16,1-5 0-16,-1 4 0 0,1-3 0 0,-1-1 0 0,1 1 0 15,0-4 0-15,-1 4 0 0,-6-4 0 0,6 0 0 0,1 0 0 16,-7-4 0-16,7 0 0 0,-1 1 0 0,0-5 0 0,7-3 0 0,-6 0 0 15,6-3 0-15,1-4 0 0,4-4 0 0,2 0 0 0,-1-7 0 16,7-5 0-16,1 1 0 0,-1-3 0 0,6-4 0 0,1-4 0 0,6 0 0 16,1-5 0-16,-2-2 0 0,7 0 0 0,2-4 0 0,-2 0 0 15,7 1 0-15,-7-5 0 0,8 4 0 0,-1-3 0 0,0 2 0 0,0-2 0 16,-6 2 0-16,5 2 0 0,-5 3 0 0,0-1 0 0,-7 1 0 16,0 4 0-16,6-1 0 0,-12 4 0 0,-1 0 0 0,2 3 0 15,-2 1 0-15,-6 4 0 0,7 3 0 0,-8-1 0 0,-5 1 0 0,6 4 0 16,-7 4 0-16,1-1 0 0,0 4 0 0,-1 0 0 0,-5 0 0 15,-2 4 0-15,2-1 0 0,-2 5 0 0,2-1 0 0,-8 4 0 16,7 0 0-16,-7 0 0 0,1 0 0 0,0 7 0 0,-7-3 0 0,6 0 0 16,-6 3 0-16,6 0 0 0,-6 1 0 0,0-1 0 0,0 1 0 15,0 3 0-15,0 0 0 0,0-4 0 0,0 4 0 0,0-4 0 0,-6 4 0 16,6-3 0-16,-6-2-231 0,-1 5-407 0,-6-3-66 0,7 3-21 16,-7-3 1-16,-1 3 14 0,2 0 18 0,-8 0 26 0,7 3 29 0,-7 0 36 15,-6 2 43-15,6 2 58 0,-5 4 68 0,-1 0 101 0,0 3 289 16</inkml:trace>
  <inkml:trace contextRef="#ctx0" brushRef="#br0" timeOffset="1250.14">22058 11075 49 0,'0'-8'178'15,"-6"5"29"-15,6-5 28 0,0 5 32 0,0-2 31 0,-6-1 42 16,6-2 46-16,0 4 34 0,0-3 29 0,0 3-5 0,0 2-25 0,0-3-15 15,0 1-11-15,0 4-14 0,0 0-16 0,0 0-20 0,0 0-23 16,0 0-25-16,0 0-26 0,0 0-35 0,0 0-41 0,0 4-27 16,0-4-21-16,0 7-13 0,0-3-12 0,6 7-5 0,-6-3-6 0,6 3-4 15,-6 3 0-15,6 1 0 0,2-1-1 0,-2 5-4 0,0-2-100 16,8 6 0-16,-1-1 0 0,-1 1 0 0,2 2 0 0,-2 0 0 0,8 1 0 16,-7-1 0-16,7 1 0 0,0 4 0 0,-1-1 0 0,1 0 0 15,-2 0 0-15,2 0 0 0,7 1 0 0,-8 0 0 0,0-1 0 16,1-1 0-16,-1 2 0 0,1-4 0 0,0 0 0 0,6-1 0 0,-7 1 0 15,1-4 0-15,-1-4 0 0,7 1 0 0,-6-5 0 0,6 1 0 16,-7-4 0-16,7-4 0 0,0-3 0 0,1-4 0 0,5-4 0 0,-6-3 0 16,7-4 0-16,6-7 0 0,-7-4 0 0,14-4 0 0,-7-7 0 0,6-4 0 15,1-7 0-15,7-4 0 0,-2-2 0 0,2-5 0 0,5-1 0 16,1-6 0-16,-7 0 0 0,13 0 0 0,-6-5 0 0,-1 5 0 0,8-3 0 16,-8 2 0-16,8 1 0 0,-9-1 0 0,9 5 0 0,-7-1 0 0,-1 4 0 15,0 4 0-15,1 0 0 0,-6 3 0 0,-1 4 0 0,-1 0 0 16,-4 4 0-16,-9 7 0 0,1 0 0 0,1 0 0 0,-8 7 0 0,1 1 0 15,-7 3 0-15,-1 4 0 0,-5 3 0 0,0 0 0 0,-1 4 0 0,-5 0 0 16,-2 4 0-16,2-1 0 0,-2 5 0 0,1-1 0 0,-6 0 0 16,0 1 0-16,-1-1 0 0,0 4 0 0,1-4 0 0,0 4 0 15,-7 0 0-15,6-3 0 0,1 3 0 0,-7 0 0 0,0 0 0 0,0 0 0 16,6 3 0-16,-6-3 0 0,0 0 0 0,0 0-397 0,0 0-258 16,-6 0-38-16,6 4-12 0,-7 0 8 0,1-1 17 0,-8 1 22 0,8 3 25 15,-14 1 32-15,7-1 34 0,-6 0 37 0,0 1 37 0,-8-1 66 16,8 4 77-16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2-13T16:01:56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5203 1223 0 0,'0'-3'165'0,"7"3"125"0,-7 0 32 0,0 0 25 16,0 0 26-16,0 3 23 0,0-3 23 0,0 4 17 0,0 3 15 15,0-3 11-15,0 0 14 0,0 3-35 0,-7 4-58 0,7 0-55 0,0 3-53 16,-6 5-34-16,0-1-21 0,-2 8-21 0,8 0-16 0,-6 3-17 16,0 4-19-16,-8 4-11 0,8-1-10 0,0 4-11 0,-7 5-11 0,6-2-12 15,-6 5-13-15,0 0-10 0,6-1-11 0,-5 1-8 0,-1 0-8 0,-1-1-11 16,8 1-13-16,-8-5-16 0,2 2-17 0,6-5-21 0,-1 0-23 15,-6-7-27-15,6 0-27 0,7-4-49 0,-6-3-61 0,6-4-77 0,-6-3-87 16,6-5-71-16,6-3-61 0,-6 0-28 0,6-7-11 0,-6-4 2 0,13-4 7 16,-6-3 16-16,0-4 16 0,5-1 25 0,-6-2 24 0,8-4 50 15,-1-1 60-15,7 1 77 0,-8-4 274 0</inkml:trace>
  <inkml:trace contextRef="#ctx0" brushRef="#br0" timeOffset="183.47">5601 2044 31 0,'6'7'288'0,"0"-3"35"15,2 3 26-15,-8 1 33 0,0-5 37 0,6 5 25 0,-6-5 22 0,0 1 17 16,0 3 16-16,6-3 16 0,-6-1 13 0,0 1-54 0,0 0-89 16,6 3-59-16,-6-3-46 0,0-1-32 0,0 1-22 0,0 0-32 0,0 3-34 15,0-3-27-15,7-1-21 0,-7 1-19 0,0-4-15 0,0 4-24 16,0-1-26-16,0-3-31 0,0 4-31 0,0-4-41 0,0 0-44 0,0 0-77 16,0 0-92-16,0 0-96 0,0-4-98 0,0-3-47 0,0 0-24 0,0 3-12 15,-7-7-7-15,7 4 6 0,0-4 12 0,-6 0 17 0,6 0 19 16,-6 0 32-16,6 0 38 0,-6 0 72 0,6 0 143 0</inkml:trace>
  <inkml:trace contextRef="#ctx0" brushRef="#br0" timeOffset="1448.75">7339 1022 82 0,'7'-4'245'0,"0"1"30"0,-1-5 29 16,0 5 36-16,8 3 38 0,-8-4 34 0,1 0 29 0,5 0 20 16,2 1 17-16,-8-1-6 0,14-3-13 0,-7 3-41 0,0 1-53 0,6-1-36 15,1 0-27-15,-7 0-22 0,6 4-15 0,0-3-27 0,-5-1-30 16,6 4-25-16,-1 0-23 0,-6-3-15 0,6 3-11 0,-5 0-9 0,5 0-6 15,-6 0-7-15,0 0-5 0,1 3-8 0,-2-3-10 0,1 0-9 0,-6 0-9 16,6 4-56-16,-7-4-15 0,0 0 0 0,2 3 0 0,-8-3 0 0,6 0 0 16,-6 4 0-16,0-4 0 0,0 0 0 0,0 4 0 0,-6 0 0 15,-2-1 0-15,2 4 0 0,-7-3 0 0,7 7 0 0,-14-3 0 0,8 6 0 16,-8-3 0-16,0 4 0 0,-6 3 0 0,7-3 0 0,-8 4 0 0,1-2-107 16,0 2-16-16,0-1-8 0,1-4-9 0,5 5-4 0,-6-1-3 0,6-3 4 15,1 0 9-15,-1-1 11 0,1 1 12 0,5-4 12 0,2 3 12 16,-2-3 12-16,8 1 12 0,0-1 10 0,6-4 11 0,-7 4 9 0,14-4 8 15,-7 1 8-15,6-1 8 0,0 4 8 0,1-4 8 0,0 0 5 0,5 1 5 16,2 3 6-16,-1-4 4 0,-1 0 5 0,2 1 4 0,5-1 4 16,-6 4 1-16,7-3 2 0,-1-5 1 0,-5 5 0 0,5-1-2 0,-6-3-3 15,6-1-6-15,-5 1-3 0,-2 0-5 0,2-1-7 0,-2-3-6 0,1 4-13 16,-6-4-14-16,0 3-11 0,-1-3-11 0,0 0-15 0,1 0-18 16,-7 0-35-16,0 0-43 0,0 0-56 0,-7 0-59 0,1 0-46 0,0 0-41 15,-8 0-28-15,8 0-21 0,-7 4-13 0,-7 0-6 0,0-1-8 16,1 1-8-16,0 3 3 0,0-3 6 0,-8 3 31 0,8 1 44 0,-8-1 59 15,1 0 68-15,7 1 62 0,-7-1 58 0,0 0 47 0,6 1 42 0,1-1 36 16,-1 1 35-16,1-1 33 0,6 0 32 0,0 0 31 0,-1 1 32 16,2-1 28-16,5 0 28 0,0 4 25 0,1-3 23 0,0 3 21 0,6 0 24 15,-7-1 8-15,7 1 3 0,0 4-2 0,0 0-7 0,-6 0-7 16,6-1-9-16,0 5-13 0,0-5-16 0,0 4-19 0,0-3-22 0,0 3-27 16,0 1-30-16,0-1-35 0,0-3-39 0,0 3-27 0,0-7-21 0,0 4-15 15,0-4-10-15,0 0-15 0,0 0-14 0,0-8-15 0,0 5-17 16,0-5-13-16,6 1-13 0,-6-4-10 0,0 0-9 0,7-4-10 0,-1-3-8 15,0 0-12-15,1-8-15 0,6 0-15 0,-7-3-17 0,8-4-3 16,-1 0 2-16,0-7 6 0,6 3 8 0,1-7 8 0,-7 4 9 0,7 0 15 16,-1-1 16-16,0 1 24 0,1 3 26 0,6 1 25 0,-7 3 25 0,1 0 26 15,6 3 25-15,-7 1 17 0,8 3 12 0,-8 4 8 0,8 0 8 0,-1 0 7 16,-1 4 6-16,-5 4 3 0,6-1-1 0,0 0-6 0,1 4-7 16,5 4-4-16,-7 0-3 0,-5 3 0 0,6 0 1 0,1 0 2 0,-1 4 1 15,0 4 1-15,-7-4 3 0,1 4-1 0,6 3 1 0,-13 1-5 16,7-5-6-16,-2 4-6 0,-4 4-8 0,-1-3-7 0,0 2-53 0,-6 1-38 15,5-3 0-15,-6 3 0 0,2 0 0 0,-8-4 0 0,6 4 0 0,-6-4 0 16,0 1 0-16,6-1 0 0,-12-3 0 0,6 0 0 0,0-4 0 16,-6-1 0-16,-2-2 0 0,2 3 0 0,0-8-124 0,-7 5-65 0,6-1-47 15,-6-3-56-15,-7-4-60 0,2 3-55 0,-2-3-53 0,0 0-36 16,-5-3-29-16,5 3-19 0,-7-4-14 0,1-3 3 0,0-1 14 0,1 1 19 16,-9-4 25-16,9 0 39 0,-1 0 45 0,0-3 66 0,-1 3 77 0,1-4 85 15,0 0 91-15,7 0 74 0,-7 4 70 0,6-3 71 0,1 3 72 16,-1 0 63-16,8 4 58 0,-8-1 50 0,7 1 47 0,6 3 28 0,1-3 20 15,-1 7-2-15,1-4-13 0,6 4-25 0,-7-3-31 0,7 3-29 16,7 0-29-16,-7 0-33 0,6 0-34 0,7 3-36 0,-6-3-38 0,6 0-37 16,7 0-36-16,-8 0-23 0,14 0-14 0,-7 4-7 0,1-4-4 0,6 0 0 15,1 0 0-15,-1 0-2 0,0-4-1 0,-1 4-5 0,1-3-7 16,1 3-9-16,-7-4-12 0,6 4-14 0,-1-4-17 0,-5 1-19 0,0-1-20 16,-8 4-22-16,8-4-24 0,-7 0-32 0,-7 4-35 0,2-3-50 15,-2 3-57-15,-6 0-61 0,0 0-63 0,-6 0-57 0,-2 0-51 0,2 3-23 16,-7 1-4-16,-7 4 7 0,8-1 13 0,-8 0 19 0,0 1 21 0,-5 3 30 15,-1 0 36-15,-1 3 48 0,1-3 57 0</inkml:trace>
  <inkml:trace contextRef="#ctx0" brushRef="#br0" timeOffset="1600.35">7457 2003 0 0,'0'4'91'0,"0"0"48"0,6-4 8 0,1 3 8 16,-1-3 8-16,7 0 10 0,-7-3 9 0,8 3 10 0,-1-4 8 0,0 0-17 16,0 1-27-16,-1-1-17 0,2 0-13 0,-1-3-10 0,0 0-10 15,0 0-8-15,0-4-8 0,6 0-13 0,-5-4-15 0,-2 0-23 0,2 1-27 16,-1-1-29-16,-1 1-26 0,2-5-30 0,-2 1-32 0,-5 3-31 15,0-3-30-15,-1 3-26 0,1 1-22 0,-7-1-12 0,0 0-6 0,6 4 3 16,-6-4 5-16,-6 4 13 0,6 0 18 0,0 4 18 0,-7-4 18 0</inkml:trace>
  <inkml:trace contextRef="#ctx0" brushRef="#br0" timeOffset="1732.94">7736 1663 44 0,'-6'0'146'15,"6"0"32"-15,-6 4 26 0,0-1 28 0,6 5 28 0,-8-1 30 0,8 0 31 16,-6 4 37-16,6 4 38 0,0 0 3 0,-6-1-14 0,6 5-19 0,0 3-23 16,0-1-18-16,0 1-17 0,-7 4-17 0,7 0-18 0,0-4-23 15,-6 7-28-15,6-7-30 0,0 4-29 0,0-1-40 0,0-3-43 0,0 0-38 16,-7-3-34-16,7-5-46 0,7 1-49 0,-7-1-58 0,0-6-65 15,0 3-58-15,0-8-59 0,0-3-55 0,0 0-50 0,0 0-27 0,0 0-11 16,0-7-5-16,-7 0 2 0,7-4 10 0,-7-4 13 0,7 1 33 16,-6-1 40-16,0-3 51 0,-1-1 59 0</inkml:trace>
  <inkml:trace contextRef="#ctx0" brushRef="#br0" timeOffset="2216.08">6844 1388 92 0,'7'7'213'16,"-7"1"14"-16,0-5 9 0,7 5 18 0,-7-5 22 0,0 5 23 0,0-4 25 15,6 3 24-15,-6 0 25 0,6-3-3 0,-6 7-15 0,0-4-37 0,0 4-47 16,7 0-29-16,-7 0-23 0,-7 0-12 0,7 0-8 0,0 0-19 16,-6 4-22-16,0-1-30 0,6-3-35 0,-7 1-48 0,0 2-52 0,7-3-50 15,-6 4-49-15,0-4-41 0,-1 0-40 0,7-4-29 0,-7 4-25 16,1 0-19-16,6-4-14 0,-7 0-8 0,7 1-4 0,-6 3 4 0,6-4 11 15,-6 0 22-15,6 1 27 0,0-1 32 0,-7 1 34 0,7-1 38 0,-7-3 42 16,7 3 42-16,0 0 42 0,-6 1 36 0,6-1 35 0,0 0 30 16,0 0 28-16,-6 4 26 0,6-3 23 0,0-1 24 0,0 4 29 0,0 0 23 15,0 0 18-15,0-4 8 0,0 8 1 0,0-4-7 0,6 0-10 0,-6 4-14 16,6-4-18-16,1 0-19 0,-7 3-22 0,7-3-18 0,-1 0-16 16,0 4-23-16,7-4-26 0,-6 0-21 0,6 0-19 0,-7 0-10 0,8 0-8 15,-2-4-6-15,2 4-2 0,5-3-2 0,-5 3 0 0,4-4-1 16,2 0 1-16,-7 0 0 0,7 1-1 0,0-1 1 0,-1-3 1 0,1 3 2 15,-2 0 1-15,2-3 2 0,0 0 4 0,-1 3 3 0,1-3 5 0,0 3 4 16,-1-3 2-16,1 3 4 0,6 1 0 0,-7-2 2 0,7 2 1 16,0 0 2-16,1 3 0 0,5-4 0 0,-6 4 0 0,7 0-5 0,-1 3-5 15,7-3-60-15,-6 4-11 0,5-1 0 0,2 1 0 0,-1 0 0 16,0 0 0-16,1-1 0 0,5-3 0 0,-6 4 0 0,7-4 0 0,-8 3 0 16,1-3 0-16,1-3 0 0,-1-1 0 0,0 0 0 0,-1-3 0 0,2 0 0 15,-7 0 0-15,-1-4 0 0,-6 0-131 0,1 0-46 0,-2-4-48 16,1 0-69-16,-6 0-83 0,-1-3-75 0,-5 0-76 0,5-1-40 15,-6-3-24-15,0 4-3 0,-6-7 6 0,6 3 16 0,-7-4 19 0,7 0 23 16,-6 1 24-16,-1-5 41 0,0 4 48 0,-6-3 70 0,7 0 82 0</inkml:trace>
  <inkml:trace contextRef="#ctx0" brushRef="#br0" timeOffset="2582.83">6982 1026 0 0,'0'0'126'0,"0"3"129"16,0 1 26-16,0 0 13 0,0-1 7 0,0-3 17 0,6 8 19 15,-6-5 30-15,6 1 32 0,0 0 20 0,2 3 16 0,-2 0-37 0,0-3-64 16,7 7-52-16,1-3-47 0,-8-2-32 0,6 5-24 0,2-3-12 0,-1-1-7 16,0 0-16-16,0 4-21 0,0-3-37 0,0-1-47 0,0-4-55 15,0 5-58-15,0 0-76 0,0-5-83 0,0 4-70 0,-7-3-64 0,8 3-39 16,-1-3-27-16,0 3-14 0,0-3-7 0,-7 0-4 0,8-1-1 0,-2 5 8 15,1-5 13-15,-6 1 34 0,6 3 42 0,0-3 68 0,-6 0 161 16</inkml:trace>
  <inkml:trace contextRef="#ctx0" brushRef="#br0" timeOffset="3066.39">8694 1048 0 0,'0'-11'269'0,"7"0"61"0,-7 3 44 0,0 1 28 0,0 3 17 0,0 1 12 16,0 3 8-16,0 0 5 0,0 0 4 0,0 0 3 0,0 0 5 15,0 0-54-15,0 0-85 0,0 0-65 0,0 3-56 0,0 1-45 0,6 0-42 16,-6-1-24-16,0 1-16 0,7 3-9 0,-1-3-4 0,-6 3-5 0,6 1 1 16,2-1-2-16,-2 0-2 0,0 0-2 0,-6 1 0 0,7-1-3 15,-1 0 1-15,1 1 2 0,-1-1 1 0,-6-3 1 0,7-1 2 0,-1 5 2 16,-6-5 4-16,6 1 3 0,2 3 5 0,-8-3 4 0,0 0 4 0,6 3 2 15,-6-3 3-15,6 0 4 0,-6 2 2 0,7-1 1 0,-7 2-1 0,0 0 0 16,0 0-1-16,0 4-2 0,0-3-4 0,0 3-4 0,0 0-5 0,0 0-5 16,0 3-8-16,-7-3-23 0,1 7-31 0,0 1 0 0,-2-1 0 15,2 1 0-15,0 6 0 0,-1-3 0 0,-6 4 0 0,7 3 0 0,-1-3 0 16,-5 3 0-16,4 0 0 0,2 1-43 0,0-4-51 0,6 3-22 16,-7 0-23-16,7-3-41 0,0-5-51 0,0 5-70 0,0-4-78 0,0 0-70 15,7-3-66-15,-1-5-35 0,8-3-21 0,-8 0-1 0,0-4 7 0,7-3 13 16,0-8 18-16,0 1 20 0,1-8 23 0,-2 0 41 0,2-4 51 15,-2-7 70-15,8 0 112 0</inkml:trace>
  <inkml:trace contextRef="#ctx0" brushRef="#br0" timeOffset="3299.09">9117 1040 0 0,'0'-18'148'0,"0"7"141"0,0 0 39 0,0 3 40 0,0 1 39 15,-6 3 28-15,6 1 20 0,0 3 13 0,0 0 10 0,0 0 6 0,0 0 6 16,0 0-38-16,0 0-60 0,0 3-53 0,6 1-48 0,-6 3-33 15,0 1-30-15,0 3-30 0,7 0-33 0,-7 0-20 0,0 4-16 0,6 3-9 0,-6 0-8 16,0 0-4-16,0 4-6 0,0 0-7 0,0 1-8 0,0 2-13 16,-6-3-14-16,6 4-18 0,-7-1-19 0,7-3-21 0,-6 4-20 0,0 0-22 15,-2-4-19-15,8-1-23 0,-6 1-24 0,0-3-38 0,6-1-42 16,-6-3-63-16,6 0-71 0,0-4-70 0,-7-1-69 0,7-2-46 0,7-5-33 16,-7 1-10-16,0-4 3 0,6-4 10 0,0-3 13 0,0 0 18 0,2-8 21 15,4 1 35-15,-5-5 41 0,6-3 61 0,0-4 72 0</inkml:trace>
  <inkml:trace contextRef="#ctx0" brushRef="#br0" timeOffset="3499.74">9352 923 0 0,'0'-11'131'16,"0"4"146"-16,0 3 36 0,0 0 36 0,0 4 37 0,-7 4 30 0,7 0 23 15,0-1 19-15,0 5 16 0,0 3 14 0,0 0 15 0,0 0-31 0,0 7-54 16,0-4-47-16,7 9-49 0,0 2-28 0,-7 1-22 0,6 3-25 16,0 4-25-16,0 4-19 0,-6-1-15 0,8 5-11 0,-2 2-10 0,-6 2-10 0,6 2-9 15,-6 4-11-15,0 1-11 0,-6-1-90 0,6 0-36 0,0 1 0 16,-6 3 0-16,6-4 0 0,-8 0 0 0,8-3 0 0,-6-5 0 15,6-2 0-15,-6-1 0 0,6-7 0 0,0-4 0 0,0-3 0 0,0-7-141 16,0-1-118-16,6-7-77 0,-6 0-84 0,0-8-92 0,0-3-58 0,6-3-42 16,2-8-11-16,4-4 3 0,-5-3 15 0,0-4 18 0,6-8 25 15,-1-2 26-15,2-5 36 0,-2-3 38 0,2-4 63 0,-1 0 75 0</inkml:trace>
  <inkml:trace contextRef="#ctx0" brushRef="#br0" timeOffset="4131.82">9651 736 0 0,'0'0'138'0,"0"0"193"0,0 0 56 0,0 4 31 0,0 0 18 16,0-1 17-16,0-3 15 0,7 4 13 0,-7 0 13 0,7-1 15 0,-7-3 11 15,6 4-24-15,7-4-44 0,-6 3-66 0,-1-3-78 0,7 0-56 16,0 4-45-16,6-4-22 0,-5-4-13 0,5 4-9 0,1 0-9 0,0-3-8 16,-1 3-8-16,0-4-10 0,8 4-11 0,-8-3-10 0,7-1-12 0,-6 4-45 15,6-4-50-15,-7 1 0 0,7 3 0 0,-6-4 0 0,0 0 0 0,-1 4 0 16,1 0 0-16,-2-3 0 0,2 3 0 0,-7-5 0 0,1 5 0 0,-2 0 0 15,2 0 0-15,-2 0 0 0,-5 0 0 0,0 5 0 0,-1-5 0 0,1 0 0 16,-7 0 0-16,0 3 0 0,0-3 0 0,0 0 0 0,0 4 0 0,0-4 0 16,-7 4 0-16,1 3 0 0,-1-3 0 0,-6 3 0 0,1 4 0 0,-2 0 0 15,-6 0 0-15,1 3 0 0,-7 5 0 0,0-5 0 0,-1 4 0 16,-5 0 0-16,6 1 0 0,-7 3 0 0,1-3 0 0,-1 2 0 0,1-2 0 16,6 3 0-16,-1-4 0 0,2 1-15 0,-1-1-145 0,0 0 6 15,12 0 6-15,-5 1 8 0,6-5 9 0,0 1 12 0,7-4 13 0,-8 3 14 16,14-2 15-16,-6 2 14 0,6-3 14 0,0 4 9 0,0-4 11 0,0 4 11 15,0-1 10-15,6 1 11 0,-6-1 11 0,0 5 9 0,7-1 12 16,-7-3 9-16,7 7 10 0,-7-4 8 0,0 0 9 0,0 4 9 0,0-3 8 0,0 3 8 16,0 0 4-16,0 0 3 0,0 0-3 0,0 0-3 0,-7-1-4 15,7 1-6-15,-7 1-6 0,7-1-7 0,-6-4-30 0,6 0-44 0,-7-3 0 16,1-1 0-16,6-3 0 0,-6 0 0 0,6 1 0 0,0-5 0 16,0-3 0-16,0-1 0 0,-7 1 0 0,7-4 0 0,0 0 0 0,0 0 0 15,0 0-73-15,0 0-6 0,7 0-2 0,-7-4-1 0,6 1 0 16,-6-1 2-16,6-3 3 0,1-1 7 0,-1 1 7 0,1-4 11 0,0-4 10 15,5 1 10-15,2-1 9 0,-1-3 11 0,-1-1 12 0,2-3 10 0,6 4 8 16,-8-4 5-16,8 0 6 0,-1 0 4 0,1 4 5 0,6-4 3 16,-7 4 5-16,7-1 3 0,0 1 6 0,-6 3 2 0,7 0 4 0,-2 4 0 15,1 1 0-15,0 2 0 0,-6 1-3 0,6 3 0 0,-7 1 0 0,1-1-27 16,6 4-31-16,-13 0 0 0,7 4 0 0,-1-1 0 0,-6 1 0 0,0 3 0 16,1 1 0-16,-2-1 0 0,1 4 0 0,-6 0 0 0,-1 0 0 0,1 4 0 15,-1-1 0-15,1 1 0 0,-7 3 0 0,0 0 0 0,0 4 0 16,0 0 0-16,-7 0 0 0,7 1 0 0,-6 2 0 0,-7-3 0 0,6 4 0 15,0-4 0-15,-5-1 0 0,-2 1 0 0,8 1 0 0,-7-5 0 16,0-3-156-16,0-1-207 0,7-3-92 0,-14 0-80 0,7 0-72 0,6-4-31 16,-6 1-9-16,1-5 7 0,-2-3 11 0,2 4 22 0,-2-8 25 0,8 1 34 15,-1-5 35-15,-5 1 52 0,4 0 60 0,2-4 81 0,6-4 231 16</inkml:trace>
  <inkml:trace contextRef="#ctx0" brushRef="#br0" timeOffset="4432.67">10030 1623 0 0,'0'-11'129'0,"0"3"189"0,0 1 64 0,0 4 43 0,-8 3 31 0,8 0 25 16,-6 0 18-16,6 3 20 0,0 1 18 0,-6 3 22 0,6 0 24 0,0 1-20 15,-7 3-42-15,7 3-53 0,0 1-58 0,-6 0-55 0,6 3-51 16,-7 4-30-16,7 0-21 0,-7 4-98 0,1-1-155 0,0 4 0 0,-8 1 0 16,8 3 0-16,-7 0 0 0,0 3 0 0,-6 1 0 0,-1 3 0 15,0 1 0-15,1-1 0 0,-7 4 0 0,6-4 0 0,-6 0 0 0,1-3 0 16,5-1 0-16,-6-2 0 0,6-5 0 0,1-3 0 0,-1-5 0 0,7-2 0 16,0-4-168-16,0-8-312 0,7 0-85 0,6-7-52 0,0 0-35 15,0-7-7-15,12-4 9 0,-5-4 19 0,6-3 24 0,6-4 26 0,1 0 28 16,0-4 31-16,5 5 35 0,1-6 77 0,1 2 102 0,-1 3 116 15,0 4 126-15,0 0 108 0,0 3 97 0,-7 3 76 0,7 6 66 16,-6-2 65-16,7 8 66 0,-9 0 42 0,2 0 32 0,-1 4 24 0,1 3 21 16,0 1 3-16,-1-1-8 0,-5 0-15 0,4 4-18 0,-4 0-27 0,5 0-31 15,-5 4-41-15,6-4-49 0,-8 3-56 0,1-3-62 0,0 1-40 16,0-2-34-16,1 2-37 0,-2-5-60 0,1 0-56 0,-6 0 0 0,-1 1-37 16,1-5-97-16,-1 1-97 0,-6 0-117 0,7-1-103 0,-7 1-97 0,0-4-48 15,0 4-24-15,-7-1-11 0,7 1-3 0,-6 0 9 0,6-1 17 16,-7 1 24-16,1 0 30 0,-8-1 38 0,8 4 44 0,-6-3 83 15,-2 3 176-15</inkml:trace>
  <inkml:trace contextRef="#ctx0" brushRef="#br0" timeOffset="26399.14">12165 1059 161 0,'13'0'240'0,"-6"0"28"15,0 0 22-15,-1 3 28 0,-6-3 29 0,6 4 33 0,-6-1 38 0,8 1 23 16,-8 0 22-16,0-1-15 0,0 1-31 0,0 0-32 0,0 4-32 0,0-5-28 16,0 4-28-16,0 0-17 0,0 1-17 0,0-1-21 0,-8 4-23 15,2 0-30-15,6-3-33 0,-6 6-23 0,-8-3-19 0,8 0-16 0,-7 4-14 16,0 3-12-16,0-3-12 0,0 3-11 0,-7 1-10 0,0 2-7 0,2-2-6 15,-2 3-9-15,-7 3-6 0,9-3-10 0,-9 4-13 0,1-4-13 16,6 4-14-16,-6-4-16 0,7-1-15 0,-1 1-19 0,0-7-21 0,8 3-38 16,-8-3-45-16,14-4-65 0,-7-3-72 0,7-1-59 0,6-4-51 0,0-3-41 15,0 0-36-15,0-7-11 0,0-1 2 0,6-2 9 0,7-2 12 16,-7 2 18-16,7-5 20 0,0-3 37 0,1 3 45 0,-2-3 64 16,8 3 72-16</inkml:trace>
  <inkml:trace contextRef="#ctx0" brushRef="#br0" timeOffset="26565.74">12048 1374 178 0,'20'-4'228'0,"-8"4"36"16,2-4 39-16,-1 4 47 0,-7 4 55 0,1-4 30 0,0 0 22 0,5 0 17 15,-5 0 15-15,0 0-23 0,5-4-42 0,1 4-27 0,1-3-24 0,-2 3-22 16,2-4-24-16,-2 4-29 0,8-4-32 0,-7 1-43 0,7 3-48 16,-1-4-28-16,1 0-18 0,0-3-16 0,-2 3-14 0,2 1-13 0,0-5-11 15,-1 5-10-15,1-1-11 0,0-3-9 0,-1 3-9 0,1-4-11 0,-1 5-11 16,-6-5-15-16,6 5-16 0,-5 0-19 0,-2-2-17 0,-4 2-19 0,-2-1-17 16,0 0-23-16,1 4-26 0,-7 0-55 0,0 0-72 0,0 0-74 15,-7 4-74-15,-5 0-60 0,4 4-53 0,-11-2-19 0,6 5-3 0,-6 4 8 16,-7 0 12-16,0 3 14 0,-1 1 16 0,-5 2 22 0,6 5 25 0,-7-4 54 15,1 8 72-15</inkml:trace>
  <inkml:trace contextRef="#ctx0" brushRef="#br0" timeOffset="26766.19">11989 1853 27 0,'-6'18'223'0,"0"-6"27"0,-1-1 21 0,0 0 20 0,7-7 20 0,0-1 33 16,0 1 39-16,0-4 30 0,7 0 27 0,0-4 2 0,-7 4-7 16,12-3-33-16,-4-1-47 0,4-3-35 0,1 3-31 0,0 0-18 0,0-3-16 15,7 0-15-15,-1 2-16 0,1-2-30 0,6 0-38 0,-6 0-29 0,5-1-25 16,1 1-18-16,0 0-15 0,1 3-12 0,-1-3-10 0,0-1-8 15,0 5-9-15,-1-5-6 0,-5 5-7 0,7-1-11 0,-9 1-14 0,2-1-17 16,0 4-20-16,-7-4-28 0,7 4-30 0,-8-3-47 0,2 3-53 0,-8-4-61 16,1 4-67-16,-1 0-65 0,-6 0-64 0,0 0-38 0,0 0-22 15,-6 0-6-15,-1 0 5 0,1 0 12 0,-8 0 15 0,8 0 27 0,-7-4 29 16,0 4 46-16,-6 0 52 0,5-3 62 0,2-1 181 0</inkml:trace>
  <inkml:trace contextRef="#ctx0" brushRef="#br0" timeOffset="27081.98">12387 1549 40 0,'0'-3'321'0,"0"-1"53"0,0 4 44 0,0 0 27 0,0 4 22 16,0-1 18-16,0 1 16 0,0 0 15 0,0-1 18 0,0 4 17 16,0 1 19-16,0 3-51 0,0-3-80 0,0 2-72 0,0 5-62 0,0-4-46 15,-7 4-37-15,1 3-23 0,6-3-15 0,-6 3-14 0,-8 4-13 0,8-4-14 16,-7 8-138-16,0-4-5 0,0 3 0 0,-1 1 0 0,-4 0 0 16,-2 3 0-16,0-3 0 0,1 3 0 0,-1-3 0 0,0-1 0 0,1 1 0 15,-1-4 0-15,1 0 0 0,6-4 0 0,-7 0 0 0,7 1-36 16,1-5-113-16,4-3-20 0,-4-3-22 0,5-1-27 0,7 1-30 0,-6-5-21 15,6-3-13-15,0 0-2 0,0 0 7 0,6-3 11 0,1-1 12 0,-1 0 13 16,8 0 15-16,-8 1 17 0,6-1 18 0,2 0 34 0,-1 1 43 16,7 3 58-16,-8 0 70 0,2 0 49 0,5 3 44 0,-6 1 27 0,6 3 21 15,-5 1 14-15,5 3 12 0,1-1 8 0,-8 6 9 0,2-5 3 16,5 3 2-16,-6 1-12 0,0 3-18 0,7-3-27 0,-8-1-31 0,2 4-23 16,-1-2-17-16,-7-2-14 0,8-3-10 0,-2 4-15 0,2-4-17 15,-8-4-22-15,7 0-24 0,-6 4-38 0,6-7-47 0,-7-1-66 0,0 1-76 16,1-4-81-16,0-4-85 0,5 1-49 0,-5-8-31 0,0 0-17 0,-1-4-8 15,7-3 2-15,-7 0 6 0,1-8 12 0,6 0 17 0,1-3 34 16,-8-4 41-16,7 0 63 0,0 0 78 0</inkml:trace>
  <inkml:trace contextRef="#ctx0" brushRef="#br0" timeOffset="27331.8">12855 1348 44 0,'0'7'383'0,"8"-3"58"0,-8 3 32 0,0 1 14 16,0-1 7-16,0 0 5 0,0-3 7 0,0-1 8 0,0 1 8 15,6-4 11-15,0 4 10 0,7-4-51 0,-6 3-80 0,6-3-98 0,0-3-106 16,6 3-51-16,1 0-21 0,-1-4-8 0,1 4-1 0,6-4-2 0,-6 1-5 16,5 3-4-16,2-4-9 0,-1-3-9 0,0 3-9 0,0 1-12 15,-7-1-31-15,7 0-46 0,0-3 0 0,-6 3 0 0,7 1 0 0,-9-1 0 16,2 0 0-16,-1 1 0 0,-5 3 0 0,-2-4 0 0,2 0-50 0,-1 4-54 16,-7 0-18-16,1-3-22 0,0 3-23 0,-7-4-46 0,0 4-58 15,-7 0-72-15,7 4-80 0,-7-4-59 0,-6 3-49 0,1-3-20 0,-2 8-9 16,2-5 6-16,-8 5 15 0,0-5 16 0,1 5 16 0,-7 3 20 0,-1-4 23 15,9 0 47-15,-9 4 56 0,1-4 72 0,0 4 200 0</inkml:trace>
  <inkml:trace contextRef="#ctx0" brushRef="#br0" timeOffset="27915.49">12973 1502 171 0,'-7'7'254'0,"1"4"40"15,6-4 40-15,-6 1 44 0,6 3 46 0,-7 0 31 0,0-4 25 16,7 4 19-16,-6 0 14 0,6 0-14 0,0 4-30 0,0-4-38 0,-6 0-39 16,6 0-38-16,0 0-34 0,0 0-35 0,0 0-36 0,0-1-40 0,0 1-43 15,0 0-29-15,0 0-23 0,0 1-19 0,0-5-15 0,6 4-13 16,-6-4-15-16,0 1-10 0,0-5-10 0,6 5-8 0,-6-5-6 0,0 1-8 15,0 0-9-15,7-4-9 0,-7 3-9 0,0-3-8 0,0 0-9 0,0 0-3 16,0 0-5-16,0 0-2 0,7 0-1 0,-7-3 0 0,6 3-2 16,0 0 0-16,1-4 0 0,-1 0 1 0,8 1 4 0,-2-1 7 15,2-3 6-15,5 3 6 0,-6-3 5 0,6-1 5 0,1 5 5 0,0-5 1 16,-1 1 2-16,1-1 1 0,6 1 1 0,-7 3 1 0,1-3 2 0,6 3 1 16,-6-3 0-16,-1 3 0 0,1 4 0 0,-8-3 0 0,8-1 0 15,-7 4 0-15,7-3 0 0,-8 3 0 0,-4 0 0 0,4 0 1 0,-5 0 0 16,-1 3 3-16,1-3 2 0,0 4 3 0,-1-4 4 0,-6 3 4 0,0 1 3 15,6 0 2-15,-12-1-1 0,6 1 2 0,0 0 0 0,-6 3 2 16,-1 0-1-16,0 5 1 0,1-5-3 0,-7 4-2 0,-1 4-4 0,8-4-8 16,-14 3-12-16,8-3-11 0,-1 4-12 0,-7-1-9 0,0 5-9 0,8-5-7 15,-8 1-6-15,1-4-6 0,-1 4-5 0,7-4-5 0,-7 3-4 16,8-6-3-16,-2 3-3 0,2-4 0 0,-2 0 1 0,1 1 7 16,7-5 7-16,-7 1 7 0,6 0 6 0,1-1 6 0,0-3 6 0,-2 4 5 15,8-4 5-15,-6 0 3 0,6 0 4 0,0 0 4 0,0 0 6 0,0 0 8 16,0 0 9-16,6 0 5 0,-6 0 5 0,8 0 3 0,-2 0 3 15,0 0 3-15,1 0 2 0,-1 0 2 0,1 0 2 0,6 0 2 0,-7 0 2 16,1 0-1-16,6 0-2 0,-7 0-2 0,1 0-3 0,0 0-4 0,-1 0-4 16,7 0-7-16,-7 0-12 0,-6 0-15 0,7 0-18 0,0 0-27 15,-1 0-34-15,-6 0-37 0,0 0-38 0,0 0-50 0,0 0-55 0,0 0-45 16,-6 3-40-16,6-3-33 0,-7 4-29 0,0-4-19 0,-6 4-16 0,7-1 4 16,-7 5 9-16,0-5 23 0,0 5 31 0,0-1 34 0,-7 1 38 15,7-1 74-15,-7 4 94 0,8-4 76 0,-8 4 69 0,1-3 62 0,-1 3 59 16,7-1 56-16,-7 1 55 0,8-3 42 0,-2 3 35 0,2 0 34 15,-2-4 34-15,1 0 33 0,7 1 31 0,-1-1-5 0,1 1-23 0,-1-5-22 16,1 5-22-16,0-5-26 0,6 5-25 0,0-5-30 0,0 5-31 0,0-5-31 16,0 4-29-16,6-3-31 0,-6 3-32 0,6-3-33 0,1 0-30 15,-1 3-23-15,7-3-20 0,-6 3-26 0,6-3-28 0,0-1-42 16,0 1-51-16,0 0-59 0,0-4-66 0,0 3-53 0,6-6-48 0,-5 3-44 16,5-4-43-16,1-3-24 0,6-1-15 0,-7 1-3 0,7 0 0 0,-6-4 15 15,6 0 20-15,7 0 38 0,-7-4 46 0,0 4 59 0,-1 0 66 16</inkml:trace>
  <inkml:trace contextRef="#ctx0" brushRef="#br0" timeOffset="28232.06">13409 2128 0 0,'20'0'17'0,"-8"-4"214"0,-4 4 60 0,4 0 66 0,-12 4 65 0,7-4 47 16,-7 4 38-16,-7-1 27 0,7 1 24 0,-6 0 18 0,6-4 19 0,-6 3-21 16,-2 1-35-16,2-4-39 0,0 4-37 0,0-1-46 0,-1 1-50 0,-6 4-57 15,0-5-60-15,7 5-43 0,-8-5-200 0,-6 5-7 0,8-1 0 0,-1 4 0 16,-7-4 0-16,0 4 0 0,1 0 0 0,-1 4 0 16,2-4 0-16,-9 0 0 0,7 3 0 0,-6-2 0 0,7 2 0 0,-7-3 0 15,0 0 0-15,0 4 0 0,-7-4 0 0,7 0 0 0,0 0 0 0,0 0 0 16,-7-1 0-16,7 1 0 0,1 0 0 0,-2 0 0 0,1 1-65 0,0-5-28 15,6 4 9-15,1-4 8 0,-1 1 9 0,1-1 11 0,6 0 12 16,-6 1 10-16,5-5 10 0,8 5 13 0,-8-5 11 0,8 1 10 16,0-1 6-16,0 1 3 0,-1-4 1 0,7 4 0 0,0-4 0 0,0 3 1 15,0-3 3-15,7 4 4 0,-1 0 4 0,6-4 7 0,2 3 5 0,-1 1 2 16,7-4 0-16,6 4 3 0,0-4 0 0,-1 3 4 0,9 1-35 16,4 0-18-16,1-4 0 0,0 3 0 0,1 1 0 0,-1 0 0 15,6-1 0-15,-5 1 0 0,5 0 0 0,1 0 0 0,-7-1 0 0,-1 1 0 16,9 0 0-16,-9-1 0 0,-5 5 0 0,6-5 0 0,-7 5 0 0,1-5 0 15,-7 1-162-15,0 3-157 0,-6-4-102 0,-1 5-85 0,-5-4-75 16,-2 3-39-16,2-3-20 0,-2-1-1 0,-5 1 7 0,-7-4 16 0,6 4 21 16,-6-4 28-16,0 0 33 0,0 0 51 0,-6 0 60 0,-1 3 88 15,-5-3 237-15</inkml:trace>
  <inkml:trace contextRef="#ctx0" brushRef="#br0" timeOffset="202829.17">10954 9195 0 0,'7'0'14'0,"-7"0"106"0,0 0 8 0,0 0 9 16,0 0 9-16,0 0 12 0,0 0 15 0,0 0 22 0,0-3 22 15,0-1 4-15,-7 4-3 0,7-4 2 0,0 4 6 0,0 0 15 16,0-3 19-16,0-2 21 0,0 2 20 0,-7 3 10 0,7-4 2 0,0 0-3 15,-6 1-8-15,6 0-14 0,-7-1-18 0,1 0-19 0,6 0-22 0,-6 1-19 16,-1 3-20-16,0-4-20 0,1 0-22 0,0 1-24 0,-1-1-23 16,0 4-15-16,1-4-12 0,-1 4-7 0,1-3-5 0,0 3-2 15,-8 0-3-15,8-4-3 0,-8 4-2 0,2 0-4 0,5 0-2 0,-6 0-4 16,0 0-4-16,1 0-3 0,-8 4-2 0,6-4 0 0,2 0 1 16,-8 0 0-16,7 3 0 0,-7-3 1 0,8 0-1 0,-8 4 1 15,7-4 2-15,-7 4 0 0,1-4 1 0,-1 3-1 0,0-3 0 0,8 4 1 16,-14 0 0-16,6-4-1 0,1 3 0 0,-1 1 0 0,-6 0-1 15,7 0-1-15,-7-1-2 0,-1 0-3 0,7 1-3 0,-5 0-2 0,-1-1-1 16,0 2-2-16,0-2-2 0,6 1-1 0,-5 3-2 0,-2-3-2 16,1 3-1-16,6-3-1 0,-6 3-3 0,7-3 0 0,-7 3-8 0,0 0-2 15,6 1 0-15,-5-1 0 0,5 0 0 0,-7 4 0 0,8-3 0 16,0 2 0-16,-8-2 0 0,8 3 0 0,0 0 0 0,-1 0 0 16,0 0 0-16,1 0 0 0,-1 4 0 0,0-4 0 0,1 3 0 0,-1 1 0 15,8-4 0-15,-8 3 0 0,7 1 0 0,-7-4 0 0,8 3 0 0,-8 2 0 16,7-2 0-16,0 1 0 0,-6-4 0 0,5 3 0 15,1 1 0-15,-6 0 0 0,6-1 0 0,-1 1 0 0,2 4 0 0,-8-5 0 16,7 1 0-16,0 3 0 0,0 0 0 0,-1-3 0 0,2 3 0 0,-1 0 0 16,0 5 0-16,0-5 0 0,7 4 0 0,-8-4 0 0,2 4 0 15,-2 0 0-15,8-4 0 0,-7 5 0 0,6 2 0 0,-6-3 0 16,7 0 0-16,-8 4 0 0,8-1 0 0,0-3 0 0,-1 4 0 0,1 3 0 16,-1-3 0-16,7 3 0 0,-7-3 0 0,7 3 0 0,-6 0 0 15,6 1 0-15,0-1 0 0,0 1 0 0,0 2 0 0,6-2 0 0,-6-1 0 16,7 4 0-16,0-4 0 0,-1 4 0 0,1-4 0 0,-1 4 0 15,0 0 0-15,8-3 0 0,-8 3 0 0,7 0 0 0,-6-4 0 0,6 4 0 16,0 0 0-16,0-4 0 0,-1 4 0 0,2 1 0 0,-1-5 0 16,0 4 0-16,6-5 0 0,-5 2 0 0,5 0 0 0,1-1 0 0,-1-4 0 15,-6 1 0-15,7-1 0 0,-1-3 0 0,7 4 0 0,-6-4 0 16,-1 0 0-16,7-4 0 0,-6 4 0 0,6-3 0 0,-7-2 0 0,7-1 0 16,1 3 0-16,-1-1 0 0,0-4 0 0,6 1 0 0,-5-1 0 15,5 1 0-15,1-4 0 0,-1 0 0 0,1 3 0 0,-1-6 0 16,7 3 0-16,1-3 0 0,-1 3 0 0,-1-4 0 0,1-4 0 0,1 5 0 15,5-1 0-15,-6-3 0 0,7 0 0 0,-1-1 0 0,1 1 0 16,-1-4 0-16,8 0 0 0,-8 3 0 0,1-6 0 0,-1 3 0 16,8 0 0-16,-7-4 0 0,5 1 0 0,-5-1 0 0,-1-4 0 0,8 5 0 15,-8-5 0-15,7 5 0 0,-6-4 0 0,-1-1 0 0,2 1 0 0,-2 0 0 16,-7-1 0-16,9 0 0 0,-9 1 0 0,1 0 0 0,-6-1 0 16,6-2 0-16,-6 2 0 0,-1 1 0 0,1-4 0 0,-1 4 0 15,1-1 0-15,0-3 0 0,-7 4 0 0,0 0 0 0,-1-4 0 0,1 4 0 16,1-1 0-16,-1-3 0 0,-6-1 0 0,6 6 0 0,-7-5 0 15,1-4 0-15,-1 4 0 0,0-4 0 0,1 1 0 0,-7-1 0 16,7 1 0-16,-8-5 0 0,2 4 0 0,-1-7 0 0,-1 4 0 0,2-4 0 16,-2 0 0-16,-5-3 0 0,6 2 0 0,-6-2 0 0,-1-1 0 15,1-3 0-15,0 4 0 0,5-5 0 0,-12 1 0 0,7-1 0 0,0 1 0 16,-1 0 0-16,0 0 0 0,1-1 0 0,-1 5 0 0,-6-5 0 16,7 1 0-16,0 4 0 0,-7-5 0 0,6 4 0 0,0-3 0 0,-6 4 0 15,8-1 0-15,-8 1 0 0,0-5 0 0,6 4 0 0,-6 1 0 16,0-5 0-16,6 4 0 0,-6-3 0 0,0 0 0 0,0 3 0 0,6-3 0 15,-6 0 0-15,0-1 0 0,0 5 0 0,0-4 0 0,-6-1 0 16,6 5 0-16,0-5 0 0,0 5 0 0,-6-1 0 0,6 0 0 16,0 0 0-16,-6 1 0 0,6-1 0 0,-8 4 0 0,2-3 0 0,6 3 0 15,-6 0 0-15,-1 4 0 0,7-1 0 0,-7 1 0 0,1-1 0 16,-1 5 0-16,7 3 0 0,-6-4 0 0,0 4 0 0,-1 0 0 0,0 4 0 16,1 0 0-16,0-5 0 0,-1 6 0 0,-6-2 0 0,6 0 0 0,1 5 0 15,-1-4 0-15,-6 3 0 0,7-3 0 0,0-1 0 0,-8 5 0 0,8-5 0 16,-1 5 0-16,-6-5 0 0,6 5 0 0,-5-5 0 0,6 1 0 15,-8 0 0-15,8-1 0 0,-8 1 0 0,1-4 0 0,7 4 0 0,-7-5 0 16,0 6 0-16,7-6 0 0,-8 1 0 0,1 0 0 0,1 4 0 16,-2-4 0-16,2 0 0 0,-8 0 0 0,7 4 0 0,0-4 0 0,0 0 0 15,-1 4 0-15,-5-4 0 0,6 3 0 0,-6-3 0 0,5 4 0 16,-5-1 0-16,0-3 0 0,-1 4 0 0,1 0 0 0,-1 0 0 0,-6-1 0 16,-1 1 0-16,8 0 0 0,-7-1 0 0,-6 1 0 0,6 0 0 15,-1-1 0-15,-5 1-279 0,6 0-332 0,-7-1-49 0,7 1-31 0,0-4-3 16,-7 0 9-16,8 3 20 0,-1-2 23 0,6-1 29 0,0 0 30 15,1 0 36-15,-1-4 38 0,8 4 63 0,-2-3 75 0</inkml:trace>
  <inkml:trace contextRef="#ctx0" brushRef="#br0" timeOffset="-149451">9502 4125 100 0,'0'3'114'0,"-7"1"5"16,1-1 6-16,-1 1 6 0,7-4 7 0,-6 0 5 0,6 4 7 15,-7-4-13-15,7 0-20 0,0 0-12 0,0 0-4 0,0 4 7 16,0-4 11-16,0 0 14 0,-7 3 15 0,7-3 15 0,0 4 17 0,0 0 17 16,0 0 21-16,0-1 21 0,0 5 22 0,0 3 9 0,0-4 4 0,0 4-4 15,0 3-6-15,0-2-12 0,0 2-13 0,0 4-15 0,0-3-16 16,0-1-18-16,-6 5-19 0,6-1-21 0,0-3-24 0,0 3-25 16,-6 1-24-16,6-1-14 0,0 0-7 0,-7 0-7 0,7 1-2 0,0-2-4 15,0 3-3-15,-7-2-2 0,7 0-3 0,0 0 0 0,-6 1 0 16,6 2 0-16,0-2-2 0,-6-2 0 0,6 3-1 0,-7-2 2 15,7 4-2-15,0-4 0 0,-6 4 2 0,6 0-1 0,-7 0 2 0,7 0 1 16,-7 0 1-16,7 0-1 0,-6 4 1 0,0-4-1 0,6 4 0 16,-8 3 0-16,2-4-1 0,0 1-1 0,0 3-1 0,-1 1 0 0,0-5-1 15,1 5-1-15,-1 2 1 0,-5-2-2 0,4-1-2 0,2 4-1 16,-6-4-1-16,5 4-1 0,0-4 1 0,-6 5-2 0,7-1 0 0,-1-4-2 16,-6 4-2-16,7-4-1 0,0 4 0 0,-2-3 1 0,-4-1-1 15,5 4 0-15,1-4 0 0,-1 0 1 0,0 1-1 0,1-1 0 16,0 1-1-16,-1-1 1 0,7-4-1 0,-7 5 1 0,1-1 0 0,0 0-1 15,-1 1 1-15,0-1 0 0,1 0-3 0,-1 0 1 0,1 5-1 0,0-5 0 16,-2 0-1-16,2 4 0 0,0-4 0 0,0 1-1 0,-1 3-1 16,0-4-1-16,1 4-1 0,-1-4-1 0,1 4-3 0,0-3 1 15,-2 2-1-15,2-2-1 0,0-1 1 0,0 4-1 0,6-4 1 0,-8 1 1 16,2-1-1-16,6 0 2 0,-6 4 1 0,6-3 0 0,-7-1 2 16,7 0 0-16,-6 1-1 0,6-1-11 0,0 0 0 0,-7 0 0 15,7 0 0-15,0 1 0 0,-7-1 0 0,7 0 0 0,0 4 0 0,0-3 0 16,0 3 0-16,0-4 0 0,0 4 0 0,0-4 0 0,0 5 0 15,-6-2 0-15,6-2 0 0,0 3 0 0,0-4 0 0,0 4 0 0,0-4 0 16,0 4 0-16,0-4 0 0,0 1 0 0,-6-1 0 0,6 4 0 16,0-4 0-16,0-3 0 0,0 4 0 0,0-1 0 0,0 0 0 0,0-3 0 15,0 2 0-15,0 2 0 0,0-4 0 0,0 3 0 0,0 0 0 16,0-3 0-16,0 4 0 0,6-5 0 0,-6 4 0 0,0-3 0 16,0-1 0-16,0 1 0 0,0 4 0 0,0-5 0 0,0 1 0 0,0-1 0 15,0 1 0-15,0-1 0 0,6 2 0 0,-6 2 0 0,0-4 0 0,0 1 0 16,0 4 0-16,0-5 0 0,0 4 0 0,0-3 0 0,0 3 0 15,0-3 0-15,0 2 0 0,0 3 0 0,0-6 0 0,0 4 0 16,-6 1 0-16,6 3 0 0,0-4 0 0,0 0 0 0,-6 4 0 0,6-4 0 16,0 5 0-16,-6-5 0 0,6 4 0 0,-8-4 0 0,2 4 0 15,6-3 0-15,-6 2 0 0,-1-2 0 0,7-1 0 0,-7 4 0 0,1-4 0 16,-1 1 0-16,7-1 0 0,-6 1 0 0,0-1 0 0,6 0 0 16,-7 0 0-16,0-3 0 0,7 3 0 0,-6 1 0 0,0-1 0 0,6-4 0 15,-7 5 0-15,7-1 0 0,-7-3 0 0,1 3 0 0,6-3 0 16,-7-1 0-16,7 1 0 0,0 0 0 0,0-4 0 0,-6 0 0 15,6 0 0-15,0-1 0 0,0 1 0 0,-6 1 0 0,6-1 0 0,0-4 0 16,0 4 0-16,0 0 0 0,-7-4 0 0,7 4 0 0,0-3 0 16,0 3 0-16,0-1 0 0,0-2 0 0,0 3 0 0,0-4 0 0,0 0 0 15,0 4 0-15,-7-3 0 0,7 3 0 0,0-4 0 0,0 4 0 16,0 0 0-16,0 0 0 0,0 3 0 0,0-2 0 0,0 2 0 16,0 1 0-16,-6-4 0 0,6 3 0 0,0 1 0 0,0-4 0 0,-6 4 0 15,6-1 0-15,0-3 0 0,0 4 0 0,-8 0 0 0,8-1 0 16,0 1 0-16,-6-1 0 0,6 1 0 0,0-1 0 0,-6 2 0 0,6-2 0 15,0 1 0-15,-7-1 0 0,7-3 0 0,0 4 0 0,0 0 0 16,-6-1 0-16,6 1 0 0,0-1 0 0,0 2 0 0,-7-2 0 0,7-3 0 16,0 3 0-16,0 1 0 0,0 1 0 0,0-7 0 0,-6 7 0 15,6-6 0-15,0 5 0 0,0-5 0 0,0 2 0 0,0-1 0 0,0 1 0 16,-7-2 0-16,7 1 0 0,0 0 0 0,0 0 0 0,0 0 0 16,0 0 0-16,-6 0 0 0,6 0 0 0,0-4 0 0,0 4 0 0,-6 0 0 15,6 0 0-15,0 0 0 0,0 0 0 0,0 4 0 0,-8-4 0 16,8-1 0-16,0 5 0 0,0-4 0 0,0 4 0 0,0 0 0 0,-6-1 0 15,6-3 0-15,0 4 0 0,0 0 0 0,0-4 0 0,0 3 0 16,0-3 0-16,0-4 0 0,6 4 0 0,-6 1 0 0,0-5 0 16,0 0 0-16,0 1 0 0,0 2 0 0,0-6 0 0,0 3 0 0,0 0 0 15,8 0 0-15,-8-2 0 0,0 2 0 0,0-3 0 0,-8-1 0 16,8-3 0-16,0 0 0 0,0 0 0 0,0-7-184 0,-6-1-201 16,6-3-105-16,-6-3-69 0,-1-8-51 0,1-8-22 0,-1-2-6 0,0-12 5 15,1-4 11-15,-7-7 16 0,6-11 19 0,-5-8 27 0,-2-6 31 16,8-12 59-16,-1-3 72 0</inkml:trace>
  <inkml:trace contextRef="#ctx0" brushRef="#br0" timeOffset="-147567.05">9541 4198 0 0,'0'4'100'0,"-6"-4"20"0,6 0 2 15,0 0 1-15,0 0 1 0,0-4 2 0,0 4 4 0,0 0-1 16,0-3 2-16,0-1-17 0,0 4-21 0,0-4-6 0,6 1 1 0,-6-5 6 16,6 5 5-16,1-5 11 0,-1 5 12 0,1-5 18 0,-1 1 20 15,1-1 13-15,-1 4 8 0,8-3 11 0,-8 4 9 0,7-5 7 16,0 5 5-16,-7-1 0 0,7 0 0 0,1 4-1 0,-2-3 2 0,8 3-7 16,-7-4-7-16,7 4-16 0,-8 0-17 0,8 0-12 0,0-4-6 15,-1 4-11-15,7 0-11 0,-6 0-13 0,6-3-12 0,0 3-13 0,0 0-12 16,0-4-9-16,0 1-8 0,7-1-5 0,-7 1-3 0,6-1 1 15,1-4 0-15,-1 5 0 0,7-1 0 0,-6-3-1 0,7 3-3 0,-2-3 0 16,1 3-3-16,0 0-2 0,1 1-3 0,-1-1-4 0,-1 0-2 0,2 0 0 16,-1 1 0-16,0 3-2 0,0-5-3 0,0 5-2 15,0 0-4-15,0 0-1 0,0 5 0 0,-7-5-2 0,8 0 2 0,-1 3 1 16,0-3 0-16,1 4 1 0,-2 0 0 0,1-4 0 0,0 4-3 16,1-1-1-16,-1 1 0 0,-1-4 0 0,-5 4 1 0,6 0-1 0,-6-4 1 15,0 3-1-15,6 1-1 0,-7-4 0 0,1 3 1 0,-1-3 0 16,1 4 1-16,-7-4-1 0,6 4 0 0,1-4 0 0,-7 3-1 0,7-3 1 15,-7 4-1-15,0-4-2 0,-1 4 0 0,1 0-2 0,1-4 0 16,-1 3-1-16,0 1-1 0,0-4-2 0,0 3-1 0,0 1 0 16,0-4-1-16,0 3 2 0,-6 1-1 0,6-4 0 0,-1 4 0 0,-5-1 0 15,0-3-1-15,6 4 1 0,-7-4-1 0,1 4 1 0,-1-1-2 0,-5-3 1 16,6 4-1-16,-2 0 1 0,-4-1-1 0,-1 1 0 0,-1-1-1 16,2 1 0-16,-2 0 0 0,2 0 0 0,-8-1 1 0,7-3-1 15,1 8 1-15,-8-4 0 0,6-1 0 0,-4 0-1 0,4 2 1 0,1-2-1 16,-6 1 0-16,6 3 0 0,-1-3-1 0,-4 0-1 0,4 3 0 15,-5-4-1-15,6 1 0 0,0 0-1 0,-7 3 0 0,8-3-1 0,-2 0 0 16,-5 3-2-16,6-4 1 0,-6 1 0 0,5 3 0 0,-5-3-1 16,6 0-1-16,-7-1 1 0,2 1 0 0,4 0 0 0,-5-1 0 15,-1 1 0-15,8-1-2 0,-8 1 1 0,6 0 1 0,-4-1 0 0,-2 1 0 16,7 0-1-16,-6-4 1 0,-1 3-1 0,7 2 1 0,-7-2-1 16,8-3 0-16,-8 3 0 0,0 1 1 0,8-4 0 0,-8 3 1 0,1 2-1 15,-1-5-1-15,0 3 1 0,1-3 0 0,0 4 0 0,-1-4-1 16,-6 4 1-16,6-4 0 0,2 3 1 0,-8-3 0 0,0 4 3 15,6 0 2-15,-6-4 1 0,0 3 5 0,0 1 2 0,0 0 4 0,0 3 2 16,0-3 1-16,0 3 4 0,0 0 0 0,0 1-21 0,-6 2-5 16,6 2 0-16,0-2 0 0,-8 1 0 0,8 0 0 0,-6 1 0 0,6 1 0 15,-6 3 0-15,-1-1 0 0,7-1 0 0,-7 4 0 0,1-3 0 16,6 3 0-16,-6 4 0 0,-1-3 0 0,7 3 0 0,-6 0 0 0,-1 0 0 16,7 3 0-16,-7-3 0 0,1 3 0 0,6 5 0 0,-6-4 0 0,6-1 0 15,-7 5 0-15,7-1 0 0,-7 1 0 0,7-1 0 0,-6 0 0 16,6 0 0-16,0 0 0 0,-6 5 0 0,6-5 0 0,0 4 0 15,0-4 0-15,-7 4 0 0,7 0 0 0,0 0 0 0,0 0 0 0,0 0 0 16,0 4 0-16,-6-4 0 0,6-1 0 0,0 6 0 0,0-6 0 16,0 1 0-16,6 4 0 0,-6-4 0 0,0 0 0 0,0 0 0 15,7 0 0-15,-7-4 0 0,6 4 0 0,-6 0 0 0,6-4 0 0,-6 0 0 16,7 4 0-16,0-3 0 0,-1-1 0 0,0 4 0 0,-6 0 0 0,7 0 0 16,0 4 0-16,-7-1 0 0,0 4 0 0,0 1 0 0,0-1 0 15,0 4 0-15,0-3 0 0,0 3 0 0,0-1 0 0,-7 1 0 16,7-3 0-16,0-1 0 0,0 0 0 0,7 4 0 0,-7-3 0 0,0-1 0 15,0 0 0-15,6 1 0 0,-6-5 0 0,0 8 0 0,7-3 0 16,-7-2 0-16,6 2 0 0,-6-1 0 0,6 1 0 0,-6 3 0 0,7-4 0 16,-7 0 0-16,7 0 0 0,-7 4 0 0,6-4 0 0,-6 1 0 15,6-1 0-15,-6 0 0 0,8-3 0 0,-8 4 0 0,6-2 0 0,-6 2 0 16,6 0 0-16,-6 3 0 0,0-4 0 0,7 0 0 0,-7 0 0 16,6 4 0-16,-6-4 0 0,0 1 0 0,0 3 0 0,7-4 0 15,-7 1 0-15,0-5 0 0,6 4 0 0,-6 0 0 0,7-3 0 0,-7 0 0 16,6-1 0-16,0 1 0 0,2 0 0 0,-2-1 0 0,-6 1 0 15,6-1 0-15,1-2 0 0,-1 2 0 0,1 1 0 0,-1-1 0 16,1 1 0-16,-7 0 0 0,6 0 0 0,1-1 0 0,-7 5 0 0,7-5 0 16,-1 1 0-16,-6 0 0 0,0-1 0 0,6 4 0 0,-6-3 0 15,7 0 0-15,-7-1 0 0,0 4 0 0,0-3 0 0,0 4 0 0,0-1 0 16,0-4 0-16,0 4 0 0,0 1 0 0,0-1 0 0,0-3 0 16,0 3 0-16,0 0 0 0,0-3 0 0,0 3 0 0,0-3 0 0,7 0 0 15,-7-4 0-15,0 3 0 0,0 1 0 0,0-4 0 0,6 0 0 16,-6 0 0-16,0-1 0 0,6-2 0 0,-6 3 0 0,7 0 0 15,-7-4 0-15,6 4 0 0,-6 0 0 0,0-3 0 0,0 2 0 0,7 2 0 16,-7-5 0-16,0 4 0 0,7-4 0 0,-7 4 0 0,0-3 0 16,0-1 0-16,6 0 0 0,-6 0 0 0,0 0 0 0,0 1 0 0,0-1 0 15,0-3 0-15,0 3 0 0,0 0 0 0,0-3 0 0,6 0 0 16,-6 3 0-16,0-3 0 0,-6-1 0 0,6 1 0 0,0 0 0 0,0-5 0 16,0 5 0-16,0 0 0 0,0-4 0 0,0 4 0 0,0-1 0 0,0-3 0 15,0 4 0-15,0-1 0 0,0-3 0 0,0 1 0 0,0 2 0 16,0-3 0-16,0 4 0 0,0-4 0 0,0 3 0 0,0-2 0 15,0-2 0-15,0 5 0 0,6-4 0 0,-6 0 0 0,0 0 0 0,0 0 0 16,8-4 0-16,-8 1 0 0,0-1 0 0,0-4 0 0,6 1 0 16,-6 0 0-16,0-4 0 0,0-4 0 0,0 0 0 0,0 1-75 15,0-1-103-15,0-4-22 0,-6-3-27 0,6 5-37 0,-8-2-40 0,2-3-45 16,0 0-49-16,-1-3-30 0,0 3-20 0,-6-5-14 0,1 2-7 16,-2-4-9-16,2-1-12 0,-8 1 0 0,7-4 6 0,-7-4 20 15,0 4 28-15,1-7 42 0,0 0 48 0,-8 0 56 0,1-1 60 0,1-3 42 16,-8-4 89-16</inkml:trace>
  <inkml:trace contextRef="#ctx0" brushRef="#br0" timeOffset="-145835.08">8603 11862 11 0,'0'0'79'0,"0"-4"13"0,7 4 13 0,-7 0 14 0,6-3 8 16,0 3 0-16,-6 0-5 0,7 0 6 0,-1-4 10 0,1 4 15 15,0-4 18-15,5 4 17 0,-5 0 17 0,6-3 16 0,-7 3 12 0,8 0 11 16,-1 0 7-16,-1 0 11 0,2 0 13 0,5 0 5 0,-6 0 3 0,0 3-8 15,1-3-11-15,-2 0-17 0,2 0-16 0,-2 0-15 0,8 0-15 16,-7 0-18-16,0 0-21 0,0 0-19 0,0 0-20 0,7-3-22 16,-8 3-19-16,8 0-13 0,-7 0-12 0,7-4-4 0,0 4-3 0,-2-4-1 15,2 4 0-15,0-3 0 0,-1 3-1 0,1-4 0 0,-1 4 1 16,1 0 0-16,6-4 2 0,-6 4-1 0,5 0-1 0,1 4 0 16,1-4 0-16,-1 0-3 0,0 4-1 0,0-4-1 0,-1 3-1 0,2-3-1 15,5 4-1-15,-6 0-1 0,1-4 2 0,5 3-2 0,-6 1-1 0,7 0-1 16,-7-4-2-16,6 3-1 0,-5-3-2 0,5 4-2 0,-6-1 0 15,7-3-1-15,-7 4 0 0,7-4-2 0,-7 4-1 0,6-4-3 16,-6 0-2-16,0 3-2 0,6-3-2 0,-6 0-1 0,1 0 0 0,-1 4-1 16,6-4 1-16,-5 0-1 0,-1 0-1 0,-1 0-1 0,1 0 0 15,0 0-1-15,1 0 0 0,5 4 0 0,-6-4 2 0,1 0 0 16,-1 0 1-16,-1 0-1 0,1 0 1 0,-6 0 0 0,6 3 0 0,0-3 2 16,0 0 0-16,-6 0 2 0,6 0-1 0,-6 4-1 0,5-4 1 15,1 0 0-15,-6 0-1 0,6-4 1 0,-7 4 0 0,7 0-1 16,-6-3 1-16,6 3-11 0,-7 0-8 0,8-4 0 0,-8 4 0 0,8 0 0 15,-8-4 0-15,7 4 0 0,-6-3 0 0,-1 3 0 0,7-4 0 0,-6 4 0 16,6-4 0-16,-7 1 0 0,1-1 0 0,6 1 0 0,-7 3 0 16,7-8 0-16,-6 8 0 0,0-3 0 0,5-1 0 0,-5 0 0 15,0 1 0-15,-8-1 0 0,8 0 0 0,-1 1 0 0,1-1 0 0,-7 0 0 16,7 1 0-16,-7 0 0 0,6 3 0 0,-5-5 0 0,-2 2 0 0,1-1 0 16,1 4 0-16,4-3 0 0,-4-1 0 0,-1 4 0 0,0-4 0 15,0 1 0-15,0 3 0 0,0-4 0 0,0-1 0 0,0 5 0 16,-6-2 0-16,12-2 0 0,-12 4 0 0,5-4 0 0,2 1 0 0,-1-1 0 15,0 0 0-15,-7 0 0 0,7 1 0 0,1-2 0 0,-2 2 0 16,2 0 0-16,-1-1 0 0,-7-3 0 0,7 3 0 0,0 0 0 16,0-3 0-16,0 3 0 0,0 1 0 0,0-1 0 0,-6 0 0 0,5 1 0 15,2-1 0-15,-8 1 0 0,7 3 0 0,0-4 0 0,-6 0 0 0,-1 4 0 16,8-3 0-16,-8 3 0 0,7 0 0 0,-6 0 0 0,-1-4 0 16,7 4 0-16,-7 0 0 0,1 0 0 0,6 0 0 0,-7 0 0 15,8 0 0-15,-8 0 0 0,0 0 0 0,7 0 0 0,1 0 0 0,-8 0 0 16,8 0 0-16,-8 0 0 0,6 0 0 0,2 0 0 0,-8 0 0 15,7 0 0-15,1 0 0 0,-8-4 0 0,6 4 0 0,2 0 0 0,-8 0 0 16,7 0 0-16,1 0 0 0,-2 0 0 0,-5 0 0 0,6 0 0 16,0 4 0-16,-7-4 0 0,8 0 0 0,-2 0 0 0,-4 0 0 15,4 0 0-15,1 4 0 0,-6-4 0 0,6 0 0 0,-1 0 0 16,-4 0 0-16,4 0 0 0,1 0 0 0,-6 0 0 0,6 0 0 0,0 0 0 16,-6 0 0-16,5 3 0 0,2-3 0 0,-2 0 0 0,-5 0 0 0,6 0 0 15,0 4 0-15,-7-4 0 0,8 0 0 0,-2 4 0 0,-5-4 0 16,6 0 0-16,-6 3 0 0,5-3 0 0,-5 0 0 0,0 4 0 15,5-4 0-15,-5 0 0 0,6 3 0 0,-6-3 0 0,-1 0 0 0,7 0 0 16,-6 4 0-16,-1-4 0 0,0 0 0 0,2 0 0 0,4 0 0 0,-5 0 0 16,-1 4 0-16,1-4 0 0,6 0 0 0,-7 3 0 0,0-3 0 15,2 0 0-15,-2 0 0 0,0 0 0 0,8 4 0 0,-8-4 0 16,1 0 0-16,-1 0 0 0,0 0 0 0,1 0 0 0,0 0 0 0,-1 4 0 16,7-4 0-16,-6 0 0 0,-1 0 0 0,1 0 0 0,-1 0 0 15,0 0 0-15,1 0 0 0,0 0 0 0,-1 0 0 0,0 0 0 0,2 0 0 16,-2-4 0-16,0 4 0 0,1 0 0 0,-1-4 0 0,1 4 0 15,-1-3 0-15,1 3 0 0,-1-4 0 0,0 4 0 0,2-4 0 0,-2 4 0 16,0-3 0-16,1-1 0 0,-1 4 0 0,1-3 0 0,-1-1 0 16,-6 4 0-16,7-4 0 0,-1 1 0 0,1 3 0 0,0-4 0 15,-7 4 0-15,6-4 0 0,0 4 0 0,-6-3 0 0,7 3 0 0,0-4 0 16,-7 4 0-16,6-4 0 0,-6 4 0 0,6-3 0 0,-6 3 0 0,7 0 0 16,-7-4 0-16,6 4 0 0,1-4 0 0,-7 4 0 0,7-3 0 15,-1-1 0-15,-6 4 0 0,6-4 0 0,2 1 0 0,-8 0 0 16,6 3 0-16,-6-5 0 0,6 2 0 0,0-1 0 0,-6 4 0 0,7-4 0 15,-7 4 0-15,7-4 0 0,-7 1 0 0,6 3 0 0,-6-4 0 16,0 4 0-16,7 0 0 0,-7 0 0 0,0 0 0 0,0-4 0 16,0 4 0-16,0 0 0 0,0 0 0 0,0 0 0 0,0 0 0 0,0 0 0 15,0 0 0-15,0 0 0 0,0 0 0 0,0 0 0 0,0 0 0 16,0 0 0-16,0 0 0 0,0 0 0 0,0 0 0 0,0 0 0 0,0 0 0 16,0 0 0-16,0 0 0 0,0 0 0 0,0 0 0 0,0 0 0 15,0 0 0-15,0 0 0 0,0 0 0 0,0 0 0 0,0 0 0 16,6 0 0-16,-6 0 0 0,0 0 0 0,0 0 0 0,0-4 0 0,0 4 0 15,0 0 0-15,0 0 0 0,6-3 0 0,-6 3 0 0,0 0 0 16,0-4 0-16,0 4 0 0,0-3 0 0,0 3 0 0,0-4 0 0,0 0 0 16,0 1 0-16,0-4 0 0,0 3 0 0,0-3 0 0,-6-4-29 15,6 4-175-15,-6-5-65 0,-1 1-91 0,-6 1-108 0,6 2-69 0,-5-3-52 16,-2 3-22-16,2 2-6 0,-2-2 5 0,-5 4 11 0,-1 1 18 16,1 3 22-16,-1 0 28 0,-6 0 27 0,6 3 53 0,-5 1 65 15</inkml:trace>
  <inkml:trace contextRef="#ctx0" brushRef="#br0" timeOffset="-145001.83">9860 10115 142 0,'0'-4'194'0,"6"4"17"0,-6-4 21 16,0 4 28-16,7-3 33 0,0 3 41 0,-7 0 46 0,6 0 34 15,0 0 29-15,1 0-17 0,0 0-38 0,5 0-30 0,-5 0-23 0,6 0-13 16,0 0-12-16,1 0-14 0,-2 0-17 0,8 0-26 0,-7 0-30 16,-1 0-39-16,8 0-43 0,-6 0-34 0,5-4-27 0,-6 4-18 0,6 0-13 15,-5 0-10-15,-2 0-8 0,8 0-6 0,-7-4-6 0,1 4-10 16,-2 0-9-16,-6 0-17 0,8-3-17 0,-8 3-24 0,7-4-25 15,-7 4-38-15,-6-4-43 0,8 1-56 0,-2-1-61 0,-6 0-50 0,0-3-47 16,0 3-42-16,0-3-36 0,-6 0-22 0,6-1-12 0,-8-2 3 16,2 2 9-16,0-3 19 0,-1 0 24 0,1 0 35 0,-8 0 42 0,8-4 55 15,-6 4 62-15</inkml:trace>
  <inkml:trace contextRef="#ctx0" brushRef="#br0" timeOffset="-144668.48">10081 9741 129 0,'-6'-8'218'0,"6"5"33"0,-7-1 35 0,1 4 43 0,0 4 48 0,6-1 39 16,0 5 32-16,0 3 24 0,0 0 18 0,6 4-18 0,-6 7-36 15,6-4-28-15,1 7-19 0,-1 5-25 0,8-1-25 0,-2 4-27 16,-6 0-28-16,8 3-37 0,-1 5-44 0,0-4-33 0,0 3-29 0,1 0-21 16,-2 1-15-16,1 2-12 0,0-2-11 0,0-1-7 0,-7 0-10 0,8 1-6 15,-2-1-8-15,-5 0-7 0,0 1-3 0,-1-1-6 0,1-4-5 16,-1 1-3-16,-6-4-6 0,7 0-2 0,-7-4-3 0,0 1-2 16,0-8-3-16,0 0-3 0,0-1-5 0,0-6-6 0,-7 0-7 0,7-4-9 15,0 0-11-15,-6-8-11 0,-1 5-11 0,1-4-12 0,6-4-11 16,-7 0-8-16,-6-4-7 0,7 1-6 0,0-5-6 0,-8 0 0 0,1-3 0 15,7-3 2-15,-8-1 5 0,2-3 8 0,-8-1 8 0,7-2 11 16,0-2 12-16,-6 1 11 0,5 1 12 0,-5-1 9 0,6 0 9 0,0 0 9 16,-7 0 8-16,8 3 7 0,-2 1 4 0,8 3 4 0,-7 1 3 15,6 3 2-15,0 0 0 0,1 4 1 0,0-1-1 0,6 1 0 16,0 3 0-16,0 1-2 0,6-5-1 0,0 5-2 0,1-1-3 0,0 0-5 16,-1-3-5-16,7 3-11 0,1-3-13 0,-2-4-16 0,8 3-17 15,-7 1-32-15,7-4-41 0,-2 0-55 0,2-3-64 0,0 3-58 16,-7-4-57-16,7 0-49 0,-1 1-46 0,1-1-28 0,0-4-17 0,-2 5-3 15,-4-4 5-15,5-1 12 0,1-3 16 0,0 4 31 0,-8-4 41 0,8 4 55 16,-7-4 63-16</inkml:trace>
  <inkml:trace contextRef="#ctx0" brushRef="#br0" timeOffset="-144484.67">10551 9884 0 0,'6'-15'28'0,"-6"0"209"16,6 4 42-16,-6 0 49 0,0 0 53 0,0 4 39 0,0 4 33 16,-6-1 24-16,6 0 18 0,0 1 14 0,0 3 12 0,0 0-31 15,0 0-51-15,0 0-48 0,0 0-45 0,0 0-41 0,0 0-36 0,6 0-46 16,1 3-49-16,-7-3-37 0,6 4-33 0,1 0-24 0,-1-1-17 0,1 1-14 15,5-1-11-15,-4 1-11 0,-2 3-10 0,0-3-15 0,8 0-14 16,-8-1-20-16,1 1-22 0,-1 0-28 0,0-4-31 0,-6 3-38 16,7 1-44-16,0-4-57 0,-7 0-63 0,0 4-56 0,0-1-52 0,0-3-43 15,-7 4-38-15,7 0-12 0,-7 3 1 0,1-3 10 0,-7 3 15 16,7 1 23-16,-8 3 26 0,8-5 36 0,-8 2 42 0,2 3 57 16,-1 0 63-16</inkml:trace>
  <inkml:trace contextRef="#ctx0" brushRef="#br0" timeOffset="-143650.48">10478 10004 45 0,'-12'4'175'16,"-2"0"31"-16,8 3 33 0,0-3 38 0,-7-1 37 0,6 5 45 15,0-1 48-15,1 4 31 0,0-3 23 0,-2 3-13 0,2 3-30 0,0-3-21 16,0 4-17-16,-1-1-17 0,0 5-16 0,1-5-25 0,6 5-30 16,-7-1-33-16,1-3-36 0,6 3-43 0,-6-3-49 0,-2 3-30 0,8-7-23 15,0 0-17-15,-6 0-12 0,6 0-12 0,0-4-9 0,6-3-10 16,-6-1-11-16,8 2-8 0,-8-5-6 0,6 0-4 0,0-5-5 0,1-2-2 16,-1 3-3-16,8-6-1 0,-2-1-1 0,2 0 0 0,-2-4 0 15,2 0 2-15,-1 1-1 0,6-4 3 0,-6 3 4 0,7-3 1 16,-7 3 3-16,6 0 1 0,0 4 3 0,1-4 1 0,0 5 2 0,-7 2 0 15,7 1 2-15,-1 0 0 0,1 3 1 0,-1 0 1 0,0 1 1 0,1-1 0 16,-1 4 1-16,1 0 0 0,0 0 2 0,-1 4 2 0,1-4 2 16,0 3 1-16,-1 5 2 0,-6-5 0 0,6 1 2 0,-5 3-1 15,-2 1 1-15,8-1 0 0,-14 0 0 0,7 0 0 0,-6 1 0 0,6 3-1 16,-13-4-2-16,6 0-2 0,-6 1-3 0,8 3-7 0,-8-4-8 0,-8 1-9 16,8 3-12-16,-6-4-12 0,0 0-16 0,-1 0-22 0,-6 4-24 15,6-3-32-15,-5-1-32 0,-2 0-32 0,-5 1-33 0,-1-1-27 16,8 0-25-16,-8 1-15 0,-6-5-10 0,6 4-1 0,1 1 4 15,-7-5 10-15,6 2 13 0,1 1 21 0,-7-1 24 0,6-2 30 0,1 0 34 16,-1 2 39-16,0-2 39 0,1 1 37 0,-1-1 36 0,8 1 34 16,-2 0 33-16,1-1 26 0,0 1 24 0,0-1 21 0,7 1 21 0,-8 0 16 15,8 0 12-15,0-1 13 0,-1 1 12 0,0 0 5 0,7 3 1 16,-6-3-2-16,0-1-4 0,6 5-12 0,0-5-14 0,-7 1-17 16,7-1-17-16,0 1-17 0,0 0-20 0,0-1-15 0,0 1-12 0,7 0-13 15,-7-4-13-15,6 3-11 0,0-3-9 0,-6 0-7 0,14 0-6 16,-8-3-3-16,0 3 0 0,8-4-2 0,-1-3 1 0,-7 3 0 0,7 0 1 15,0 1 0-15,7-4 0 0,-7 3-1 0,0 0 0 0,0 1 0 16,-1-1 1-16,2 4 1 0,6-4 1 0,-7 4 4 0,-1 0 6 0,2 4 6 16,-8-4 2-16,7 4 5 0,0-1 4 0,-6 1 1 0,5 0 2 15,-5-1 2-15,0 4 2 0,-1-3 2 0,0 0 1 0,2 3 1 0,-8-3 2 16,6 3-5-16,-6 0-5 0,0 1-6 0,-6-4-3 0,6 3-3 16,-8 0-3-16,2 1-3 0,0-1-2 0,-8 0-1 0,8 1-1 0,-7-2-2 15,0 2-1-15,0-1-2 0,0 1-1 0,0-1-1 0,0 0 1 16,-7 4 3-16,8-3 3 0,-8-1 4 0,7 0 5 0,0 4 3 15,0-7 7-15,-1 4 2 0,2-1 3 0,5-3 1 0,1 3 0 0,-1-3 1 16,1-1-1-16,6-3-1 0,-7 4-1 0,7-4-3 0,0 0-4 0,7 0-4 16,-7 3-4-16,6-3-5 0,-6 0-6 0,7 0-3 0,-1 0-4 15,7 4-1-15,-7-4 0 0,2 4-1 0,4-4 2 0,-5 0-1 16,6 0 1-16,0 0 0 0,-7 3-1 0,8-3 1 0,-8 0 0 0,7 4 0 16,-6-4 0-16,-1 4 0 0,1-4 0 0,-1 3 2 0,0 1 1 15,1 0 1-15,-7-1 1 0,7 1 0 0,-7 0 1 0,0 3 0 16,0-3 1-16,0-1 0 0,0 5 0 0,-7-1-1 0,7 0 0 0,-7 0 0 15,1 2 0-15,0-2 0 0,-1-1 0 0,1 2 0 0,-1-1-1 16,0 1 1-16,-5 3 1 0,4-4 3 0,2 0 3 0,0 1 4 0,-7-1 6 16,6 0 3-16,1-3 4 0,-1 3 2 0,7-3 1 0,-6-1 1 15,6 1-1-15,-6 0-1 0,6-1-2 0,0-3-1 0,0 4-3 0,0 0-3 16,6-4-2-16,-6 3-5 0,6 1-6 0,7-4-4 0,-6 4-4 16,-1-4-1-16,7 3-2 0,1-3-1 0,-2 4 0 0,2-4 1 0,5 0 1 15,-6 0-5-15,6-4-4 0,-5 4-10 0,5 0-12 0,-6-3-14 16,6-1-18-16,1 0-32 0,-7 1-39 0,7-5-56 0,-8 1-63 15,8 0-62-15,-6-4-62 0,5 0-54 0,-6 0-54 0,0-4-22 0,0 1-7 16,0-4 2-16,0 2 8 0,0-2 15 0,-6 0 16 0,5 0 32 16,-4-4 39-16,-2 3 54 0,0-2 64 0</inkml:trace>
  <inkml:trace contextRef="#ctx0" brushRef="#br0" timeOffset="-143334.72">11032 9972 25 0,'0'-15'298'0,"0"0"53"0,0 4 46 15,0 4 33-15,0-1 26 0,0 2 18 0,0 6 15 0,-6-4 14 16,6 0 13-16,0 4 7 0,0 4 6 0,-7-4-63 0,7 4-94 0,-6-1-73 16,6 5-61-16,-7-1-52 0,0 4-46 0,1 0-32 0,0 0-26 15,0 0-19-15,-2 3-15 0,2 1-15 0,0-4-15 0,-1 0-13 16,0 3-11-16,1-2-9 0,-1-1-11 0,7-4-6 0,-6 4-8 0,0-4-7 16,6 1-8-16,-7-1-6 0,7-3-7 0,0-1-2 0,0 1-3 15,0 0 0-15,0-4 2 0,7 3 5 0,-7-3 4 0,6 4 7 0,0-4 8 16,1 3 6-16,-1-3 6 0,1 0 6 0,6 0 7 0,-7 0 8 15,8 0 4-15,-2-3 5 0,2 3 1 0,-1 0 2 0,-1-4 1 0,8 1 1 16,-7 3 1-16,0-4-1 0,7 0-1 0,-7 1-7 0,0-1-11 16,6 0-23-16,-6 1-34 0,1-5-37 0,-2 5-42 0,-4-1-43 15,4-3-44-15,-6 3-35 0,1-3-29 0,6 3-24 0,-13-3-21 0,7-1-20 16,-1 1-20-16,-6-1-12 0,0 1-11 0,0 0 13 0,0 3 24 16,0-3 34-16,0 0 38 0,-6 3 44 0,-1-3 43 0,7-1 38 0,-6 5 35 15</inkml:trace>
  <inkml:trace contextRef="#ctx0" brushRef="#br0" timeOffset="-142718.37">11196 9942 0 0,'-8'-7'71'0,"8"3"53"0,-6 1 26 0,0-4 30 0,-1 2 27 0,0 5 31 15,7-3 31-15,-6 0 23 0,6 3 18 0,-7 0 13 0,7 0 10 16,0 3 6-16,0 0 6 0,0 2 1 0,0 2-4 0,0 0-8 16,0 4-11-16,0 0-17 0,0 4-21 0,0-1-24 0,7 4-28 0,-7-3-25 15,0 3-23-15,0 5-29 0,0-5-31 0,0 4-26 0,0-4-25 16,0 4-17-16,0-4-14 0,0 5-10 0,0-5-9 0,-7 0-10 16,7 4-10-16,-6-4-12 0,6 1-9 0,-6-5-11 0,-1 4-7 0,0-2-10 15,1 1-8-15,0-2-11 0,-1-4-12 0,-6 4-8 0,6-4-10 0,-6 0-8 16,6 0-5-16,-5 0-1 0,-2-4 4 0,8 4 6 0,-7-4 6 15,7-3 8-15,-1 3 9 0,-6-2 8 0,7-2 10 0,0-3 11 16,-2 0 14-16,8 0 17 0,0 0 19 0,0-3 19 0,0-2 19 0,0 2 13 16,0-1 10-16,8-3 6 0,-2-1 5 0,0 1 4 0,7 0 2 15,-6 0 3-15,6-1 0 0,-1-3 1 0,-4 4-1 0,4 0-6 0,1-1-10 16,7-3-10-16,-7 4-13 0,0-4-8 0,0 3-9 0,6 2-4 16,-6-5-5-16,1 3-3 0,6 0-3 0,-8 1-4 0,1-4-2 0,0 4-4 15,0 0-4-15,1-1-4 0,-2 5-6 0,-6-5-4 0,1 5-4 16,0-1-4-16,-1 0-3 0,-6 4-9 0,0 0-9 0,0 0-16 15,0 0-17-15,-6 0-16 0,6 4-14 0,-7-4-9 0,0 4-10 0,1 3-3 16,-6-3-3-16,4 3 0 0,-4 0 2 0,-1 1 0 0,-1 3 1 0,-4-1 8 16,4 1 8-16,1 0 16 0,-7 5 17 0,8-2 16 0,-8 0 16 15,7 1 18-15,-7 4 21 0,7-5 27 0,0 4 30 0,-7 1 25 16,8-1 23-16,5 1 15 0,-6-1 12 0,0 0 8 0,7 0 7 0,0 1 5 16,-2-1 6-16,2-3 4 0,6 3 4 0,-6-3-2 0,-1-1-6 15,7 1-17-15,0-4-21 0,-7 0-20 0,7 0-20 0,0-4-12 16,0 1-10-16,0-1-9 0,0-3-6 0,7-1-6 0,-7 1-6 0,0-4-4 15,7 0-5-15,-1 0-3 0,-6 0-5 0,6-7-2 0,2 3-3 16,4 0 0-16,-6-3 1 0,8 0 0 0,-8-4-1 0,7 3 1 16,1-3 0-16,-2 0 0 0,8 0-1 0,-7 1 1 0,0-1-1 0,6 0 0 15,1-1 1-15,-1 1 0 0,1 4 2 0,0 0-1 0,-1-4 2 0,1 7 1 16,0-3 2-16,-2 3 1 0,2 4 2 0,0-4 2 0,-1 4 2 16,-5 4 2-16,-2 0 3 0,8-1 1 0,-7 5 1 0,-1-1 0 15,2 0 0-15,-8 4 0 0,1 0 0 0,6 1-1 0,-6-1-2 0,-7 0-1 16,6 3-1-16,0-3-1 0,-6 4-2 0,0-4-2 0,0 0-1 15,0 3-4-15,0-6 0 0,0 2-5 0,0-1-7 0,-6 1-11 0,6-2-12 16,-6-5-15-16,6 4-16 0,-7-3-27 0,1-4-31 0,-1 0-43 16,0 0-47-16,1-4-54 0,-8 1-57 0,8-1-43 0,-6-4-34 0,5-3-26 15,-6 0-20-15,0 1-15 0,-1-1-12 0,2-4-2 0,-1 0 5 16,-7 1 18-16,7-5 29 0,0 5 40 0,-7-9 47 0,8 5 51 16,-1-4 59-16,-1 4 43 0,2-4 115 0</inkml:trace>
  <inkml:trace contextRef="#ctx0" brushRef="#br0" timeOffset="-142552">11143 10429 98 0,'-6'-7'155'16,"6"0"24"-16,0 7 21 0,0 0 20 0,-7 0 16 0,7 4 20 0,0-4 20 15,0 3 8-15,7 4 0 0,-7-3-1 0,0 3-3 0,6 1 2 16,-6 3 6-16,6 0-4 0,-6 0-4 0,7 4-14 0,-1-1-14 16,1 5-12-16,-7-5-12 0,7 8-16 0,-1-4-14 0,0 4-15 0,2 4-13 15,-8 0-18-15,6-4-18 0,0 7-21 0,-6-4-22 0,6 2-16 16,-6 2-14-16,0-4-9 0,7 1-8 0,-7-1-6 0,0-3-5 0,0 1-11 16,0-5-16-16,7 0-24 0,-7-3-29 0,0-4-46 0,6-1-54 0,-6-2-62 15,0-4-67-15,0-1-56 0,7-6-53 0,-7-1-41 16,6-4-36-16,0 1-18 0,-6-7-8 0,8-1 2 0,-2-3 8 0,0 0 18 15,-6-5 24-15,6-2 40 0,1-1 50 0,0 1 61 0,-1-5 80 0</inkml:trace>
  <inkml:trace contextRef="#ctx0" brushRef="#br0" timeOffset="-142349.1">11429 10151 127 0,'7'-4'221'0,"0"4"27"0,-1 0 28 0,1 4 27 0,-1 3 26 0,0 1 33 16,1 3 36-16,0 0 26 0,5 4 18 0,-12-1-15 0,7 4-33 15,0 4-39-15,-1-3-40 0,1 3-31 0,-7-1-26 0,6 6-27 0,-6-6-28 16,6 1-26-16,-6 0-27 0,0 0-33 0,7-4-37 0,-7 1-34 16,0-4-32-16,0-4-42 0,7 0-48 0,-7 0-55 0,0-8-59 0,6 5-56 15,-6-8-52-15,0 0-50 0,6-5-47 0,-6 2-33 0,0-8-26 16,8 0-12-16,-8 0-5 0,6-7 5 0,0-1 10 0,-6-3 30 0,7 1 37 16,-1-5 50-16,-6 0 56 0,7 0 52 0,-7 1 171 0</inkml:trace>
  <inkml:trace contextRef="#ctx0" brushRef="#br0" timeOffset="-142084.7">11658 9957 124 0,'0'4'231'0,"6"-1"38"0,-6 1 40 0,7 3 43 16,-7 4 43-16,6 0 31 0,0 0 25 0,1 7 20 0,0-3 15 15,-1 4-14-15,7-1-31 0,-6 4-33 0,-1 0-35 0,7 3-31 16,-7 1-27-16,1 4-32 0,6-5-33 0,-7 4-36 0,8 1-39 0,-8 2-29 16,1-2-22-16,-1 3-16 0,1 0-14 0,-1-4-9 0,1 4-8 15,-1 0-7-15,0-4-7 0,2 4-6 0,-8 0-6 0,6-3-6 0,-6 3-3 16,6-4-4-16,-6 0-2 0,0 0-2 0,0 5-1 0,0-9 0 15,0 4-1-15,-6 1-2 0,6-4-3 0,-6-1-3 0,-2 1-1 0,2-1-2 16,0-6-2-16,-1 4-4 0,1-6-2 0,-1-3-9 0,1-2-11 16,-7 3-17-16,7-8-20 0,-8 0-27 0,1-3-29 0,0-1-36 15,0-6-39-15,0-1-61 0,-6 0-73 0,-1-6-77 0,1-1-78 0,-1 0-58 16,-6-5-45-16,0-2-16 0,-1 0-4 0,8-1 9 0,-13-2 16 16,6-1 23-16,-7 0 27 0,1-3 33 0,-1-2 40 0,1 2 61 15,-1-1 71-15</inkml:trace>
  <inkml:trace contextRef="#ctx0" brushRef="#br0" timeOffset="-13420.29">15891 1073 0 0,'-7'-4'18'16,"1"-3"184"-16,-1 0 33 0,1 3 31 0,-1-3 34 0,1 3 27 0,6 1 26 15,-6-1 25-15,6 0 23 0,-8 1 10 0,8 3 2 0,0-4-24 0,0 4-35 16,0 0-31-16,8 0-28 0,-8 0-25 0,6 0-26 0,0 0-26 15,1 0-24-15,6 0-23 0,0 4-19 0,-1-4-20 0,2 3-19 0,5 1-11 16,1 0-4-16,0-1-5 0,-1 1-5 0,7 3-4 0,0-3-4 0,-6 3-7 16,6-3-4-16,-1 3-6 0,2 0-6 0,-8 1-4 0,8 0-5 0,-8-2-4 15,0 2-6-15,1-1-4 0,-1 0-3 0,-5 1-3 0,-2-1-3 16,2 0 0-16,-1 1 0 0,-7-1 1 0,0 4 4 0,2-3 2 0,-8 2 2 16,0 1 1-16,0 4 1 0,-8 0 0 0,2 3-1 0,-7 0 2 15,0 8 0-15,-6-4-1 0,-1 7-2 0,0-3-3 0,-5 3-5 0,-1 4-5 16,-1 0-5-16,1 0-5 0,0 0-2 0,0 0-2 0,-7 0-2 0,7 0-1 15,1 0 0-15,5-4-2 0,-6-3 0 0,6 0-1 0,1-1-1 0,5-6-2 16,2-1-1-16,-1 0-2 0,6-7 0 0,1 0-1 0,6 0-1 16,0-7-1-16,0 3 0 0,0 1 0 0,6-5 1 0,1 1-1 15,-1 0 1-15,7-1 0 0,1 1 1 0,-2-4 1 0,8 4 3 0,-7-4 3 16,7 0 1-16,6 0-3 0,-7 0-1 0,7-4-6 0,0 0-9 0,0-3-11 16,7 3-14-16,-7-4-17 0,7 1-20 0,-1-4-23 0,-6 4-25 0,7-4-44 15,-7 0-55-15,-1 0-68 0,1 0-76 0,1 0-65 0,-7 4-59 16,-2-4-32-16,2 0-17 0,0 4-2 0,-1-4 8 0,-5 3 14 0,-2 1 17 15,1-1 22-15,1 1 25 0,-2-4 43 0,-4 4 54 0,4 3 68 16,-6-3 171-16</inkml:trace>
  <inkml:trace contextRef="#ctx0" brushRef="#br0" timeOffset="-13253.08">16842 1608 88 0,'6'4'348'0,"-6"-1"42"0,0 1 25 16,6 0 13-16,-12 3 7 0,6-3 6 0,0-4 3 0,0 3 4 15,-6 1 3-15,6-4 3 0,0 0 4 0,0 4-69 0,0-4-104 0,0 0-87 16,0 0-75-16,0 0-42 0,0 3-23 0,0-3-13 0,6 4-7 15,-6-4-10-15,0 0-12 0,6 0-29 0,-6 0-33 0,8 0-54 0,-8 0-62 16,6 0-71-16,-6 0-74 0,0 0-60 0,6 0-53 0,1-4-26 0,-7 4-14 16,6-3-7-16,1-1-4 0,-1-3 5 0,1-1 6 0,-1 1 24 15,0 0 32-15,2-1 49 0,-2-2 61 0</inkml:trace>
  <inkml:trace contextRef="#ctx0" brushRef="#br0" timeOffset="-13019.21">17408 1249 80 0,'0'7'361'0,"0"0"48"16,-6 1 26-16,6-5 12 0,0 2 6 0,0-2 8 0,6 0 6 15,-6-3 10-15,6 4 10 0,2-8 9 0,4 4 8 0,2 0-61 0,-2-3-97 16,8 0-88-16,-1-2-82 0,1 2-39 0,6-1-19 0,1 0-8 16,-9 1-2-16,9-4-5 0,-1 3-4 0,0 0-8 0,7 4-10 0,-7-3-9 15,-1-1-7-15,1 4-9 0,7-4-8 0,-13 4-9 0,12-3-7 0,-12 3-13 16,6 0-14-16,-1 0-19 0,-5-4-21 0,7 4-20 0,-9 0-21 0,2 0-37 15,-6 0-43-15,5-4-60 0,-6 4-66 0,0 0-65 0,-7-3-64 0,1 3-55 16,0-4-52-16,-1 0-20 0,1 4-7 0,-7-3 8 0,0 3 13 16,-7-8 16-16,7 5 19 0,-6-1 35 0,-1-3 42 0,0 3 59 0,-5-3 67 15</inkml:trace>
  <inkml:trace contextRef="#ctx0" brushRef="#br0" timeOffset="-12636.94">17917 930 0 0,'-7'-18'49'0,"0"3"186"0,1 4 31 0,-1-4 27 16,1 9 26-16,6-2 25 0,-7 0 27 0,0 5 24 0,7 3 21 0,-6-4 18 15,6 8 15-15,0-4-25 0,0 7-45 0,0 0-41 0,0 1-38 16,0 7-26-16,0 3-22 0,6 0-17 0,-6 4-16 0,0 4-16 0,7 3-17 16,-7 4-15-16,7 0-11 0,-1 4-8 0,-6 3-5 0,7-3-4 0,-7 3-7 15,6 4-2-15,-6-4-1 0,0 4-3 0,0 0-5 0,7 0-3 16,-14 0-4-16,7 4-6 0,0-5-85 0,0 2-27 0,-6-1 0 0,6 3 0 16,-7-6 0-16,1 3 0 0,-1-4 0 0,7 0 0 0,-7-3 0 0,1-4 0 15,6 0 0-15,-6-8 0 0,6 5 0 0,-7-8 0 0,7 0 0 16,-7-8 0-16,7 1 0 0,0-1 0 0,-6-3 0 0,6-3 0 0,0-1 0 15,-6-3 0-15,6-1 0 0,-7-3 0 0,1 4 0 0,-1-4 0 16,-6 0 0-16,7 0 0 0,-8-4 0 0,2 4 0 0,-8-3 0 0,7-5 0 16,-7 1 0-16,1 0 0 0,-1-4 0 0,0 0 0 0,2 0-37 15,-2-4-29-15,0 1 5 0,1-1 3 0,-1-3 5 0,7 3 5 0,0 0 6 16,0-3 5-16,0 3 5 0,6 1 5 0,1-1 5 0,0 4 4 0,-1 0 4 16,7 0 3-16,0 0 2 0,0 4 1 0,0 0 0 0,7-1 0 15,-7 1 0-15,12 3-2 0,-5-3-3 0,6-1-7 0,0 5-7 0,7-5-11 16,-8 1-13-16,8 0-16 0,6-1-19 0,-7 1-31 0,7 0-36 0,1 0-56 15,-1-4-62-15,6 3-61 0,-5-3-60 0,-1 0-58 0,6 0-56 16,-6-4-22-16,7 4-8 0,0-3 4 0,-1-1 9 0,1 1 15 0,-7-5 19 16,6 5 31-16,1-5 37 0,-7 1 54 0,6 0 65 0</inkml:trace>
  <inkml:trace contextRef="#ctx0" brushRef="#br0" timeOffset="-12450.68">18515 1245 0 0,'7'-14'231'0,"0"3"154"15,-1 0 48-15,0 0 28 0,-6 0 18 0,0 4 17 0,0-1 11 16,0 0 11-16,-6 5 8 0,6 0 5 0,0-1 5 0,0 0-36 0,0 4-57 15,0 0-91-15,0 0-106 0,0 0-62 0,6-4-42 0,-6 4-25 0,7 4-16 16,-1-4-15-16,1 0-10 0,0 4-10 0,5-4-7 0,-4 4-7 16,4-1-3-16,1 5-6 0,0-5-6 0,0 1-7 0,1 3-8 0,-2 0-14 15,2 1-18-15,-2-5-22 0,1 5-22 0,1-1-23 0,-8 0-24 0,6-3-37 16,-4 0-47-16,-2 3-53 0,0-3-58 0,1-1-64 0,-1 1-66 0,-6 0-57 16,0-1-51-16,-6 1-17 0,-1 3 0 0,1 0 11 0,0 1 17 15,-8-1 20-15,2 4 20 0,-2 0 39 0,-5 0 44 0,-1 0 54 0,0 4 58 16</inkml:trace>
  <inkml:trace contextRef="#ctx0" brushRef="#br0" timeOffset="-12253.56">18379 1505 233 0,'-6'8'306'0,"-2"-5"23"0,2 1 13 0,0 0 16 16,6-4 17-16,0 0 23 0,6 0 26 0,-6-4 18 0,14 4 16 15,-8-7-10-15,7 3-22 0,0 0-56 0,0-3-72 0,7 0-48 0,-8 3-33 16,8-3-16-16,-1 0-7 0,1-1-11 0,0 5-15 0,-1-5-21 0,1 1-23 16,6 3-19-16,-7-3-14 0,7 3-13 0,-6-3-13 0,0-1-10 0,5 5-10 15,1-5-9-15,-6 5-10 0,6-5-12 0,-7 5-14 0,7-5-15 16,-6 5-16-16,-1-4-21 0,1 3-21 0,0 0-34 0,-7 1-39 0,0-1-48 15,0 0-50-15,-1 1-53 0,-4-1-55 0,-2 4-55 0,-6-4-55 16,0 4-31-16,0 0-18 0,0 0-1 0,0 4 5 0,-6 0 16 0,-8-1 20 16,2 1 30-16,-2 3 40 0,1 1 46 0,-7-1 51 0,1 4 53 0,-7-4 162 15</inkml:trace>
  <inkml:trace contextRef="#ctx0" brushRef="#br0" timeOffset="-11869.96">18541 1567 0 0,'-19'16'56'0,"6"-5"211"0,0-4 44 0,0 4 35 15,0 0 31-15,0-4 30 0,6 4 30 0,-5 0 22 0,4-4 17 0,-4 4 15 16,5 0 15-16,1 4-22 0,-1-4-38 0,1 3-47 0,-1 1-51 15,1 0-41-15,0 3-33 0,-2 1-28 0,2-1-23 0,0 0-23 0,-8 4-26 16,8-4-16-16,-7 5-15 0,0 2-13 0,0-3-14 0,0 0-14 16,0 4-14-16,0-5-16 0,0 2-16 0,0-5-16 0,-1 4-17 0,2-7-21 15,5-1-21-15,1 1-24 0,-1-4-25 0,1-4-27 0,-1 0-25 0,7-3-28 16,0 0-26-16,0-4-26 0,0-4-28 0,7 0-23 0,-1 1-17 16,7-8-6-16,-6 3 0 0,5-6 7 0,8-1 13 0,0 1 16 15,-1-5 19-15,1 1 22 0,0-1 24 0,5 1 25 0,-5 0 25 0,6 0 33 16,-6-1 37-16,-1 5 39 0,1 3 43 0,0-4 34 0,-1 8 31 0,-6-4 20 15,6 4 13-15,-5-1 10 0,-2 4 9 0,-5 1 7 0,6 3 8 16,-6 0 7-16,-1 0 8 0,0 0 4 0,2 3 0 0,-2 1-9 0,0 4-16 16,0-1-15-16,-6 0-15 0,7 4-12 0,-7 0-5 0,7 0-4 0,-7 4-2 15,6 3-3-15,-6-3 0 0,0 3-5 0,0 0-6 0,7 1-6 16,-7 3-9-16,0-4-6 0,0 0-9 0,6 0-6 0,-6 1-7 0,6-1-5 16,2 0-6-16,-2-3-5 0,6-1-6 0,2 2-4 0,-1-5-7 0,0-4-3 15,6 4-4-15,1-8-2 0,-1 1-1 0,7 0-3 0,0-4-3 16,1-4-7-16,-1 0-10 0,0-3-14 0,7 0-16 0,-7-8-18 15,-1 4-20-15,1-3-24 0,0-5-32 0,7 1-45 0,-13-1-53 0,6 1-68 16,-7-4-78-16,1 0-66 0,0 0-62 0,-1-4-27 0,-6 4-11 0,0-3 4 16,-1 3 11-16,2-4 15 0,-8 1 18 0,1-1 26 0,0-3 29 15,-1 3 46-15,0-3 54 0,-6-4 67 0,7 0 222 0</inkml:trace>
  <inkml:trace contextRef="#ctx0" brushRef="#br0" timeOffset="-11653.99">19369 974 181 0,'0'-3'412'0,"0"3"51"0,0 0 28 16,0 0 14-16,0 3 6 0,0 1 4 0,0-1 4 0,6 1 6 16,0-4 8-16,2 4 11 0,-2-4 10 0,7 0-74 0,0 3-116 0,0-3-93 15,-1 0-81-15,8 0-42 0,0 0-22 0,-1 4-9 0,1-4-1 0,0 0-2 16,5 4-3-16,-5-4-5 0,6 0-8 0,0 0-10 0,1 0-10 0,-2 4-47 16,1-4-31-16,-6 0 0 0,6-4 0 0,-7 4 0 0,1 0 0 0,0 0 0 15,-1 0-65-15,-6 0-55 0,0-4-27 0,1 4-36 0,-8 0-39 16,-6 0-63-16,0 0-73 0,0 0-68 0,0 0-67 0,-6 4-45 15,-8 0-35-15,1 3-5 0,0 0 8 0,0 1 17 0,-13 3 21 0,6 0 24 16,-5 0 26-16,-1 3 34 0,-1 1 38 0,-5 3 63 0,-1-3 73 0</inkml:trace>
  <inkml:trace contextRef="#ctx0" brushRef="#br0" timeOffset="-11469.67">19245 1399 0 0,'-14'15'162'0,"8"0"88"0,0-5 11 16,-1-2 16-16,7 3 14 0,7-4 24 0,-7-3 28 0,12 3 33 15,2-3 33-15,-1 0 27 0,6-1 21 0,1 1-36 0,-1-4-65 0,7 3-43 16,1 1-28-16,5-4-13 0,-6 4-5 0,7-1-9 0,-1 1-11 0,1-4-20 15,-1 4-28-15,1-1-30 0,-1 1-35 0,1 0-26 0,-1-1-22 0,1 1-17 16,-7-4-13-16,0 4-17 0,7-1-20 0,-13-3-23 0,6 4-24 16,-13-4-27-16,7 0-30 0,-8 0-41 0,1 0-45 0,0 0-59 15,-6 0-67-15,-7-4-62 0,0 1-61 0,0 3-47 0,0-4-38 0,0 0-14 16,-7 1-1-16,1-5 7 0,-1 5 14 0,0-5 22 0,-5 1 24 0,-2 0 38 16,2 0 43-16,-1-1 58 0,-1-3 67 0</inkml:trace>
  <inkml:trace contextRef="#ctx0" brushRef="#br0" timeOffset="-11287.06">19616 1143 246 0,'0'-4'363'0,"0"-3"40"0,-6 7 27 0,6 0 22 0,0 0 15 16,0 3 17-16,0 1 17 0,0 7 17 0,0 0 17 0,0 8 4 15,0-1-4-15,-6 7-53 0,6 1-78 0,0 7-62 0,-8 4-55 0,2 3-28 16,0 0-16-16,-1 8-14 0,0-1-11 0,1 5-14 0,-7-4-154 16,7 3-50-16,-1 0 0 0,0 0 0 0,1-3 0 0,0-1 0 0,-1-2 0 15,0-2 0-15,7-2 0 0,0-9 0 0,0 2 0 0,0-1-93 0,0-4-339 16,0-4-91-16,0-3-85 0,7 1-41 0,0-1-21 0,-7-4-2 15,6-4 6-15,0 1 17 0,1-4 24 0,0-4 33 0,-1 1 36 16,-6-5 52-16,6-3 56 0,1 0 90 0,-1-3 212 0</inkml:trace>
  <inkml:trace contextRef="#ctx0" brushRef="#br0" timeOffset="-10835.93">20247 1560 0 0,'0'-11'39'0,"0"4"163"15,0 0 17-15,0-1 9 0,0 5 6 0,8-1 12 0,-8 0 14 16,6 1 25-16,0 3 25 0,8-4 36 0,-8 4 37 0,13 0-15 0,-5 0-44 15,5 0-29-15,1 0-22 0,-1 0-15 0,8 0-11 0,-2 4-7 16,1-4-4-16,-6 3-11 0,12 1-15 0,-5-4-22 0,-1 4-25 0,-1-1-35 16,1-3-38-16,0 4-31 0,-6-4-26 0,7 0-26 0,-9 0-26 0,2 0-33 15,0 0-38-15,-1-4-46 0,-5 4-48 0,-2-3-48 0,-5-1-48 16,-1 0-49-16,1 1-48 0,0-5-35 0,-7 5-31 0,0-5-11 0,0-2-2 16,-7-1 10-16,7 0 13 0,-7 0 27 0,1-1 32 0,-1-2 41 0,-5-1 47 15,4 4 47-15,-4-4 124 0</inkml:trace>
  <inkml:trace contextRef="#ctx0" brushRef="#br0" timeOffset="-10486.7">20620 1212 0 0,'0'-7'115'0,"-14"-4"127"16,8 4 34-16,-1 0 24 0,0-1 20 0,1 5 17 0,6-2 15 0,-7 5 23 16,7 0 24-16,-6 0 21 0,6 5 14 0,0 2-23 0,0 4-40 15,0 0-35-15,0 3-32 0,6 5-25 0,-6 6-22 0,0 1-14 0,0 7-8 16,0 0-6-16,0 3-3 0,0 5-12 0,0 3-15 0,0 0-13 0,0 3-15 16,0 1-9-16,0 0-9 0,0 3-7 0,-6-3-10 0,6 3-7 15,-6-4-8-15,-1 1-10 0,7 0-109 0,0-5-2 0,-7 2 0 0,1-5 0 16,6-4 0-16,-6-3 0 0,6 1 0 0,0-5 0 0,0 0 0 0,-7-7 0 15,7 0 0-15,-7 0 0 0,7-7 0 0,-6-1 0 0,6-3 0 16,-7 0 0-16,7-3 0 0,-6-1 0 0,0 0 0 0,-1-3 0 16,0 0 0-16,-5-4 0 0,4 0 0 0,-4 0 0 0,-1-4 0 0,0 0 0 15,-6-3 0-15,5 0 0 0,-6-4-32 0,8 0-86 0,-8-4-9 16,1-4-5-16,5 1-4 0,-5-4 1 0,-1 0 1 0,0-3 2 0,8-1 5 16,-8-3 5-16,7 3 6 0,-7-3 8 0,8 3 9 0,-2 1 11 15,8-1 11-15,-7 4 10 0,7 0 12 0,-1 4 9 0,7 3 7 0,-7 0 8 16,7 4 6-16,0 0 6 0,0 4 5 0,0 0 4 0,0 3 3 0,7-3 3 15,0 3 1-15,-1 1-4 0,1-5-6 0,5 5-11 0,2-5-16 0,-2 1-30 16,2 3-37-16,5-3-47 0,1-1-54 0,0-3-48 0,-1 4-44 16,0 0-40-16,8-1-38 0,-1-3-32 0,-1 4-30 0,1 0-12 0,1 0-3 15,5-1 8-15,-6 5 16 0,7-5 28 0,-1 1 36 0,1 3 48 16,7 1 54-16,-8-1 48 0,1 0 132 0</inkml:trace>
  <inkml:trace contextRef="#ctx0" brushRef="#br0" timeOffset="-10303.39">20906 1751 69 0,'12'4'260'0,"2"3"47"0,-8-3 42 0,1-1 42 0,-1 1 39 16,-6-4 29-16,7 4 21 0,0-4 19 0,-1 0 16 0,0 3 2 0,0-3-8 15,8-3-30-15,-1 3-44 0,0-4-37 0,6 0-38 0,7 1-33 16,1-1-31-16,-1-3-33 0,6-1-32 0,1 1-22 0,-1-4-18 0,7 3-15 16,1-3-135-16,-1 0-41 0,0 0 0 0,-1 4 0 0,2-4 0 0,-1 0 0 15,-7 4 0-15,7-4 0 0,-6 4 0 0,-7-4 0 0,6 3 0 16,-5 5 0-16,-1-5 0 0,-7 1 0 0,1 4 0 0,-7-2 0 0,0 2 0 16,0 0 0-16,0-1-142 0,-13 0-151 0,6 0-75 0,1 4-75 15,-7-4-76-15,0 4-52 0,0-3-38 0,-7-1-8 0,1 1 6 0,6 3 16 16,-6-8 22-16,-8 5 26 0,8-1 29 0,-7 0 33 0,6 1 37 0,-6-5 62 15,0 1 74-15</inkml:trace>
  <inkml:trace contextRef="#ctx0" brushRef="#br0" timeOffset="-9903.97">21674 1037 0 0,'0'-4'9'0,"7"0"299"16,-7 4 74-16,0 4 44 0,0 0 31 0,-7 3 23 0,7 4 20 0,0 3 22 15,-6-3 20-15,6 8 18 0,-7-1 18 0,0 0-6 0,1 8-18 0,0 0-57 16,-8-1-78-16,2 5-64 0,-2-1-61 0,-5 4-29 0,-1 0-19 0,-6 4-21 15,0 3-225-15,1-3 0 0,-8 3 0 0,7 0 0 0,-7 4 0 16,-6-4 0-16,6 4 0 0,1 0 0 0,-7 0 0 0,6-3 0 0,-6-1 0 16,7-4 0-16,-1 1 0 0,1-4 0 0,6-4 0 0,0 0 0 15,-1-7 0-15,7-3 0 0,2-4 0 0,4-1 0 0,8-6-169 0,-1-1-229 16,1-3-65-16,6-4-42 0,0-4-31 0,6-3-12 0,1-1-2 16,-1 1 8-16,8-8 12 0,-8 4 24 0,6-4 27 0,8 1 38 15,-7-1 42-15,7 1 64 0,-8 3 76 0,8 0 93 0,0 3 100 0,-7 1 93 0,7 7 88 16,-8-4 81-16,2 8 76 0,5 0 52 0,-6 3 38 0,0 4 25 15,7 0 19-15,-7 4 10 0,0-1 8 0,0 4 2 0,-1 1-4 0,2-1-13 16,6 4-21-16,-7-3-30 0,-1 2-37 0,8 1-48 0,0-3-53 16,-1-1-34-16,1 1-27 0,0-5-21 0,5 1-15 0,1-1-17 0,0-6-15 15,0 3-13-15,1-4-14 0,-1-3-10 0,-1-1-7 0,9 1-7 16,-9-8-6-16,1 1-8 0,0-1-26 0,7-3 0 0,-7-4 0 16,0 3 0-16,-7-6 0 0,7 3 0 0,0-4-18 0,-6 1-29 0,-1-1-14 0,1-4-14 15,-7 5-15-15,7-5-17 0,-14 5-17 0,8-4-23 0,-2-1-26 16,-12 1-43-16,6 0-52 0,2-1-58 0,-8-3-61 0,0 0-54 0,0 0-49 15,0-3-27-15,-8-1-15 0,8-3 0 0,-6-1 8 0,0 1 13 16,0-4 15-16,-2-3 23 0,2-1 24 0,6 0 45 0,-6 1 53 0,-1-4 63 16,1-1 144-16</inkml:trace>
  <inkml:trace contextRef="#ctx0" brushRef="#br0" timeOffset="-9720.1">21981 963 0 0,'0'-11'119'0,"0"4"213"0,0 0 64 0,0-1 31 0,0 8 17 0,6-3 15 0,-6-1 13 16,0 4 11-16,0 0 11 0,6 0 11 0,0 4 12 0,2-1-27 15,-2-3-45-15,0 8-72 0,7-1-85 0,-6 0-69 0,6 0-59 0,-7 5-31 16,8-2-17-16,-2 1-23 0,-5 4-24 0,0 0-36 0,-1 0-41 0,1 3-65 16,-1-4-78-16,-6 5-103 0,0-5-113 0,0 5-76 0,0-5-53 15,0 5-29-15,-6-1-14 0,6-3-7 0,-7 3-3 0,1-3 6 0,6-1 11 16,-7 1 24-16,0-1 30 0,-5 2 54 0,4-2 67 0</inkml:trace>
  <inkml:trace contextRef="#ctx0" brushRef="#br0" timeOffset="35195.75">26442 5868 0 0,'0'0'65'0,"0"0"29"0,0 0 6 16,0 0 7-16,0 0 7 0,0 0-1 0,0 0-6 0,0 0-6 15,0 0-5-15,0 0-4 0,0-3-3 0,0 3-1 0,0 0-1 0,6 0 1 16,-6 0 4-16,0 0 3 0,0 0 5 0,0 0 6 0,0 0 7 0,0 0 9 16,0 0 11-16,0 0 11 0,0 0 11 0,0 0 10 0,0 0 10 15,0 0 10-15,0 0 11 0,0 0 11 0,0 0 9 0,-6 0 6 16,6 0 4-16,0 0-3 0,0 0-4 0,0 0-9 0,0 0-10 0,0 0-9 15,0 0-11-15,0 0-7 0,0 0-8 0,6-4-9 0,-6 4-11 16,7 0-13-16,-1 0-14 0,0 0-10 0,1 0-9 0,0 0-7 16,-1-4-6-16,7 4-3 0,-6 0-1 0,6-3-2 0,-7 3-1 0,7-4-5 15,0 0-4-15,1 4-6 0,-2-3-2 0,1-1-1 0,0 1-1 0,0-1-1 16,1 4-2-16,-2-4-1 0,2 1-1 0,5 3 0 0,-6-4 0 16,0 0-2-16,7 1-1 0,-7-1-1 0,0 0-2 0,6 4-2 15,1-3-1-15,-7-1-3 0,6 0-3 0,0 1-3 0,1 3-1 0,0-4-2 16,-1 4 0-16,1-4-1 0,0 1 0 0,-1 3 1 0,1 0-7 15,6-4-27-15,-7 4 0 0,7 0 0 0,0 0 0 0,0 0 0 16,1 0 0-16,-1 0 0 0,-1 0 0 0,9 0 0 0,-9 0 0 0,7 4 0 16,-6-4 0-16,7 0 0 0,-1 0 0 0,1 0 0 0,-1 3 0 0,2-3 0 15,-9 0 0-15,8 0 0 0,0 0 0 0,0 4 0 0,-1-4 0 16,1 0 0-16,-7 0 0 0,6 0 0 0,-6 0 0 0,6 4 0 16,-6-4 0-16,-6 3 0 0,6-3 0 0,-7 4 0 0,1 0 0 0,6-1 0 15,-13 1 0-15,7 0 0 0,0-1 0 0,-8-3 0 0,8 8 0 16,-7-5 0-16,7 1 0 0,-8 0 0 0,8-1 0 0,-7 1 0 15,7-1 0-15,-7 1 0 0,0 0 0 0,6-1 0 0,-5 1 0 0,5 0 0 16,-6-1 0-16,6 1 0 0,-5 0 0 0,6-1 0 0,-8 1 0 16,8 0 0-16,-7 0 0 0,-1-1 0 0,8 5 0 0,-7-5 0 0,0 1 0 15,0 0 0-15,7 3 0 0,-8-3 0 0,2 3 0 0,-1 0 0 16,0-3 0-16,0 3 0 0,-7 0 0 0,8 1 0 0,-2-5 0 0,-5 5 0 16,0 3 0-16,6-4 0 0,-7 0 0 0,0 1 0 0,1-1 0 0,-7 0 0 15,7 1 0-15,-1-1 0 0,-6 1 0 0,6 3 0 0,-6-4 0 0,0 0 0 16,0 0 0-16,7 4 0 0,-7 0 0 0,0-3 0 0,0 3 0 15,0 0 0-15,-7-4 0 0,7 4 0 0,0 0 0 0,0 0 0 0,0 0 0 16,0 0 0-16,-6 0 0 0,6 4 0 0,0-4 0 0,-6 0 0 16,6 3 0-16,0-3 0 0,-7 4 0 0,7-1 0 0,0 1 0 0,0 0 0 15,-7 0 0-15,7 3 0 0,0-3 0 0,-6 3 0 0,6-4 0 0,0 5 0 16,0-1 0-16,-6 1 0 0,6 3 0 0,0-4 0 0,-7 0 0 0,7 4 0 16,0-4 0-16,-6 4 0 0,6 0 0 0,-7-3 0 0,7 3 0 15,0 0 0-15,-7-1 0 0,7 5 0 0,0-4 0 0,-6 0 0 0,6 0 0 16,0 4 0-16,0-4 0 0,0 3 0 0,-6-3 0 0,6 4 0 15,0 0 0-15,0-1 0 0,-8 1 0 0,8-1 0 0,0 2 0 0,0 2 0 16,0-4 0-16,0 4 0 0,0 1 0 0,-6-5 0 0,6 5 0 0,0-1 0 16,0 0 0-16,0-3 0 0,0 3 0 0,0 1 0 0,0-5 0 15,0 4 0-15,0 1 0 0,0-2 0 0,0 3 0 0,6-2 0 0,-6 0 0 16,0 0 0-16,0 0 0 0,8 1 0 0,-8-1 0 0,0 4 0 16,0-4 0-16,6 1 0 0,-6 3 0 0,0 0 0 0,0 0 0 0,0 0 0 15,0 0 0-15,0 0 0 0,0 0 0 0,0 3 0 0,0-2 0 0,0-2 0 16,0 5 0-16,0-4 0 0,0 4 0 0,-6-4 0 0,6 3 0 15,0-3 0-15,0 3 0 0,0 1 0 0,-8 0 0 0,8 0 0 0,0 0 0 16,-6-1 0-16,6 5 0 0,0-5 0 0,0 1 0 0,-6 3 0 0,6-3 0 16,0 3 0-16,-6 0 0 0,6-3 0 0,0 3 0 0,-7-4 0 15,7 5 0-15,0-5 0 0,-7 5 0 0,7-1 0 0,-6-3 0 0,6 3 0 16,-7 0 0-16,7 1 0 0,-6 3 0 0,0-4 0 0,6 0 0 0,-8 1 0 16,2 2 0-16,6-2 0 0,-6-1 0 0,0 0 0 0,-1 1 0 15,7-1 0-15,-7 4 0 0,1-8 0 0,-1 8 0 0,1-3 0 16,6-1 0-16,-7 0 0 0,0 1 0 0,1 3 0 0,6-4 0 0,-6 1 0 15,0 2 0-15,-2-2 0 0,8-1 0 0,-6 4 0 0,0-4 0 0,-1 0 0 16,1 0 0-16,-1 1 0 0,0 3 0 0,1-4 0 0,6 1 0 16,-6-2 0-16,0 2 0 0,-2-1 0 0,2 1 0 0,-7-1 0 0,6 4 0 0,1-4 0 15,-1 4 0-15,1-4 0 0,0 5 0 0,-1-1 0 0,-6-1 0 16,7-2 0-16,-1 3 0 0,0 0 0 0,1-1 0 0,-7 2 0 16,7-1 0-16,-1-1 0 0,0 2 0 0,1-2 0 0,0 1 0 0,-2 1 0 15,2 2 0-15,-7-3 0 0,7 0 0 0,-1 4 0 0,0-5 0 0,1 4 0 16,0-2 0-16,-8 3 0 0,8-5 0 0,0 2 0 0,-1-1 0 15,-6-1 0-15,6 2 0 0,1 2 0 0,0-3 0 0,-8 0 0 0,8 0 0 16,0 0 0-16,-8 3 0 0,8-2 0 0,-1 3 0 0,1-5 0 16,-7 5 0-16,6-4 0 0,-5 0 0 0,4 3 0 0,-4-3 0 0,5 4 0 15,-6-4 0-15,7 0 0 0,-7 0 0 0,7-1 0 0,-8-2 0 0,1 3 0 16,6 0 0-16,-5 0 0 0,-1 0 0 0,-1-4 0 0,2 4 0 16,-2-4 0-16,8 1 0 0,-7-1 0 0,0 0 0 0,0 1 0 0,7-1 0 15,-8-3 0-15,2 3 0 0,5-4 0 0,-6 5 0 0,6-4 0 0,-5-1 0 16,4 1 0-16,-4-1 0 0,5 1 0 0,1 0 0 0,-7-1 0 0,6-2 0 15,1 2 0-15,-8-3 0 0,8 0 0 0,-7 3 0 0,6-6 0 16,-5 3 0-16,5-4 0 0,-6 4 0 0,0-8 0 0,7 5 0 0,-8-5 0 16,2 1 0-16,5 0 0 0,-6-1 0 0,0 1 0 0,-1-4 0 15,2 0 0-15,-1-4 0 0,0 4 0 0,-7-3 0 0,7-1 0 0,1 1 0 16,-2-1 0-16,1-4 0 0,0 1 0 0,-6 0 0 0,5-4 0 16,2 3 0-16,-2-3 0 0,1 0 0 0,1 0 0 0,-2 1 0 0,2-6 0 15,-2 6 0-15,1-5 0 0,7 0 0 0,-8 1 0 0,8-1 0 0,-6 0 0 16,4-3 0-16,-4 3 0 0,5 1 0 0,1-5 0 0,-8 4 0 15,8-3 0-15,0 0 0 0,0-1 0 0,-8 1 0 0,8 0 0 0,-1-4 0 16,0 3 0-16,1 1 0 0,-7-4 0 0,7 4 0 0,-8-4 0 16,8 3 0-16,-7-3 0 0,0 4 0 0,0-4 0 0,0 0 0 0,0 4 0 0,-1-4 0 15,-5 0 0-15,0 3 0 0,6-3 0 0,-7 4 0 0,1-4 0 16,-1 0 0-16,0 4 0 0,1-4 0 0,-7 3 0 0,6-3 0 0,-6 0 0 16,0 5 0-16,1-5 0 0,-2 0 0 0,1 0 0 0,0 0 0 15,-6 0 0-15,5 0 0 0,1 0 0 0,-6 0 0 0,5 0 0 0,-5 0 0 16,-1-5 0-16,7 5 0 0,-6 0 0 0,-1-3 0 0,1 3 0 0,-1 0 0 15,1-4 0-15,-7 4 0 0,6-4 0 0,-5 4 0 0,-2-3 0 16,1 3 0-16,-6-4 0 0,5 4 0 0,-5 0 0 0,-1-4 0 0,1 4 0 16,-1 0 0-16,-6 0 0 0,6 0 0 0,-6 0 0 0,0 0 0 15,0 0 0-15,-1 0 0 0,2 0 0 0,-1 0 0 0,-1-3 0 0,2 3 0 16,-8 0 0-16,0-4 0 0,7 4 0 0,-7 0 0 0,1 0 0 16,6-4 0-16,-7 4 0 0,1 0 0 0,-1-3 0 0,0 3 0 0,-6 0 0 15,13-4 0-15,-13 4 0 0,6 0 0 0,0 0 0 0,-6 0 0 0,7 0 0 16,-7 0 0-16,0 0 0 0,0 4 0 0,6-4 0 0,-6 3 0 0,0-3 0 15,0 4 0-15,0-4 0 0,6 4 0 0,-6-4 0 0,-1 3 0 16,1-3 0-16,0 4 0 0,0-4 0 0,6 0 0 0,-6 4 0 0,0-4 0 16,0 0 0-16,7 0 0 0,-7 0 0 0,6 0 0 0,-6 0 0 15,6-4 0-15,-6 4 0 0,6-4 0 0,-6 1 0 0,7 3 0 0,-7-4 0 16,6 0 0-16,-6 1 0 0,6-1 0 0,-6 0 0 0,7-3 0 0,-7 3 0 16,6 1 0-16,-6-1 0 0,6-3 0 0,-6 3 0 0,6 1 0 15,-6-1 0-15,0 0 0 0,7 0 0 0,-7 1 0 0,6 3 0 0,-6-4 0 16,-1 4 0-16,1-3 0 0,6 3 0 0,-6-4 0 0,0 4 0 15,6 0 0-15,-6-4 0 0,0 4 0 0,7 0 0 0,-7-3 0 0,0 3 0 16,0 0 0-16,6-4 0 0,-6 4 0 0,0-4 0 0,6 4 0 0,-6-3 0 16,6 3 0-16,-6-4 0 0,-1 0 0 0,9 0 0 0,-9 1 0 0,8-5 0 15,-8 6 0-15,1-3 0 0,6 1 0 0,-6-3 0 0,0 3 0 16,7-3 0-16,-7-1 0 0,-1 5 0 0,8-4 0 0,-7 0 0 16,0 3 0-16,0-3 0 0,0 3 0 0,0-3 0 0,6 3 0 0,-13 0 0 15,7-3 0-15,0 3 0 0,0 1 0 0,0-1 0 0,0 1 0 0,0 3 0 16,0-4 0-16,-1 0 0 0,1 4 0 0,-7-3 0 0,7 3 0 0,0-4 0 15,0 4 0-15,-7 0 0 0,7 0 0 0,-6 0 0 0,6 0 0 16,-8 0 0-16,8 0 0 0,-6 4 0 0,0-4 0 0,-2 3 0 0,8-3 0 16,-6 4 0-16,0-4 0 0,-2 4 0 0,2-4 0 0,0 3 0 0,-2 1 0 15,2-1 0-15,0-3 0 0,-2 4 0 0,2 0 0 0,0-1 0 16,-2-3 0-16,2 4 0 0,0 0 0 0,-8-1 0 0,8 1 0 0,-1 0 0 16,0-1 0-16,-5 1 0 0,4 0 0 0,2-1 0 0,-8 1 0 0,8 0 0 15,-6-1 0-15,4 0 0 0,2 2 0 0,-8-2 0 0,8 4 0 16,0-3 0-16,-2 0 0 0,2-1 0 0,0 1 0 0,-2 3 0 15,2-7 0-15,0 8 0 0,6-5 0 0,-8 1 0 0,8 0 0 0,-6-4 0 16,6 4 0-16,0-1 0 0,0 1 0 0,-1-4 0 0,1 4 0 0,0-1 0 16,0-3 0-16,0 4 0 0,0 0 0 0,6-4 0 0,-6 3 0 0,7 1 0 15,-7-1 0-15,6-3 0 0,0 4 0 0,0 0 0 0,1 0 0 16,-1-1 0-16,0 1 0 0,2 0 0 0,-2-1 0 0,0 1 0 0,0-1 0 16,1 1 0-16,5 0 0 0,-5-1 0 0,6 1 0 0,-7 0 0 15,7-1 0-15,-7 1 0 0,7 0 0 0,0-4 0 0,0 3 0 0,0 1 0 16,0-4 0-16,0 0 0 0,-1 4 0 0,2-4 0 0,-1 0 0 0,6 0 0 15,-6 0 0-15,0 0 0 0,7 0 0 0,-8 0 0 0,7 0 0 16,-5 3 0-16,5-3 0 0,0 0 0 0,0 0 0 0,1 0 0 0,-7 0 0 16,7 0 0-16,5 0 0 0,-5 0 0 0,-1 4 0 0,1-4 0 0,6 0 0 15,-7 0 0-15,7 0 0 0,0 0 0 0,-1 0 0 0,1 0 0 16,1-4 0-16,5 4 0 0,-7 0 0 0,8-3 0 0,-1 3 0 0,7-4 0 16,-6 0 0-16,6 4 0 0,-6-3 0 0,6-1 0 0,-1-3 0 0,1 3 0 15,6-3 0-15,-6 3 0 0,7-3 0 0,-1 3 0 0,1-3 0 16,0 0 0-16,-1 3 0 0,1-4 0 0,-1 1 0 0,7 0 0 0,-7 0 0 15,8 3 0-15,-2-3 0 0,-5-1 0 0,6 4 0 0,0-2 0 16,-1 1 0-16,-5 3 0 0,6-7 0 0,0 6 0 0,0-1 0 0,-6 4 0 16,5-4 0-16,2 1 0 0,-2 3 0 0,-5-4 0 0,5 4 0 0,2 0 0 15,-8-3 0-15,7 3 0 0,0 0 0 0,0 0 0 0,1 0 0 16,-2 0 0-16,1 0 0 0,0 0 0 0,0 0 0 0,7 0 0 0,-8 0 0 16,8 0 0-16,-7 0 0 0,6-5 0 0,1 5 0 0,-1 0 0 15,1 0 0-15,6 0 0 0,-6-3 0 0,6 3 0 0,-8 0 0 0,8-3 0 16,-6 3 0-16,6-4 0 0,0 4 0 0,-6-4 0 0,6 4 0 0,0-3 0 15,0 3 0-15,0-4 0 0,-6 4 0 0,6-4 0 0,0 4 0 16,0 0 0-16,0 0 0 0,0-3 0 0,0 3 0 0,0 0 0 16,0 0 0-16,0 0 0 0,0 0 0 0,0 0 0 0,0 0 0 0,0 0 0 15,0 0 0-15,0-4 0 0,0 4 0 0,0-4 0 0,0 4 0 16,0-3 0-16,6-1 0 0,-6 0 0 0,0 1 0 0,0-1 0 0,0 0 0 16,6-3 0-16,-6 4 0 0,0-5 0 0,6 5 0 0,-6-5 0 15,0 5 0-15,8-2 0 0,-8-2 0 0,0 0 0 0,6 3 0 0,-6 2 0 16,6-7 0-16,-6 2 0 0,0 0 0 0,7-1 0 0,-1 1 0 15,-6 0 0-15,7-1 0 0,-7 1 0 0,7-4 0 0,-1 4 0 16,-6-4 0-16,6 0 0 0,2 0 0 0,-2 0 0 0,-6 0 0 0,6-4 0 16,0 4 0-16,1 0 0 0,0-3 0 0,-7-1 0 0,6 4 0 0,1-4 0 15,-7 1 0-15,6-1 0 0,-6 1 0 0,6-2 0 0,-6 2 0 16,8-4 0-16,-8-1 0 0,6 1 0 0,-6-4 0 0,0 4 0 16,0-4 0-16,0 0 0 0,6 0 0 0,-6 0 0 0,0 0 0 0,0 0 0 15,0 0 0-15,0 0 0 0,0 3 0 0,0-2 0 0,0 2 0 16,0 1 0-16,0 0 0 0,0 0 0 0,0 2 0 0,0-2 0 15,0 4 0-15,0-1 0 0,0-3 0 0,0 3 0 0,0 1 0 0,0-1 0 16,0 0 0-16,0 1 0 0,0-1 0 0,0 0 0 0,0 0 0 0,0-3 0 16,0 4 0-16,0-1 0 0,0-3 0 0,0-1 0 0,0 4 0 15,0-3 0-15,0 0 0 0,0 0 0 0,0-1 0 0,0 5 0 16,6-5 0-16,-6 1 0 0,0 4 0 0,0-5 0 0,7 1 0 0,-7 3 0 16,0 0 0-16,0 1 0 0,0 3 0 0,7-4 0 0,-7 4 0 0,0-3 0 15,0 3 0-15,0-1 0 0,0 1 0 0,0 0 0 0,6-3 0 16,-6 3 0-16,0 4 0 0,0-4 0 0,0-4 0 0,0 4 0 15,0 0 0-15,0 0 0 0,0 0 0 0,7 0 0 0,-7 0 0 0,0 0 0 16,0 0 0-16,0 0 0 0,0 0 0 0,0 0 0 0,0 0 0 16,0 0 0-16,0 0 0 0,0 4 0 0,6-4 0 0,-6 0 0 15,0 4 0-15,0-4 0 0,0 3 0 0,0 1 0 0,0-4 0 0,0 3 0 16,0 1 0-16,0 0 0 0,0-1 0 0,0-3 0 0,0 4 0 16,0 0 0-16,0 0 0 0,0-4 0 0,0 3 0 0,0-3 0 0,0 0 0 15,0 4 0-15,0-4 0 0,0 0 0 0,0 0 0 0,0 0 0 16,0 0 0-16,0 0 0 0,0 0 0 0,0-4 0 0,0 4 0 0,0-3 0 15,0 3 0-15,0-4 0 0,0 0 0 0,0 1 0 0,0 3 0 16,0-4 0-16,0 0 0 0,-6 1 0 0,6 3 0 0,0 0 0 16,0-4 0-16,0 4 0 0,0 0 0 0,0 4 0 0,0-4 0 0,0 3 0 15,0 1 0-15,0 0 0 0,0-1 0 0,0 1 0 0,0 0 0 16,0-1 0-16,0 1 0 0,0 0 0 0,0 0 0 0,0-1 0 16,0 1 0-16,0 0 0 0,0-1 0 0,6 1 0 0,-6 2 0 0,0-1 0 15,0-1 0-15,0 0 0 0,0 2 0 0,0-2 0 0,0 0 0 16,0 3 0-16,0-3 0 0,0 0 0 0,0-1 0 0,0 1 0 0,0 3 0 15,0-3 0-15,0 0 0 0,0-1 0 0,0 1 0 0,0 0 0 16,0 3 0-16,0-3 0 0,0-1 0 0,0 1 0 0,0 0 0 0,0 2 0 16,0-2 0-16,0 1 0 0,0 1 0 0,0-2 0 0,0 4 0 15,0-5 0-15,0 5 0 0,0-5 0 0,0 5 0 0,0-1 0 0,0-3 0 16,7 3 0-16,-7-3 0 0,0 3 0 0,0 0 0 0,0 1 0 16,0-4 0-16,0 3 0 0,0 0 0 0,7 1 0 0,-7-1 0 0,0 0 0 15,0 4 0-15,0-3 0 0,0 3 0 0,0 0 0 0,0 0 0 16,0 0 0-16,0 0 0 0,0 0 0 0,0 0 0 0,0 0 0 15,0 0 0-15,0 0 0 0,0 0 0 0,0 0 0 0,0 0 0 0,0 0 0 16,0 0 0-16,0 0 0 0,0 0 0 0,0 0 0 0,0 0 0 0,0 0 0 16,0 0 0-16,0-4 0 0,0 4 0 0,0-4 0 0,0 4 0 15,0-3 0-15,0 3 0 0,0-4 0 0,6 4 0 0,-6-4 0 16,0 4 0-16,0-3 0 0,0 3 0 0,0 0 0 0,0 0 0 0,0 0 0 16,0 0 0-16,0 0 0 0,0 0 0 0,0 0 0 0,0 0 0 15,0 0 0-15,0 0 0 0,0 0 0 0,0 0 0 0,0 0 0 0,0 0 0 16,0 0 0-16,0 0 0 0,0 0 0 0,6-4 0 0,-6 4 0 15,0-4 0-15,0 1 0 0,0 3 0 0,6-5 0 0,-6 2 0 0,8-4 0 16,-8 3 0-16,0 0 0 0,6 1 0 0,-6-5 0 0,0 5 0 16,6-1 0-16,-6 0 0 0,0 1 0 0,0-1 0 0,0 4 0 15,7-4 0-15,-7 1 0 0,0 3 0 0,0 0 0 0,0 0 0 0,0 0 0 16,0 0 0-16,0 0 0 0,0 0 0 0,0 0 0 0,0 0 0 16,0 0 0-16,0 0 0 0,0 0 0 0,0 0 0 0,0 0 0 0,0 0 0 15,0 0 0-15,0 0 0 0,0 0 0 0,0 0 0 0,0 0 0 16,0-3 0-16,0 3 0 0,0 0 0 0,0 0 0 0,0 0 0 0,0 0 0 15,0 0 0-15,0 0 0 0,0 0 0 0,0 0 0 0,0 0 0 16,0 0 0-16,0 0 0 0,0 0 0 0,0 0 0 0,0 0 0 16,0 0 0-16,0 0 0 0,0 0 0 0,0 0 0 0,0 0 0 0,0 0 0 15,0 0 0-15,0 0 0 0,0 0 0 0,0 0 0 0,0 0 0 16,0 0 0-16,0 0 0 0,0 0 0 0,0 0 0 0,0 0 0 0,0 0 0 16,0-4 0-16,0 4 0 0,0 0 0 0,0 0 0 0,0 0 0 15,0 0 0-15,0-4 0 0,0 4 0 0,0 0 0 0,6-4 0 16,-6 4 0-16,0-3 0 0,0 3 0 0,0-4 0 0,0 4 0 0,0-4 0 15,0 1 0-15,0 3 0 0,0-4 0 0,0 4 0 0,7-3 0 16,-7 3 0-16,0 0 0 0,0 0 0 0,0 0 0 0,0 0 0 0,0 0 0 16,0 0 0-16,0 0 0 0,0-4 0 0,0 4 0 0,0 0 0 15,0 0 0-15,0 0 0 0,0 0 0 0,0 0 0 0,0 0 0 0,0 0 0 16,0 0 0-16,0 0 0 0,0-4 0 0,0 4-183 0,0-4-148 16,0 4-44-16,0-3-53 0,0 3-58 0,0 0-50 0,0 0-45 0,0 0-12 15,0 0 7-15,0 3 15 0,0 1 21 0,0 4 22 0,0 2 24 16,-7 1 28-16,1 1 32 0,-7 2 48 0,7 4 58 0,-8 0 68 15,2 1 255-15</inkml:trace>
  <inkml:trace contextRef="#ctx0" brushRef="#br0" timeOffset="39229.16">11123 12364 0 0,'-6'4'163'16,"0"-1"117"-16,-8 5 43 0,8-5 43 0,-1 5 44 0,1-5 30 16,-1 1 24-16,0-4 18 0,1 4 17 0,6-4 13 0,-6 0 13 15,6 0-42-15,0 0-68 0,0 0-52 0,0 0-44 0,0 0-37 0,0 0-35 16,0 0-36-16,0-4-37 0,6 4-24 0,0-4-15 0,1 1-11 15,0-1-8-15,-1 0-8 0,7-3-7 0,1 3-6 0,-2-3-4 0,8 0-3 16,-1-2-4-16,1 7-3 0,0-6-21 0,-1 1-60 0,7 4 0 16,-6-5 0-16,6 4 0 0,-7 0 0 0,1 1 0 0,6-1 0 15,-7 0 0-15,1 1 0 0,0 3 0 0,-1-4 0 0,1 4 0 0,-8 0 0 16,2 0 0-16,5 4 0 0,-6-4 0 0,-6 0 0 0,5 3 0 0,-5-3 0 16,6 4 0-16,-7-4 0 0,-6 4 0 0,8-4-109 0,-2 3-42 15,-6-3-23-15,0 0-29 0,0 4-42 0,0-4-50 0,-6 4-52 16,-2-4-51-16,2 3-33 0,0-3-25 0,-1 5-15 0,0-5-9 0,-5 3-5 15,-1 1-3-15,-1-4-1 0,2 3 5 0,-2 1 17 0,2 0 24 16,-8-2 41-16,7 3 51 0,-7-1 56 0,8-1 60 0,-8 1 45 16,7 0 88-16</inkml:trace>
  <inkml:trace contextRef="#ctx0" brushRef="#br0" timeOffset="39462.12">11261 12397 0 0,'-14'0'91'0,"1"4"49"0,7-4 24 16,-8 0 29-16,8 0 31 0,0 0 35 0,0 0 38 0,-2 0 37 16,2 0 37-16,0-4 19 0,-1 4 9 0,7 0 3 0,-7-4 2 0,7 4-3 15,-6 0-2-15,6 0-10 0,0 0-15 0,0-3-20 0,0 3-25 16,0 0-32-16,-7 3-32 0,7-3-43 0,0 4-48 0,0-4-31 0,0 7-20 15,7-3-15-15,-7 4-10 0,0-2-9 0,6 5-8 0,-6 4-6 16,7 0-5-16,0 3-4 0,-7 1-6 0,6 3-3 0,0 3-3 0,2 1-5 16,-8 3-1-16,6-3-5 0,0 3-6 0,-6 4-6 0,6-4-7 0,-6 1-4 15,7-1-6-15,-7 4-5 0,0-4-2 0,7 0-3 16,-7 1-4-16,0-1-8 0,0 0-10 0,0 1-11 0,0-1-15 0,0-4-15 16,0 1-16-16,-7-4-19 0,7 0-19 0,0-3-23 0,-7-1-23 0,7 0-39 15,0-7-44-15,0 4-58 0,0-8-61 0,0 1-50 0,-6-1-43 16,6-7-37-16,0 0-34 0,0 0-8 0,0 0 4 0,-6-7 13 0,6-1 16 15,0-3 21-15,-6 0 23 0,6-4 38 0,0 1 43 0,0-4 59 16,0-1 64-16</inkml:trace>
  <inkml:trace contextRef="#ctx0" brushRef="#br0" timeOffset="39629.15">11196 12939 87 0,'-8'-14'214'15,"8"-2"38"-15,0 6 38 0,0 2 49 0,0 1 50 0,0 0 36 16,8 3 29-16,-8-3 18 0,6 3 17 0,-6 0-15 0,6-3-33 0,0 3-28 16,8 1-24-16,-8-1-29 0,7 0-31 0,1-3-34 0,-2 4-32 15,1-1-45-15,7-3-50 0,0 3-34 0,-2-3-25 0,2-1-20 16,0 1-15-16,-1 0-13 0,1-1-10 0,6 5-11 0,-7-5-11 0,1 1-17 15,0 0-20-15,-1-1-22 0,1 1-25 0,-8-1-37 0,8 1-42 16,-7 0-68-16,0 0-78 0,0 3-80 0,1-3-80 0,-2 3-51 0,-5-3-36 16,0 3-15-16,-1-3-8 0,-6 3 6 0,7-3 10 0,-7 3 17 15,6-3 19-15,-6-1 34 0,6 5 41 0,-6-8 64 0,7 4 78 0</inkml:trace>
  <inkml:trace contextRef="#ctx0" brushRef="#br0" timeOffset="39879.37">11924 12111 0 0,'0'4'215'0,"7"-4"75"16,-7 3 28-16,0 1 39 0,0 0 44 0,0-4 34 0,7 7 27 15,-7-3 25-15,6 0 20 0,0 3 18 0,1 0 16 0,-1 4-45 16,1 0-74-16,0 0-54 0,-1 4-46 0,0-1-27 0,2 5-19 0,-2-1-35 16,-6 4-39-16,6 0-32 0,-6 0-25 0,0 6-23 0,0-1-19 15,0 6-18-15,0-4-15 0,-6 8-11 0,0-4-9 0,-2 3-9 0,2-3-8 16,0 4-12-16,-1 0-14 0,0-4-16 0,1-1-19 0,-1-2-19 15,1-1-23-15,0-3-23 0,-1-4-27 0,7-4-37 0,-7 0-42 0,7-3-57 16,-6-4-62-16,6-4-60 0,0-3-63 0,0-4-53 0,0 0-50 16,0-4-17-16,6-3-1 0,-6-4 12 0,0-4 15 0,7 1 22 15,-7-8 23-15,7 0 37 0,-7 0 43 0,6-7 55 0,-6 3 61 0</inkml:trace>
  <inkml:trace contextRef="#ctx0" brushRef="#br0" timeOffset="40346.14">11963 12283 0 0,'0'-18'8'0,"-6"0"227"16,6-1 45-16,-7 1 54 0,7 4 60 0,0 3 40 0,0-4 30 0,0 4 25 15,0 0 19-15,7 0 18 0,-1 0 16 0,1 0-18 0,0 4-39 16,-1-1-38-16,8-3-39 0,-2 8-36 0,8-5-36 0,-7 1-46 0,7 0-53 16,-2 3-34-16,2 0-27 0,0 1-19 0,-1-2-14 0,7 2-15 15,-6 3-57-15,7 0-71 0,-9 0 0 0,2 0 0 0,7 0 0 16,-9 3 0-16,2 2 0 0,0-2 0 0,-1 1 0 0,1 3 0 0,-1-3 0 16,-5 3 0-16,4-3 0 0,-4 3 0 0,-1 1 0 0,0-1 0 15,-6 0 0-15,5 0 0 0,-5 1 0 0,0 3 0 0,-7-4 0 0,0 0 0 16,0 4 0-16,0 0 0 0,0 1 0 0,-7-1 0 0,-6 0 0 15,7 3 0-15,-7 1 0 0,-1-4 0 0,-6 3 0 0,2 1 0 16,-2 0 0-16,1 3 0 0,-7-4 0 0,6 1 0 0,-7 0 0 0,1 3 0 16,1-3 0-16,-1 0 0 0,0-5 0 0,6 5 0 0,-6-4 0 15,7 0 0-15,-1 0 0 0,0-4 0 0,7 1 0 0,1-1 0 0,-2-3 0 16,8 0 0-16,-7-1 0 0,6-3 0 0,7 4 0 0,-7-4 0 16,7 0 0-16,0 0 0 0,0 0 0 0,0 0 0 0,7 0 0 0,-7 4 0 15,7-4 0-15,-1 3 0 0,1-3 0 0,5 4 0 0,2 0 0 16,-2-1 0-16,2 1 0 0,-1 0 0 0,7 3 0 0,-1-4 0 15,0 5 0-15,-6-1 0 0,7 0 0 0,0 5 0 0,-1-5 0 0,1 4 0 16,0-4 0-16,-2 4 0 0,2 0 0 0,0 0 0 0,-1-3 0 0,-5 2 0 16,5 1 0-16,-6 0 0 0,0 0 0 0,-1-3 0 0,2 3 0 15,-8-4 0-15,1 4 0 0,0 0 0 0,-1-4 0 0,1 4 0 16,-7-3 0-16,0 2 0 0,0 2 0 0,-7-5 0 0,1 4 0 0,-1 0 0 16,-6 0 0-16,-1 0 0 0,-4 0 0 0,-2 3 0 0,1-3 0 0,-7 0 0 15,-1 4 0-15,-5-4 0 0,-1 3 0 0,-5-2 0 0,-2 3 0 16,-5-5 0-16,5 5 0 0,-5 0 0 0,0-4 0 0,-2 0-477 0,2 3-354 15,-1-2-1-15,1-2 15 0,5-3 27 0,-5 5 32 0,6-1 39 16,0 0 39-16,0 0 48 0,6 0 51 0,1 0 75 0,6 0 86 16</inkml:trace>
  <inkml:trace contextRef="#ctx0" brushRef="#br0" timeOffset="126845.62">29679 6077 0 0,'6'0'47'16,"0"0"172"-16,-6 4 20 0,0 0 22 0,0-1 22 0,0 5 33 15,-6-1 37-15,6 0 36 0,-6 4 38 0,-2 0 23 0,2 0 17 0,0 4-27 16,0-1-52-16,-1 5-40 0,-6-1-37 0,0 4-22 0,-1 4-15 0,2-4-19 15,-8 3-19-15,1 1-30 0,5 0-34 0,-12 3-37 0,7-3-35 16,-1 3-23-16,0 1-17 0,-5-1-12 0,-1 0-9 0,0 0-8 16,0 4-7-16,-1-3-7 0,9-1-8 0,-15 0-10 0,7 4-10 0,6-4-11 15,-6 1-10-15,0-5-12 0,7 1-9 0,-1 0-18 0,0-4-21 16,7-4-33-16,1-3-41 0,-2-1-48 0,8-3-55 0,-1 0-46 16,7-3-38-16,-6-5-21 0,12-3-9 0,-6 0-1 0,7 0 3 0,-1-3 7 15,8-5 7-15,-2 4 17 0,1-3 20 0,7 0 34 0,-7 0 39 0,6-4 53 16,1 4 57-16,-1 2 54 0,1-1 50 0,-6 1 37 0,4 3 30 15,2 2 26-15,-7 0 23 0,1 2 30 0,-2 3 34 0,1 1 33 16,-6 2 35-16,-1 0 40 0,1 2 43 0,-1 5 26 0,1 0 19 0,-7-1 9 16,0 5 5-16,0 2-1 0,0 1-3 0,0 1-8 0,-7 2-12 15,1-3-22-15,6 3-27 0,-7 1-28 0,1 0-31 0,-1 0-35 0,0-1-38 16,1 1-28-16,0 0-19 0,0-1-15 0,-8 1-12 0,8-4-9 16,-1 4-9-16,1-1-7 0,-8-3-6 0,8 0-7 0,0 0-5 0,0-3-13 15,-2-1-15-15,2-3-19 0,0-5-22 0,6 1-24 16,0-4-25-16,0-3-42 0,6-8-50 0,0 1-65 0,8-4-74 0,-2-4-61 15,2-7-55-15,-1 0-39 0,7-9-31 0,5-2-9 0,-5-4 3 0,6-3 11 16,0-1 16-16,7-7 20 0,-7 0 23 0,0 0 41 0,-1 0 49 16,1 0 65-16,1-3 123 0</inkml:trace>
  <inkml:trace contextRef="#ctx0" brushRef="#br0" timeOffset="127045.02">29861 6389 0 0,'13'-4'81'0,"-7"0"148"0,0 4 24 0,2 0 36 16,-2 4 41-16,0 0 43 0,-6 3 46 0,7 0 28 0,0 1 20 0,-1 3 12 15,0 0 11-15,1 0-39 0,-7 4-61 0,13-4-44 0,-6 3-36 16,-1 1-28-16,0-5-23 0,1 5-35 0,0 0-39 0,6-4-45 0,-7 0-45 16,7 0-32-16,-6 0-27 0,5 0-24 0,-4 0-27 0,-2-4-38 15,7 1-45-15,-7-1-58 0,1 0-64 0,-1-3-61 0,1 3-58 16,-7-3-52-16,6 0-44 0,-6 2-33 0,0-1-23 0,-6 2-6 16,6 0-1-16,-7 0 10 0,1 1 15 0,-7-1 30 0,6 4 39 0,-5 0 53 15,-8-4 61-15,6 4 60 0,-5 1 201 0</inkml:trace>
  <inkml:trace contextRef="#ctx0" brushRef="#br0" timeOffset="127244.27">29809 6839 0 0,'-20'8'140'0,"1"-5"43"0,5 1 26 0,-5 0 34 16,6-1 39-16,0-3 42 0,7 0 41 0,-8 0 33 0,14 0 27 0,-6 0-1 16,6-3-19-16,0 3-21 0,6-4-23 0,-6-3-15 0,14 3-11 15,-8 0-15-15,7 1-20 0,0-5-30 0,6 1-34 0,1 0-39 0,-1-1-37 16,7-3-29-16,-6 4-26 0,6 0-17 0,1-4-12 0,-1 4-9 16,6-4-10-16,-6-1-9 0,0 5-8 0,0-4-7 0,0 0-6 0,7 4-5 15,-7-4-5-15,-7 3-9 0,7 1-12 0,-6 0-14 0,0 0-17 16,-1-1-19-16,1 5-21 0,-8-1-27 0,-4-3-31 0,-2 7-32 15,0-4-37-15,0 4-44 0,-6 0-52 0,0 0-41 0,0 4-34 0,-6-1-20 16,0 1-12-16,-8 3-6 0,2 1-6 0,-2 3-1 0,-5-1-3 0,-1 5 12 16,-6 0 18-16,7 3 28 0,-7 1 31 0,-7-1 45 0,7 4 50 15,-6 0 41-15,-1 0 34 0,1 3 26 0,-1-2 132 0</inkml:trace>
  <inkml:trace contextRef="#ctx0" brushRef="#br0" timeOffset="127861.58">29776 6997 0 0,'-26'18'103'0,"6"-3"39"16,8 0 9-16,-1-1 14 0,-1-3 18 0,8-3 25 0,6-2 30 15,0 2 35-15,6-4 34 0,8-4 13 0,-1 0 1 0,-1 0-2 0,8-4-2 16,0 1-4-16,-1-2-6 0,7-1-4 0,0-2-2 0,0 1-10 15,1-4-15-15,-1 0-24 0,-1 4-29 0,1-5-34 0,1 1-35 0,-1 4-33 16,0-4-34-16,-7 0-30 0,7 4-28 0,-6-4-28 0,-1 4-29 16,-6-1-32-16,7 5-36 0,-7-5-39 0,0 4-39 0,-6 1-38 15,-1-1-37-15,0 4-30 0,-6 0-25 0,0 0-18 0,0 0-15 0,-6 4-9 16,0 3-8-16,-1-3 6 0,-6 3 9 0,7 4 21 0,-14 0 24 16,7 0 29-16,0 4 34 0,-6-4 34 0,-1 8 35 0,0-5 28 15,-5 4 24-15,5-3 20 0,-6 3 18 0,-1 0 22 0,1 1 24 0,7-1 22 16,-7 0 23-16,0 1 20 0,6-4 20 0,1-1 16 0,5-3 13 15,-5 0 10-15,6 0 9 0,7-4 16 0,6-3 23 0,-7 0 25 0,14-1 29 16,-7 0 22-16,12-3 14 0,-5 0 13 0,6-3 8 0,7 0 5 16,-1-1 3-16,1 0 3 0,0-3 6 0,-1 0 1 0,7-1 0 0,-6 1-13 15,6 0-18-15,-1-4-27 0,-5 4-30 0,6-4-29 0,-6 3-27 16,5 1-23-16,-5-4-22 0,0 3-17 0,-1 1-15 0,-5 0-16 0,5 3-15 16,-6-3-18-16,0 3-19 0,-7 0-15 0,8 0-15 0,-8 4-13 15,-6-3-11-15,6 3-11 0,-6 0-10 0,0 3-9 0,-6 1-8 16,0 0-4-16,-1 0-2 0,0 3 0 0,1 0 1 0,-7 4 10 0,0 0 12 15,0 1 12-15,-7-1 11 0,7 3 12 0,-6-3 10 0,6 4 11 16,-7-1 9-16,1 1 8 0,-1 0 9 0,0-1 9 0,1 2 12 0,0-3 15 16,-1 7 16-16,1-6 17 0,5 0 17 0,-5-3 9 0,13 4 8 15,-8-4 4-15,2 3 2 0,12-6 2 0,-8 3 0 0,2-4 0 0,6 0 1 16,6 1-4-16,-6-5-4 0,8 5-12 0,4-4-11 0,-5-4-15 16,6 3-13-16,0-3-9 0,7 0-8 0,-1-3-3 0,1 3-3 0,-1-4 0 15,0 0 0-15,1 0 0 0,0-4 2 0,-1 5 0 0,1 0 1 16,-1-1 1-16,1 0 2 0,-7 4 3 0,6-3 5 0,-5 6 6 0,-8-3 7 15,7 4 8-15,-7 0 11 0,1-1 9 0,0 5 10 0,-7-1 5 16,0 1 7-16,0 3 4 0,0-4 5 0,0 4 1 0,0 0 2 16,-7 0 0-16,0 3 0 0,1 1-3 0,-1-4-3 0,1 3-5 0,-7-2-8 15,0 3-5-15,7-1-8 0,-8-3-6 0,1 4-7 0,0-4-5 16,0 4-8-16,1-5-7 0,-8 1-21 0,7 0-26 0,0-3 0 0,-6 2 0 16,5-3 0-16,1 1 0 0,-6-1 0 0,6-2 0 0,-1-2 0 15,-5 1 0-15,6-4 0 0,0-4 0 0,0 1-42 0,0-5-59 0,7 0-24 16,-2-6-37-16,2-1-41 0,0-3-63 0,6-4-73 0,0-3-69 15,0-5-68-15,6 0-49 0,0-3-42 0,2-3-12 0,-2-4 2 0,7-4 12 16,-6 0 18-16,5 1 22 0,1-6 22 0,1 2 36 0,-2-1 41 16,2 0 62-16,-1 1 73 0</inkml:trace>
  <inkml:trace contextRef="#ctx0" brushRef="#br0" timeOffset="128677.95">30395 6627 99 0,'12'-4'225'0,"-4"-3"33"0,4 3 32 0,-5 4 43 0,-1-3 49 0,1 3 35 16,6 0 29-16,-13 0 17 0,12 0 15 0,-4 0-14 0,-2 3-28 0,0-3-35 15,1 4-39-15,0 0-30 0,-1-1-27 0,1 5-29 0,-1-1-27 0,0-3-42 16,2 3-46-16,-2 3-34 0,0-2-28 0,0 3-18 0,1 0-13 16,0 0-10-16,-7 0-10 0,6 0-8 0,-6-4-10 0,7 4-10 0,-1 1-12 15,-6-1-15-15,0-4-14 0,6 4-16 0,-6-4-17 0,8-3-18 16,-2 3-22-16,-6-3-26 0,6-1-30 0,-6 1-27 0,0-4-27 16,6 0-24-16,-6 0-19 0,8 0-16 0,-8-4-11 0,0 1 1 0,6-1 7 15,-6-3 9-15,6-1 13 0,-6 1 17 0,0 0 20 0,7-4 34 16,-7 0 40-16,0 0 43 0,6-4 44 0,-6 4 47 0,0 0 47 0,0-4 49 15,7 5 49-15,-7-6 33 0,7 6 22 0,-7-1 16 0,6-4 11 0,0 4 7 16,-6 0 7-16,6 0-1 0,8 4-6 0,-8-4-8 0,1 4-11 16,6-1-17-16,0 1-21 0,0 0-24 0,0-1-27 0,0 5-17 15,7-1-13-15,-8 0-7 0,8 1-4 0,0 3-3 0,-1 0-3 0,1 0 0 16,0 3 0-16,-1-3 1 0,0 4-2 0,1 3 0 0,-1-3-2 0,1 3-2 16,-1 1-5-16,-5-5-4 0,-2 5-5 0,2-1-4 0,-1 0-4 15,0 0-5-15,-7 1-3 0,1-1-4 0,-7-3-5 0,6 3-5 0,-6 1-7 16,0-1-3-16,0-3-6 0,-6 3-2 0,-1 0-4 0,1 1-1 15,-7 3-2-15,0-4-5 0,-7 4-9 0,7-4-8 0,-6 8-12 0,-8-4-10 16,8 1-12-16,-7 1-10 0,0-1-10 0,-7 2-10 0,7 1-8 0,-6-1-9 16,-1 1-7-16,7 0-4 0,-6-1-3 0,-1-3 3 0,7 4 7 15,-7-1 9-15,7-3 8 0,0 1 10 0,7-1 11 0,-1-4 10 16,0 4 8-16,8-4 9 0,-1-3 9 0,6 0 7 0,0-1 7 0,1 1 4 16,6 0 4-16,0-4 1 0,6 0 3 0,1 0 2 0,0 0 2 0,-1-4 3 15,7 4 2-15,1-4 3 0,-2 1 3 0,8 3 3 0,-1-4 2 16,-5 0 3-16,4 0 2 0,2 1 1 0,0-1 1 0,-1 1 2 15,1-1-1-15,0 0-2 0,-1 1-2 0,-6-1-3 0,6 1-2 0,1-1-2 16,-7 0-3-16,7 4-2 0,-8-3-3 0,2-2-2 0,-1 5-1 16,0-3-2-16,-7 0 1 0,7 3-1 0,-7 0 0 0,-6 0 1 0,8 0-1 15,-8 0 1-15,0 0-2 0,0 0 2 0,-8 3-1 0,2 0 1 0,-7 5-1 16,0-4 1-16,0 7-1 0,-7-4 1 0,1 4-2 0,0 0 1 16,-8 0-1-16,1 3-1 0,-6 1-1 0,5 0 0 0,-5-1 0 0,-1 5 0 15,7-4 0-15,1-1 1 0,-1 5 2 0,0-5 0 0,6-3 0 16,1 3 1-16,5-2-1 0,8-1 0 0,-7-4-2 0,13 0 2 0,0 1 1 15,7-1 1-15,-1-3 1 0,0 0 1 0,8-4 0 0,5 0 0 16,1 0-1-16,6 0 0 0,0 0-1 0,-1 0 1 0,1-4 0 0,7 0 1 16,-1 0 1-16,2 4 1 0,-9 0 4 0,8-3 4 0,-7 6 2 15,6-3 2-15,-5 4 3 0,-1 4 1 0,0-5 2 0,0 5 0 0,-7 3 2 16,1 0 1-16,6-1 2 0,-13 1 1 0,7 4 3 0,-8-4 0 0,2 4-1 16,-1-1 1-16,0 2 1 0,-7-3 3 0,1 2 2 0,-7 0 3 15,0 0 3-15,0 3 4 0,0-4 2 0,-7 1 3 0,1 0 2 0,-1-1 0 16,1 5 2-16,-7-4 1 0,-1 0-54 0,2 3-8 0,-8 0 0 15,7-4 0-15,-7 5 0 0,1-5 0 0,-7 5 0 0,6-1 0 0,-6-3 0 16,7 3 0-16,-7-3 0 0,0 0 0 0,6-5 0 0,-6 1 0 16,7-3 0-16,-7-1 0 0,6 0 0 0,1-7 0 0,-1 0 0 0,7-3 0 15,0-1 0-15,0-7 0 0,-1-4 0 0,8-3 0 0,0 0 0 16,6-8-113-16,-6-3-188 0,6-8-92 0,0 1-97 0,6-5-69 0,0-3-53 16,0 0-21-16,2-6-5 0,-2 1 8 0,7 2 15 0,0-1 25 15,0 0 28-15,7 5 32 0,-8-1 33 0,8 3 59 0,-1 1 75 0</inkml:trace>
  <inkml:trace contextRef="#ctx0" brushRef="#br0" timeOffset="129194.16">31522 6539 0 0,'13'-4'105'0,"7"4"99"16,-8 0 31-16,-6 0 40 0,8 4 45 0,-8 0 48 0,1-1 49 16,-1 1 32-16,-6 0 22 0,6 3 3 0,-6-3-7 0,0 3-24 0,-6 0-30 15,6 0-27-15,-6 1-23 0,-7 3-27 0,6-4-24 0,-6 4-37 16,1 4-44-16,-2-4-46 0,1-1-47 0,-7 6-30 0,8-6-23 0,-2 5-16 15,-5 0-13-15,6-3-10 0,0 1-11 0,-1-1-7 0,2-1-10 0,6 0-10 16,-2-4-13-16,2 0-10 0,6 0-10 0,0-3-7 0,0 3-8 16,6-3-7-16,2-4-5 0,-2 4-6 0,6-1-5 0,2-3-3 0,-1 0-2 15,0 0-1-15,0 0 1 0,7 0 5 0,-8 0 8 0,2-3 6 0,-1 3 8 16,-1 0 6-16,-4 0 7 0,-2-4 8 0,0 4 10 0,0 0 12 16,1 4 15-16,-7-4 12 0,0 0 12 0,0 0 11 0,0 3 10 0,-7 1 9 15,7 0 6-15,-6-1 9 0,0 5 8 0,0-1 6 0,-8 0 8 0,8 1 2 16,-7 3 1-16,-1-1-6 0,2 6-9 0,-2-5-8 0,2 3-8 15,-2-3-9-15,1 4-10 0,1-4-8 0,-2 3-7 0,8 1-9 0,-8-4-7 16,8 3-8-16,0-3-7 0,-1 4-6 0,7-4-6 0,-6 0-4 16,6 0-3-16,0 0-7 0,0 0-6 0,6-3-9 0,-6 2-9 0,7-3-9 15,-1 1-9-15,8 3-9 0,-8-7-10 0,6 3-11 0,-4 0-8 0,4 1-11 16,1-5-9-16,-6 5-8 0,6-4-7 0,0 3-3 0,-6 0-1 16,-1-3 2-16,0 3 4 0,1 1 4 0,0-1 4 0,-1 0 6 0,-6 0 8 15,0 4 7-15,-6 0 10 0,6 0 9 0,-14 0 13 0,8 4 12 16,0-1 14-16,-8 2 14 0,2-1 15 0,-2-1 12 0,1 0 11 0,1 5 9 15,-2-5 10-15,-6 4 8 0,8-3 7 0,-1 3 4 0,-7 1 5 0,8-4 1 16,-2 3 2-16,-5-3-3 0,5 3-3 0,2-4-5 0,5 1-7 16,-6-1-6-16,7-2-6 0,-1 3-4 0,7-4-6 0,-7-4-3 0,7 4-5 15,7-4-3-15,-7-3-3 0,7 3-3 0,5-3 0 0,-5-4-2 16,6 0 0-16,0 0-6 0,0 0-3 0,0-8-11 0,7 5-11 0,-1-4-20 16,1-4-25-16,0 0-37 0,-2 0-44 0,9-4-53 0,-7 0-60 0,-1 0-47 15,0 0-43-15,8 1-34 0,-7-4-31 0,-2 3-22 0,2 1-20 16,-1-1-2-16,1-1 4 0,-6 2 19 0,5 0 22 0,1 3 38 0,-8-4 43 15,8 4 54-15,0 0 59 0</inkml:trace>
  <inkml:trace contextRef="#ctx0" brushRef="#br0" timeOffset="129443.69">32095 7100 199 0,'-7'-8'249'0,"1"5"39"0,0-2 41 15,-2 2 44-15,8 0 46 0,-6 3 31 0,0-4 24 0,-1 0 18 0,7 1 13 16,-7-1-21-16,7 0-40 0,0 1-38 0,0-5-37 0,0 5-28 15,7-1-25-15,0 0-29 0,-1-3-32 0,0 4-35 0,2-5-39 0,4 4-26 16,1-3-20-16,0-1-14 0,0 1-11 0,7 3-11 0,-7-3-9 0,0 0-8 16,6 3-10-16,-5-3-9 0,-2 3-11 0,2 1-9 0,-2-5-9 0,1 5-9 15,1 3-7-15,-8-4-11 0,7 0-13 0,-6 4-16 0,-1-4-17 16,0 4-21-16,-6-3-23 0,7 3-23 0,-7 0-23 0,7 0-47 0,-7 0-58 16,0 0-71-16,0 0-81 0,-7-4-67 0,7 4-62 0,0 0-35 0,-7 4-23 15,1-4-2-15,0 3 7 0,-1 1 16 0,0 0 20 0,1 3 22 0,0-3 22 16,-8 3 47-16,8 0 56 0,-7 1 73 0,0-1 125 0</inkml:trace>
  <inkml:trace contextRef="#ctx0" brushRef="#br0" timeOffset="129610.46">31951 7220 190 0,'-13'15'236'0,"7"0"25"15,0-4 27-15,6 0 35 0,-8 0 38 0,8-1 34 0,0-1 33 16,8-3 20-16,-2 1 14 0,0 1-24 0,7-4-43 0,-6-4-44 16,6 3-45-16,0-3-31 0,0-3-25 0,0 3-25 0,7-4-26 0,-8-4-33 15,8 5-38-15,-6-7-38 0,5 1-36 0,0-1-27 0,-6-6-23 0,7 6-22 16,-7-5-22-16,6 1-36 0,-6-1-42 0,1-3-47 0,-2 0-52 0,2 3-51 15,-2-4-49-15,-5 5-44 0,-1-5-39 0,8 5-28 0,-8-4-27 0,0 3-6 16,-6 0 2-16,7-3 10 0,0 3 15 0,-7-3 31 0,6 3 38 16,-6-3 46-16,6 0 52 0,-6-4 48 0,0 4 158 0</inkml:trace>
  <inkml:trace contextRef="#ctx0" brushRef="#br0" timeOffset="129944.01">32283 6568 142 0,'-12'0'273'0,"5"4"35"0,0-1 31 0,-6 5 38 0,7 3 41 0,-7 0 29 16,6 4 24-16,1 3 18 0,-7 3 18 0,6 5-3 0,-6 0-12 15,7 7-38-15,-7 4-49 0,0-1-37 0,-1 5-27 0,2 3-26 0,-1 3-22 16,-7 1-34-16,8 0-39 0,-2 3-27 0,1-4-23 0,6 1-18 0,1 0-18 16,0-4-22-16,-1 0-104 0,1 0-8 0,6-4 0 0,0-4 0 0,6-2 0 15,1-1 0-15,-7-8-59 0,12 1-63 0,-5-4-22 0,6-4-34 16,1-3-37-16,-2-4-40 0,1 0-40 0,7-8-38 0,0-3-38 0,-8 0-19 16,8-3-11-16,-1-4 3 0,-5-4 7 0,5 3 15 0,0-3 16 0,-6 0 21 15,1-4 25-15,-2 4 41 0,2 0 50 0,-2 0 63 0,-5 0 68 0,6 0 73 16,-6 4 76-16,-1-4 70 0,0 4 69 0,-6 0 47 0,8 0 37 15,-8-1 23-15,0 4 16 0,0 1 10 0,-8-5 6 0,8 8-1 0,-6-4-5 16,0 4-16-16,-7-3-25 0,6 3-27 0,-6 0-26 0,0 0-38 16,0 3-43-16,0-3-34 0,0 4-27 0,-6 0-19 0,5 0-16 0,-5 3-11 15,-1 1-8-15,1-5-9 0,0 4-9 0,-1 4-6 0,-6-3-3 0,7-1-4 16,-1 4-4-16,-6-4-7 0,6 0-10 0,1 1-14 0,-1-1-17 0,7-3-41 16,0-1-51-16,0-3-72 0,7-3-83 0,-2-1-76 0,2-3-74 15,6-5-47-15,6 2-31 0,-6-8-18 0,8-1-7 0,4-3 0 0,-5-4 6 16,13-3 13-16,-8-4 17 0,2 0 40 0,5-4 51 0,1 1 72 0,-1-8 89 15</inkml:trace>
  <inkml:trace contextRef="#ctx0" brushRef="#br0" timeOffset="130094.76">32323 6454 75 0,'6'-10'231'0,"1"2"33"0,-1 8 29 0,0 0 41 16,-6 0 49-16,8 8 33 0,-2-1 26 0,-6 1 17 0,6 3 10 0,0 0-16 16,-6-1-30-16,0 5-42 0,7 0-47 0,-7 3-42 0,0-3-42 15,0 3-35-15,0 0-30 0,-7-3-53 0,7 3-63 0,0 1-70 0,0-5-71 16,-6 5-77-16,6-5-79 0,-6 1-70 0,0-1-67 0,6 1-46 15,-8 0-35-15,2-4-18 0,0 4-9 0,-1-1-2 0,1-3 0 0,-1 4 10 16,-6-1 13-16,7 1 36 0,-8 3 46 0,2-2 61 0,-2 2 78 0</inkml:trace>
  <inkml:trace contextRef="#ctx0" brushRef="#br0" timeOffset="130827.43">31281 7843 39 0,'0'0'136'15,"0"0"9"-15,0 0 8 0,-7 4 12 0,7-4 15 0,0 0 20 0,0 0 26 16,0 0 19-16,0 0 16 0,0 0 4 0,7 0-1 0,-7 0 9 16,6 0 15-16,0 0 8 0,1 0 6 0,6 0 2 0,-6-4 0 0,5 0-8 15,2 4-9-15,-2-7-20 0,2 3-24 0,5 1-26 0,-5-4-27 0,4-1-26 16,2 1-28-16,0 0-31 0,-1-4-34 0,1 3-24 0,6-3-22 16,-7 0-30-16,1 1-34 0,6-6-49 0,1 2-57 0,-9 3-67 0,9-4-72 15,-7 1-64-15,-2-1-62 0,9 4-31 0,-7-3-16 0,-1-1-8 16,-6 3-3-16,7-2 2 0,-7 3 3 0,6 0 19 0,-6 4 26 0,1-4 44 15,-2 3 54-15</inkml:trace>
  <inkml:trace contextRef="#ctx0" brushRef="#br0" timeOffset="166843.99">13070 4883 0 0,'0'0'39'0,"0"0"99"0,-6 0 16 0,6 0 15 16,-6 0 14-16,6 0 14 0,-7 0 15 0,7 0 17 0,-6 3 18 16,6-3-1-16,0 0-13 0,0 0-3 0,0 0 2 0,0 0 4 0,0 0 7 15,0 0 4-15,0 0 4 0,0 0-1 0,0 0-2 0,0 0-7 16,0 0-9-16,0 0-13 0,0 0-13 0,0 0-13 0,0 0-16 0,0 0-14 16,6 0-13-16,1 5-17 0,-7-5-15 0,6 0-17 0,0 0-16 15,2 0-11-15,-2 0-6 0,7-5-3 0,-7 5-2 0,7 0 0 16,-6-3-4-16,6 0-2 0,0-1-3 0,0 0-1 0,6 1-2 0,-6-5-1 15,7 4-2-15,-6-3-1 0,4 0-2 0,2 0-2 0,-1-1-4 0,1 1-3 16,0-1-2-16,-1 1-3 0,1 4-1 0,0-5-1 0,-8 5-1 16,8-1-1-16,-1 0-3 0,-5 1-1 0,-2 3-2 0,8-4 0 15,-7 4 0-15,0 0 0 0,0 0 0 0,0 0 0 0,-6 4 1 0,6-4 0 16,-7 0 0-16,8 3-1 0,-8-3-2 0,0 0-1 0,0 4 0 16,8-4-2-16,-8 0 1 0,1 0-1 0,-7 0-3 0,6 0 0 0,1-4-1 15,0 4 1-15,-7-3-2 0,6-1-1 0,0 0 0 0,-6-3 0 16,0 0-1-16,6-1 1 0,-6 0-1 0,0-2-1 0,8-1 1 15,-8-4-1-15,0 1 0 0,-8-1-1 0,8 0 0 0,0 1-1 0,-6-5-2 16,6 5 0-16,-6-4-1 0,0-1-2 0,-1 1 0 0,7 3-1 16,-7-3 1-16,1-1-1 0,-1 5 1 0,1-4-1 0,0-1-1 15,-2 1 0-15,2 3 0 0,6-3 1 0,-6 3-1 0,0-3 1 0,6 3 0 16,-8-3 0-16,8 3 0 0,0 0 1 0,-6-3-1 0,6 3 0 16,0 1-1-16,0 3 1 0,-6-4 0 0,6 1 1 0,0 3-1 0,0 0 2 15,0 0 2-15,0 0 1 0,0-1 3 0,0 6 3 0,6-6 4 16,-6 5 3-16,0 3 3 0,0-3 3 0,0 0 3 0,0 3 3 0,0-3 2 15,0 3 1-15,0 4 2 0,0-4 0 0,0 1-1 0,0 3-3 16,0 0-2-16,6-4-3 0,-6 4-3 0,0-4-4 0,0 4-2 0,0 0-3 16,8-3-2-16,-8 3-2 0,0 0-2 0,6-4-2 0,0 4-2 15,-6-3 1-15,6-1 2 0,2 1-6 0,-2 3-1 0,7-4 0 0,-7 0 0 16,8 0 0-16,-2 1 0 0,-6-1 0 0,14 0 0 0,-6 1 0 16,-1-1 0-16,-1-3 0 0,8 3 0 0,-7 0 0 0,7 1 0 0,-1 3 0 15,0-8 0-15,-5 4 0 0,5 4 0 0,1-3 0 0,0-2 0 16,-1 2 0-16,7 0 0 0,-6-1 0 0,6 0 0 0,-7 1 0 15,7 3 0-15,0-4 0 0,0 0 0 0,1 1 0 0,-2-1 0 0,1 0 0 16,-6 1 0-16,6 3 0 0,0-4 0 0,0 1 0 0,0 3 0 16,0-4 0-16,-6 4 0 0,6-4 0 0,-7 4 0 0,7 0 0 15,-6 0 0-15,-1 0 0 0,1 0 0 0,0 0 0 0,-8 0 0 0,8 0 0 16,-7 4 0-16,1-4 0 0,-2 4 0 0,-6-4 0 0,8 3 0 16,-8-3 0-16,1 4 0 0,-1-1 0 0,0 1 0 0,-6 0 0 15,8-1 0-15,-8 1 0 0,6 0 0 0,-6 3 0 0,0-3 0 0,0 2 0 16,6 2 0-16,-6 4 0 0,0-1 0 0,6 0 0 0,-6 3 0 0,0 1 0 15,0-1 0-15,0 5 0 0,0-1 0 0,0 0 0 0,0 0 0 16,0 5 0-16,0-5 0 0,0 4 0 0,0 0 0 0,0-4 0 16,0 4 0-16,0-4 0 0,0 5 0 0,8-5 0 0,-8 4 0 0,0-4 0 15,6 1 0-15,-6-1 0 0,6 0 0 0,-6-3 0 0,7 0 0 16,-7 3 0-16,6-7 0 0,1 3 0 0,-7-3 0 0,7 0 0 0,-7 0 0 16,6 0 0-16,-6-3 0 0,6-1 0 0,-6-4 0 0,6 5 0 15,-6-5 0-15,8 2 0 0,-8-2 0 0,0-3 0 0,6 4 0 0,-6-4 0 16,0 0 0-16,6 0 0 0,-6 0 0 0,0 0 0 0,7 0 0 15,-7 0 0-15,6 0 0 0,-6 0 0 0,7 0 0 0,0 0 0 16,-1 0 0-16,0 0 0 0,1-4 0 0,0 4 0 0,5 0 0 0,-5 0 0 16,6 0 0-16,0 0 0 0,0 0 0 0,0 0 0 0,1 0 0 15,5 0 0-15,-6 0 0 0,6 0 0 0,-5 0 0 0,5 0 0 0,0 0 0 16,1 4 0-16,-7-4 0 0,7 0 0 0,-7-4 0 0,6 4 0 16,-6 0 0-16,1 0 0 0,5-3 0 0,-6 3 0 0,0-5 0 0,-1 5 0 15,-4-3 0-15,4-1 0 0,1-3 0 0,-6 3 0 0,6-3 0 0,-7 0 0 16,8-1 0-16,-8-3 0 0,0-3 0 0,8 3 0 15,-8-7 0-15,0 3 0 0,1-7 0 0,6 3 0 0,-6-6 0 0,-1 3 0 16,0-4 0-16,8-3 0 0,-14 3 0 0,6-3 0 0,0-4 0 0,1 4 0 16,-7-4 0-16,0 4 0 0,0-5 0 0,0 1 0 0,0 4 0 15,-7 0 0-15,7 2 0 0,0-1 0 0,-6 6 0 0,6 0 0 16,-6 0 0-16,6 4 0 0,-7 3 0 0,7 0 0 0,0 4 0 0,-7 0 0 16,7 0 0-16,0 4 0 0,-6 0 0 0,6-1 0 0,0 1 0 0,0 3 0 15,-6-3 0-15,6 3 0 0,0 1 0 0,0-1 0 0,0 4 0 16,6-4 0-16,-6 1 0 0,0-1 0 0,0 4 0 0,0 0 0 15,6-3 0-15,-6 3 0 0,0-4 0 0,7 4 0 0,0-4 0 0,-7 1 0 16,6 3 0-16,0 0 0 0,1-4 0 0,0 4 0 0,6 0 0 16,-7-4 0-16,8 4 0 0,-2 0 0 0,1 4 0 0,0-4 0 15,0 0 0-15,1 4 0 0,-2-4 0 0,2 0 0 0,5 3 0 0,-6 1 0 16,6-4 0-16,-5 4 0 0,-2-4 0 0,8 3 0 0,-7-3 0 16,1 0 0-16,-2 4 0 0,8-4 0 0,-7 3 0 0,-1-3 0 0,2 4 0 15,-2-4 0-15,2 0 0 0,-1 4 0 0,0-4 0 0,0 3 0 16,-7-3 0-16,8 4 0 0,-2-4 0 0,1 4 0 0,1-1 0 15,-8 1 0-15,7 0 0 0,0-1 0 0,0 1 0 0,-6 0 0 0,6-1 0 16,-1 5 0-16,-5-5 0 0,6 5 0 0,-7-5 0 0,8 5 0 16,-8-5 0-16,7 4 0 0,-6-3 0 0,-1 3 0 0,1-2 0 0,-1 2 0 15,0-3 0-15,-6 3 0 0,8-4 0 0,-2 1 0 0,-6 3 0 16,6 1 0-16,-6-5 0 0,7 5 0 0,-7-1 0 0,0 0 0 0,0 4 0 16,-7 0 0-16,7 0 0 0,-6 4 0 0,0 2 0 0,-2 3 0 15,-4-2 0-15,-1 4 0 0,6 3 0 0,-12 1 0 0,5 0 0 0,-5 0 0 16,6 3 0-16,-6-3 0 0,5-1 0 0,-5 0 0 0,6 2 0 15,0-2 0-15,6-7 0 0,-6 4 0 0,7-3 0 0,0-1 0 0,-2-4 0 16,2-3 0-16,6 4 0 0,0-4 0 0,-6-3 0 0,6-1 0 16,0 0 0-16,6 1 0 0,-6-5 0 0,0 1 0 0,6 0 0 0,-6 0 0 15,8-4 0-15,-2 3 0 0,0-3 0 0,1 3 0 0,-1-3 0 16,1 0 0-16,0 0 0 0,-1 0 0 0,7 0 0 0,-6 0 0 16,-1 0 0-16,7 0 0 0,-6 0 0 0,6 0 0 0,-7 0 0 0,7-3 0 15,-6 3 0-15,5 0 0 0,2 0 0 0,-8-3 0 0,7 3 0 16,0 0 0-16,0 0 0 0,1 0 0 0,-2-4 0 0,1 4 0 15,0 0 0-15,7 0 0 0,-7 0 0 0,7 0 0 0,-7 0 0 0,6 0 0 16,-6 0 0-16,7 0 0 0,-1 0 0 0,1 4 0 0,-8-4 0 0,8 0 0 16,0 0 0-16,-7 3 0 0,7-3 0 0,-8 0 0 0,8 0 0 15,-1 0 0-15,-5 0 0 0,-2-3 0 0,2 3 0 0,-2-4 0 0,2 4 0 16,-1-4 0-16,-7 0 0 0,8 1 0 0,-2-1 0 0,-6 0 0 16,8-3 0-16,-8 2 0 0,1-1 0 0,-1-5 0 0,0 3 0 0,2-3 0 15,-2 0 0-15,0 1 0 0,0-5 0 0,2 0 0 0,-2 1 0 0,0-5 0 16,1-3 0-16,-7 4 0 0,6-8 0 0,-6 4 0 0,0-3 0 0,7-5 0 15,-7 1 0-15,0 0 0 0,0-1 0 0,0 1 0 0,0 0 0 16,0 0 0-16,0-1 0 0,0 4 0 0,0-3 0 0,0 7 0 0,0 0 0 16,0 4 0-16,0-1 0 0,0 5 0 0,0-1 0 0,0 4 0 15,0 0 0-15,7 0 0 0,-7 4 0 0,0 3 0 0,0-3 0 0,0 3 0 16,0 1 0-16,0-1 0 0,6 1 0 0,-6-1 0 0,0 0 0 0,6 1 0 16,-6-1 0-16,7-3 0 0,0 2 0 0,-7 2 0 0,6 0 0 15,0-1 0-15,1 0 0 0,-1-3 0 0,1 7 0 0,0-4 0 0,-1 0 0 16,0 0 0-16,2 1 0 0,-2-1 0 0,0 4 0 0,0-3 0 0,1 3 0 15,0-4 0-15,-1 4 0 0,1 0 0 0,-1 0 0 0,0 0 0 16,2 4 0-16,-2-4 0 0,0 0 0 0,0 3 0 0,2-3 0 0,-2 4 0 16,0-1 0-16,7 1 0 0,-6 0 0 0,6 0 0 0,-7 3 0 0,0-3 0 15,8 0 0-15,-1 2 0 0,0-1 0 0,0-2 0 0,0 1 0 16,0 0 0-16,0-1 0 0,0 1 0 0,6 0 0 0,-5-1 0 0,6 1 0 16,-8-1 0-16,8 1 0 0,-1-4 0 0,-5 4 0 0,5-1 0 15,-6 1 0-15,6 0 0 0,-5-1 0 0,-2-3 0 0,8 4 0 0,-13 0 0 16,5-4 0-16,2 3 0 0,-8 1 0 0,7 0 0 0,-6-1 0 0,-1 1 0 15,1-4 0-15,-7 4 0 0,6-1 0 0,-6 5 0 0,7-5 0 16,-7 1 0-16,0 0 0 0,6 2 0 0,-6 2 0 0,0-1 0 0,0 5 0 16,0-4 0-16,0 2 0 0,0 5 0 0,0-4 0 0,-6 3 0 0,6 1 0 15,0 3 0-15,0-3 0 0,-7 2 0 0,7-1 0 0,0 3 0 16,0-1 0-16,0 0 0 0,0 0 0 0,-6 0 0 0,6 0 0 0,0-3 0 16,0 3 0-16,0-2 0 0,0 2 0 0,0-4 0 0,0 1 0 15,-7 0 0-15,7-1 0 0,0 1 0 0,0-1 0 0,-6 2 0 0,6-3 0 16,-7 3 0-16,7-2 0 0,-7-3 0 0,7 4 0 0,-6-4 0 0,6 3 0 15,0 1 0-15,-6-4 0 0,6 4 0 0,-7-4 0 0,7 4 0 16,0-4 0-16,0 0 0 0,0 0 0 0,0-4 0 0,-7 4 0 0,7-4 0 16,7 0 0-16,-7-2 0 0,0-2 0 0,0 0 0 0,0 1 0 0,7 0 0 15,-7-4 0-15,0 3 0 0,6-3 0 0,0 0 0 0,-6 4 0 16,7-4 0-16,0 0 0 0,-1 0 0 0,1 0 0 0,-1 0 0 0,1-4 0 16,-1 4 0-16,7 0 0 0,-7-3 0 0,8-1 0 0,-1 4 0 15,0-4 0-15,0 4 0 0,-1-3 0 0,8 0 0 0,-6-2 0 0,-2 2 0 16,8-1 0-16,-7 4 0 0,7-4 0 0,-8 1 0 0,8-1 0 0,-1 4 0 15,-5-4 0-15,5 4 0 0,-6-3 0 0,6 3 0 0,1 0 0 16,0 0 0-16,-7-3 0 0,7 3 0 0,-1 0 0 0,0 0 0 0,1 0 0 16,-1 0 0-16,7 0 0 0,-6 0 0 0,-1 0 0 0,7 0 0 0,-6 0 0 15,7 0 0-15,-9 0 0 0,9 0 0 0,-1 0 0 0,0 0 0 16,-6 0 0-16,5 0 0 0,-5 0 0 0,6 0 0 0,-6 0 0 0,-1 0 0 16,1 3 0-16,-7-3 0 0,7 0 0 0,-8 0 0 0,2 0 0 0,-8 0 0 15,0 3 0-15,1-3 0 0,0 4 0 0,-7-4 0 0,0 4 0 16,0-1 0-16,0-3 0 0,-7 8 0 0,0-5-312 0,1 2-564 15,0 1-9-15,-8 2 21 0,2-1 34 0,-2 0 43 0,1 1 50 16,-7-1 49-16,2 0 50 0,-2 0 60 0,0-2 71 0,1-2 118 0,-1 1 289 16</inkml:trace>
  <inkml:trace contextRef="#ctx0" brushRef="#br0" timeOffset="-195354.04">16053 4934 59 0,'-6'-3'158'0,"0"-1"9"15,-8 1 9-15,8-1 9 0,-7-3 9 0,0 3 10 0,0-3 11 0,0 3 16 16,0-3 22-16,0-1-8 0,0 1-22 0,0 0-3 0,-1-1 9 16,2-3 12-16,-1 4 12 0,-7 0 4 0,8-5 0 0,-2 5-2 15,-6 0-3-15,8 0-6 0,-8-4-7 0,7 3-14 0,-7 1-17 0,1 0-19 16,6-1-20-16,-6 1-24 0,-1 0-26 0,0 2-21 0,1-2-20 0,-7 1-11 16,6 1-5-16,1 2-3 0,-7-5-2 0,6 5-2 0,-6-1-1 15,7 4 0-15,-7-4-2 0,-1 1-2 0,1 3-4 0,0-4-3 16,0 4-3-16,7-3-3 0,-7 3-4 0,-1 0-3 0,1 0-2 0,0 0-2 15,1 0-3-15,-1 0-2 0,-1 0-1 0,1 0-1 0,0 3-2 16,0 1 0-16,1-1 0 0,-2 1 1 0,1 0 0 0,0-1 0 16,0 5-2-16,0 0 1 0,7 2 0 0,-14-2-1 0,13 3 1 0,-6-4-1 15,0 8-2-15,0-4 0 0,0 0-1 0,0 3-1 0,6 1-2 16,-6-4 0-16,0 3 0 0,1 1-1 0,5-1 2 0,-6 2-2 16,-1-2 0-16,9 1 0 0,-9-1-1 0,7 2 0 0,-6 1-1 0,7-2 0 15,-7 3-1-15,6 0 0 0,-6 1 0 0,7 3-1 0,-1-4-1 0,-6 8-1 16,7-4-1-16,-7 0 0 0,6 4 0 0,0-1-1 0,-5 1 1 15,5 3 1-15,-6 1-2 0,6-1 2 0,1 0 0 0,-1 0-2 16,-6 4 0-16,7-3 0 0,-1 3 1 0,0 0-1 0,1-1-1 0,-1 1-1 16,1 1 2-16,6 2-1 0,-7-3 0 0,7 0-1 0,-7 0 0 15,8 4 0-15,-1-4 0 0,0-1 2 0,0 5 2 0,7-4 1 0,-8 4 1 16,1-4 3-16,6 3 3 0,-5 1 1 0,5 0 0 0,1-1 1 16,-1-2 1-16,0 2 0 0,1 1 0 0,0-5 0 0,-1 5 0 0,7-4-1 15,-7 0-1-15,7 0-1 0,0-4-1 0,0 5-1 0,0-2-3 16,0-2 0-16,0 3-1 0,7-4 0 0,-7 4 1 0,7-4-1 0,-7 4-1 15,6-4 2-15,0 5-1 0,-6-2 0 0,7-2 0 0,0 3 0 16,-1-1-2-16,1-2 0 0,-1 3 0 0,0 0 0 0,8-4 0 16,-2 4-1-16,-4-3 1 0,4-1-1 0,-5 0 0 0,6-2 1 0,0-2 0 15,7 0 1-15,-8 1-1 0,1-4 2 0,7 0 0 0,0-1 0 16,-1-2 0-16,0 4 2 0,1-6 0 0,-1 2 1 0,8-5 0 0,-1 5 1 16,0-1 0-16,-7-4-1 0,14 0 1 0,-7 2-1 0,0-1 0 0,0-1 0 15,6-3 1-15,-5 4-1 0,5-4 1 0,-6 3-1 16,7-3 0-16,-1 4 1 0,1-4-1 0,-1 0 1 0,1 3 0 0,6-2 0 15,-7-1 1-15,2 0 1 0,-2 0 3 0,7 0 0 0,-6-4 0 0,-1 4 1 16,7-4 3-16,1 4 0 0,-8-7 1 0,7 3 2 0,0 0 2 16,0-3 2-16,0 3 0 0,0-7 2 0,6 4 2 0,-5-4 1 15,5 0 1-15,1 0 3 0,-1 0 1 0,2-4-27 0,-9 0-8 0,7 1 0 16,2-1 0-16,-2-3 0 0,1 4 0 0,-7-5 0 0,7 1 0 16,-7 3 0-16,-1-3 0 0,1 0 0 0,1 0 0 0,-1-1 0 15,0-3 0-15,-1 4 0 0,2 0 0 0,-1-4 0 0,-6 0 0 0,5 3 0 16,2-3 0-16,-1 0 0 0,0-4 0 0,-7 4 0 0,7-4 0 0,1 5 0 15,-1-5 0-15,-7-3 0 0,7 4 0 0,1-1 0 16,-8-5 0-16,7 6 0 0,-6-4 0 0,5 0 0 0,-5 0 0 0,7-1 0 16,-8 1 0-16,1-4 0 0,-1 3 0 0,-6 1 0 0,7-4 0 0,-8 4 0 15,9-4 0-15,-9 4 0 0,1-4 0 0,0 3 0 0,-6-3 0 16,5 4 0-16,2-4 0 0,-7 3 0 0,-1-2 0 0,0-1 0 16,1 0 0-16,0 3 0 0,-1-2 0 0,-5-1 0 0,5-1 0 0,-6 2 0 15,0 3 0-15,-1-5 0 0,8-2 0 0,-6 3 0 0,-2 3 0 0,1-3 0 16,1-3 0-16,-2 3 0 0,2 0 0 0,-2 0 0 0,2 0 0 15,-8-4 0-15,7 4 0 0,1 0 0 0,-2 0 0 0,1-3 0 16,0 3 0-16,-6-4 0 0,5 4 0 0,-4-3 0 0,4-1 0 0,-5 4 0 16,0-4 0-16,5-3 0 0,-5 3 0 0,-1 0 0 0,1-3 0 0,0 4 0 15,-1-1 0-15,0 0 0 0,1-3 0 0,-7 3 0 0,7 1 0 16,-7-1 0-16,6 1 0 0,-6-1 0 0,6 4 0 0,-6-4 0 0,0 4 0 16,0 0 0-16,0 0 0 0,0 0 0 0,0 0 0 0,0 0 0 15,0 4 0-15,0-4 0 0,-6 4 0 0,0-4 0 0,6 0 0 0,-7 4 0 16,0-5 0-16,1 5 0 0,0 0 0 0,-1-4 0 0,0 4 0 0,-6-1 0 15,7 1 0-15,-7-1 0 0,0 1 0 0,-1 0 0 0,2 0 0 0,-1 3 0 16,-1-3 0-16,2 3 0 0,-8-3 0 0,7 3 0 0,0 0 0 16,0 4 0-16,-7 0 0 0,8-3 0 0,-2 3 0 0,1 0 0 0,-6 0 0 15,6 3 0-15,-1-3 0 0,2 4 0 0,-8-4 0 0,7 4 0 16,1 0 0-16,-8-5 0 0,7 5 0 0,0 0 0 0,0-1 0 0,-7 1 0 16,7 0 0-16,0-1 0 0,0 1 0 0,-7 0 0 0,8-1 0 15,-2 1 0-15,2 0 0 0,-2 0 0 0,1-1 0 0,1-3 0 0,-8 4 0 16,7 0 0-16,0-1 0 0,0 1 0 0,-1-4 0 0,-5 3 0 15,6 2 0-15,0-2 0 0,-7 0 0 0,8-3 0 0,-8 4 0 0,7 0 0 16,-7 0 0-16,8-1 0 0,-8 1 0 0,0 3 0 0,7-3 0 0,-7 0 0 16,8-1 0-16,-8 1 0 0,7 0 0 0,-7 0 0 0,8-1 0 0,-2 5 0 15,2-5 0-15,-2 0 0 0,1 5 0 0,1-4 0 0,5-1 0 16,-6 5 0-16,0-1 0 0,6-3 0 0,-6 3 0 0,7-3 0 0,0 4 0 16,-8-5 0-16,8 4 0 0,0-3 0 0,-8 3 0 0,8 0 0 0,-1-3 0 15,-6 4 0-15,6-1 0 0,1-3 0 0,-6 3 0 0,4-3 0 16,-4 3 0-16,-1-3 0 0,-1 2 0 0,2-1 0 0,-2 2 0 0,2-3 0 15,-8 3 0-15,1-4 0 0,-1 5 0 0,-6-5 0 0,0 5 0 16,-1-1 0-16,2 1 0 0,-8-1 0 0,0 4 0 0,1-4 0 16,-7 8-120-16,6-4-542 0,-6 4-55 0,1-4-11 0,-2 3 9 0,1 1 19 15,0-1 23-15,7 1 27 0,-8-4 30 0,7 0 36 0,1 0 37 16,-1-4 45-16,7 1 48 0,1-4 90 0,-1-5 217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2-13T16:13:42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8479 11554 0 0,'-6'0'21'0,"6"0"77"16,0-3 7-16,-7 3 6 0,7 0 5 0,0 0 6 0,0 0 6 0,0-4-2 16,-6 4-6-16,6 0-7 0,0 0-6 0,0 0-2 0,0 0-1 15,0-4 4-15,0 4 5 0,0 0 7 0,0 0 6 0,0 0 7 0,0 0 6 16,0 0 6-16,0 0 4 0,0 0 4 0,0 0 1 0,0 0 0 15,0 0-1-15,0 0-3 0,0 0-2 0,0 0-3 0,0 4-4 0,0-4-3 16,0 0-5-16,0 0-2 0,0 0-3 0,0 0-2 0,0 0-2 16,-7 0 0-16,7 0-1 0,0 0-4 0,0 0-1 0,0 0-4 0,0 0-3 15,0 0-3-15,0 0-5 0,0 0-4 0,0 0-4 0,0 0-6 16,0 0-6-16,0 0-7 0,0 0-7 0,0 0-6 0,0 0-6 16,0 0-3-16,0-4-4 0,0 4-2 0,0 0-3 0,0 0-2 0,0 0-1 15,0 0-2-15,0 0-1 0,0 0-3 0,0 0-2 0,0 0-2 16,0 0-1-16,0 0-3 0,0 0-3 0,0 0-2 0,0 0-3 15,0 0-2-15,0 0-2 0,0 0-2 0,0 0-3 0,0 0-1 0,0 0-2 16,0-3-1-16,0 3-2 0,0-4 0 0,7 4 1 0,-7 0 0 16,0 0 1-16,6 0 0 0,-6 0 0 0,0 0 0 0,7-3 0 0,-7 3 0 15,6 0 0-15,-6 0 0 0,7 0 0 0,-1 0-1 0,-6 0 0 16,7 0-1-16,-7-4 1 0,6 4-2 0,0 0 0 0,-6 0 0 16,8 0-1-16,-2 0 1 0,-6 0-1 0,6-4 1 0,1 4-2 0,-1 0 2 15,1 0-1-15,-7 0 0 0,6 0 0 0,1 0-1 0,-1 0 0 16,0 0-1-16,-6-4 0 0,8 4 1 0,-2 0-1 0,0 0 2 0,1 0-1 15,0 0-1-15,-1 0 2 0,0 0-1 0,1 0 0 0,-1 0-1 16,1 0 1-16,0 0 1 0,-1 0 0 0,0 0 1 0,1 0-2 0,0 0 1 16,-1 0 0-16,0 0-2 0,-6 0 1 0,7 0 0 0,0 0 0 15,-1 4-1-15,1-4 2 0,-1 0 0 0,0 0-1 0,2 4 0 0,-2-4 1 16,0 0-1-16,1 4 0 0,-1-4 0 0,1 0-1 0,-1 3 1 16,1-3 0-16,-1 4 0 0,0-4 0 0,2 3 0 0,-2-3 0 15,0 4 0-15,1-4-1 0,0 4 1 0,-1-4 0 0,0 3 0 0,-6-3 0 16,7 4 1-16,-1-4-1 0,1 4 0 0,0-4 0 0,-1 3 1 15,0 1-1-15,1-4 0 0,-7 3 0 0,7 1 0 0,5-4 3 0,-12 4-1 16,7-1 0-16,6-3-2 0,-6 4 0 0,-1-1 0 0,0 1 0 16,2-4 2-16,-2 4 0 0,0 0 1 0,0-4 1 0,8 3 1 15,-8 1 0-15,1-4 0 0,-1 4-1 0,8 0 0 0,-8-4 1 0,0 3 2 16,0 2 1-16,2-5 1 0,4 3-2 0,-5-3 2 0,-1 3 1 16,1-3 0-16,6 0 1 0,-7 4-1 0,0-4 0 0,2 0 1 15,4 4 0-15,-5-4 1 0,-1 3 0 0,8-3 0 0,-8 4-1 0,0-4 1 16,1 4-1-16,6-4-1 0,-7 3-1 0,1-3 0 0,0 4-2 0,6-4 1 15,-7 4 0-15,0-4-1 0,8 3 1 0,-8-3 0 0,0 4-2 16,1 0 0-16,6-4 1 0,-6 3 0 0,-1-3-1 0,8 4-1 0,-8 0 0 16,6-4-1-16,-4 3 0 0,4 1 0 0,-5-4 0 0,6 3-1 15,0-3 0-15,-7 4-2 0,8-4 0 0,-8 4-1 0,7-4 1 16,-6 3-1-16,6-3 0 0,-7 4-1 0,7-4 1 0,-6 4-1 0,-1-4 0 16,0 3-1-16,8-3 1 0,-8 4 0 0,1-4-1 0,-1 4 0 15,1-4 1-15,-1 3 0 0,1 1 0 0,-1-4 0 0,0 4 0 0,2-4 0 16,-2 3 0-16,0 0 0 0,1 2 0 0,-1-5 0 0,-6 3-2 15,7 1 0-15,-1 0 1 0,1 0-1 0,5-1 2 0,-4-3-2 16,-2 4 1-16,7 0 0 0,-6-2 0 0,-1 3 0 0,7-1 0 0,-7-1-1 16,8-3 1-16,-8 4 0 0,7 0 0 0,-6-1 1 0,6 1-1 0,-7-1 1 15,7-3-1-15,-6 5 0 0,5-2 0 0,2 0 0 0,-8 1 0 16,7-4 0-16,-6 4 1 0,6-4-1 0,-7 3 0 0,8-3 0 16,-2 4 0-16,-5-4 0 0,6 4-1 0,0-4 1 0,-7 0 0 0,8 3 1 15,-8-3 0-15,7 0 0 0,0 0 0 0,-7 0 0 0,7 0-1 0,1 0 1 16,-8 4-1-16,8-4 0 0,-2 0 0 0,1 0-1 0,-6 0 0 15,6 0 1-15,-1 0 1 0,2 0-1 0,-2 0-1 0,2 0 0 16,-1 0 0-16,-7 0 1 0,14-4-1 0,-8 4 1 0,2 0-1 0,-1 0 1 16,7 0 1-16,-8 0 0 0,8-3 0 0,-7 3 0 0,7 0-1 15,-8 0 0-15,8-4 0 0,-7 4-1 0,7-4 0 0,0 4 1 0,-8-3 0 16,8 3 0-16,-1-4 1 0,-5 4-1 0,4 0 0 0,-4-4 0 16,6 4-1-16,-1-3 0 0,-6 0 0 0,6 3 1 0,1-5-1 15,-7 2 2-15,7-1 0 0,0 1 0 0,-8-1-1 0,8 4-1 0,-1-4 1 16,-5 1-1-16,5-1 2 0,1-1-1 0,-1 3 0 0,0 2 1 15,-5-4 0-15,5 4 0 0,1-4 0 0,0 1-1 0,-1 3-1 16,0-4 1-16,0 0-1 0,-5 0 2 0,6 4-1 0,-1-3 0 0,1-2-1 16,-1 2 0-16,0 0 0 0,1-1 1 0,-1 0-1 0,7 1 1 15,-6-5-1-15,7 5 1 0,-9-1-1 0,2 0 1 0,7-3 0 0,-8 3 0 16,7 1-1-16,-6-4 1 0,6 3 0 0,-7-3-1 0,7 3 1 16,-6 0 0-16,6-3 0 0,-7 3 0 0,1-3 0 0,6 3-1 0,-7 1 1 15,1-5 1-15,6 5-1 0,-6 0 0 0,5-5 1 0,-5 4 0 16,0 0 0-16,5 0-1 0,-5 1 1 0,6-1 0 0,-6-4-1 0,5 5 1 15,-5-1 0-15,7 1 0 0,-8-1 1 0,7 0-2 0,-6-3 1 16,6 4 0-16,-6 3-2 0,5-4 1 0,1 0 1 0,-6-3-1 16,6 3 0-16,0 1 1 0,0-1 0 0,-7 4 0 0,8-7-2 0,-1 3 1 15,0 4 0-15,-1-4 0 0,1 1 1 0,1-1 0 0,-1 0 0 0,-6 4-1 16,5-3 1-16,1 3 0 0,0-4 1 0,1 4 0 0,-7 0-1 16,5 0 1-16,1 0 1 0,0 0-1 0,-6 0 1 0,6 0 1 15,-1 0-1-15,2 0 1 0,-1 4 0 0,0-4 1 0,0 0 0 0,0 0 1 16,-7 0 0-16,8 0 0 0,-1 0 0 0,6 0 0 0,-5 0 1 15,-1-4 1-15,0 4 0 0,6 0 0 0,-5 0 0 0,-2-3 0 16,7 3-1-16,-5 0 0 0,5-4 0 0,-6 4-1 0,0-4 0 0,1 4-1 16,5 0 0-16,-6-3 1 0,1 3-2 0,-2 0-1 0,1 0 2 0,0-4-1 15,7 4 0-15,-7 0-1 0,0 0 2 0,0 0-1 0,1 0 0 16,5 0 2-16,-7 0-2 0,1 0 1 0,1 0 0 0,-1 0-1 16,0 0 1-16,0 0 0 0,7 4 0 0,-7-4-1 0,-1 0 0 0,1 0 0 15,7 3 0-15,-7-3 1 0,0 0 0 0,1 0-1 0,5 4 1 16,-6-4-1-16,0 0 1 0,1 0-1 0,-2 0-1 0,1 4 1 15,0-4-1-15,0 0-1 0,1 0 0 0,-1 0 0 0,-1 0 0 0,1 0 0 16,1 3 0-16,5-3 0 0,-6 0-1 0,0 4 1 0,-6-4 0 16,6 0 0-16,0 3-1 0,6-3 1 0,-6 4-1 0,1-4 1 0,-1 4-1 15,0-1 0-15,-1-3 0 0,1 4 0 0,1-4 0 0,-1 4-1 16,0 0-1-16,0-1 1 0,1-3 0 0,-2 4 1 0,1-1-1 0,0-3 1 16,0 4 0-16,1-4 0 0,-1 4-1 0,-1-4 1 0,1 3 0 15,0-3 1-15,1 4 0 0,-1-4 0 0,-6 0 1 0,5 0 0 0,1 4-2 16,0-4 2-16,0 0 0 0,1 0-1 0,-1 0 0 0,-1 0 0 15,1 3 0-15,-6-3 1 0,6 0-1 0,1 0-1 0,-2 0 0 16,1 0 0-16,0 0-1 0,0 0 1 0,1 0 0 0,-8 0-1 0,7 0 1 16,0 0-1-16,0 0-1 0,0 0 1 0,1 0 1 0,-1 0-1 15,-7 0 1-15,7 4-1 0,0-4-1 0,-6 0 1 0,5 0 0 0,-5 0 0 16,6 0 1-16,-7 0-2 0,7 0 0 0,-6 0 1 0,7 0 1 16,-9 0 0-16,9-4 0 0,-7 4-1 0,-1 0 2 0,7 0 0 0,0-3-1 15,-6 3 1-15,6 0-1 0,-7 0 1 0,7 0 0 0,-6 0 1 16,-1-4 2-16,7 4 0 0,-6 0 1 0,6 0-1 0,0 4 1 0,-7-4-1 15,1 0 0-15,6 0 1 0,1 0 0 0,-8 0 1 0,7 0 0 16,-6 3 1-16,6-3-1 0,-7 0 0 0,1 4-1 0,6-4 0 16,-7 0-2-16,1 3 0 0,0-3 1 0,-2 0-2 0,9 4 0 0,-7-4-1 15,-2 0 1-15,2 0-1 0,0 4 0 0,-1-4-2 0,1 0 1 16,-1 0-1-16,1 0 0 0,0 3 0 0,-1-3 0 0,1 0 1 16,0 0 0-16,-2 0 1 0,2 0-1 0,0 0 0 0,-1 0 0 0,-5 0 1 15,5 0 0-15,1 0 0 0,-1 0-1 0,0 0 1 0,1 0 0 16,-1 0-1-16,1 0 0 0,-6 0-1 0,5 0 0 0,0 0 0 15,8 0 1-15,-8 0 1 0,1 0-1 0,6 0 1 0,-7 0-1 0,1 0 2 16,6 0 0-16,-7 0 0 0,7 0 2 0,-6 0 0 0,6 0 0 0,-7-3 1 16,7 3 1-16,-6 0 0 0,6 0 0 0,-7-4 0 0,1 4-1 15,0 0 0-15,-1-4 0 0,7 4-1 0,-6 0 1 0,-1-3 1 16,1-1 0-16,0 4 0 0,-1-3 0 0,0 3 0 0,8 0-1 0,-8-4 1 16,-6 4 0-16,6-4 0 0,1 4 1 0,0-3 0 0,-8 3-1 0,8 0 0 15,-1-4-1-15,-5 4-1 0,6-4 0 0,-1 4-1 0,-6-3 0 16,6 3 1-16,-5-4-1 0,5 4-1 0,-6 0-1 0,6-3-1 15,1 3 0-15,-7-4 0 0,7 4 0 0,-1-4 0 0,-6 4 0 0,7-4 0 16,-7 4-1-16,7-3 0 0,-2 3-1 0,-4-4 0 0,5 4 0 16,-5-4 1-16,-2 4 1 0,8-3-1 0,-7 3 0 0,0-4 0 0,0 4 0 15,0-3 1-15,0 3 0 0,-7-4-1 0,8 4 0 0,-1 0 1 16,-7-4 0-16,7 4 0 0,-6-3-2 0,-1 3 2 0,0 0-1 0,2-4 1 16,-2 4-2-16,0 0 1 0,1-4 1 0,-1 4-1 0,1 0 0 15,-1-3 1-15,1 3-1 0,-1 0 0 0,0-5-1 0,2 5 0 16,-2-3 2-16,0 3-2 0,1-3 0 0,6-2 1 0,-7 5 0 0,1-3 0 15,6-4-1-15,-6 7 0 0,-1-8 0 0,7 4 0 0,-6 1-1 16,5-1 1-16,-5-3 1 0,6 3 1 0,-6 1 0 0,-1-1 0 16,8-3 0-16,-8 3 0 0,0 0-1 0,7-3 1 0,-6 3 0 0,-1 1 1 15,1-5 0-15,-1 5 0 0,0-1 3 0,2-3-1 0,-2 3 0 0,7-3-3 16,-6 4-1-16,-1-5 0 0,0 1 0 0,1 3 0 0,-1-4 0 16,1 5 0-16,0-5 0 0,-1 5 0 0,0-5 0 0,1 5 0 15,-7-5 0-15,7 5 0 0,-1-5 0 0,0 5 0 0,1-1 0 0,-7-3 0 16,6-1 0-16,1 5 0 0,0-4 0 0,-7-1 0 0,6 1 0 15,0-4 0-15,2 4 0 0,-2-4 0 0,-6 3 0 0,6-2 0 16,0-2 0-16,1 1 0 0,-7 0 0 0,7 0 0 0,-1 0 0 0,1 0 0 16,-7 0 0-16,6 0 0 0,0 0 0 0,-6 1 0 0,8-1 0 0,-8 0 0 15,6 3 0-15,-6-3 0 0,6 4 0 0,-6-3 0 0,0 1 0 16,6 2 0-16,-6 0 0 0,0-1 0 0,0 1 0 0,8 0 0 16,-8-1 0-16,0 1 0 0,0 0 0 0,0 0 0 0,0-1 0 0,0 1 0 15,0 0 0-15,0-1 0 0,0-3 0 0,0 4 0 0,0-1 0 0,0 1 0 16,0 0 0-16,0-4 0 0,0 3 0 0,0 1 0 0,0 0 0 15,0-4 0-15,-8 4 0 0,8-1 0 0,0 1 0 0,0-1 0 16,0 1 0-16,-6-4 0 0,6 4 0 0,0 0 0 0,-6 0 0 0,6-1 0 16,0 0 0-16,0 1 0 0,-6 0 0 0,6-4 0 0,0 4 0 15,-8-1 0-15,8 1 0 0,0-4 0 0,-6 4 0 0,6-1 0 0,-6 1 0 16,6 0 0-16,0-4 0 0,-7 4 0 0,7-1 0 0,-6 1 0 16,6 0 0-16,0-5 0 0,-7 5 0 0,7 1 0 0,0-6 0 15,-7 4 0-15,7-3 0 0,-6 4 0 0,6-4 0 0,-6 4 0 0,6-5 0 16,-6 2 0-16,6-1 0 0,-8 0 0 0,8 0 0 0,-6 0 0 15,6 0 0-15,-6 0 0 0,6 0 0 0,-7 0 0 0,7 4 0 0,0-4 0 16,-7 0 0-16,7 3 0 0,-6 1 0 0,6-4 0 0,0 4 0 16,-7-1 0-16,7 1 0 0,-6-4 0 0,6 3 0 0,-6 2 0 0,6-2 0 15,0 0 0-15,-7 1 0 0,7 4 0 0,0-8 0 0,-7 7 0 16,7-3 0-16,-6-1 0 0,6 1 0 0,-6 0 0 0,6-1 0 0,-7 1 0 16,7 0 0-16,0 0 0 0,-7-4 0 0,7 3 0 0,-6 1 0 15,6-1 0-15,-7-2 0 0,7 2 0 0,-6-3 0 0,6 4 0 16,-6-4 0-16,6 3 0 0,-7-3 0 0,7 4 0 0,-7-4 0 0,7 4 0 15,-6 0 0-15,6-4 0 0,-6 3 0 0,6-3 0 0,0 4 0 16,-8 0 0-16,8-1 0 0,0 1 0 0,-6-1 0 0,6 1 0 16,0-4 0-16,-6 4 0 0,6 0 0 0,0-1 0 0,-7 5 0 0,7-8 0 15,0 7 0-15,-6-3 0 0,6-1 0 0,-7 1 0 0,7 0 0 0,0-1 0 16,-6 1 0-16,6-4 0 0,-7 4 0 0,7 0 0 0,-6-1 0 16,6 1 0-16,0-1 0 0,-6-3 0 0,-2 4 0 0,8 0 0 15,-6-1 0-15,6-3 0 0,-6 4 0 0,6 0 0 0,-7-4 0 0,0 4 0 16,7-1 0-16,-6-3 0 0,6 4 0 0,-7-4 0 0,7 4 0 15,-6-5 0-15,6 5 0 0,-6-4 0 0,6 4 0 0,-7-4 0 0,7 3 0 16,-7-2 0-16,1 2 0 0,6 1 0 0,0 0 0 0,-6-4 0 16,6 3 0-16,-7 1 0 0,7 0 0 0,-7-1 0 0,1 1 0 0,6-1 0 15,0 2 0-15,-7-2 0 0,1 0 0 0,6 1 0 0,-6 0 0 16,-1 0 0-16,7-1 0 0,-7 5 0 0,7-5 0 0,-6 1 0 16,0 3 0-16,6-3 0 0,-8 3 0 0,8-3 0 0,-6 3 0 0,0 1 0 15,6-1 0-15,-7-3 0 0,7 7 0 0,-6-4 0 0,6 1 0 0,-7-1 0 16,7 0 0-16,-6 1 0 0,6-1 0 0,-7 4 0 0,7-4 0 15,0 1 0-15,-6-2 0 0,6 5 0 0,0-3 0 0,-6 3 0 16,6-3 0-16,0 3 0 0,-8 0 0 0,8-4 0 0,0 4 0 0,-6 0 0 16,6-4 0-16,0 4 0 0,-6 0 0 0,6-4 0 0,0 4 0 15,-7 0 0-15,7 0 0 0,0-3 0 0,-6 3 0 0,6 0 0 0,-7 0 0 16,7-4 0-16,-6 4 0 0,6 0 0 0,-7 0 0 0,7 0 0 16,-6-4 0-16,6 4 0 0,-7 0 0 0,7 0 0 0,-7-3 0 15,1 3 0-15,6 0 0 0,-6-4 0 0,-1 4 0 0,7 0 0 0,-7 0 0 16,1-4 0-16,6 4 0 0,-6 0 0 0,-1 0 0 0,1 0 0 15,-1-3 0-15,7 3 0 0,-7 0 0 0,1 0 0 0,0-4 0 16,-2 4 0-16,2 0 0 0,0 0 0 0,0 0 0 0,-1 0 0 0,0 0 0 16,1 0 0-16,-1 0 0 0,1 0 0 0,0 0 0 0,-2 0 0 15,-4 0 0-15,6 0 0 0,-1 0 0 0,-6 0 0 0,6 0 0 0,-6 0 0 16,0 0 0-16,7 4 0 0,-8-4 0 0,2 0 0 0,5 0 0 16,-6 3 0-16,0-3 0 0,0 0 0 0,-6 4 0 0,5-4 0 0,1 0 0 15,1 4 0-15,4-4 0 0,-4 0 0 0,-1 0 0 0,0 0 0 16,6 0 0-16,-5 0 0 0,4 0 0 0,2 0 0 0,-6 0 0 0,4 0 0 15,2 0 0-15,0 0 0 0,-1 0 0 0,1-4 0 0,-1 4 0 16,0 0 0-16,1 0 0 0,0 0 0 0,0-4 0 0,-2 4 0 16,2 0 0-16,0 0 0 0,-1 0 0 0,0 0 0 0,1 0 0 0,-1 0 0 15,1 0 0-15,0 0 0 0,-8 0 0 0,8 0 0 0,0 0 0 0,-8 0 0 16,8 0 0-16,-7 0 0 0,7 0 0 0,-8 0 0 0,8 0 0 16,0 0 0-16,-8 4 0 0,1-4 0 0,7 0 0 0,-1 4 0 15,-6-4 0-15,7 0 0 0,-8 0 0 0,8 0 0 0,0 3 0 0,-7-3 0 16,6 0 0-16,0 0 0 0,-5 0 0 0,5 0 0 0,0 0 0 15,-5 0 0-15,5 0 0 0,0 0 0 0,-6 0 0 0,7-3 0 0,0 3 0 16,-8 0 0-16,8 0 0 0,-8 0 0 0,8 0 0 0,0 0 0 16,-7 0 0-16,6 0 0 0,-6 0 0 0,7 3 0 0,-8-3 0 0,2 0 0 15,5 0 0-15,-6 0 0 0,0 0 0 0,7 0 0 0,-8 0 0 16,2 0 0-16,5 0 0 0,-6 0 0 0,7 0 0 0,-1 0 0 16,-6 0 0-16,6 0 0 0,1 0 0 0,0 0 0 0,-2 0 0 0,2 0 0 15,0 0 0-15,-7 0 0 0,13 0 0 0,-13 0 0 0,6 0 0 16,7 0 0-16,-6 0 0 0,0 0 0 0,-2 0 0 0,2 0 0 15,6 0 0-15,-6 0 0 0,-1 0 0 0,7 0 0 0,0 0 0 0,-6 0 0 16,6 0 0-16,0 0 0 0,0 0 0 0,-7 0 0 0,7 0 0 0,0 0 0 16,0 0 0-16,0 0 0 0,0 0 0 0,0 0 0 0,0 0 0 15,0 0 0-15,0 0 0 0,0 0 0 0,0 0 0 0,0 0 0 16,0 0 0-16,0 0 0 0,0 0 0 0,0 0 0 0,0 0 0 0,0 0 0 16,0 0 0-16,0 0 0 0,0 0 0 0,0 0 0 0,0 0 0 15,0 0 0-15,0 0 0 0,0 0 0 0,0 0 0 0,0 0 0 0,0 0 0 16,0 0 0-16,0 0 0 0,0 0 0 0,0-3 0 0,0 3 0 15,0 0 0-15,0 0 0 0,0 0 0 0,0-4 0 0,0 4 0 0,0 0 0 16,7 0 0-16,-7 0 0 0,0 0 0 0,0 0 0 0,0 0 0 16,0 0 0-16,0 0 0 0,0 0 0 0,0 0 0 0,0 0 0 15,0 0 0-15,0 0 0 0,0 0 0 0,0 0 0 0,0 0 0 0,0 0 0 16,0 0 0-16,0 0 0 0,0 0 0 0,0 0 0 0,0 0 0 16,0 0 0-16,0 0 0 0,0 0 0 0,0 0 0 0,0 0 0 0,0 0 0 15,0 0 0-15,0 0 0 0,0 0 0 0,0 0 0 0,0 0 0 16,0 0 0-16,0 0 0 0,0 0 0 0,0 0 0 0,0 0 0 0,0 0 0 15,0 0 0-15,0 0 0 0,0 0 0 0,0 0 0 0,0 0 0 16,0 0 0-16,0 0 0 0,0 0 0 0,0 0 0 0,0 0 0 16,0 0 0-16,0 0 0 0,0 0 0 0,0 0 0 0,0 0 0 0,0 0 0 15,0 0 0-15,0 0 0 0,0 0 0 0,0 0 0 0,0 0 0 0,0 0 0 16,0 0 0-16,0 0 0 0,0 0 0 0,0 0 0 0,0 0 0 16,0 0 0-16,0 0 0 0,0 0 0 0,0 0 0 0,0 0 0 15,0 0 0-15,0 0 0 0,0 0 0 0,0 0 0 0,0 0 0 0,0 0 0 16,0 0 0-16,0 0 0 0,0 0 0 0,0 0 0 0,0 0 0 15,0 0 0-15,0 0 0 0,0 0 0 0,0 0 0 0,0 0 0 16,0 0 0-16,0 0 0 0,0 0 0 0,0 0 0 0,0 0 0 0,0 0 0 16,0 0 0-16,0 0 0 0,0 0 0 0,0 0 0 0,0 0 0 15,0 0 0-15,0 0 0 0,0 0 0 0,0 0 0 0,0 0 0 0,0 0 0 16,0 0 0-16,0 0 0 0,0 0 0 0,0 0 0 0,0 0 0 16,0 0 0-16,0 0 0 0,0 0 0 0,0 0 0 0,0 0 0 0,0 0 0 15,0 0 0-15,0 0 0 0,0 0 0 0,0 0 0 0,0 0 0 16,0 0 0-16,0 0 0 0,0 0 0 0,0 0 0 0,0 0 0 15,0 0 0-15,0 0 0 0,0 0 0 0,0 0 0 0,0 0 0 0,0 0 0 16,0 0 0-16,0 0 0 0,0 0 0 0,0 0 0 0,0 0 0 16,0 0 0-16,0 0 0 0,0 0 0 0,0 0 0 0,0 0 0 0,0 0 0 15,-7 0 0-15,7 0-240 0,0 0-269 0,-6 0-102 0,-1-4-45 16,7 4-13-16,-6-3 1 0,0-1 10 0,-2 4 16 0,2-4 20 0,0 1 25 16,-1-1 29-16,0 0 34 0,1 4 37 0,0-3 79 15,6 3 116-15</inkml:trace>
  <inkml:trace contextRef="#ctx0" brushRef="#br0" timeOffset="1166.65">17193 9122 114 0,'0'3'132'0,"0"-3"14"0,-6 4 15 0,6-4 14 0,0 4 14 16,-7-4 19-16,7 3 16 0,0-3-4 0,0 0-13 0,0 4-10 16,-6-4-8-16,6 4-1 0,0-4 3 0,-7 0 1 0,7 3 2 15,0-3-2-15,-6 4-6 0,6-4-7 0,-7 0-9 0,7 4-6 0,-6 0-4 16,6-4-2-16,-6 3-2 0,-2 0-1 0,8-3-4 0,-6 4-5 16,0 0-5-16,-1 4-7 0,1-5-9 0,-1 1-7 0,1 0-9 0,-1 3-6 15,1-4-5-15,-8 1-11 0,8 3-12 0,0 1-12 0,-8-5-12 16,2 5-9-16,5-1-7 0,-6 0-8 0,0 1-7 0,-1-1-5 15,8 0-5-15,-6 1-3 0,-2 2-1 0,1-2 0 0,7-1-1 0,-8 0 0 16,8 1-2-16,-7-1 1 0,7 1-1 0,-1-1 1 0,1 0-1 16,-1-3 2-16,7 0 0 0,-6-1 1 0,0 5 1 0,6-5 0 0,-8-3 1 15,8 4 0-15,0 0 0 0,0-4-1 0,0 3 0 0,-6 1 2 16,6-4 1-16,0 4-1 0,0-4 0 0,0 0 0 0,0 0-2 0,0 3 0 16,0-3 0-16,0 0 0 0,0 4 0 0,0-4 0 0,0 0 1 15,0 0 0-15,0 0 0 0,6 3 2 0,-6-3 1 0,0 0 0 16,0 0 1-16,0 0 0 0,0 4 2 0,0-4 1 0,0 0 2 0,0 0 1 15,0 0 2-15,0 0 1 0,0 0 0 0,0 0 2 0,0 0 0 0,0 0 1 16,0 0-1-16,0 0 1 0,0 0 0 0,0 0 0 0,0 0 0 16,0 0-1-16,0 0-1 0,0 0 0 0,0 4-1 0,0-4-1 15,8 0-1-15,-8 0 1 0,0 0-3 0,0 3 0 0,0-3-2 0,0 0 1 16,0 4-1-16,0-4 0 0,0 4-1 0,0-4-1 0,0 0 0 16,0 3-1-16,0-3 0 0,0 0-1 0,6 4 0 0,-6-4-2 15,0 4 2-15,0-4-1 0,0 0 2 0,0 3-1 0,0-3 0 0,0 0 2 16,6 4 0-16,-6-4 2 0,0 0 1 0,0 0 3 0,0 0 1 0,0 0 3 15,0 0 2-15,0 0 3 0,0 0 2 0,0 0 1 0,0 4 1 16,0-4 0-16,-6 3 0 0,6-3-1 0,0 4-2 0,-6-4-2 16,6 4-2-16,-8-1-2 0,8 1-3 0,-6 0-3 0,6 3-3 0,-6-4-4 15,-1 2-3-15,7-2-2 0,-7 1-3 0,7 0-2 0,0-1 0 0,-6 1-2 16,6 0 0-16,0-4 0 0,-6 3 1 0,6-3 0 0,0 0-1 16,0 0-1-16,0 0 2 0,0 0-1 0,0 0-1 0,0 0 1 15,0 0-1-15,0 0 0 0,0 0 2 0,0 0-1 0,0 0 0 0,0 0 0 16,0 0 1-16,0 0-1 0,0 0-1 0,0 0 1 0,0 0-2 15,0 0 1-15,0 0 1 0,0 0 0 0,6 4 0 0,-6-4 1 16,0 0 1-16,0 0-1 0,6 0-1 0,-6 0 0 0,0 3 0 0,7-3 2 16,-7 0-1-16,7 4 1 0,-7-4 0 0,6 0 0 0,-6 4 1 15,6-4-2-15,-6 3 1 0,8-3-1 0,-2 4-1 0,-6-4 1 0,6 4 1 16,1-4 0-16,-1 3 1 0,-6-3 0 0,7 4 0 0,-1-4 1 16,1 4 0-16,-1-4 1 0,0 3 0 0,2-3 2 0,-2 4 0 0,0 0 2 15,1-4 2-15,-1 3 0 0,1 1 2 0,6-4 0 0,-7 4 1 16,0-1 2-16,8 1 2 0,-1 0 2 0,-6-1-1 0,6 1 1 15,-1 0 0-15,-5-1 0 0,6 1 3 0,0-1-1 0,0 5 0 0,0-5-1 16,0 5-1-16,-6-5 1 0,5 2-1 0,2 2-1 0,-8 0-3 0,7-3-1 16,0-1-1-16,0 5 0 0,-7-5-2 0,8 5-1 0,-8-1-2 15,1-3-1-15,6-1-2 0,-7 5 1 0,1-5-2 0,-1 1 1 16,1 0-1-16,0 3-5 0,-1-4-6 0,0 1-14 0,-6 0-16 0,7-4-17 16,-7 3-19-16,7 1-24 0,-7-4-27 0,0 4-44 0,0-4-56 15,0 0-81-15,0 0-94 0,0 0-74 0,0 0-61 0,0 0-28 16,0 0-8-16,0 0 5 0,-7 0 11 0,0 0 16 0,-5 0 19 0,5 3 22 15,-6 1 26-15,6 0 45 0,-5-1 55 0,5 5 81 0,-6-5 284 16</inkml:trace>
  <inkml:trace contextRef="#ctx0" brushRef="#br0" timeOffset="2667.28">16927 9543 0 0,'0'0'6'0,"-8"-4"62"0,8 4 5 0,0 0-1 15,0 0-1-15,0 0-5 0,0 0-8 0,0 0-5 0,0-3-6 16,0 3-3-16,0 0-5 0,0 0-3 0,-6-4-3 0,6 4-1 16,0 0-3-16,0-4-4 0,0 4-4 0,0 0-3 0,-6-3-1 0,6 3 0 15,0 0 0-15,0-4 2 0,0 4 1 0,-7 0 0 0,7 0 0 16,0-4 1-16,0 4 0 0,0 0-2 0,-6 0 0 0,6 0-1 15,0 0 0-15,0-3 0 0,-7 3-2 0,7 0-2 0,0 0-2 0,0 0-3 16,0 0-1-16,-6 0 0 0,6 0 0 0,-7 0 1 0,7 0 0 0,0-4 3 16,0 4 1-16,-6 0 3 0,6 0 1 0,0 0 4 0,0 0 3 15,0 0 1-15,0 0 1 0,0 0 2 0,0 0 0 0,-6 0 1 16,6 0-1-16,0 0 0 0,0 0-1 0,0 0 1 0,0 0-2 0,0 0-2 16,0 0-2-16,0 0-2 0,0 0-1 0,0 0-2 0,0 0 0 15,0 0-1-15,0 0 0 0,0 0 0 0,0-4 0 0,0 4-1 16,0 0-1-16,0 0-1 0,0 0-1 0,0 0-1 0,-8-3 1 0,8 3-2 15,0 0 0-15,0 0-1 0,0 0-2 0,0 0 0 0,0-4-1 0,8 4-2 16,-8-3 0-16,0 3-2 0,0-4 0 0,0 4-1 16,0-4 0-16,0 4-1 0,6-3-1 0,-6 3 1 0,0-4 0 0,0 4 0 15,0-4 0-15,0 4 0 0,0 0 1 0,0-3-1 0,0 3 0 0,6 0 0 16,-6-5 1-16,0 5-1 0,0 0 0 0,0 0 0 0,0 0 0 16,0 0 0-16,0-3 0 0,0 3-1 0,0 0-2 0,0 0-9 15,0 0-14-15,0 0-23 0,0-3-29 0,0 3-28 0,0-4-29 0,0 0-15 16,-6-3-5-16,6 3-5 0,-6 0-1 0,-2 1 0 0,2-5-2 15,-7 5 1-15,6-1 2 0,-5 0 8 0,-1 1 138 0</inkml:trace>
  <inkml:trace contextRef="#ctx0" brushRef="#br0" timeOffset="5683.15">16581 8363 0 0,'0'0'74'0,"0"0"17"0,0 0 10 0,0 0 4 0,0 0 3 15,0 0 1-15,0 0 1 0,0 0 2 0,-7 4 3 0,7-4 3 16,0 0 3-16,0 0 3 0,0 0 2 0,0 0 1 0,0 0 3 0,0 0 0 16,0 0 1-16,0 0 2 0,0 0 0 0,0 0 1 0,0 0 4 0,0 0-1 15,0 0 2-15,0 0 1 0,0 0 2 0,0 0 6 0,0 4 8 16,0-4 7-16,7 0 9 0,-7 0 7 0,0 0 9 0,7 0 2 15,-1-4 0-15,-6 4-4 0,7 0-5 0,-1 0-8 0,0 0-8 0,-6 0-7 16,8-4-9-16,-2 4-11 0,0 0-15 0,8 0-14 0,-8-3-14 16,0 3-15-16,1 0-17 0,-1-4-7 0,8 4-7 0,-8-3-4 15,0 3-2-15,8-4-1 0,-2 4 1 0,-5-4-1 0,6 1-1 0,-6 3-1 16,5-4 0-16,-5-1-1 0,6 5-1 0,0-2-1 0,0-3-2 16,-6 2-1-16,5 0-1 0,2-1-2 0,-2 0 2 0,2 0-2 0,-1 1-1 15,0-1-1-15,0 0-2 0,-1-3-1 0,2 3-1 0,-1 1-1 16,0-1 0-16,0 1-2 0,-1-1 1 0,8 0 0 0,-6 0 0 0,-1 1-1 15,6-1-2-15,-6 0 0 0,0 1-1 0,0-1 0 0,7 4 1 16,-7-3-2-16,-1-1-1 0,2 4-1 0,-1-4-1 0,0 1-2 16,0 3-1-16,-1-4 0 0,2 4-3 0,-1 0 1 0,0-4-2 0,0 4 0 15,0 0-1-15,-6-3 0 0,5 3 0 0,2 0 0 0,-2 0-1 16,2-4 1-16,-1 4 1 0,-7 0 0 0,8 0 0 0,-2 0-1 0,-6 0 0 16,8-4 1-16,-1 4 0 0,-7 0 0 0,8 0 2 0,-2 0-1 15,-5 0 1-15,6 0 0 0,-7 0 1 0,1 0-1 0,6 0-1 0,-6 0 0 16,5 0 0-16,-5 4 0 0,0-4 2 0,5 0-1 0,-5 0 2 15,6 0-2-15,-6 0 1 0,-1 0-2 0,8 0 0 0,-8 0-1 0,0 0 0 16,0 0-1-16,8 0 1 0,-8 0 0 0,7 0 1 0,-7 0 0 16,8 0-1-16,-8 0 0 0,8 0 0 0,-2 0-1 0,-5 0 0 0,6-4 0 15,0 4 0-15,-7 0 0 0,8 0 1 0,-2 0 1 0,1 0-1 16,1 0 0-16,-8 0 0 0,7 0-1 0,0 0 0 0,0 0-1 16,0 0-1-16,0 0 0 0,0 0 1 0,0 0 0 0,0 4 0 0,0-4-1 15,0 0-1-15,1 0 1 0,-2 0-1 0,2 0 1 0,-8 4-2 16,7-4 1-16,0 3-2 0,0-3 1 0,-1 4 0 0,-4-4 0 0,4 4 0 15,-5-4-1-15,6 3 0 0,0 1 1 0,-7 0-1 0,8-4 1 16,-2 3-1-16,2 1 1 0,-1-4 0 0,-7 3 0 0,7 1 1 0,0-4-1 16,1 4 2-16,5-4-2 0,-6 3 1 0,0-3 0 0,-1 4 0 15,8-4 1-15,-6 0-2 0,5 4 2 0,-6-4 0 0,6 4 1 16,-5-4 0-16,5 3 0 0,-6-3 1 0,6 4 0 0,-5-4 0 0,5 3 0 16,1-3-1-16,-8 4 0 0,8-4 1 0,-6 4-1 0,5-1 1 0,-6-3-1 15,0 4-2-15,7 0 1 0,-1-1-1 0,-6-3 0 0,0 4 0 16,7 0-2-16,-8 0 1 0,8-1-1 0,-7 0 0 0,7 2-1 15,-8-3 1-15,8 3 0 0,-7-1-1 0,7-4 0 0,-8 3 1 0,2 1 0 16,5 0 0-16,-5-1-1 0,-2-3 1 0,8 4 0 0,-7-1 0 16,0 1-1-16,0 0 1 0,0-1 1 0,0-3-1 0,0 4 1 15,0-4 1-15,0 4-2 0,1-1 1 0,-2 1-1 0,2-4-1 0,-2 4 2 16,1-4-1-16,7 3-1 0,-8-3 1 0,2 0 1 0,6 4 0 0,-7-4 1 16,6-4 1-16,0 4 1 0,1 0 1 0,0 0 1 0,-1-3 2 15,1 3 0-15,6-4 2 0,-7 4-1 0,7-4 2 0,-6 1 0 16,6-1 0-16,-7 4-13 0,7-4 0 0,1 4 0 0,-7-3 0 0,5 3 0 15,-5-4 0-15,6 0 0 0,-6 4 0 0,5 0 0 0,1 0 0 16,-6 0 0-16,-1 0 0 0,7 0 0 0,-6 0 0 0,6 4 0 0,-7-4 0 16,1 4 0-16,6-4 0 0,-6 0 0 0,-1 0 0 0,1 0 0 15,6 3 0-15,-7-3 0 0,1 0 0 0,6 0 0 0,-7 0 0 0,7 0 0 16,-6 0 0-16,7 0 0 0,-1-3 0 0,-1 3 0 0,-5 0 0 16,6-4 0-16,0 4 0 0,0 0 0 0,0 0 0 0,0 0 0 15,6-4 0-15,-5 4 0 0,-1 4 0 0,0-4 0 0,0 0 0 0,7 4 0 16,-7-4 0-16,-1 0 0 0,9 3 0 0,-9-3 0 0,7 4 0 15,-5-4 0-15,-1 4 0 0,6-1 0 0,-6-3 0 0,1 4 0 0,-1 0 0 16,6-4 0-16,-5 3 0 0,-2 1 0 0,1-4 0 0,0 4 0 16,7-1 0-16,-7-3 0 0,0 4 0 0,0-4 0 0,1 4 0 0,-2-4 0 15,1 0 0-15,0 3 0 0,0-3 0 0,1 4 0 0,-1 0 0 16,0-4 0-16,-1 3 0 0,1 1 0 0,1-4 0 0,-1 4 0 16,0-1 0-16,0 1 0 0,-7-1 0 0,7 1 0 0,1 0 0 0,-1-1 0 15,-7 2 0-15,7-2 0 0,-6 1 0 0,0 0 0 0,-1-4 0 16,7 3 0-16,-6 1 0 0,-1-2 0 0,0 3 0 0,1-1 0 15,-1-1 0-15,1 1 0 0,-1-4 0 0,1 4 0 0,0-1 0 0,6 1 0 16,-7-4 0-16,1 4 0 0,-1-4 0 0,1 3 0 0,0-3 0 16,6 4 0-16,-7-4 0 0,1 4 0 0,-1-4 0 0,0 0 0 0,1 0 0 15,-1 3 0-15,1-3 0 0,0 0 0 0,-1 0 0 0,1 0 0 16,0 0 0-16,-1 0 0 0,1 0 0 0,-2 0 0 0,2-3 0 0,0 3 0 16,-1 0 0-16,1-4 0 0,0 4 0 0,-1-4 0 0,1 4 0 15,0-3 0-15,-1 3 0 0,1-4 0 0,-8 4 0 0,8-4 0 0,-1 4 0 16,-5 0 0-16,-2-3 0 0,8 3 0 0,-7 0 0 0,0 0 0 15,6 0 0-15,-5 0 0 0,-2 0 0 0,2 0 0 0,-1 0 0 0,0 0 0 16,-7 0 0-16,7 0 0 0,1 3 0 0,-8-3 0 0,7 0 0 16,-7 4 0-16,1-4 0 0,6 0 0 0,-7 4 0 0,1-4 0 15,6 0 0-15,-7 3 0 0,1-3 0 0,0 4 0 0,-1-4 0 0,7 0 0 16,-7 4 0-16,1-4 0 0,0 0 0 0,-1 0 0 0,0 0 0 0,2 3 0 16,4-3 0-16,-6 0 0 0,1 0 0 0,0 4 0 0,-1-4 0 15,1 0 0-15,-7 0 0 0,6 0 0 0,0 0 0 0,2 0 0 16,-2 0 0-16,0 0 0 0,-6 0 0 0,6 0 0 0,1 0 0 0,0 0 0 15,-1 0 0-15,-6 0 0 0,7 0 0 0,-1 0 0 0,-6 0 0 16,6 0 0-16,2 0 0 0,-8 0 0 0,6 0 0 0,0 0 0 16,-6 0 0-16,7 0 0 0,0-4 0 0,-1 4 0 0,-6 0 0 0,6 0 0 15,-6 0 0-15,7 0 0 0,-1-3 0 0,-6 3 0 0,7 0 0 16,0 0 0-16,-7 0 0 0,6-4 0 0,0 4 0 0,1 0 0 0,0-4 0 16,-1 4 0-16,0 0 0 0,1 0 0 0,0-3 0 0,-1 3 0 15,-6 0 0-15,7 0 0 0,-1 0 0 0,0 0 0 0,2 0 0 0,-2 0 0 16,0 0 0-16,-6 0 0 0,6 0 0 0,1-4 0 0,-7 4 0 15,7 0 0-15,-7 0 0 0,6 0 0 0,-6 0 0 0,7 0 0 16,-1 0 0-16,-6 0 0 0,6 0 0 0,2 0 0 0,-8 0 0 0,6 0 0 16,0 0 0-16,0 0 0 0,2 0 0 0,-2 0 0 0,0 0 0 15,1 0 0-15,-1-4 0 0,1 4 0 0,0 0 0 0,-1 0 0 16,0 0 0-16,0 0 0 0,-6 0 0 0,8 0 0 0,-2 0 0 0,-6 0 0 16,6 0 0-16,-6 0 0 0,0 0 0 0,0 0 0 0,0 0 0 15,0 0 0-15,0 0 0 0,0 0 0 0,0 0 0 0,0 0 0 0,0 0 0 16,0 0 0-16,0 0 0 0,0 0 0 0,0 0 0 0,0 0 0 0,0 0 0 15,0 0 0-15,0 0 0 0,0 0 0 0,0 0 0 0,0 0 0 16,0 0 0-16,0 0 0 0,0 0 0 0,0 0 0 0,0 0 0 16,0 0 0-16,0 0 0 0,0 0 0 0,0 0 0 0,0 0 0 0,0 0 0 15,0 0 0-15,0-3 0 0,0 3 0 0,0-4 0 0,-6 4 0 16,6-4 0-16,-6 4 0 0,6-3 0 0,-8-1 0 0,2 4 0 0,6-5 0 16,-6 3 0-16,0-2 0 0,-1 1 0 0,0-1 0 0,1 0 0 0,-1-4 0 15,1 5 0-15,0-1 0 0,-2 0 0 0,2-3 0 0,0 4 0 16,0-1 0-16,-2-3 0 0,-4 3 0 0,5 0 0 0,1 1 0 0,-1-5 0 15,0 1 0-15,-5 3 0 0,6 1 0 0,-2-5 0 0,-4 5 0 16,5-5 0-16,1 5 0 0,-8-5 0 0,8 5 0 0,0-4 0 0,-8 3 0 16,8-3 0-16,0 3 0 0,-1-3 0 0,-6 2 0 0,6 2 0 0,1-4 0 15,0 3 0-15,-1 0 0 0,0 1 0 0,1-1 0 0,0 0 0 16,-2 1 0-16,8-1 0 0,-6 0 0 0,0 1 0 0,6-1 0 0,-7 4 0 16,7-3 0-16,0 3 0 0,-6-4 0 0,6 4 0 0,-7-4 0 15,7 4 0-15,0 0 0 0,0 0 0 0,0 0 0 0,0 0 0 0,0 0 0 16,0 0 0-16,0 0 0 0,0 0 0 0,0 0 0 0,0 0 0 0,0 0 0 15,7 0 0-15,-7 4 0 0,0 0 0 0,6-1 0 0,-6-3 0 16,7 7 0-16,-1-3 0 0,0 0 0 0,2 3 0 0,-2-3 0 16,0 3 0-16,8 1 0 0,-8-2 0 0,7 1 0 0,-7 2 0 0,8-2 0 15,-8 0 0-15,7 0 0 0,0 4 0 0,-7-3 0 0,8-1 0 16,-1 4 0-16,-7 0 0 0,8-4 0 0,-2 4 0 0,1 0 0 16,0 0 0-16,-6-4 0 0,5 5 0 0,2-1 0 0,-2 0 0 0,-4 0 0 15,4 0 0-15,-5 0 0 0,6-4 0 0,-6 4 0 0,5 0 0 0,-6 0 0 16,2-4 0-16,4 5 0 0,-5-2 0 0,0-3 0 0,-1 1 0 15,1 3 0-15,-1-4 0 0,0 1 0 0,-6-5 0 0,7 5 0 16,0-1 0-16,-7-3 0 0,6 3 0 0,0-4 0 0,-6 1 0 0,0 0 0 16,7-1 0-16,-7 1 0 0,0 0 0 0,7-4 0 0,-7 3 0 0,0-3 0 15,0 0 0-15,0 0 0 0,0 4 0 0,0-4 0 0,-7 4 0 0,7-4 0 16,0 0 0-16,-7 4 0 0,1-4 0 0,0 3 0 0,-8 1 0 0,2-1 0 16,-8 5 0-16,1-5 0 0,-7 9 0 0,-7-5 0 0,1 3 0 15,-8 6 0-15,1-5 0 0,-6 3 0 0,-8 4 0 0,7-3 0 16,1 3-571-16,0-3-273 0,-1-1-2 0,1 2 23 0,5-2 35 0,8-3 42 15,-1 0 42-15,7 0 45 0,7-4 47 0,-1-3 55 16,7 3 56-16,6-3 108 0,1 0 246 0</inkml:trace>
  <inkml:trace contextRef="#ctx0" brushRef="#br0" timeOffset="7600.01">20378 7481 50 0,'7'-8'123'0,"-1"1"13"0,0-1 17 0,-6 0 22 16,8 5 24-16,-8-4 29 0,0 3 29 0,0 1 14 0,6-1 6 15,-6 4 12-15,0 0 17 0,0 0 16 0,0 0 14 0,0 0 3 16,0 0 1-16,0 0-5 0,-6 0-12 0,6 0-15 0,0 4-19 0,0 3-21 16,0-3-23-16,0 7-22 0,-8-4-21 0,8 8-26 0,-6 0-28 0,6-1-25 15,-6 4-21-15,6 0-15 0,-7 5-11 0,0-1-4 0,1 4-4 16,0-4-2-16,6 3-4 0,-7 1-5 0,1-1-6 0,-1 1-8 15,0 0-7-15,1-1-6 0,0 1-4 0,-1-1-1 0,0-3-2 0,-6 4-1 16,7-5-1-16,0 6 0 0,-1-5-3 0,0 0-1 0,1-4-3 16,-8 4 1-16,8-3-1 0,0-1 0 0,-1-4 2 0,1 5 1 15,-7-5 0-15,6 1 2 0,1-4 2 0,0 0 2 0,-2 0 2 0,8-4 2 16,-6 0 3-16,0-2 3 0,-1 1 3 0,7-2 1 0,-7-4 4 0,7 3-1 16,-6-3-1-16,6 0 0 0,-6-3-3 0,6 3-2 0,-7-4-5 15,7-2-1-15,-6 1-5 0,6-2-4 0,-7-4-4 0,0 0-3 16,7 1-5-16,-6-5-4 0,0 0-1 0,-1 0-5 0,7-3-3 0,-7-4-3 15,1 3-2-15,6-6-3 0,-6 3-2 0,6-4-3 0,-7 1-4 16,7-4-2-16,0 3-3 0,-6-4-2 0,6 1-1 0,0-4-2 0,-7 4 1 16,7-1 0-16,0 1 3 0,0 0 1 0,0 0 3 0,7 3 2 15,-7-4 3-15,0 5 4 0,6-1 3 0,-6 1 3 0,7 3 3 16,-1 0 2-16,0 0-1 0,8 0 2 0,-8 0 1 0,7 4 0 0,0-4 0 16,6 3 2-16,1 1-1 0,0-1 0 0,-1 1-1 0,7 4 2 15,0-1-2-15,0 0 0 0,1 1 2 0,-1-1-1 0,-1 4 1 0,9 0 1 16,-9 4 0-16,1-1 0 0,0 5-1 0,0-5 1 0,1 6 1 15,-8 2 0-15,7 0 0 0,-6 0 1 0,6 2-1 0,-7-2 2 0,1 8 0 16,0-5 0-16,-2 5 1 0,2-1 2 0,0 4 1 0,-7 0 1 16,7 0 4-16,-1 4 0 0,-6-1 0 0,0 1 2 0,7 3 1 0,-8-3 1 15,2 7 1-15,-8-4 1 0,7 4 1 0,-7 0 0 0,2 4 1 16,-2-1-1-16,0 0-1 0,-6 2 1 0,0 2-2 0,0-3 1 0,0 3-2 16,0 0 1-16,-6 5-2 0,0-5-1 0,-2 0-2 0,-4 4-1 15,-1-3-1-15,-1 2-1 0,2-2-1 0,-8-1-1 0,0 4-1 16,1-4-2-16,-7 1-1 0,0-1-1 0,-1 0-1 0,1 0-2 0,1-3-6 15,-7 3-7-15,5-3-12 0,-5-4-12 0,-1 0-15 0,7 0-16 16,-6-4-19-16,5-3-23 0,-5 0-26 0,6-4-57 0,0 0-74 0,-1-8-85 16,1 1-91-16,1-4-60 0,-1 0-45 0,6-4-14 0,-6-3-2 0,-1-4 6 15,1 0 12-15,1 0 15 0,-1-4 16 0,0 0 24 16,-7-3 26-16,7-3 57 0,0 2 74 0</inkml:trace>
  <inkml:trace contextRef="#ctx0" brushRef="#br0" timeOffset="13517.84">19779 11129 0 0,'0'0'66'0,"-7"0"30"0,7 0 7 0,0 0 4 0,0 0 5 0,0 0 1 15,0 0 1-15,0 0-6 0,0 0-11 0,0 0-7 0,0 0-5 16,0 0-3-16,0 0-2 0,0 0-3 0,0 0 1 0,0-3-1 0,0 3 1 16,0 0 2-16,0 0 3 0,0 0 4 0,0 0 8 0,0-4 6 15,0 4 6-15,0 0 7 0,0 0 7 0,0-4 6 0,0 1 4 0,0 3 5 16,0-4 5-16,7 4 5 0,-7-4 4 0,0 4 5 0,0-3 5 15,0-1 4-15,0 0 2 0,0 1 4 0,0-1 2 0,0 0 0 16,0-3-2-16,0 4-4 0,0-5-5 0,0 5-6 0,0-5-6 0,0 0-6 16,0 5-9-16,0-5-8 0,0 1-10 0,0 0-12 0,0 1-12 15,0-3-13-15,0 2-14 0,0 0-9 0,0-1-8 0,0-3-5 16,0 4-3-16,0 0-5 0,0-4-1 0,0 4-3 0,0-4 0 0,0 3-1 16,0-3-1-16,0 4 0 0,0 0 1 0,0-5 0 0,0 1-1 0,0 4 1 15,0-4 2-15,0 4 0 0,0-4 1 0,0 3 2 0,-7-2 3 16,7 2 0-16,0-3 1 0,0 0-1 0,0 4 0 0,0-4-1 15,0 0-2-15,0 0-1 0,-6-4-2 0,6 4-1 0,0 0-2 0,0-3-2 16,0 3-1-16,-6-4-2 0,6 4-2 0,0-4-3 0,0 1-1 16,-8-1-1-16,8 0-3 0,0 4 1 0,-6-3 1 0,6-5 1 0,0 5 2 15,0-1 2-15,-6 1 2 0,6-1 2 0,0 0-1 0,-6 1 2 16,6-1 1-16,-7 0 1 0,7 0 1 0,0 1 3 0,-7-1 1 0,7 4 1 16,0-4 1-16,-6 5-1 0,6-5 0 0,-7 4-3 0,7-3-2 15,0 2-2-15,-6-2-1 0,6 3 0 0,-7-4-1 0,7 4 0 0,0-4-1 16,-7 4-1-16,7 1-3 0,0-5-1 0,-6 4 0 0,6-4 1 15,0 4-1-15,-6 0 0 0,6-4 1 0,-6 4 0 0,6 0 0 0,-8-3-1 16,8 3 0-16,-6 0 0 0,6-4 0 0,-6 4-2 0,-1 0-17 16,7 0 0-16,-6 1 0 0,6-2 0 0,-7 1 0 0,0 4 0 15,7-4 0-15,-6 0 0 0,6 4 0 0,-6-4 0 0,6 3 0 0,0 1 0 16,-6-4 0-16,6 4 0 0,-8 0 0 0,8-4 0 0,0 3 0 16,0 0 0-16,-6 1 0 0,6 0 0 0,0 0 0 0,-6-1 0 0,6 1 0 15,0-4 0-15,0 4 0 0,-7-1 0 0,7-3 0 0,0 4 0 16,0-4 0-16,0 4 0 0,-7-4 0 0,7 0 0 0,0 0 0 0,0 4 0 15,0-5 0-15,0 1 0 0,0 0 0 0,0 0 0 0,0 4 0 16,0-4 0-16,0 4 0 0,0-4 0 0,0 4 0 0,0-1 0 16,0-3 0-16,0 8 0 0,0-5 0 0,0 1 0 0,0 0 0 0,-6 0 0 15,6-1 0-15,0 5 0 0,0-5 0 0,0 0 0 0,0 5 0 16,0-4 0-16,0-1 0 0,0 5 0 0,0-5 0 0,0 1 0 16,0 0 0-16,0-1 0 0,0 1 0 0,0 0 0 0,0-1 0 0,0 5 0 15,0-8 0-15,6 4 0 0,-6-1 0 0,0 1 0 0,0 0 0 16,7-1 0-16,-7 1 0 0,0-1 0 0,7 1 0 0,-7 0 0 0,0-1 0 15,0 1 0-15,6 0 0 0,-6-1 0 0,0 5 0 0,6-1 0 16,-6-3 0-16,0 3 0 0,0 1 0 0,0-1 0 0,8-3 0 0,-8 3 0 16,0 0 0-16,0 1 0 0,6-1 0 0,-6 0 0 0,0-3 0 15,0 3 0-15,0 1 0 0,6-1 0 0,-6 0 0 0,0-3 0 16,0 3 0-16,6 0 0 0,-6-2 0 0,0 1 0 0,0 2 0 0,7-1 0 16,-7 0 0-16,0 1 0 0,7-1 0 0,-7 0 0 0,0 1 0 0,0-1 0 15,6 1 0-15,-6 3 0 0,0-4 0 0,0 0 0 0,7 4 0 16,-7-3 0-16,0-1 0 0,6 0 0 0,-6 1 0 0,6-1 0 15,-6 0 0-15,0-3 0 0,8 3 0 0,-2 1 0 0,-6-1 0 0,6 0 0 16,-6 1 0-16,0-1 0 0,6 0 0 0,-6 1 0 0,7-1 0 0,-7 0 0 16,7 1 0-16,-7-1 0 0,0 1 0 0,6 3 0 0,-6-4 0 15,7 0 0-15,-7 4 0 0,0-3 0 0,6 3 0 0,-6-5 0 16,0 5 0-16,7 0 0 0,-7-3 0 0,0 3 0 0,0 0 0 0,0 0 0 16,0 0 0-16,7-4 0 0,-7 4 0 0,6 0 0 0,-6-4 0 15,6 4 0-15,-6 0 0 0,6-3 0 0,-6 3 0 0,8-3 0 16,-2 3 0-16,0-4 0 0,-6 4 0 0,7-4 0 0,-1 0 0 0,1 4 0 15,0-3 0-15,-7 3 0 0,6-4 0 0,0 4 0 0,0-4 0 16,-6 4 0-16,8 0 0 0,-2-3 0 0,0 3 0 0,-6 0 0 0,7 0 0 16,0-4 0-16,-7 4 0 0,6 0 0 0,1 0 0 0,-1 0 0 15,0 0 0-15,-6 0 0 0,8 0 0 0,-2 0 0 0,0 0 0 0,0 0 0 16,8 0 0-16,-8 0 0 0,1 4 0 0,-1-4 0 0,1 0 0 16,0 0 0-16,5 0 0 0,-6 0 0 0,2 0 0 0,4 0 0 15,-5 0 0-15,-1 0 0 0,8 0 0 0,-8 0 0 0,6 0 0 0,-4 3 0 16,4-3 0-16,-5 0 0 0,6 0 0 0,-6 0 0 0,5 0 0 15,-5 4 0-15,6-4 0 0,-7 0 0 0,8 4 0 0,-1-4 0 0,-7 0 0 16,7 3 0-16,0-3 0 0,1 4 0 0,-8-4 0 0,7 4 0 16,0-4 0-16,0 4 0 0,-1-4 0 0,2 3 0 0,-1-3 0 0,0 0 0 15,0 3 0-15,0-3 0 0,0 0 0 0,0 0 0 0,0 0 0 16,0 4 0-16,0-4 0 0,0 0 0 0,1 0 0 0,-2 0 0 16,1 0 0-16,0 0 0 0,0 0 0 0,1 0 0 0,-2 0 0 0,2 0 0 15,-2 0 0-15,1 0 0 0,1 4 0 0,-2-4 0 0,-5 0 0 16,6 0 0-16,0 0 0 0,-7 3 0 0,8-3 0 0,-2 0 0 0,-4 0 0 15,4 5 0-15,-6-5 0 0,8 0 0 0,-1 0 0 0,-7 0 0 16,8 3 0-16,-2-3 0 0,-6 0 0 0,8 0 0 0,-1 0 0 0,0 0 0 16,0 0 0-16,-1 0 0 0,-4-3 0 0,4 3 0 0,1 0 0 15,1 0 0-15,-2 0 0 0,2-5 0 0,-2 5 0 0,2 0 0 0,-1-3 0 16,-7 3 0-16,8 0 0 0,-2 0 0 0,1-4 0 0,-6 4 0 16,6 0 0-16,0 0 0 0,-6-4 0 0,5 4 0 0,2 0 0 15,-8 0 0-15,7-3 0 0,0 3 0 0,-6 0 0 0,5 0 0 0,2 0 0 16,-8-3 0-16,7 3 0 0,0 0 0 0,-6 0 0 0,5-4 0 15,2 4 0-15,-2 0 0 0,-5 0 0 0,6 0 0 0,0-4 0 0,0 4 0 16,0 0 0-16,1 0 0 0,-2 0 0 0,1 0 0 0,0 4 0 16,0-4 0-16,1 0 0 0,-8 0 0 0,7 0 0 0,0 0 0 15,0 0 0-15,0 0 0 0,0 0 0 0,0 4 0 0,0-4 0 0,0 0 0 16,0 0 0-16,-6 0 0 0,5 0 0 0,2 0 0 0,-1 0 0 0,-7 0 0 16,7 0 0-16,-6 0 0 0,5 0 0 0,2 0 0 0,-8 0 0 15,7 0 0-15,0 0 0 0,-6 0 0 0,6 0 0 0,0 0 0 16,-7-4 0-16,8 4 0 0,-8 0 0 0,7-4 0 0,0 4 0 0,0-4 0 15,-7 4 0-15,8-3 0 0,-2 3 0 0,2-4 0 0,-1 0 0 0,-7 4 0 16,8-3 0-16,-2-1 0 0,1 4 0 0,0-4 0 0,0 4 0 16,1-3 0-16,-2 3 0 0,2 0 0 0,-2-4 0 0,1 4 0 15,1 0 0-15,-2 0 0 0,2-4 0 0,-8 4 0 0,7 0 0 0,0 0 0 16,-6 0 0-16,5 0 0 0,2 0 0 0,-8 0 0 0,7 0 0 0,-6 4 0 16,6-4 0-16,-7 0 0 0,8 0 0 0,-2 0 0 0,-6 0 0 0,8 0 0 15,-8 0 0-15,7 4 0 0,1-4 0 0,-8 0 0 0,6 0 0 16,2 0 0-16,-8 0 0 0,8 0 0 0,-1 0 0 0,-1 0 0 0,2 0 0 15,-8 0 0-15,7 0 0 0,0 0 0 0,0 0 0 0,-7 0 0 0,8 0 0 16,-2 0 0-16,-4 0 0 0,4 0 0 0,1 0 0 0,-6 0 0 16,6 0 0-16,-7 0 0 0,8 0 0 0,-8 0 0 0,7 0 0 0,0-4 0 15,-6 4 0-15,-1 0 0 0,7 0 0 0,-6 0 0 0,5 0 0 0,-5-4 0 16,6 4 0-16,-6 0 0 0,-1 0 0 0,7-3 0 0,-6 3 0 16,-1 0 0-16,0 0 0 0,8-4 0 0,-8 4 0 0,1 0 0 0,-1 0 0 15,1-4 0-15,-1 4 0 0,1 0 0 0,-1 0 0 0,0 0 0 16,2 0 0-16,-2 0 0 0,0 0 0 0,1 0 0 0,-1-3 0 0,1 3 0 15,-7 0 0-15,6 0 0 0,1 0 0 0,-1 0 0 0,1-4 0 0,-7 4 0 16,7 0 0-16,-1 0 0 0,0 0 0 0,-6-4 0 0,7 4 0 0,0 0 0 16,-1 0 0-16,-6 0 0 0,6 0 0 0,1 0 0 0,-1 0 0 15,1 0 0-15,-7 0 0 0,7 0 0 0,-1 0 0 0,0 0 0 0,2 0 0 16,-8 0 0-16,6 0 0 0,0 0 0 0,0 0 0 0,1 0 0 16,0 4 0-16,-7-4 0 0,6 0 0 0,1 0 0 0,-1 0 0 0,-6 4 0 15,6-4 0-15,2 0 0 0,-2 0 0 0,-6 0 0 0,6 0 0 0,0 0 0 16,1 3 0-16,-7-3 0 0,7 0 0 0,-1 0 0 0,1 0 0 15,-7 4 0-15,6-4 0 0,0 0 0 0,2 0 0 0,-2 4 0 0,-6-4 0 16,6 0 0-16,1 0 0 0,0 3 0 0,-1-3 0 0,0 0 0 0,-6 4 0 16,7-4 0-16,-1 0 0 0,1 0 0 0,0 0 0 0,-1 4 0 15,0-4 0-15,1 0 0 0,-7 0 0 0,7 0 0 0,-1 3 0 0,0-3 0 16,1 0 0-16,-7 0 0 0,7 0 0 0,-1 0 0 0,-6 0 0 0,7 4 0 16,-7-4 0-16,6 0 0 0,0 0 0 0,-6 0 0 0,8 4 0 15,-8-4 0-15,6 0 0 0,-6 3 0 0,6-3 0 0,-6 0 0 0,6 4 0 16,1-4 0-16,-7 0 0 0,7 0 0 0,-1 0 0 0,-6 0 0 0,7 4 0 15,-1-4 0-15,0 0 0 0,-6 0 0 0,8 0 0 0,-2 0 0 16,0 0 0-16,0 0 0 0,2 0 0 0,-8 0 0 0,6 0 0 0,0 0 0 16,-6 0 0-16,7 0 0 0,-7 0 0 0,6 0 0 0,-6 0 0 0,0 0 0 15,0 0 0-15,7 0 0 0,-7 0 0 0,0 0 0 0,0 0 0 16,0 0 0-16,0 0 0 0,0 0 0 0,0 0 0 0,0 0 0 0,0 0 0 16,0 0 0-16,7 0 0 0,-7 0 0 0,0 0 0 0,0 0 0 15,0 0 0-15,0 0 0 0,0 0 0 0,0 0 0 0,0 0 0 0,0 0 0 16,0 0 0-16,0 0 0 0,0 0 0 0,0 0 0 0,0 0 0 0,0 0 0 15,0 0 0-15,0 0 0 0,0 0 0 0,0 0 0 0,-7 0 0 16,7-4 0-16,0 4 0 0,-7 0 0 0,7 0 0 0,0-4 0 0,-6 4 0 16,6 0 0-16,0-3 0 0,-7 3 0 0,7 0 0 0,-6-4 0 15,6 4 0-15,0-4 0 0,-6 4 0 0,6-3 0 0,-8 3 0 0,8-4 0 16,-6 4 0-16,6-4 0 0,-6 4 0 0,6-3 0 0,-6-1 0 0,6 4 0 16,-8-4 0-16,2 1 0 0,6 3 0 0,-6-4 0 0,-1 0 0 15,1 1 0-15,6-1 0 0,-7 1 0 0,0-1 0 0,1 0 0 0,0 1 0 16,6-1 0-16,-6 0 0 0,-2 1 0 0,2-1 0 0,0 0 0 15,-1 1 0-15,1-1 0 0,-1 0 0 0,0 1 0 0,1-1 0 0,6 0 0 16,-6 0 0-16,-1 1 0 0,0-1 0 0,1 0 0 0,0 1 0 0,6 0 0 16,-7 3 0-16,7-5 0 0,-7 2 0 0,1-1 0 0,6 4 0 0,-7-4 0 15,7 1 0-15,-6 3 0 0,6 0 0 0,-6-4 0 0,6 0 0 16,0 4 0-16,-7 0 0 0,7 0 0 0,0-3 0 0,0 3 0 0,-7 0 0 16,7 0 0-16,0 0 0 0,0 0 0 0,0 0 0 0,0 0 0 15,0 0 0-15,0 0 0 0,0 0 0 0,0 0 0 0,0 0 0 0,0 0 0 16,0 0 0-16,0 0 0 0,0 0 0 0,0 0 0 0,0 0 0 0,0 0 0 15,0 0 0-15,0 0 0 0,0 0 0 0,0 3 0 0,7 1 0 0,-7-4 0 16,0 4 0-16,7-1 0 0,-7 1 0 0,6 0 0 0,0-1 0 16,-6 2 0-16,7-2 0 0,-1 0 0 0,1 1 0 0,0 3 0 15,-1-3 0-15,0 0 0 0,1 0 0 0,0-1 0 0,-1 1 0 0,0 0 0 16,1 3 0-16,0-3 0 0,-1-1 0 0,7 1 0 0,-7 3 0 0,2-3 0 16,-2 0 0-16,6 3 0 0,-5-4 0 0,0 1 0 0,-1 0 0 0,1 3 0 15,-1-3 0-15,0 3 0 0,8-3 0 0,-8 3 0 0,0 0 0 16,2-3 0-16,4 3 0 0,-5 1 0 0,-1-1 0 0,1 0 0 0,0 0 0 15,5 1 0-15,-6 0 0 0,2-1 0 0,-2 0 0 0,0 0 0 16,1-3 0-16,0 3 0 0,-1 1 0 0,-6-5 0 0,7 1 0 0,-1 3 0 16,-6-3 0-16,6 0 0 0,1-1 0 0,-7 1 0 0,0 0 0 0,7-1 0 15,-7 1 0-15,0 0 0 0,6-1 0 0,-6 1 0 0,0-1 0 16,0-3 0-16,6 4 0 0,-6-4 0 0,0 4 0 0,0-4 0 0,0 3 0 16,0-3 0-16,0 0 0 0,0 4 0 0,0-4 0 0,0 0 0 15,7 0 0-15,-7 0 0 0,0 0 0 0,0 0 0 0,0 0 0 0,0 4 0 16,0-4 0-16,-7 0 0 0,7 3 0 0,0-3 0 0,0 5 0 0,0-5 0 15,-6 3 0-15,6-3 0 0,-6 3 0 0,6 1 0 0,-7 0 0 0,0 0 0 16,1-1 0-16,-7 5 0 0,7-5 0 0,-8 5 0 0,2-1 0 16,-2 4 0-16,-5-4 0 0,-1 4 0 0,0 0 0 0,2 0 0 0,-9 4 0 15,1-1 0-15,0 1 0 0,0 4 0 0,0-5 0 0,0 4 0 16,0-3 0-16,0 0 0 0,6-1 0 0,1 1 0 0,-1-4-159 16,0-4-643-16,14 0-14 0,-7 1 18 0,13-5 33 0,0-3 35 0,-6-3 37 15,6 3 37-15,6-8 38 0,1-2 39 0,-7-1 44 0,6 0 64 16,0 0 78-16</inkml:trace>
  <inkml:trace contextRef="#ctx0" brushRef="#br0" timeOffset="14466.56">20795 9583 124 0,'6'-3'286'16,"8"3"50"-16,-8-4 48 0,8 4 34 0,-8 0 28 0,6 0 20 0,2 0 18 15,-1 4 14-15,7-4 14 0,-8 0-1 0,8 0-8 0,-1 0-46 16,1 3-61-16,0-3-51 0,-1 4-44 0,1-4-42 0,-2 3-40 0,-4-3-27 15,6 4-20-15,-1-4-15 0,1 4-12 0,-8-1-10 0,2 5-9 0,5-5-12 16,-6 2-14-16,0-2-9 0,1 4-77 0,-2-3-14 16,-5 3 0-16,6 1 0 0,-7-1 0 0,7 0 0 0,-7 1 0 0,2-1 0 15,-2 4 0-15,0-4 0 0,-6 4 0 0,0 0 0 0,7 0 0 16,-14 0 0-16,7 0 0 0,-6 0 0 0,0 4 0 0,-2-4 0 0,2 4 0 16,-7-4 0-16,0 3 0 0,0 1 0 0,1-1 0 0,-8 1 0 15,6 0 0-15,-5 0 0 0,6-1 0 0,-6-3 0 0,5 4 0 0,-5-4 0 16,6 3 0-16,0-3 0 0,-7-3 0 0,8 3 0 0,-2-1 0 15,8-2 0-15,-7-1 0 0,7 0 0 0,-2-2 0 0,2 1 0 16,0-2 0-16,0 0 0 0,6 0 0 0,0-4 0 0,0 3 0 0,0-3 0 16,0 0 0-16,0 0 0 0,0 0 0 0,0 0 0 0,6 4 0 15,0-4 0-15,0 0 0 0,2 0 0 0,-2 4 0 0,7-4 0 0,-7 0 0 16,14 0 0-16,-8 3 0 0,2-3 0 0,6 0 0 0,-1 0 0 16,1-3 0-16,-8 3 0 0,8-4 0 0,-1 0 0 0,1 1 0 0,0-1 0 15,6 0 0-15,-7 0 0 0,1 1 0 0,0 0 0 0,-1-5 0 16,-6 4 0-16,6 0 0 0,1-3 0 0,-7 3 0 0,0 1 0 0,0-1 0 15,1 1 0-15,-2-5 0 0,-5 5-81 0,-1 3-162 0,1-4-74 16,-1 0-82-16,1 1-81 0,-7-1-78 0,0 4-40 0,0 0-21 0,0 0 0 16,0 0 10-16,-7 4 16 0,1-1 24 0,-1 1 26 0,1 0 29 15,-7 3 45-15,-1 4 51 0,2-4 73 0,-2 4 128 0</inkml:trace>
  <inkml:trace contextRef="#ctx0" brushRef="#br0" timeOffset="15033.94">20912 10360 114 0,'-12'4'147'0,"4"-4"13"16,2 0 16-16,0 0 21 0,-1 0 22 0,1 0 28 0,-1 0 33 16,7 0 20-16,-7-4 14 0,1 4 7 0,0 0 4 0,6-4-1 15,-6 1 1-15,-2-1-3 0,2 4-3 0,0-3-8 0,6-5-10 0,-7 5-14 16,0-5-18-16,1 0-24 0,-1 1-29 0,1 0-29 0,0-4-33 15,-2 0-33-15,2-4-35 0,-6 1-20 0,5-1-16 0,0-3-11 0,1 0-6 16,-1-1-6-16,1-3-5 0,-1 0-5 0,0 0-5 0,1 0-2 16,6-3-1-16,0-1 0 0,0 0 3 0,0 1 2 0,0 3 3 0,0-4 3 15,6 1 5-15,1-2 3 0,-7 6 3 0,7-5 5 0,-1 4 3 16,1 0 5-16,6 4 3 0,-6-4 3 0,-1 3 3 0,6 1 1 0,-4 0 4 16,4 3 0-16,1-3 3 0,1 7-1 0,-2-7 0 0,2 3 0 15,-2 1 1-15,8 3 0 0,-7-5-3 0,7 2-1 0,-1-1-3 0,7 1-4 16,-6-1-2-16,6 0-3 0,0 1-5 0,-1-1-3 0,2 4-4 15,5-3-4-15,-6 2-3 0,7-2-5 0,-1 3-3 0,1 3-3 16,-1-3-3-16,2 8-1 0,-9-5-3 0,8 5 1 0,-7-1-1 0,6 1 0 16,-5 3 1-16,-1 0 0 0,0 0 3 0,-7 3 0 0,7 1 2 15,-6 3 2-15,0 0 5 0,-1 1-20 0,1 3-1 0,0 0 0 0,-8 0 0 16,1 4 0-16,7-1 0 0,-8 1 0 0,2 3 0 0,-2 0 0 16,2 1 0-16,-8-1 0 0,7 0 0 0,-6 0 0 0,0 5 0 15,-1-5 0-15,0 0 0 0,1 1 0 0,0 2 0 0,-7-2 0 16,6-1 0-16,-6 1 0 0,0 3 0 0,-6-4 0 0,6 0 0 0,-7 4 0 15,0-4 0-15,1 4 0 0,-7-4 0 0,6 4 0 0,-6-3 0 16,0 3 0-16,-6-4 0 0,5 1 0 0,-5 2 0 0,-1 1 0 0,2-3 0 16,-2 3 0-16,-7-4 0 0,1 1 0 0,0 2 0 0,0-2 0 15,-7-1 0-15,1 0 0 0,-1-3 0 0,-5 0 0 0,5-1 0 0,-6-3 0 16,-1 0 0-16,8-3 0 0,-7-5 0 0,7 1 0 0,-7 0 0 16,6-8 0-16,-7 0-307 0,8-3-143 0,-1-4-96 0,1 0-56 0,-1-3-33 15,1-1-9-15,-1-4 4 0,1 1 11 0,6-4 18 0,-7 0 23 16,1 0 26-16,5-3 32 0,1-1 33 0,1 1 64 0,-1-2 78 0</inkml:trace>
  <inkml:trace contextRef="#ctx0" brushRef="#br0" timeOffset="68149.73">23550 6682 115 0,'0'0'130'16,"0"0"10"-16,0 0 12 0,0 0 15 0,0 0 18 0,0 0 20 0,0 0 24 15,0-4 6-15,0 4-3 0,6-3 2 0,-6-1 8 0,0 0 14 16,0 1 18-16,0-2 13 0,-6 2 10 0,6 0 4 0,0-1 1 0,0 0-8 15,0 1-9-15,0-1-15 0,-7 0-15 0,7-3-18 0,0 3-19 16,-6 1-20-16,6-1-19 0,0 0-23 0,-7 1-23 0,7-1-19 0,-6 0-16 16,6 0-10-16,-6 1-9 0,-2-1-5 0,2 0-5 0,0-3-3 15,-1 3-6-15,1 1-1 0,-1-4-3 0,1 3-3 0,-1 0-3 0,1-3-3 16,-8 3-3-16,8-3-2 0,-7 3-3 0,6-3-1 0,-5 3-2 16,5-3-2-16,-6 3-2 0,0-3 0 0,0 3-2 0,0 1-2 15,0-5-2-15,0 5-3 0,0-1-1 0,-7 1-1 0,8-5-1 0,-8 5 0 16,1-1-2-16,5 0 0 0,-6 1-1 0,-5-2 0 0,5 2-1 15,0-1 1-15,-5 1-1 0,-1 3-1 0,6-4-1 0,-6 0 1 0,-1 1 2 16,1 3 0-16,1-4-1 0,-1 4 1 0,0 0-1 0,-1-4 1 16,1 4 0-16,0 0 0 0,1 4 3 0,-1-4 2 0,6 0 0 0,-7 0 3 15,1 0 3-15,7 4 2 0,-1-4 0 0,2 0 0 0,-2 0-1 16,0 3 2-16,7-3-12 0,-7 0-19 0,8 0 0 0,-8 0 0 16,7 4 0-16,0-4 0 0,0 4 0 0,-1-4 0 0,2 0 0 0,-1 3 0 15,0 1 0-15,0-1 0 0,-1-3 0 0,-5 8 0 0,6-4 0 0,0 3 0 16,-7 1 0-16,8-1 0 0,-8 4 0 0,0-4 0 0,1 4 0 15,-1 0 0-15,1 0 0 0,-1 4 0 0,-6-4 0 0,6 3 0 16,1 1 0-16,-1 0 0 0,1-1 0 0,0 1 0 0,6-4 0 0,-7 4 0 16,6-1 0-16,2 1 0 0,6-4 0 0,-8 3 0 15,8-3 0-15,-1 4 0 0,1-4 0 0,6 4 0 0,0-4 0 0,0 0 0 16,0 3 0-16,0-3 0 0,0 0 0 0,0 4 0 0,0 0 0 0,6-4 0 16,-6 4 0-16,7-4 0 0,-7 3 0 0,6 1 0 0,1-1 0 15,-7 1 0-15,7-1 0 0,-1 1 0 0,0 0 0 0,-6-1 0 0,6 2 0 16,2 2 0-16,-2-4 0 0,0 1 0 0,1 3 0 0,0-3 0 15,-1-1 0-15,1 1 0 0,5 1 0 0,-5-3 0 0,6 2 0 0,0-4 0 16,-6 4 0-16,6-4 0 0,-1 0 0 0,2 0 0 0,-2 0 0 16,2 0 0-16,5 0 0 0,-5-4 0 0,-2 4 0 0,2-4 0 15,5 0 0-15,-6 4 0 0,0-3 0 0,0-1 0 0,6 1 0 0,-5-1 0 16,5 0 0-16,-6 1 0 0,0-1 0 0,7 0 0 0,-7 1 0 0,0-1 0 16,0 0 0-16,7 1 0 0,-8-1 0 0,1 0 0 0,0 0 0 15,7 1 0-15,-7-5 0 0,0 5 0 0,6-2 0 0,-6-1 0 0,7 2 0 16,-6-3 0-16,4 0 0 0,-4 3 0 0,5-3 0 0,1 0 0 15,-1-4 0-15,-6 3 0 0,6 1 0 0,1-4 0 0,6 3 0 16,-6-3 0-16,-1 0 0 0,7 4 0 0,-6-4 0 0,-1 0 0 0,7 0 0 16,-6 0 0-16,7 0 0 0,-9 0 0 0,9 0 0 0,-7 0 0 15,-2 0 0-15,2 4 0 0,0-4 0 0,-1 0 0 0,1 0 0 16,0 3 0-16,-7-3 0 0,6 4 0 0,-6-4 0 0,1 4 0 0,5-4 0 16,-6 3 0-16,0-3 0 0,-1 4 0 0,8-4 0 0,-7 0 0 15,1 3 0-15,-2-3 0 0,8 0 0 0,-7 0 0 0,0 0 0 0,6 0 0 16,-5 0 0-16,6 0 0 0,-8-3 0 0,1 3 0 0,0 0 0 15,6-4 0-15,-5 1 0 0,-1 3 0 0,6-4 0 0,-6 0 0 16,1 1 0-16,-2-1 0 0,2 0 0 0,-2 1 0 0,1-1 0 0,1 1 0 16,-8-5 0-16,7 4 0 0,0 1 0 0,-7-1 0 0,8 0 0 0,-8 0 0 15,7 1 0-15,-7-2 0 0,8 2 0 0,-8 0 0 0,1-1 0 16,6 4 0-16,-7-4 0 0,1 1 0 0,-1-1 0 0,8 0 0 16,-8 1 0-16,0 3 0 0,1-4 0 0,0 0 0 0,-1 1 0 0,0-1 0 15,1 1 0-15,-1 3 0 0,1-4 0 0,0 0 0 0,-1 0 0 0,0 1 0 16,1-1 0-16,0 1 0 0,-1-1 0 0,0 0 0 15,1 1 0-15,0-1 0 0,-1 0 0 0,1 1 0 0,-1-5 0 0,0 5 0 16,2-1 0-16,-2-3 0 0,0 4 0 0,0-2 0 0,-6 2 0 0,7-1 0 16,0-4 0-16,-7 5 0 0,6-1 0 0,1 0 0 0,-7 2 0 15,0-3 0-15,6-2 0 0,-6 3 0 0,6 1 0 0,-6-1 0 16,8 0 0-16,-8-4 0 0,6 5 0 0,-6 0 0 0,0-5 0 0,6 5 0 16,-6-1 0-16,0-3 0 0,6 3 0 0,-6 0 0 0,0 1 0 0,0-5 0 15,8 5 0-15,-8-1 0 0,0 1 0 0,0-5 0 0,0 5 0 16,0-5 0-16,0 5 0 0,-8-5 0 0,8 1 0 0,0-1 0 15,0 1 0-15,0 1 0 0,-6-3 0 0,6 6 0 0,0-8 0 0,-6 3 0 16,6 1 0-16,0 0 0 0,-6 0 0 0,6-1 0 0,-8 0 0 16,8 2 0-16,-6-5 0 0,6 3 0 0,-6 1 0 0,6 0 0 0,0 3 0 15,-7-7 0-15,7 8 0 0,-6-5 0 0,6 0 0 0,-7 1 0 16,7 0 0-16,-7-1 0 0,1 1 0 0,6 0 0 0,-6-1 0 16,6 1 0-16,-6 0 0 0,-2 0 0 0,2-1 0 0,6 1 0 15,-6 0 0-15,-1-1 0 0,1 1 0 0,-1 0 0 0,0 0 0 0,1-1 0 16,6 0 0-16,-6-2 0 0,-1 2 0 0,0-3 0 0,1 4 0 0,0-4 0 15,-1 4 0-15,0-4 0 0,1 3 0 0,6-3 0 0,-7 0 0 16,1 4 0-16,0-4 0 0,-1 4 0 0,0-4 0 0,1 3 0 16,0-3 0-16,-2 4 0 0,2-4 0 0,0 4 0 0,-1-4 0 0,-6 3 0 15,7 1 0-15,-7-4 0 0,-1 3 0 0,2-2 0 0,-1 3 0 0,-7-4 0 16,7 3 0-16,-6 1-69 0,-1-4-468 0,-6 3-69 0,7 1-53 16,-1 0-17-16,-6-4 2 0,7 4 11 0,-1-4 17 0,-6 3 21 15,7-3 26-15,5-3 31 0,-6-1 32 0,8 0 50 0,-1 0 58 16,6-2 91-16,0-2 255 0</inkml:trace>
  <inkml:trace contextRef="#ctx0" brushRef="#br0" timeOffset="70516.33">12549 9583 0 0,'0'-3'59'0,"-6"-1"44"0,6 4 7 0,-6-4 7 16,6 1 8-16,-7-1 8 0,7 0 10 0,-6 1-3 0,6-1-7 0,-7 4-5 15,7-4-1-15,0-3 2 0,-7 3 3 0,7 1 4 0,-6-1 7 16,6 0 10-16,-6-3 12 0,6 3 11 0,-7-3 10 0,0 3 7 16,1-3 8-16,6 4 7 0,-6-5 9 0,-1 5 6 0,1-5 5 0,-1 0 0 15,0 5-5-15,-5-4-8 0,4 3-9 0,2-3-14 0,-6 3-14 16,-2-3-15-16,8 3-14 0,-7-3-16 0,7 3-13 0,-8 0-16 15,2-3-21-15,-2 3-14 0,1 1-11 0,0-1-10 0,6-3-9 0,-5 3-3 16,-2 1-2-16,2-1-2 0,-1 0-4 0,6 1-2 0,-6-1-3 0,1 0 0 16,-2 1-1-16,1-1 1 0,0 0 0 0,0 1-1 0,0 3-3 15,6-4-1-15,-5 0 2 0,-2 4 1 0,1-3-1 0,0 3 0 16,0-4 1-16,1 4 0 0,-2 0 4 0,1 0 0 0,0 0 0 0,0 0-2 16,1 0-3-16,-2 0-1 0,-6 4 0 0,7-4-1 0,1 3-3 0,-2 1 0 15,2 0 0-15,-2-1 0 0,1 1 0 0,1 0-3 0,-2 3-3 16,2-3-2-16,-2 3-1 0,1-3 0 0,0 3 1 0,0 0 0 15,1 0 1-15,-2 4 0 0,1-3-2 0,6 3-1 0,-5-4 1 0,-1 4-2 16,-1-3 0-16,2 3 1 0,5 0-1 0,-6-4 1 0,0 4 1 16,0 0 1-16,6 0-2 0,-5 0-1 0,-2-4 0 0,1 4-1 15,7 0 2-15,-7 0-2 0,6 3 1 0,-5-3-1 0,4 0 0 0,-4 4-1 16,5-4 1-16,-6 4-1 0,7 0-1 0,-1-4 0 0,1 3-1 16,-1 1-1-16,0-1 1 0,1 1-1 0,0 0 0 0,6 0 0 0,-7-1 1 15,7 5-1-15,0-5 1 0,0 1 1 0,0-1 0 0,0 5-1 16,0-5 0-16,0 4 0 0,7-2 1 0,-7 2 0 0,6 0-1 0,0-3 2 15,-6 3 0-15,7-3 0 0,0 3-1 0,-1 1 1 0,1-1-1 16,-1 0-1-16,0-3 1 0,1 3 0 0,0 0-1 0,5-3 1 16,-4 3 0-16,-2 0 0 0,7-3-1 0,-7 0-1 0,7 3 2 0,-6-3-1 15,5-1 1-15,2 1 0 0,-8 0 1 0,8-4 0 0,-1 3 0 16,-1-3 0-16,2 4 0 0,-2-4-1 0,2 0-1 0,-1 0 1 0,6 0 0 16,-6 0 0-16,1 0 1 0,5-4-1 0,-6 4 0 0,0-3 0 15,7 2-2-15,-1-2 1 0,-6-1 1 0,6-3 0 0,-5 3 1 0,5 0 0 16,0-2-1-16,1-2 2 0,-1 4 1 0,1-3-1 0,-7 0 0 15,7-4-1-15,0 3 2 0,-2 1-1 0,2-4 1 0,-7 0-1 16,7 0 1-16,0 0-1 0,-8 0 1 0,8 0-1 0,-1-4 2 0,-5 4-1 16,5-3 0-16,1-1 1 0,-8 0 0 0,8 1 2 0,-7-4 0 0,7 2 1 15,0-2 1-15,-8 3 0 0,8-3 3 0,-7 0 0 0,7-1 1 16,-8-2 1-16,8 2 0 0,-7-3 1 0,7 4 1 0,-8-4 0 16,2 0 3-16,-2 0-1 0,2 0 0 0,5 0 1 0,-13-3 0 0,8 2 1 15,-2-2 0-15,2-1 0 0,-1 0 1 0,-7 1 0 0,8-1 0 16,-8-3 1-16,6 3 2 0,-4 0 1 0,-2-3 2 0,0 3 1 0,1-3 2 15,-7 3 0-15,7 1 0 0,-7-1-2 0,6-3-1 0,-6 3-2 16,0-3-1-16,0 4-1 0,0-5-2 0,0 1-2 0,0-1-3 0,0-3-2 16,0 4-4-16,-6-4-3 0,6 0-2 0,0 0-5 0,-7-4-6 15,0 4-11-15,7-3-15 0,-6 3-17 0,0 0-19 0,-8 0-27 16,8 0-34-16,-7 4-64 0,0-1-83 0,-6 1-85 0,5 3-87 0,-6 8-56 16,1 0-44-16,-1 0-17 0,1 7-5 0,-7 0 6 0,6 3 11 0,-6 4 15 15,0 1 19-15,1 6 27 0,-1-3 32 0,6 4 66 16,-7 0 81-16</inkml:trace>
  <inkml:trace contextRef="#ctx0" brushRef="#br0" timeOffset="114798.39">11618 9536 9 0,'0'-4'14'0,"-6"4"2"0,6-4 1 16,0 4 4-16,0 0 0 0,0 0 4 0,-7-3 3 0,7 3 3 15,0 0 2-15,0 0 4 0,0 0 3 0,0 0 1 0,0 0 1 0,0 0 1 16,0 0 1-16,0 0 1 0,0 0 3 0,0 0 4 0,0 0 3 0,0 0 2 16,0 0 2-16,0 0 3 0,0 0 1 0,0 0 2 0,0 0 1 15,0 0-1-15,0 3 0 0,0-3 1 0,0 0-1 0,0 0 2 16,0 0 0-16,0 0 1 0,0 0 0 0,0 0 1 0,0 0 2 0,0 0 2 15,0 0 4-15,-6 0 3 0,6 0 4 0,0 0 4 0,0 0 1 16,0 4-1-16,0-4 0 0,-7 0-2 0,7 0 0 0,0 0-2 16,0 0 0-16,-6 0-3 0,6-4-4 0,0 4-5 0,-7 0-8 0,7 0-4 15,-6 0-4-15,6 0-1 0,0 0-3 0,-6 0 6 0,6 0 8 16,-8 0 7-16,8 0 8 0,-6 0 5 0,6 0 5 0,0-3 3 0,-6 3-1 16,6 0 2-16,-7 0-1 0,7-4-3 0,-7 4-3 0,1-4-3 15,0 4 0-15,6-3 0 0,-7-1 4 0,1 0 0 0,-1 1 2 0,0 3-5 16,1-4-7-16,0-3-4 0,6 3-3 0,-7 1 1 0,0-1 2 15,1-3 1-15,0 2 1 0,-1-1-1 0,1-2-5 0,-1 1-10 16,0-1-12-16,1-3-14 0,-8 4-13 0,8-4-7 0,0 4-1 0,-7-4-3 16,6 0-1-16,-6 0-2 0,7-4-2 0,-8 4-4 0,2-3-1 0,6-1 0 15,-8-4-1-15,1 5-1 0,0-4 0 0,0-1-1 16,1 1 2-16,-2-4-1 0,1 0 1 0,0 0 1 0,0 0-1 0,1-4 1 16,-2 1-1-16,1-1 0 0,6-3 0 0,-6-4 0 0,1 3 0 0,-2-2 1 15,8-5 1-15,-7 0 1 0,6 1 0 0,1-5 1 0,-1 1 2 16,7-4-1-16,-6 0 0 0,6 0 0 0,0 0 2 0,0-3 0 15,6-1 0-15,-6 4 0 0,7 0 2 0,-7-3 0 0,6 2 0 0,1 1-1 16,0-3 1-16,-1 3-1 0,0 0-1 0,1-4 0 0,-7 4 0 0,13 0 0 16,-7-3-1-16,1-1 1 0,-1 4-1 0,1-3 0 0,0 3 1 15,5-4-1-15,-4 4 0 0,4-3 0 0,1-1 0 0,0 4 1 16,0-4 1-16,1 0-1 0,4 1 0 0,-4-4 0 0,5 3-2 0,1-3 1 16,6 0 1-16,-7 3-1 0,7-3 0 0,0 0-1 0,1-1 0 15,-1 1 1-15,6 4 0 0,-6-2 0 0,7 5-3 0,-1-3 1 16,1 3 0-16,0 0 1 0,5 4 1 0,-5-1 0 0,7 1-3 0,-8 0 0 15,1 3-1-15,5 0-2 0,1 1 0 0,-6 3-1 0,7 0-2 0,-2 0 0 16,-5 0 2-16,6 4-1 0,-7 3-1 0,7-4 0 0,1 5-2 16,-8 3 2-16,7-4 2 0,0 5 2 0,1-1 1 0,-1-1-1 15,-1 1 0-15,8 0 1 0,0 4 0 0,0-4 0 0,-1 4-1 0,1 0 1 16,-1-1 0-16,7 1 0 0,-6-1-2 0,6 5 1 0,-7-4-2 0,1 3 0 16,7 0-1-16,-8-3 1 0,7 4 3 0,-7-2-1 0,1-2 0 15,6 4-1-15,0-5 1 0,-7 5 0 0,8-5-2 0,-1 1 1 16,0 4 0-16,0-5 0 0,7 1 1 0,-7-1 0 0,0 1-1 0,6 4-1 15,-5-5-1-15,5 1 2 0,-5 0 0 0,5 3 0 0,-6-3-1 16,7-1 1-16,-1 1 1 0,1 0-1 0,0 3-1 0,-1-3-1 16,1 0 0-16,6 3 1 0,-6-4 0 0,0 1 1 0,6 3 0 0,-7 1 1 15,1-5 1-15,0 5 1 0,-2-1-1 0,2 4 2 0,0-3 1 16,0 3 0-16,-1-4 2 0,1 4 1 0,0 0-1 0,-1 3 1 0,1-3 1 16,0 1 0-16,-2 2 0 0,2 1 1 0,0 0-1 0,0-1 2 15,-1 1-1-15,1-4 3 0,0 4 0 0,-1-1 2 0,1 1 1 16,0-1 4-16,-1 2 1 0,8-6 3 0,-9 5 1 0,9 0 0 0,-7-1 1 15,6 1 1-15,0-4 2 0,0 4 1 0,0-1 1 0,-6-3-2 16,6 4 0-16,6 0 0 0,-6 0-1 0,1-1-1 0,-1 1-1 0,0 0-3 16,7-1-1-16,-7 5-1 0,0-5 1 0,0 5-2 0,1-1-2 0,-1 0-3 15,0 1 1-15,0-1-2 0,0 0-1 0,0 4-1 16,-7-4 0-16,7 4-2 0,0-3 1 0,-6 3-1 0,6 0 1 0,0 0-1 16,-6 0 1-16,0 0-1 0,6 0 2 0,-7 0-2 0,7 0 0 0,-6 0-1 15,6 0 2-15,0 0-1 0,-6 0 1 0,7 0-1 0,-9 0 1 16,8 3-1-16,-6-3 2 0,7 0-2 0,-8 4 0 0,1-4 0 0,6 4-2 15,-7-4 1-15,1 4-1 0,0-1 0 0,-1 1 0 0,1 0 0 16,0-1-1-16,0 0 0 0,-1 5-1 0,-6-4 0 0,6 3-2 16,-5 1 1-16,-1-1 1 0,7 0 0 0,-8 0 1 0,2 1 1 0,-1-1 1 15,0 5 3-15,6-6 0 0,-5 2 1 0,-1 3 2 0,0-4 1 16,6 0 0-16,-5 0 2 0,-1 5 1 0,0-5 0 0,0 4 0 0,0-4 0 16,-7 4 0-16,8 0 0 0,-8 0-3 0,7-3 0 0,-5 3-2 15,-2 0 0-15,-7 3-2 0,9-3 0 0,-9 4-3 0,7-4 1 16,-5 4-1-16,-1-1 0 0,0 1 0 0,1 0-1 0,-2-1-2 0,-5 1 1 15,6 3 1-15,-7-7 1 0,1 4 3 0,-1-1 1 0,1 1 2 0,-1 0 1 16,1-1 1-16,-7 1 1 0,7-4-2 0,-7 4 2 0,6-4 0 16,-6 3 1-16,7-3 1 0,-7 0-2 0,0 1-1 0,1-1-1 15,-1-1-2-15,-1 1-2 0,1 0-1 0,-6 0-2 0,0-3-1 0,-1 3 0 16,7 0-2-16,-6-1 0 0,-7-2-2 0,7 3 0 0,-8-4-1 16,8 4 1-16,-7 0 1 0,0-3-2 0,0 3 2 0,-1 0-1 15,2-4 0-15,-8 4 2 0,8-4-1 0,-1 4 0 0,-7-4 1 0,0 1 0 16,8-1 0-16,-8 0-1 0,0 1 0 0,1-5 0 0,0 5-1 15,-7-1-1-15,6-3 0 0,1-1 0 0,-7 5-1 0,6-5 1 0,-6 1 0 16,0-1-2-16,6 2 1 0,-6-2 0 0,0 0 0 0,0 2-2 16,0-2 2-16,0-3 0 0,0 4 0 0,7-4 0 0,-7 4 1 0,0-4 0 15,0 0-2-15,0 0 1 0,0 3 0 0,0-3-1 0,0 0 0 16,0 0-1-16,0 0 1 0,0 0 0 0,0 4 1 0,0-4 0 16,0 0-1-16,0 0-1 0,0 0 0 0,0 3-1 0,0-3 1 0,0 0 0 15,0 4-1-15,0-4 1 0,0 4 1 0,7-4 0 0,-7 3-1 0,0 1 0 16,0-4 0-16,0 4 0 0,6-1-1 0,-6 1 1 0,0 0-1 15,0-1 0-15,6 1 0 0,-6 3 0 0,8-3 0 0,-8 3 0 16,0-3 1-16,6 0 0 0,-6 3 0 0,6 0-1 0,-6-3 0 0,7 3 0 16,-7 0 1-16,6 1 0 0,-6-1 1 0,7 1 0 0,-7-5 0 15,7 5 1-15,-7-1-1 0,6 0-1 0,-6 1-1 0,6-1 1 0,0 0 1 16,-6 1 0-16,8-1 1 0,-8 0-1 0,6 0 0 0,-6 1 0 16,6-1 0-16,-6 0-1 0,7 1 1 0,-7-1 0 0,6 0 0 0,-6-3 0 15,7 3 0-15,-7 1 1 0,0-4 0 0,7 3-1 0,-7-3-1 16,0 2 0-16,6-1 1 0,-6 2-1 0,0-3 0 0,6-1 0 15,-6 1 0-15,0 3 0 0,0-3 0 0,7-1-1 0,-7 5 0 0,0-5 1 16,7 1-1-16,-7 3 1 0,0-3 0 0,0 0-1 0,6 3 1 0,-6-3-1 16,0-1 1-16,0 1-1 0,6 0 1 0,-6-1-1 0,0 1 1 15,0 3 0-15,7-3 1 0,-7-1 0 0,0-3-1 0,0 5 0 16,0-2 1-16,7 0 0 0,-7 1 0 0,0 0 0 0,0-4 0 0,0 4 0 16,0-1 0-16,0-3 1 0,0 4-1 0,0 0 0 0,6-1-1 15,-6-3 0-15,0 4 1 0,0 0-1 0,0-1 0 0,0-3 0 16,0 8-1-16,0-5 1 0,0-3 0 0,0 4 0 0,0 0 0 0,7 3 0 15,-7-3 0-15,0-1 0 0,0 1 0 0,0 0 0 0,0 3 0 16,0-3 0-16,0-1 1 0,0 1-1 0,0 3 0 0,0-3 0 16,0-1 0-16,0 1 0 0,0 0 0 0,0-1 0 0,6 1 0 0,-6 0 0 15,0-1 0-15,0 1 0 0,0 0 0 0,0 0 0 0,0-1 0 0,0-3-1 16,0 4 2-16,6 3-2 0,-6-3 1 0,0 0 0 0,0-1 1 16,0 1-1-16,0 0 0 0,0-1 1 0,0 1 0 0,7 3 0 15,-7-3 0-15,0 0 0 0,0-1-1 0,0 1 1 0,0-1 0 0,0 1-1 16,0-4 2-16,0 4 0 0,0-1 0 0,0 1-1 0,7 0 1 15,-7-1 0-15,0 1 0 0,0 0 0 0,0-4 2 0,0 3-1 0,0 1 2 16,0 0-1-16,0-1 1 0,0-3 1 0,0 4-1 0,0-4 0 16,0 4 0-16,0-4 1 0,0 3-1 0,0-3 0 0,0 0-1 0,0 0 0 15,0 0-1-15,0 4-1 0,0-4 1 0,0 4-1 0,0-4 0 16,0 0-1-16,0 3-1 0,0-3 0 0,0 4 0 0,0-1 0 16,6-3 0-16,-6 5 0 0,0-2 1 0,0-3 0 0,0 4 0 0,0-4-2 15,0 4 0-15,0-4 1 0,0 0 1 0,0 0-1 0,0 3 0 0,0-3 1 16,0 0 0-16,0 0 0 0,0 0 1 0,0 0-1 0,0 0 0 15,0 0-1-15,0 0 1 0,0 0 0 0,0 0 2 0,0 0 0 16,0 0-1-16,0 0-2 0,0 0 0 0,0 0 0 0,0 0 0 0,0 0 0 16,0 0 0-16,0 0 0 0,0 0 0 0,0 0 0 0,0 0 0 15,0 0 0-15,0 0 0 0,0 0 0 0,0 0 0 0,0 0 0 16,0 0 0-16,0 0 0 0,0 0 0 0,0 0 0 0,0 0 0 0,0 0 0 16,0 0 0-16,0 0 0 0,0 0-29 0,0 0-17 0,0 0-18 15,0 0-22-15,0 0-28 0,0 0-63 0,-6-3-81 0,6 3-110 0,-7-4-123 16,0 4-63-16,1-4-32 0,0 1-12 0,-7-2-3 0,-7 5 4 15,0-3 10-15,1-1 15 0,-7 1 17 0,-6-1 23 0,-7 0 26 16,5 1 64-16,-11-1 81 0</inkml:trace>
  <inkml:trace contextRef="#ctx0" brushRef="#br0" timeOffset="116414.9">19752 8547 45 0,'0'-4'81'0,"-6"4"3"16,6-4 0-16,0 4-1 0,0 0 1 0,0-3 0 0,-6 3 1 0,6 0-1 16,0-4 1-16,-6 4 1 0,6 0 0 0,0-4 0 0,-7 4 1 15,7-3 1-15,-7 3-1 0,7 0 3 0,-6-4 3 0,6 0 1 0,-7 1 0 16,1 3 5-16,6-4 5 0,-7 0 6 0,0 1 7 0,1-1 7 15,-6 0 8-15,4-3 3 0,-4 2 1 0,5 3 4 0,-6-2 5 0,0-3 2 16,1 3 0-16,-2 1 1 0,-6-5-1 0,7 4 1 0,-6 0-2 16,6-3 2-16,-7 4 4 0,1-1-3 0,-1 0-2 0,0 1-3 15,1 3-4-15,6-4-6 0,-6 4-9 0,-1-4-5 0,0 4-6 0,1 4-3 16,-1-4-4-16,1 4-4 0,-1-4-6 0,1 3-12 0,0 1-14 0,-1 0-10 16,0-1-11-16,1 1-8 0,-7-1-4 0,6 1-4 0,1 3-2 15,-1-2-3-15,0 2-1 0,1-3-1 0,-1 3-4 0,-6 0-2 16,7 4-2-16,-1-4-2 0,-6 4 1 0,7-3 0 0,-1 3 2 0,0 4 0 15,-6-5 0-15,7 1 1 0,-1 4-1 0,0-4-1 0,2 4-2 16,-2-1 0-16,1-3-2 0,5 4 0 0,-5-1-1 0,6 1 0 0,0 0-1 16,-7-1-2-16,8 1-1 0,4-4-1 0,-4 3-2 0,-1 2-1 15,6-5-1-15,0 3-1 0,1-3 1 0,0 4-1 0,0-4 1 0,6 3 0 16,-8-3-1-16,8 4 1 0,0 0-2 0,0-1 1 0,0 1 1 16,0 3-1-16,0-3 1 0,0 0 0 0,8 3 0 0,-2-4-1 0,-6 2 2 15,6 1-2-15,7-5 1 0,-6 2 1 0,6 1 0 0,-7 0 2 16,8-5 1-16,-2 5 2 0,2-4 1 0,5 0 1 0,-6 4 1 15,6-8 3-15,-5 4 1 0,5 0 3 0,1 0 3 0,-2 0 0 0,2-4 2 16,0 4 1-16,-1 0-1 0,1-3 1 0,0 3-1 0,-1-4 1 16,1 0-1-16,-8 1-1 0,8-1 0 0,0 0-3 0,-1 0-1 0,1 1-1 15,0-5-3-15,5 1 0 0,-5 3-1 0,0-7-2 0,-1 5 0 16,1-2-2-16,6-3-2 0,-7 0 1 0,1 0-1 0,6-3 0 16,0-2 0-16,-7 2 0 0,7-5 0 0,0 1-1 0,-6 0 0 0,7 0 0 15,-2-4-1-15,1 0 0 0,0 0-1 0,-6 0 0 0,6 0 0 16,0-4-1-16,-7 1-1 0,8 3-1 0,-7-5 0 0,-2 2-2 15,2-1 1-15,-1 1 0 0,1-1-2 0,0 0 2 0,-1 1 0 0,1-1-1 16,-8 1 3-16,8-1-2 0,-7-4 1 0,7 5-2 0,-8-5 1 0,8 1 0 16,-6 0 1-16,-1-4-1 0,-1 4-1 0,8-4 1 0,-7-1-1 15,0 2 0-15,0-5-1 0,1 4-3 0,-2-3-2 0,2-1-7 16,-2 0-6-16,-5 0-10 0,6 1-11 0,-6-1-14 0,-7 4-17 0,6-4-34 16,-6 4-40-16,-6 5-72 0,-1-6-86 0,0 9-85 0,-6-1-86 15,1 4-40-15,-8 0-19 0,-6 8-5 0,-1-1 4 0,-5 8 5 16,-7-4 9-16,0 7 15 0,-1 4 15 0,-5 0 34 0,-1 0 41 0,1 3 71 15,-7 1 185-15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2-13T16:15:47.7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17962 5264 218 0,'6'0'268'0,"-6"-4"31"16,7 4 27-16,-7 0 29 0,-7-3 29 0,7 3 27 0,0 0 27 15,-6 0 19-15,6 0 16 0,0 0-20 0,-7 0-39 0,7 0-39 0,-6 0-41 16,6 3-37-16,-6 1-35 0,6-4-27 0,-8 4-20 0,2-1-25 15,6-3-25-15,-6 4-21 0,0 0-21 0,6 3-15 0,-7-3-10 0,0 0-8 16,1 3-6-16,6 0-5 0,-7 1-3 0,1 3-3 0,-1-4-2 16,0 4-3-16,1 0-1 0,-7 3-3 0,6 1-3 0,1 0-3 15,-7 3-3-15,7 0-4 0,-8 0-3 0,8 5-6 0,-7 2-2 0,0 1-5 16,0-1-5-16,0 1-3 0,0 4-4 0,-1-1-16 0,2 0-7 16,-1 0 0-16,0 1 0 0,0 3 0 0,-7-4 0 0,8 4 0 0,-2 0 0 15,1-4 0-15,0 4 0 0,0-3 0 0,1 2 0 0,-2-2 0 16,1-1 0-16,0 1 0 0,0-1 0 0,7 0 0 0,-8 0 0 15,2-3 0-15,5 3 0 0,-6-3 0 0,6 0 0 0,-5-1 0 0,5 1 0 16,0 0 0-16,1-4 0 0,0 3 0 0,-8-3 0 0,8 0 0 16,-1 0 0-16,1-3 0 0,6 2 0 0,-7-3 0 0,0-3 0 0,7 4 0 15,-6-5 0-15,0-3 0 0,6 4 0 0,0-1 0 0,-6-6 0 16,6 3 0-16,0 0 0 0,-8-4 0 0,8 1 0 0,0-1 0 16,0-3 0-16,0 2 0 0,-6-1 0 0,6-2 0 0,0 1 0 0,0-4 0 15,0 4 0-15,0-4 0 0,-6 3 0 0,6-3 0 0,0 0 0 0,0 0 0 16,0 0 0-16,0 0 0 0,0 0 0 0,0 0 0 0,0 0 0 15,0 0 0-15,0 0 0 0,-7 0 0 0,7 0 0 0,0-3 0 16,0 3 0-16,-6-4 0 0,6 0 0 0,-7 1 0 0,7-2 0 0,-7 2 0 16,7-4 0-16,-6 0 0 0,0-1 0 0,6-3 0 0,-7 0 0 15,0 0 0-15,7 0 0 0,-6-4 0 0,0 1 0 0,6-4 0 0,-7-1 0 16,0 1 0-16,1-4 0 0,-1 0 0 0,7 0 0 0,-6 0 0 16,0-4 0-16,-1 5 0 0,0-5 0 0,1 0 0 0,0 4 0 0,-2 0 0 15,2-3 0-15,6 6 0 0,-6-3 0 0,-1 4 0 0,1 3 0 16,6 0 0-16,-7 1 0 0,1 3 0 0,6 4 0 0,-7-1 0 15,7 1 0-15,0 3 0 0,0 1 0 0,-6-1 0 0,6 0 0 0,0 4 0 16,0 0 0-16,0 4 0 0,0 0 0 0,0 3 0 0,0 0 0 16,0 4 0-16,0 4 0 0,0-1 0 0,0 9 0 0,0-1 0 0,0 3 0 15,0 1 0-15,0 3 0 0,0 1 0 0,0-1 0 0,0 0 0 16,0 0 0-16,6 1 0 0,-6-1 0 0,0-3 0 0,0 3 0 0,7-3 0 16,-7-1 0-16,6-3 0 0,-6 4 0 0,7-4 0 0,-1-1 0 15,1-2 0-15,-1 3 0 0,0-4 0 0,2-3 0 0,-2 4 0 0,0-5 0 16,8 1 0-16,-8-4 0 0,0 3 0 0,7-6 0 0,-6 3 0 15,0-4 0-15,5-3 0 0,-5-1 0 0,6 1 0 0,0-4 0 16,0-4 0-16,6-3 0 0,1-4 0 0,0-4 0 0,-1-7 0 0,7 1 0 16,7-5 0-16,-1-7 0 0,1-4 0 0,-1 1 0 0,8-9 0 15,-1 2-44-15,6-5-100 0,-5 4-34 0,-1-4-67 0,6 1-84 16,-6 3-97-16,7 0-104 0,-8 0-47 0,2 4-22 0,-7-1-3 0,6 5 5 16,-13 3 10-16,6 0 14 0,-6 3 20 0,1 1 22 0,-8 3 31 15,0 5 33-15,-6 2 69 0,1-3 87 0</inkml:trace>
  <inkml:trace contextRef="#ctx0" brushRef="#br0" timeOffset="19833">17434 8767 70 0,'0'3'196'15,"7"1"30"-15,-7 0 28 0,0-1 26 0,-7 1 26 0,7-1 36 16,0 1 41-16,0 0 31 0,-6-1 30 0,6 1-8 0,0 0-25 0,-6-1-21 16,6 5-20-16,0-1-21 0,-8-3-23 0,8 3-21 0,-6 0-19 0,0 1-22 15,6 2-19-15,-7-2-30 0,1 3-33 0,6-3-26 0,-7 2-22 16,0-2-16-16,1 3-10 0,6-4-9 0,-6 4-5 0,0-4-6 16,-2 4-3-16,8 0-3 0,-6-4-5 0,0 4-4 0,-1-3-3 0,1 3-2 15,-1 0-2-15,7-4-3 0,-7 4-2 0,1 0-6 0,0 0-55 16,-1 0 0-16,0 4 0 0,1-4 0 0,-7 3 0 0,6-3 0 0,1 0 0 15,-1 4 0-15,-5-4 0 0,5 3 0 0,0-3 0 0,-5 5 0 16,4-6 0-16,-4 5 0 0,5-4 0 0,-6 0 0 0,0 0 0 0,7 0 0 16,-8 0 0-16,2 0 0 0,5 0 0 0,-6 0 0 0,0 0 0 15,0 0 0-15,0-4 0 0,0 4 0 0,0 0 0 0,0-3 0 16,-7 3 0-16,8 0 0 0,-2-4 0 0,2 0 0 0,-2 4 0 0,-5-4 0 16,5 1 0-16,2-1 0 0,-8 4 0 0,7-7 0 0,-7 3 0 0,8 1 0 15,-8-2 0-15,1 2 0 0,5 0 0 0,-5-1 0 0,0 0 0 16,-8-3 0-16,7 3 0 0,2 0 0 0,-9 1 0 0,7-5 0 15,-6 5 0-15,7-5 0 0,-7 5 0 0,0-5 0 0,0 5 0 0,0-5 0 16,0 1 0-16,0 3 0 0,0-3 0 0,0 0 0 0,-1-1 0 16,-5 1 0-16,6-1 0 0,0-3 0 0,-7 4 0 0,8-4 0 15,-9 4 0-15,9-4 0 0,-1 3 0 0,-7-3 0 0,7 0 0 0,0 5 0 16,0-5 0-16,0 0 0 0,0 3 0 0,0-3 0 0,0 0 0 16,0 0 0-16,6 0 0 0,-5 0 0 0,-2 3 0 0,1-3 0 0,6 0 0 15,-6 0 0-15,0 0 0 0,7 0 0 0,-7 0 0 0,6 0 0 16,-5 0 0-16,-1 0 0 0,6 5 0 0,-7-5 0 0,1 0 0 0,1 0 0 15,5 0 0-15,-6 3 0 0,0-3 0 0,-1 0 0 0,1 4 0 16,7-4 0-16,-7 0 0 0,6 0 0 0,-5 0 0 0,5 0 0 16,0 0 0-16,1 0 0 0,-1 0 0 0,1 0 0 0,0 0 0 0,-1 0 0 15,0 0 0-15,7-4 0 0,-7 4 0 0,8-3 0 0,-8 3 0 16,7-5 0-16,-7 5 0 0,8 0 0 0,-8-3 0 0,7 3 0 0,-7-3 0 16,8 3 0-16,-2 0 0 0,-5-5 0 0,6 5 0 0,0 0 0 15,-7-3 0-15,7 3 0 0,0 0 0 0,0 0 0 0,1 0 0 0,-2 0 0 16,1 0 0-16,0 0 0 0,0 0 0 0,0 0 0 0,0 0 0 15,0 0 0-15,0 0 0 0,7 0 0 0,-8 0 0 0,8 0 0 16,-7 0 0-16,7 0 0 0,-8 0 0 0,8-4 0 0,0 4 0 0,-1 0 0 16,-6 0 0-16,6 0 0 0,1 0 0 0,0 0 0 0,-2-4 0 0,2 4 0 15,0 0 0-15,0 0 0 0,6 0 0 0,-8 0 0 0,2 0 0 16,0 0 0-16,-1-3 0 0,1 3 0 0,-1 0 0 0,0 0 0 16,1 0 0-16,0 0 0 0,0 0 0 0,-2-4 0 0,2 4 0 0,0 0 0 15,6 0 0-15,-7 0 0 0,1 0 0 0,6 0 0 0,-7-3 0 16,7 3 0-16,-7 0 0 0,7 0 0 0,-6 0 0 0,6 0 0 0,0 0 0 15,0 0 0-15,0 0 0 0,0 0 0 0,0 0 0 0,0 0 0 16,-6 0 0-16,6 0 0 0,0 0 0 0,0 0 0 0,0 0 0 0,0 0 0 16,0 0 0-16,0 0 0 0,0 0 0 0,0 0 0 0,0 0 0 15,0 0 0-15,0 0 0 0,0 0 0 0,0 0 0 0,0 0 0 16,0 0 0-16,0 0 0 0,0 0 0 0,0 0 0 0,0 0 0 0,0 0 0 16,0 0 0-16,0 0 0 0,0 0 0 0,6-4 0 0,-6 4 0 0,0 0 0 15,6-4 0-15,-6 1 0 0,7 3 0 0,-7-4 0 0,7-3 0 16,-1 3 0-16,1 0 0 0,-1-3 0 0,0 0 0 0,8-1 0 15,-8 1 0-15,0 0 0 0,8-1 0 0,-1-2 0 0,-1 2 0 0,-4-3 0 16,4 3 0-16,2-2 0 0,-2-1 0 0,1 0 0 0,7 0 0 16,-8 0 0-16,2 0 0 0,5-4 0 0,-5 4 0 0,5 0 0 15,-6 0 0-15,0 0 0 0,7-3 0 0,-1 2 0 0,-6 6 0 0,1-6 0 16,5 1 0-16,-6 4 0 0,0 0 0 0,-1-1 0 0,2-3 0 16,-1 8 0-16,0-5 0 0,0 5 0 0,-7-5 0 0,8 5 0 0,-2-5 0 15,-5 5 0-15,6-1 0 0,-6 4 0 0,-1-4 0 0,0 1 0 16,1-1 0-16,0 4 0 0,-7 0 0 0,6-4 0 0,-6 4 0 0,6 0 0 15,-6 0 0-15,0 0 0 0,0 0 0 0,0 0 0 0,0 0 0 16,0 0 0-16,0 0 0 0,0 0 0 0,0 0 0 0,0 0 0 16,0 0 0-16,0 0 0 0,0 0 0 0,0 0 0 0,0 0 0 0,0 0 0 15,0 0 0-15,0 0 0 0,0 0 0 0,0 0 0 0,0 0 0 0,0 0 0 16,-6 4 0-16,6-4 0 0,-6 4 0 0,6-1 0 16,-7 1 0-16,-6 0 0 0,7-1 0 0,-7 5 0 0,-1-1 0 0,2 0 0 15,-2 1 0-15,1 3 0 0,-6 0 0 0,6-1 0 0,-7 1 0 0,1 5 0 16,6-6 0-16,-6 5 0 0,-1-4 0 0,0 4 0 0,7-4 0 15,-7 3 0-15,8-3 0 0,-8 0 0 0,7 0 0 0,0 0 0 16,0 0 0-16,-1 0 0 0,2-3 0 0,-1 3 0 0,0-4 0 0,0 0 0 16,7 1 0-16,-8-1 0 0,8 0 0 0,-8 0 0 0,8-3 0 0,0 0 0 15,-7 3 0-15,6-3 0 0,0-1 0 0,1 5 0 0,0-5 0 16,0 1 0-16,-2 0 0 0,2-1 0 0,0 1 0 0,-1 0 0 16,1-1 0-16,-1 1 0 0,7 0 0 0,-7-1 0 0,1-3 0 0,6 4 0 15,-6-1 0-15,6-3 0 0,-8 0 0 0,8 4 0 0,0-4 0 16,-6 0 0-16,6 0 0 0,0 0 0 0,0 0 0 0,0 0 0 0,0 0 0 15,0 0 0-15,0 0 0 0,0 0 0 0,0 0 0 0,0 0 0 16,0 0 0-16,0 0 0 0,0 0 0 0,0 0 0 0,0 0 0 0,0 0 0 16,0 4 0-16,6-4 0 0,-6 0 0 0,8 3 0 0,-8-3 0 15,6 5 0-15,0-5 0 0,1 3 0 0,0 0 0 0,6 2 0 16,-7-2 0-16,8 1 0 0,-2-1 0 0,-6 5 0 0,8-5 0 0,-1 5 0 16,-1-5 0-16,2 5 0 0,-2-1 0 0,2 0 0 0,-1 1 0 15,0-1 0-15,0 0 0 0,-1 0 0 0,2 1 0 0,-1-1 0 16,7 0 0-16,-8 1 0 0,2-1 0 0,-2 0 0 0,-5 1 0 0,6-4 0 15,0 3 0-15,0-3 0 0,-6 3 0 0,5-3 0 0,-4 3 0 16,4-3 0-16,-5 3 0 0,-1-3 0 0,1 3-122 0,-1-3-371 0,1 3-72 16,-1 0-48-16,-6 4-36 0,6-4-6 0,-6 4 8 0,8 0 16 15,-8 4 21-15,0-4 25 0,-8 4 29 0,8 0 32 0,0-1 34 16,0 4 57-16,-6-3 70 0</inkml:trace>
  <inkml:trace contextRef="#ctx0" brushRef="#br0" timeOffset="23865.75">14647 8045 21 0,'-7'0'104'0,"1"0"11"16,-1-4 13-16,7 4 8 0,-6 0 9 0,6 0 6 0,0 0 6 15,0 0 11-15,-6 0 13 0,6 0 13 0,0 0 14 0,0 0 11 16,0 0 12-16,0 0 10 0,0 0 6 0,6 4 12 0,-6-4 14 0,0 0 6 16,0 4 3-16,0-4-3 0,6 3-6 0,-6-3-12 0,0 0-13 15,7 4-15-15,-7-4-17 0,0 2-17 0,6-2-17 0,1 5-17 0,0-5-18 16,-7 4-21-16,6-1-22 0,0 1-14 0,8-4-12 0,-8 4-6 15,0-1-5-15,7 1-4 0,-6 0-3 0,6 0-2 0,0-1-3 0,-6 1-2 16,5-1-3-16,2 1-1 0,-1 0 0 0,6-1 0 0,-6 1-2 16,1 0-2-16,5 0 0 0,-6-1-3 0,0 0-2 0,7-3 0 15,-1 4-3-15,-6 0 0 0,6-4-1 0,1 3 0 0,-7-3 0 0,7 4-2 16,-8-4-3-16,8 0 0 0,-6 4-2 0,5-4-2 0,-6 0 0 16,0 0-1-16,7 0 0 0,-8 0 1 0,1 0-1 0,0 0-1 0,6 0-2 15,-5 0-1-15,-1 0-2 0,0-4-1 0,0 4 0 0,0 0-2 16,-6-4 1-16,5 4-2 0,2-3 0 0,-2 3-2 0,-5-4 0 0,6 4-1 15,-6 0-1-15,5-4 1 0,2 4-1 0,-8-3-1 0,7 3 1 0,-6-3 0 16,6-1 1-16,-1 4 1 0,-4-4 0 0,4 0 0 0,2 1-1 16,-8-1 0-16,7 0-1 0,0-3-2 0,0 4 0 0,-1-5-1 15,-4 4 0-15,4-3 0 0,2 3 0 0,-8-3-1 0,7 0-1 0,1 3-1 16,-8-3-1-16,6 3 0 0,-5-4 0 0,0 5 1 0,6-5-4 16,-7 5-2-16,8-1 0 0,-8-3 0 0,0 3 0 0,0 0 0 15,8 1 0-15,-8-4 0 0,1 3 0 0,-1 0 0 0,8 1 0 0,-8-5 0 16,0 5 0-16,0-5 0 0,2 1 0 0,-2 3 0 0,0-2 0 0,1-2 0 15,-1-3 0-15,1 4 0 0,0-2 0 0,-1-1 0 0,0 3 0 16,1-4 0-16,0 0 0 0,-7 0 0 0,6 0 0 0,-6 0 0 16,6-4 0-16,1 4 0 0,-7-3 0 0,7-1 0 0,-7 0 0 0,0 1 0 15,0-1 0-15,6-4 0 0,-6 5 0 0,0-4 0 0,7 0 0 16,-7 3 0-16,0-3 0 0,0-1 0 0,6 0 0 0,-6 5 0 16,0-4 0-16,0 3 0 0,6-3 0 0,-6 3 0 0,0 1 0 0,7-1 0 15,-7 0 0-15,0 0 0 0,0 4 0 0,7 0 0 0,-7 0 0 16,0 0 0-16,0 1 0 0,0 2 0 0,6-3 0 0,-6 0 0 15,0 4 0-15,6-4 0 0,-6 4 0 0,0-1 0 0,8-3 0 0,-8 4 0 16,0-1 0-16,6 1 0 0,-6 1 0 0,6 1 0 0,1-2 0 0,-7 3 0 16,6-3 0-16,1 3 0 0,-1 1 0 0,1-5 0 15,-1 5 0-15,0-1 0 0,2 0 0 0,4 1 0 0,-5-1 0 0,6 0 0 16,0 4 0-16,-7-3 0 0,8-1 0 0,-2 4 0 0,2-4 0 0,-1 4 0 16,6-3 0-16,-6 3 0 0,0-4 0 0,7 4 0 0,-7-4 0 0,6 1 0 15,1 3 0-15,-1-4 0 0,1 1 0 0,0-1 0 0,6 0 0 16,-7 1 0-16,7-1 0 0,0 0 0 0,-6 1 0 0,5-5 0 15,1 5 0-15,1-5 0 0,-1 4 0 0,0-3 0 0,0 3 0 0,0-3 0 16,0 0 0-16,0-1 0 0,6 1 0 0,-5-1 0 0,-1 1 0 16,6 0 0-16,-5 0 0 0,5 0 0 0,-6-4 0 0,7 3 0 15,-1-3 0-15,1 4 0 0,-1-4 0 0,7 0 0 0,0 0 0 0,1 0 0 16,-1-4 0-16,6 4 0 0,-6-4 0 0,7 5 0 0,0-5 0 0,-1 0 0 16,1 1 0-16,5-1 0 0,-5 1 0 0,0-5 0 0,0 4 0 15,5 1 0-15,-5-1 0 0,7 0 0 0,-8 4 0 0,7-3 0 16,0-1 0-16,-6 4 0 0,6-4 0 0,-1 4 0 0,-4 0 0 0,-2 0 0 15,7 4 0-15,-6-4 0 0,-1 0 0 0,8 4 0 0,-8 0 0 16,1-1 0-16,-1 1 0 0,1 0 0 0,-1 3 0 0,-6-3 0 0,13 3 0 16,-5-3 0-16,-2 3 0 0,1 0 0 0,-1-3 0 0,0 3 0 15,7 0 0-15,-6 1 0 0,6-5 0 0,-6 5 0 0,5-1 0 16,-4-3 0-16,5 0 0 0,-7 3 0 0,7-3 0 0,1-4 0 0,-2 3 0 16,8-3 0-16,-7 4 0 0,7-4 0 0,0-4 0 0,-8 5 0 15,14-1 0-15,-6-5 0 0,0 6 0 0,-1-5 0 0,1 0 0 0,0 1 0 16,0-1 0-16,-1 1 0 0,1-1 0 0,0 0 0 0,-2 4 0 15,2-3 0-15,0 2 0 0,0-2 0 0,-7 3 0 0,7 0 0 0,-8 4 0 16,1-4 0-16,1 3 0 0,-1 1 0 0,-7 0 0 0,2-1 0 16,-2 5 0-16,0-5 0 0,1 5 0 0,-7-1 0 0,7 0 0 0,-7 4 0 15,-1-3 0-15,1 3 0 0,1 0 0 0,-1 0 0 0,0 0 0 16,0 0 0-16,0 3 0 0,-6-3 0 0,6 0 0 0,-7 4 0 16,7-4 0-16,-6 4 0 0,0-1 0 0,6-3 0 0,-7 4 0 0,1 0 0 15,-1-4 0-15,1 3 0 0,-1-3 0 0,1 4 0 0,-1 0 0 0,1-4 0 16,-1 3 0-16,1-3 0 0,-1 4 0 0,8 0 0 0,-14-1 0 15,13-3 0-15,-6 4 0 0,-1 0 0 0,-6-1 0 0,7 1 0 16,-1 0 0-16,1-1 0 0,-7 1 0 0,7-1 0 0,-7 1 0 0,6-4 0 16,-6 4 0-16,1-1 0 0,-2 1 0 0,1 0 0 0,0-1 0 15,0-3 0-15,-6 4 0 0,6 0 0 0,0-1 0 0,0 1 0 16,0-4 0-16,0 4 0 0,-7 0 0 0,7-1 0 0,1-3 0 0,-1 4 0 16,-6-1 0-16,5 1 0 0,1 0 0 0,0 0 0 0,1-4 0 0,-1 3 0 15,0 1 0-15,-1 0 0 0,1-1 0 0,1 1 0 0,-1-4 0 16,6 4 0-16,-5-1 0 0,-1 1 0 0,0 0 0 0,-1-1 0 15,1 1 0-15,1-1 0 0,-1 1 0 0,0 0 0 0,0-1 0 16,0 1 0-16,0 0 0 0,0-1 0 0,6 1 0 0,-5 0 0 0,-1-1 0 16,0 1 0-16,0 0 0 0,7-1 0 0,-7 1 0 0,-1 0 0 15,1-1 0-15,0 1 0 0,7 0 0 0,-7-1 0 0,7 1 0 0,-7-1 0 16,6 2 0-16,-5-2 0 0,-1 1 0 0,6 0 0 0,-5-1 0 16,5 0 0-16,-7 2 0 0,1-2 0 0,1 1 0 0,-1-1 0 15,0 1 0-15,0 0 0 0,0-1 0 0,-7 1 0 0,8-1 0 0,-1 1 0 16,-6 0 0-16,5 0 0 0,1-1 0 0,-6 1 0 0,6-4 0 0,-7 4 0 15,7-1 0-15,-6 1 0 0,6 0 0 0,-7-1 0 0,1-3 0 16,6 4 0-16,-7 0 0 0,8-4 0 0,-8 3 0 0,8 1 0 0,-8 0 0 16,0-1 0-16,8-3 0 0,-8 4 0 0,1-1 0 0,-1 1 0 15,8 0 0-15,-8-4 0 0,0 3 0 0,0 1 0 0,1 0 0 0,0-1 0 0,-1 1 0 16,1-4 0-16,0 4 0 0,-1 0 0 0,1-1 0 0,0-3 0 16,-8 4 0-16,8-4 0 0,-1 4 0 0,1-1 0 0,-8-3 0 0,8 4 0 15,0 0 0-15,-1-4 0 0,-5 3 0 0,5-3 0 0,1 4 0 16,-8-4 0-16,8 0 0 0,-7 4 0 0,7-4 0 0,-8 0 0 0,8 3 0 15,-6-3 0-15,-2 0 0 0,8 4 0 0,-7-4 0 0,-1 0 0 16,2 0 0-16,5 0 0 0,-5 0 0 0,-2 0 0 0,2 0 0 0,-2 4 0 16,8-4 0-16,-7 0 0 0,0 0 0 0,0 0 0 0,0 0 0 0,0 0 0 15,0 0 0-15,-6 0 0 0,6 0 0 0,-1 0 0 0,2 0 0 16,-8 0 0-16,7 0 0 0,-6 0 0 0,-1 0 0 0,1 0 0 0,-1 0 0 16,0 0 0-16,2-4 0 0,-8 4 0 0,6 0 0 0,-6 0 0 15,6 0 0-15,-6 0 0 0,7 0 0 0,-7 0 0 0,0 0 0 0,7 0 0 16,-7 0 0-16,0-4 0 0,0 4 0 0,0 0 0 0,0 0 0 0,0 0 0 15,0 0 0-15,0-3 0 0,0 3 0 0,0 0 0 0,0 0 0 0,0 0 0 16,0 0 0-16,0-4 0 0,0 4 0 0,0 0 0 0,-7-4 0 16,7 4 0-16,0-3 0 0,-7-1 0 0,7 4 0 0,0-4 0 0,-6 1 0 15,0-1 0-15,6 0 0 0,-8 1 0 0,2-1 0 0,6-4 0 16,-6 5 0-16,-1-1 0 0,1-3 0 0,-1-1 0 0,1 5 0 0,-1-4 0 16,1-1 0-16,0 1 0 0,-2 0 0 0,2-4 0 0,0 3 0 0,-1 1 0 15,1-4 0-15,-1 0 0 0,-6 4 0 0,7-5 0 0,-8 2 0 16,2-2 0-16,5 2 0 0,-6-1 0 0,0 0 0 0,0 0 0 0,0 0 0 15,-7 0 0-15,8 0 0 0,-2 4 0 0,1-4 0 0,7 3 0 16,-8-3 0-16,8 4 0 0,-6-1 0 0,5 1 0 0,0 4 0 0,1-5 0 16,-1 1 0-16,1 3 0 0,0 0 0 0,-2-3 0 0,8 3 0 15,-6 1 0-15,6-1 0 0,-6 4 0 0,6-4 0 0,0 4 0 16,-6-3 0-16,6 3 0 0,0 0 0 0,0 0 0 0,0 0 0 0,0 0 0 16,0 0 0-16,0 0 0 0,0 0 0 0,0 0 0 0,0 0 0 15,0 0 0-15,0 0 0 0,6 3 0 0,-6-3 0 0,0 4 0 0,6-4 0 16,0 4 0-16,-6-1 0 0,14 1 0 0,-8 3 0 0,7-3 0 15,-6 3 0-15,6 1 0 0,-1-1 0 0,2 0 0 0,5 5 0 0,-5-5 0 16,5 4 0-16,0 0 0 0,-5 0 0 0,5 0 0 0,1 0 0 0,-1 3 0 16,1 1 0-16,-1-4 0 0,0 3 0 0,1 2 0 15,0-2 0-15,-1 4 0 0,1-3 0 0,0 0 0 0,-7-1 0 0,6 1 0 16,-6-1 0-16,0 1 0 0,0-4 0 0,7 4 0 0,-14 0 0 0,7-4 0 16,1 3 0-16,-8-3 0 0,7 0 0 0,-7 0 0 0,1-4 0 0,6 4 0 15,-13-3 0-15,6-1 0 0,0 0 0 0,2-3 0 0,-2 3 0 16,-6-3 0-16,6 0 0 0,-6 0 0 0,0-1 0 0,0 1 0 0,0 0 0 15,0-4 0-15,0 0 0 0,0 3 0 0,0-3 0 0,0 4 0 16,0-4 0-16,-6 4 0 0,0-1 0 0,-2 1 0 0,-4-1 0 0,-1 5 0 16,-7-5 0-16,-6 5 0 0,0 3 0 0,-7-4 0 0,-5 4 0 15,-9 4 0-15,2-4 0 0,-7 3 0 0,-7-2 0 0,1 2 0 16,6 1-672-16,-7 3-70 0,1-3-27 0,5-1 9 0,8-3 25 0,-1 4 31 16,13-4 36-16,1 0 39 0,13-4 42 0,-1-3 45 0,8-1 45 15,12-3 77-15,0 0 94 0</inkml:trace>
  <inkml:trace contextRef="#ctx0" brushRef="#br0" timeOffset="33816.19">19851 11844 0 0,'0'0'13'0,"0"3"68"0,0-3 7 0,-7 4 7 16,7-4 6-16,0 4 1 0,0-4-4 0,0 0-4 0,0 0-5 0,0 0 1 16,0 0 2-16,0 0 3 0,0 0 7 0,0 0 8 0,0 0 12 15,0 0 9-15,0 0 11 0,0 0 12 0,7 0 13 0,-7 0 15 16,0-4 15-16,6 4 20 0,-6-4 18 0,0 4 20 0,0-3 18 0,7 3 7 16,-7 0 3-16,0-4-6 0,6 4-11 0,-6-4-9 0,0 4-11 15,0-3-15-15,0-1-15 0,0 4-18 0,0-4-18 0,0 1-22 0,6-1-22 16,-6 0-24-16,0-2-24 0,0 1-14 0,0-2-10 0,0 0-5 15,0 0-5-15,8-4-2 0,-8 3-4 0,0-3-2 0,0-4-2 0,6 4-1 16,-6-3-2-16,0-1-1 0,6 1-4 0,-6-1-1 0,6-3-1 16,-6-1-3-16,0 1 0 0,7-1-2 0,-7-3-2 0,0 4 0 15,7-3-1-15,-7-2 0 0,0 2 1 0,0 2 1 0,0-3 1 0,0 4 2 16,-7-4 1-16,7 3 2 0,0 1 2 0,-7 0 1 0,7 0 0 16,0-2 0-16,-6 3 2 0,0-2-1 0,6 5 0 0,-6-4 0 15,-2-1-2-15,2 1-2 0,0 0-3 0,-1-1-2 0,7 1-1 0,-6 0-2 16,-1-1 0-16,0-3-1 0,1 4 0 0,0-4-2 0,-2 0 1 0,2 0-1 15,0 4-2-15,0-4 0 0,-1 0 0 0,7 0-2 0,-7 0 0 16,1 0 0-16,-1 0-1 0,1 0-2 0,6-4 0 0,-6 4-1 16,-2 0 0-16,2 1-2 0,6-2-1 0,-6 1-1 0,6 4-1 0,-6-4 1 15,-1 0-8-15,7 4-3 0,-7-4 0 0,7 3 0 0,-6 1 0 16,-1 0 0-16,1 0 0 0,6-1 0 0,-7 5 0 0,0-5 0 16,1 4 0-16,6 1 0 0,-6-1 0 0,0 1 0 0,-2-1 0 0,2 0 0 15,6 0 0-15,-6 1 0 0,-1 0 0 0,1-2 0 0,6 2 0 0,-7-1 0 16,0 1 0-16,7 3 0 0,-6-4 0 0,6 0 0 0,-6 1 0 15,6-1 0-15,0 1 0 0,0-1 0 0,-6-4 0 0,6 5 0 16,0-1 0-16,0 0 0 0,0 1 0 0,0-1 0 0,0 1 0 0,0-1 0 16,0 0 0-16,6 0 0 0,-6 1 0 0,0-1 0 0,0 1 0 0,0 3 0 15,0-4 0-15,0 0 0 0,0 1 0 0,0-1 0 0,6 1 0 16,-6-2 0-16,0 6 0 0,0-5 0 0,0 0 0 0,0 4 0 16,0-3 0-16,0-1 0 0,0 4 0 0,0-3 0 0,0 3 0 0,0-4 0 15,0 4 0-15,0-4 0 0,0 4 0 0,0 0 0 0,0 0 0 16,0-3 0-16,0 3 0 0,0 0 0 0,0 0 0 0,0 0 0 15,0 0 0-15,0 0 0 0,0-1 0 0,0-2 0 0,0 3 0 0,0 0 0 16,0-4 0-16,0 4 0 0,0 0 0 0,0 0 0 0,0-3 0 16,0 3 0-16,0-4 0 0,0 4 0 0,0-3 0 0,-6 2 0 0,6 1 0 15,0-3 0-15,0 3 0 0,0 0 0 0,0-4 0 0,0 4 0 16,0 0 0-16,0 0 0 0,0 0 0 0,0 0 0 0,0-4 0 0,0 4 0 16,0 0 0-16,0 0 0 0,6 1 0 0,-6-1 0 0,0 0 0 15,0 0 0-15,0 0 0 0,0 0 0 0,6 0 0 0,-6 0 0 16,0 0 0-16,0-1 0 0,0 1 0 0,7 1 0 0,-7-1 0 0,0 0 0 15,0 0 0-15,7 0 0 0,-7 0 0 0,0 0 0 0,0 0 0 0,6 0 0 16,-6 0 0-16,0 4 0 0,0-4 0 0,0-1 0 0,0 5 0 16,0-3 0-16,7-2 0 0,-7 5 0 0,0-4 0 0,0 3 0 15,0 1 0-15,0-4 0 0,0 4 0 0,0 0 0 0,0-1 0 0,0 1 0 16,0 0 0-16,0-4 0 0,0 7 0 0,0-4 0 0,0 2 0 16,0-2 0-16,0 0 0 0,0 1 0 0,0 0 0 0,0 0 0 15,0-1 0-15,6 1 0 0,-6 0 0 0,0-1 0 0,0 1 0 0,0 0 0 16,0-4 0-16,0 3 0 0,6-2 0 0,-6 2 0 0,0 1 0 0,0-5 0 15,0 2 0-15,0 3 0 0,0-5 0 0,8 1 0 0,-8 4 0 16,0-4 0-16,0 4 0 0,0-4 0 0,6 3 0 0,-6 1 0 16,0-4 0-16,0 4 0 0,0 0 0 0,0-1 0 0,6 1 0 0,-6 0 0 15,0-1 0-15,0 1 0 0,0 3 0 0,6-3 0 0,-6-1 0 16,0 1 0-16,7 3 0 0,-7-3 0 0,0 0 0 0,7 0 0 0,-1-1 0 16,-6 1 0-16,7 0 0 0,-7-4 0 0,6 3 0 0,1-3 0 15,0 4 0-15,-1-4 0 0,0 0 0 0,0 0 0 0,2 0 0 0,-2 0 0 16,0 0 0-16,1 0 0 0,6 0 0 0,-6 0 0 0,-1 0 0 15,0 0 0-15,8 0 0 0,-8 0 0 0,0-1 0 0,8 2 0 16,-8-1 0-16,7 4 0 0,1-8 0 0,-8 8 0 0,6-4 0 0,2 0 0 16,-8 0 0-16,7 4 0 0,1-4 0 0,-2 0 0 0,2 0 0 15,-2 3 0-15,8-3 0 0,-7 0 0 0,-1 1 0 0,8-2 0 0,-6 1 0 16,5 0 0-16,-6 1 0 0,6-2 0 0,1 1 0 0,-1 1 0 16,-5-2 0-16,6 1 0 0,-1-1 0 0,0 3 0 0,0-2 0 0,1-1 0 15,-6 5 0-15,5-4 0 0,1 3 0 0,-1-2 0 0,1 2 0 16,-1 1 0-16,0 0 0 0,1 3 0 0,0-3 0 0,5-1 0 15,-5 5 0-15,6-4 0 0,-6 3 0 0,-1 0 0 0,7 1 0 0,1-1 0 16,-7 0 0-16,5 1 0 0,1-1 0 0,0 4 0 0,0-5 0 16,1 5 0-16,-1-2 0 0,-1-2 0 0,9 4 0 0,-9-4 0 0,7 4 0 15,1-3 0-15,0-1 0 0,0 4 0 0,-8-4 0 0,7 4 0 16,2-4 0-16,-2 4 0 0,1-3 0 0,-1 3 0 0,1 0 0 0,-1-5 0 16,-5 5 0-16,5 0 0 0,1 0 0 0,-1 5 0 0,-6-5 0 15,7 0 0-15,-7 0 0 0,-1 3 0 0,2-3 0 0,-1 0 0 16,0 4 0-16,0-4 0 0,0 0 0 0,-7 4 0 0,7-4 0 0,-6 4 0 15,7-4 0-15,-9 3 0 0,9-3 0 0,-7 4 0 0,6 0 0 0,-7-4 0 16,1 2 0-16,6-2 0 0,-7 5 0 0,1-5 0 0,6 4 0 16,-7-4 0-16,1 3 0 0,0-3 0 0,6 4 0 0,-7-4 0 15,1 0 0-15,-2 4 0 0,9-4 0 0,-7 0 0 0,-1 0 0 0,7 0 0 16,-6 0 0-16,-1 3 0 0,0-3 0 0,1 0 0 0,0 0 0 16,-1 0 0-16,1 4 0 0,-1-4 0 0,1 0 0 0,-7 4 0 15,6-4 0-15,-5 4 0 0,5-4 0 0,-6 3 0 0,6-3 0 0,-5 3 0 16,-1-3 0-16,6 4 0 0,-6-4 0 0,7 4 0 0,-7-4 0 0,0 3 0 15,6-3 0-15,1 4 0 0,-7-4 0 0,0 4 0 0,6-4 0 16,1 3 0-16,-6-3 0 0,4 0 0 0,2 4 0 0,-1-4 0 16,1 0 0-16,0 0 0 0,5 0 0 0,-5 0 0 0,6-4 0 0,1 4 0 15,-1 0 0-15,0-3 0 0,-1 3 0 0,1-4 0 0,7 0 0 16,-1 1 0-16,-5-1 0 0,5 0 0 0,-6 1 0 0,7 0 0 16,-7 3 0-16,7-4 0 0,-7 0 0 0,0 4 0 0,0-4 0 0,-7 4 0 15,7-3 0-15,1 3 0 0,-8 0 0 0,7 0 0 0,-6 3 0 16,-1-3 0-16,0 4 0 0,1-4 0 0,0 4 0 0,-1-4 0 0,1 4 0 15,-1-1 0-15,1 0 0 0,0 1 0 0,-1 0 0 0,0-1 0 16,8-3 0-16,-8 4 0 0,7-4 0 0,0 4 0 0,0-4 0 0,7 0 0 16,-7 0 0-16,6-4 0 0,1 4 0 0,-1-4 0 0,1 4 0 15,-1-7 0-15,7 3 0 0,-5 1 0 0,5 0 0 0,-7-5 0 16,7 4 0-16,-7 1 0 0,7-1 0 0,-5-3 0 0,5 3 0 0,-7-1 0 16,1 3 0-16,-1-2 0 0,1 0 0 0,-1 4 0 0,-6-3 0 15,0 3 0-15,1 0 0 0,-2-4 0 0,-5 4 0 0,0 4 0 0,-1-4 0 16,0 0 0-16,-6 3 0 0,7-3 0 0,-7 4 0 0,0-4 0 15,0 4 0-15,0-4 0 0,6 2 0 0,-5 3 0 0,-1-1 0 0,0-1 0 16,0 1 0-16,7-4 0 0,-8 4 0 0,2-1 0 0,5 1 0 16,-6 0 0-16,0 0 0 0,7-1 0 0,-8 0 0 0,2 1 0 15,-1 3 0-15,-1-3 0 0,8 0 0 0,-14-1 0 0,8 1 0 0,-1 0 0 16,-1-1 0-16,-4 1 0 0,4 0 0 0,-6-1 0 0,2 1 0 0,-2-1 0 16,7 1 0-16,-7 0 0 0,-6-4 0 0,7 4 0 0,0-1 0 15,-1 1 0-15,0-4 0 0,0 3 0 0,2-3 0 0,-2 4 0 16,0-4 0-16,1 4 0 0,-1-4 0 0,1 0 0 0,0 3 0 0,5-3 0 15,-4 0 0-15,-2 0 0 0,0-3 0 0,0 3 0 0,8 0 0 16,-8 0 0-16,7-4 0 0,-7 4 0 0,8 0 0 0,-8-4 0 0,8 4 0 16,-2 0 0-16,-5-3 0 0,6 3 0 0,0-4 0 0,-7 4 0 15,8-3 0-15,-8-1 0 0,7 4 0 0,-7-4 0 0,1 4 0 16,6-4 0-16,-7 1 0 0,1 3 0 0,6-4 0 0,-7 4 0 0,1-3 0 16,0 3 0-16,-1-4 0 0,7 4 0 0,-7-4 0 0,1 4 0 15,0-3 0-15,-1 3 0 0,0 0 0 0,-6-4 0 0,7 4 0 0,0 0 0 16,-1 0 0-16,1-4 0 0,-1 4 0 0,1 0 0 0,-1 0 0 15,1 0 0-15,-1 0 0 0,0 0 0 0,-6-3 0 0,8 3 0 16,-2 0 0-16,0 0 0 0,-6 0 0 0,7 0 0 0,-7 0 0 0,6 0 0 16,-6 0 0-16,7 0 0 0,-7 0 0 0,6-4 0 0,-6 4 0 0,7 0 0 15,-7 0 0-15,6 0 0 0,-6 0 0 0,6-4 0 0,-6 4 0 16,8 0 0-16,-8 0 0 0,6-3 0 0,-6 3 0 0,0-4 0 16,6 4 0-16,-6-4 0 0,7 4 0 0,-7-3 0 0,0 0 0 0,7-1 0 15,-7 0 0-15,0 0 0 0,6 1 0 0,-6-1 0 0,0-3 0 16,0 3 0-16,0-3 0 0,0 3 0 0,0-3 0 0,0 3 0 15,-6-4 0-15,6 0 0 0,-7 2 0 0,7 2 0 0,-7-3 0 0,7-1 0 16,-6 1 0-16,0 0 0 0,-2 3 0 0,8-3 0 0,-6 0 0 0,0 3 0 16,-1-3 0-16,1-1 0 0,-1 5 0 0,1-5 0 0,-1 5 0 15,7-5 0-15,-6 5 0 0,0-1 0 0,6 0 0 0,-8 1 0 16,8 3 0-16,-6-3 0 0,6-2 0 0,0 5 0 0,-6-3 0 0,6 3 0 16,0-4 0-16,-7 4 0 0,7-3 0 0,0-2 0 0,-6 5 0 15,6-3 0-15,0 3 0 0,0-4 0 0,-7 0 0 0,7 4 0 0,-6-4 0 16,6 4 0-16,0-3 0 0,-7 3 0 0,7-4 0 0,0 4 0 15,0-3 0-15,-6 3 0 0,6 0 0 0,0 0 0 0,0 0 0 0,0 0 0 16,0 0 0-16,0 0 0 0,0 0 0 0,0 0 0 0,0 0 0 16,0 0 0-16,0 0 0 0,0 0 0 0,0 0 0 0,0 0 0 15,6 3 0-15,-6-3 0 0,0 4 0 0,7-1 0 0,-7-3 0 0,6 8 0 16,1-4 0-16,-1-1 0 0,7 5 0 0,-7-1 0 0,8 1 0 16,-8-5 0-16,7 8 0 0,0-3 0 0,0 3 0 0,1-4 0 0,5 4 0 15,-6 0 0-15,0 0 0 0,7 0 0 0,-8 0 0 0,2 0 0 16,5 3 0-16,-6 1 0 0,0-5 0 0,1 6 0 0,-2-1 0 0,8-1 0 15,-7 1 0-15,-7 3 0 0,8-4 0 0,-2 1 0 0,-5-4 0 16,6 4 0-16,-7 0 0 0,1-1 0 0,-1-3 0 0,1 4 0 16,0-4 0-16,-1 0 0 0,0 0 0 0,-6 0 0 0,7-4 0 0,-7 4 0 15,7-4 0-15,-7 1 0 0,0-1 0 0,6 1 0 0,-6-1 0 0,0-3 0 16,0-1 0-16,0 1 0 0,0 0 0 0,0-1 0 0,0 1 0 16,0 0 0-16,0-1 0 0,0 1 0 0,-6-4 0 0,-1 4 0 15,0 3 0-15,1-3 0 0,-7-1 0 0,0 4 0 0,-6 1 0 0,-1 3 0 16,-13-4 0-16,1 4 0 0,-1 4 0 0,-13 0 0 0,1-2 0 15,-1 7 0-15,-13-2 0 0,8 0-431 0,-8 4-295 0,7 0-29 0,-7 0 1 16,8-3 18-16,5 2 27 0,1-2 28 0,-2 3 32 0,9-7 35 16,5 2 40-16,7-1 47 0,0-6 51 0,-1 5 92 0,9-4 209 15</inkml:trace>
  <inkml:trace contextRef="#ctx0" brushRef="#br0" timeOffset="51566.32">14159 5099 0 0,'-7'0'121'0,"0"0"18"16,1-3 7-16,-1 3 1 0,-6 0 4 0,7-4 1 0,-7 0 2 16,-1 4 4-16,2-3 2 0,5 3-22 0,-6 0-33 0,0-4-18 15,1 4-11-15,-2 0-3 0,1-4 3 0,0 4 3 0,0 0 3 0,0 0 8 16,0-3 7-16,-7 3 5 0,7 0 3 0,-6 0 7 0,0 0 9 0,-1-4 8 16,0 4 9-16,1 0 17 0,-1 0 19 0,-6-4 16 0,7 4 12 15,-1-3 5-15,0-1 4 0,-5 0-4 0,5-3-5 0,0 3-6 16,1-3-6-16,-7-1-7 0,6 2-11 0,0-6-15 0,1 5-17 0,-1-4-22 15,-6 0-28-15,7-4-23 0,-1 4-22 0,-6-3-15 0,7-1-8 0,-7 1-4 16,6-5-3-16,-6 1-2 0,0 3-1 0,1-3-1 0,-2-1 1 16,1 1-1-16,0-4 0 0,0 4 2 0,0 0 1 0,0-5 1 15,0 5 0-15,-6-3 2 0,5 2 0 0,1-3-1 0,0 0 2 0,0 0 1 16,0 0 1-16,0-4 2 0,0 4 1 0,0-3 1 0,0-1 1 16,6 1-1-16,-5-1 0 0,5-4-3 0,0 5-3 0,1-4-2 0,-1-1-3 15,0 1-1-15,1 0-2 0,6 0-2 0,-6-1-1 0,5-3-3 16,-5 3 0-16,6 1-3 0,0-3 1 0,-1-1-1 0,2 2 0 15,5-1 0-15,-6-1-2 0,7 4 1 0,-1-4 0 0,1-4 0 0,-1 4 1 16,7-3 0-16,0 2 0 0,7-2 0 0,-7-1 0 0,6 1 0 16,7-1 0-16,0 0-1 0,0-3-1 0,1 0 0 0,5 3 0 0,1-4 0 15,-2 2 1-15,9 2-1 0,-1-2-1 0,6 1-1 0,1 2 1 16,-1-1 0-16,8 4 0 0,-1 0 0 0,-7 0 1 0,7 0 0 0,7 4 0 16,-7 3 1-16,0-3 2 0,7 3-1 0,-1 1 2 0,1 3-1 15,-1-1 0-15,2 1 0 0,4 1 1 0,1-1-1 0,1 0 1 0,-2 3-1 16,8 1 0-16,-7-1 1 0,7 1 1 0,0 0-1 0,-1 0 1 15,1-1 1-15,6 5 2 0,-6-4 2 0,0 3 4 0,-2-4 2 0,9 5 6 16,-1-1 2-16,0 0 4 0,0 4 3 0,-6-3 3 0,12 3 2 16,-6 0 1-16,0 0 1 0,8 4 2 0,-8-5 0 0,6 5-2 0,-6 4-2 15,7-5-2-15,-7 4-5 0,7 1-4 0,-7-1-3 0,0 0-4 16,0 4-4-16,0 0-3 0,1 4-2 0,-1 0-2 0,-6-4-1 0,-2 7-2 16,2-3-3-16,-7 3 1 0,1 0 1 0,-2 5 1 0,8-5 2 15,-7 4 2-15,1-4 1 0,-2 4 1 0,2 0 3 0,-1 0 2 0,-1 0 2 16,2 0 5-16,-1 0 3 0,1 0 4 0,-2 0 4 0,1 0 6 15,1 0 2-15,-2-3 2 0,-5 3 3 0,7-4 2 0,-2 3 3 0,2-2 3 16,-1 3 3-16,-1-4 1 0,2 1 1 0,-1-1 0 0,0 4-1 16,0-4-1-16,0 0-2 0,-6 4-2 0,0-3-1 0,5 3 2 0,-5 0-2 15,-1 0-16-15,1 0-35 0,-7 0 0 0,7 4 0 0,-7-4 0 16,-6 3 0-16,5 1 0 0,1 3 0 0,-5-3 0 0,-2 3 0 0,-7-3 0 16,8 3 0-16,0 0 0 0,-7 4 0 0,6-3 0 0,-6-1 0 15,1 1 0-15,-1 3 0 0,0-4 0 0,0 4 0 0,-7-4 0 0,7 4 0 16,-6 0 0-16,-1 0 0 0,1 0 0 0,0 4 0 0,-1-4 0 15,1 3 0-15,-8-3 0 0,8 4 0 0,-7 0 0 0,0-4 0 16,0 3 0-16,1-4 0 0,-2 6 0 0,2-1 0 0,-2-5 0 0,-5 1 0 16,6 4 0-16,-6-4 0 0,-1 0 0 0,0 3 0 0,1-2 0 0,0 2 0 15,-1-3 0-15,-6 4 0 0,0-5 0 0,6 6 0 0,-12-5 0 16,6 3 0-16,0-3 0 0,-6 0 0 0,6 0 0 0,-7 0 0 16,0 4 0-16,1-4 0 0,0 0 0 0,-1 0 0 0,-6-1 0 0,6 1 0 15,1-3 0-15,0 3 0 0,-8-4 0 0,8 4 0 0,-8-4 0 0,8 1 0 16,-7-5 0-16,0 5 0 0,0-1 0 0,7-3 0 0,-8-1 0 15,-5 1 0-15,6 0 0 0,0-1 0 0,-7 1 0 0,8-4 0 16,-8 3 0-16,-6-3 0 0,7 4 0 0,-1-4 0 0,-6 4 0 0,-1-4 0 16,2 0 0-16,-1 0 0 0,0 4 0 0,-7-5 0 0,7 2 0 15,-6 2 0-15,5-3 0 0,-5 0 0 0,-1 0 0 0,7 4 0 0,-6-4 0 16,-1 0 0-16,1 0 0 0,-7 3 0 0,6-3 0 0,1 0 0 16,-2 0 0-16,-5 0 0 0,7 4 0 0,-1-4 0 0,-5 0 0 15,5 4 0-15,-7-4 0 0,2 3 0 0,5-3 0 0,-6 4 0 0,0 0 0 16,7-4 0-16,-8 3 0 0,8-3 0 0,-7 1 0 0,6 1 0 15,1-1 0-15,-7-1 0 0,6 0 0 0,0 0 0 0,0 0 0 16,1-4 0-16,-1 4 0 0,1-4 0 0,-1 5 0 0,1-5 0 0,-1 0 0 16,1 0 0-16,-1 1 0 0,1-1 0 0,-7 1 0 0,7-2 0 15,-8 2 0-15,7-4 0 0,-6 3 0 0,1 1 0 0,5-1 0 0,-7 0 0 16,2 0 0-16,-1 1 0 0,0-1 0 0,-1 0 0 0,8 1 0 16,-7-1 0-16,0-3 0 0,6 7 0 0,-6-8 0 0,6 5 0 15,1-1 0-15,-7 0 0 0,13 1 0 0,-7-4 0 0,1 2 0 0,5-1 0 16,-5 2 0-16,6-4 0 0,-1 1 0 0,-5 3 0 0,7-3 0 0,-1 0 0 15,-1-1 0-15,1 1 0 0,0-4 0 0,0 4 0 0,7-1 0 16,-7-3 0-16,-1 4 0 0,8-4 0 0,-8 0 0 0,8 0 0 16,-7 4 0-16,0-4 0 0,7 0 0 0,-7 0 0 0,0 0 0 0,6 0 0 15,-6 0 0-15,0 0 0 0,0 3 0 0,0-3 0 16,6 0 0-16,-6 0 0 0,1 4 0 0,-2-4 0 0,8 0 0 0,-8 4 0 0,8-4 0 16,-7 3 0-16,6-3 0 0,0 0 0 0,-5 4 0 0,5-4 0 15,0 4 0-15,2-4 0 0,-2 3 0 0,0-3 0 0,1 4 0 0,5-4 0 16,-5 3 0-16,-1-3 0 0,8 0 0 0,-8 4 0 0,7-4 0 15,-7 0 0-15,8 4 0 0,-2-4 0 0,2 3 0 0,-8-3 0 0,7 0 0 16,-1 4 0-16,2-4 0 0,-2 0 0 0,-5 4 0 0,6-4 0 16,0 0 0-16,-7 3 0 0,8-3 0 0,-2 0 0 0,1 5 0 0,-6-5 0 15,6 3 0-15,-7-3 0 0,7 3 0 0,0-3 0 0,-6 4 0 16,5-4 0-16,2 4 0 0,-8-4 0 0,7 3 0 0,1-3 0 16,-2 0 0-16,1 4 0 0,0-4 0 0,0 4 0 0,0-4 0 0,0 0 0 15,0 0 0-15,6 0 0 0,-6 0 0 0,0 0 0 0,7 0 0 16,-7-4 0-16,-1 4 0 0,8-4 0 0,-7 1 0 0,7 3-15 0,-1-4-175 15,-6 0-48-15,7 1-60 0,0 0-70 0,-2 3-77 0,2-5-65 16,0 2-59-16,-1 3-22 0,0-4-6 0,1 4 9 0,6 0 14 0,0 0 19 16,-6 4 22-16,6-4 23 0,0 0 28 0,0 0 52 15,0 0 62-15,6 0 77 0,0 3 252 0</inkml:trace>
  <inkml:trace contextRef="#ctx0" brushRef="#br0" timeOffset="66366.5">7320 6250 119 0,'-7'3'189'15,"1"1"14"-15,6 0 15 0,-7-1 19 0,1 1 21 0,6-1 19 16,-6 1 20-16,6 0 19 0,-8-4 18 0,8 3-12 0,-6 1-27 0,6 0-19 15,0 3-14-15,0-3-9 0,0 3-5 0,0 1-6 0,0-5-10 16,6 8-13-16,-6-3-17 0,8 3-16 0,-8-4-17 0,6 4-16 16,0 0-17-16,1-4-16 0,-1 4-19 0,1-4-19 0,0 1-19 0,-1-1-11 15,0 0-9-15,8 1-6 0,-8-5-4 0,0 1-3 0,8 0-4 0,-8-4-2 16,7 3 1-16,-7-3-2 0,8 0-1 0,-8-3 1 0,0 3 1 16,8-4 2-16,-8-3-1 0,7 3 1 0,-6-3 1 0,-1-1 1 15,1 1 0-15,-1-4-1 0,8 0-1 0,-8 0 0 0,0 0-1 0,1-3-1 16,-1-1 0-16,1 0-1 0,-7 0-2 0,6 4 0 0,-6-3 3 15,7-1 1-15,-7 1-1 0,0 3 1 0,0 0 2 0,0 0-1 0,0 3 1 16,-7-3-1-16,7 4 0 0,-6 0-2 0,-1-1 0 0,1 1-2 16,-1 4-2-16,-5-2-6 0,4 2-8 0,-4 3-13 0,-1-4-15 0,0 8-21 15,0-4-23-15,-1 3-44 0,2 2-51 0,-8 1-71 0,7 2-81 16,-7-1-77-16,1 4-76 0,6 0-38 0,-7 4-18 0,1-4-6 16,5 4 0-16,-4 3 7 0,-2-4 12 0,7 5 18 0,-1-1 21 0,2 1 41 15,-8-1 50-15,14 4 71 0,-7 0 219 0</inkml:trace>
  <inkml:trace contextRef="#ctx0" brushRef="#br0" timeOffset="67414.71">6968 10195 160 0,'0'4'181'0,"6"0"21"0,-6-1 23 0,0 1 21 0,0-4 21 0,0 4 20 15,0-4 21-15,0 0 12 0,0 0 6 0,0 0-5 0,0 0-11 16,0 3-11-16,0-3-7 0,0 4-14 0,8-4-13 0,-8 4-17 16,0-1-20-16,0-3-20 0,6 4-18 0,-6-4-20 0,0 3-20 0,6 1-20 15,0-4-21-15,2 4-20 0,-2-1-21 0,0-3-15 0,1 0-11 0,-1 4-7 16,1-4-6-16,6 0-2 0,-7-4-1 0,8 4-1 0,-8-3 0 16,7-1 2-16,0 0 0 0,0-3 1 0,-7 4 1 0,8-8-1 15,-2 3 0-15,2 1-1 0,-8-4 0 0,7 0 1 0,0 0-1 0,-6 0 1 16,5 0 1-16,-4 0-1 0,-2-4 1 0,0 4-1 0,1 0 0 15,-1-3-2-15,1 3-1 0,0 0-1 0,-1-4 0 0,-6 4-2 0,0 0-1 16,6 0-1-16,-6-4-1 0,0 4-2 0,0 0-1 0,0 0-3 16,0 0-1-16,0 0-1 0,-6 0 0 0,0 1-2 0,6 2-1 0,-7-3-1 15,0 3 0-15,-6 1-1 0,7 0-1 0,0 0-2 0,-8 3-1 16,1-3-3-16,0 7-3 0,7-4-7 0,-7 4-6 0,-1 4-10 16,-5-1-9-16,6 1-13 0,0 3-9 0,0 4-18 0,0-4-20 0,-7 9-31 15,8-5-37-15,-2 3-47 0,1 4-52 0,1-3-45 0,-2 3-41 16,8 0-36-16,-8 1-32 0,8-1-23 0,0 1-19 0,6-1-3 0,0 4 4 15,0-4 13-15,0 0 18 0,6 4 29 0,0-3 38 0,2-1 47 16,4 4 52-16,2-4 48 0,-8 1 155 0</inkml:trace>
  <inkml:trace contextRef="#ctx0" brushRef="#br0" timeOffset="68065.87">7398 11569 0 0,'-6'3'16'0,"6"5"103"0,-7-5 7 0,7 4 9 16,-6 1 9-16,6-1 12 0,0 1 14 0,0-1 14 0,-7 1 15 16,14 3-5-16,-7-4-17 0,0 4-8 0,0 0-4 0,6 0 2 0,-6 0 1 15,7 0 5-15,-7 0 3 0,6 3 1 0,0-3 2 0,1 0-2 16,0 1-2-16,-1-1-5 0,-6 3-6 0,6-3-7 0,8-4-6 0,-14 4-9 15,13-3-8-15,-7-1-7 0,1 0-7 0,-1 1-6 0,1-5-7 16,-1 5-9-16,8-5-7 0,-8-3-10 0,0 4-9 0,1-4-8 16,6 0-8-16,-7 0-6 0,1-4-3 0,-1 1-5 0,0 3-3 0,8-8-1 15,-8 1-3-15,1 0-2 0,0-1-1 0,-1-3 0 0,0 0-2 16,1 1 0-16,-7-5-2 0,6 0 0 0,1 0-2 0,-7 1 1 0,0-5-3 16,0 5 1-16,0-4-1 0,0 3 2 0,0 0 2 0,-7 1 1 15,7 0 0-15,-6-2 0 0,-1 5 0 0,-5 0-1 0,5 0 0 16,-6 0-1-16,7 4-1 0,-8 0-3 0,1-1-3 0,0 1-9 0,-6 0-14 15,5 3-26-15,2 0-35 0,-1 4-51 0,0-3-62 0,0 3-68 16,-1 0-73-16,2 0-57 0,-2 0-48 0,2 0-25 0,-1 3-14 0,-1-3-3 16,8 4-1-16,-7 0 4 0,6-4 9 0,1 4 23 0,-7-4 29 15,13 3 50-15,-7-3 58 0</inkml:trace>
  <inkml:trace contextRef="#ctx0" brushRef="#br0" timeOffset="69398.67">14875 5418 116 0,'-7'-4'170'0,"7"1"18"0,-6 3 20 16,6-4 23-16,0 4 26 0,-7-4 27 0,7 4 26 0,0 0 23 15,0 0 22-15,-6 0-5 0,6 0-16 0,0 4-18 0,0-4-13 16,-7 7-12-16,7-3-7 0,0 3-14 0,0 0-13 0,0 1-21 16,0 3-23-16,0 0-24 0,0 0-25 0,0 0-27 0,0 4-30 0,7-4-24 15,-7 0-21-15,0 0-14 0,6-1-10 0,1 1-6 0,-1-3-7 16,1-1-5-16,-1 0-6 0,0 1-2 0,2-1-4 0,-2-3-1 0,7 0-1 16,-7-1-1-16,7 1-1 0,-6-4 0 0,6 0-1 0,-6 0 2 15,5 0 0-15,-5-4 1 0,6 4 1 0,-6-3 2 0,5-5 0 0,-5 4 2 16,0-3 0-16,5 0 1 0,-4-1-1 0,4-3 0 0,-5 0 1 0,-1 1 0 15,1-1-1-15,6-4 2 0,-13 0-1 0,6 1 0 0,0-1 1 16,2 1-1-16,-2-5 1 0,0 4-2 0,-6 1 1 0,0-5 1 16,7 5-1-16,-7-1 0 0,0 1 0 0,-7-1 1 0,7 3-1 0,-6-2-1 15,0 3 0-15,6 0-3 0,-14 0-1 0,8 4-5 0,-1-1-4 16,-6 1-7-16,0 0-10 0,1 3-16 0,-2 4-17 0,1-3-35 0,0 6-42 16,0-3-60-16,0 7-67 0,-6-3-60 0,5 7-58 0,1-4-46 15,0 4-42-15,7 4-18 0,-7 0-9 0,7-5 3 0,-2 6 5 16,8-5 13-16,-6 3 18 0,6-3 33 0,6 0 42 0,2 0 58 0,-2-4 68 15</inkml:trace>
  <inkml:trace contextRef="#ctx0" brushRef="#br0" timeOffset="70032.37">16158 5103 175 0,'0'7'231'16,"0"0"23"-16,-7 4 19 0,7-3 20 0,0 3 21 0,0 0 29 15,-6 0 31-15,6 0 29 0,0 0 24 0,0 0-11 0,0 4-33 0,0-4-34 16,6-1-38-16,-6 1-27 0,0 0-25 0,7 0-15 0,-7 0-16 16,0 1-16-16,6-2-18 0,1-3-26 0,-1 1-29 0,0 0-26 0,8-5-23 15,-8 1-17-15,8 0-14 0,-2-1-7 0,1-3-5 0,1 0-4 16,-2 0-4-16,2-3-4 0,-2-1-2 0,8 0-3 0,-7-3-3 0,7 0-3 15,-8-5-1-15,8 5-1 0,-7-4-3 0,7 0-1 0,-8-4-4 16,8 4-1-16,-7-3-3 0,1-1-1 0,-2 1-1 0,2-1-2 0,-2 0-1 16,1 0 0-16,-6-2-3 0,0 5 1 0,-1-3-1 0,0 1 0 15,-6-1 0-15,0 4 0 0,0-3-1 0,-6 3 0 0,0 0-2 16,-1-1-1-16,-6 6-3 0,0-6-8 0,0 5-7 0,-6 0-13 0,-1-1-15 16,1 5-29-16,-7-1-38 0,-1 4-62 0,1-4-76 0,-6 8-83 15,-1-4-89-15,7 4-49 0,-7 3-32 0,1 0-14 0,6 0-5 0,0 5 1 16,-1-2 8-16,2-2 12 0,5 3 14 0,0 0 30 0,1-4 36 15,6 1 62-15,0-5 76 0</inkml:trace>
  <inkml:trace contextRef="#ctx0" brushRef="#br0" timeOffset="70966.14">17389 5173 64 0,'0'3'159'0,"-7"1"18"0,0-4 24 0,7 4 23 0,-6-1 26 16,0 1 20-16,6 0 18 0,-6-4 15 0,-2 3 13 0,8 1-9 16,-6 0-17-16,0 3-6 0,6-3 4 0,-7-1-3 0,1 5-3 0,6-1-14 15,-7 0-16-15,7 4-20 0,0-4-22 0,-7 1-16 0,7 3-17 16,0-4-14-16,0 4-17 0,7-4-19 0,-7 5-22 0,0-5-22 0,7 0-20 15,-1 4-14-15,-6-4-11 0,7 1-7 0,-1-1-4 0,0 0-3 16,2 1-3-16,-2-1-3 0,6-3-4 0,-5 3 0 0,0-3 0 16,-1-1 0-16,7 5 0 0,-7-5 0 0,8-3-2 0,-8 4 0 0,8-1 0 15,-2-3 1-15,-5 0-1 0,6 0 0 0,-6 0 1 0,5 0 1 16,-5-3 0-16,6 3 0 0,-7-4 0 0,7 1-1 0,-6-1-1 0,0-3-2 16,5 3 1-16,-4-3-1 0,-2-1 0 0,0-3-1 0,0 4 0 15,1-4 0-15,0 4-2 0,-1-4 0 0,1 0 0 0,-1-4 0 16,0 4-1-16,-6-4 0 0,8 4-1 0,-8-3 1 0,0-1-1 0,0 1 0 15,0 3 0-15,0-4-2 0,-8 0 1 0,2 1-1 0,0-1 1 16,6 1-3-16,-13 2-2 0,6-3-10 0,0 1-11 0,-5 3-27 0,6 0-35 16,-8 0-69-16,1 0-86 0,0 4-87 0,0-1-90 0,-7 1-43 15,8 4-23-15,-8 3-12 0,1 0-5 0,-1 3-1 0,-6 1 0 0,6-1 8 16,1 5 10-16,-7 3 28 0,6 0 35 0,-6 0 68 0,7 0 168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2-13T16:17:52.9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9788 6125 15 0,'7'0'108'0,"-7"4"6"0,0-4 6 0,0 0 7 0,0 0 9 0,0 0 10 16,0 0 12-16,6 0 0 0,-6 0-5 0,0 0-1 0,6 0 2 15,-6-4 7-15,0 4 9 0,8 0 10 0,-8 0 11 0,0 0 10 16,6 0 13-16,-6-4 12 0,6 4 17 0,-6-3 10 0,7 3 9 0,-7 0 1 16,7-4-6-16,-7 4-9 0,0-4-11 0,6 4-12 0,-6 0-10 0,0 0-10 15,0 0-8-15,0 0-8 0,0 0-8 0,0 0-13 0,0 0-15 16,0 0-13-16,0-3-14 0,0 3-7 0,-6 0-6 0,6 0-1 15,0 0-3-15,-7 0-3 0,7 0-5 0,0 0-4 0,-7 0-4 0,1 0-4 16,6 0-4-16,-6 0-3 0,-2 0-4 0,2 0-4 0,0 0-4 16,-1-4-4-16,1 4-3 0,-1 0-1 0,1 0-4 0,-1 0-1 0,1 0-1 15,6 0-1-15,-6 0-55 0,-2 0 0 0,2 0 0 0,0 0 0 16,-1 0 0-16,0 0 0 0,1 0 0 0,0 0 0 0,-1 0 0 16,1 0 0-16,-1-4 0 0,0 4 0 0,1 0 0 0,0 0 0 15,-1 0 0-15,0 0 0 0,1 0 0 0,-1 0 0 0,1 0 0 0,0 0 0 16,-1 0 0-16,-6 0 0 0,7 0 0 0,-2 4 0 0,-4-4 0 0,5 0 0 15,-6 0 0-15,7 0 0 0,-7 4 0 0,7-4 0 0,-8 0 0 16,8 0 0-16,-7 3 0 0,6-3 0 0,-6 0 0 0,0 0 0 16,6 0 0-16,-5 4 0 0,5-4 0 0,-6 0 0 0,7 0 0 0,-7 0 0 15,6 4 0-15,-6-4 0 0,-1 0 0 0,8 0 0 0,-6 0 0 16,5 0 0-16,-6 0 0 0,6 0 0 0,-5 0 0 0,4 0 0 0,2 0 0 16,-6 0 0-16,5 0 0 0,-6 0 0 0,6 0 0 0,-6 0 0 15,6 0 0-15,1 0 0 0,-6 0 0 0,4 0 0 0,-4 0 0 0,5 0 0 16,1-4 0-16,-8 4 0 0,8 0 0 0,-7 0 0 0,6-4 0 15,1 4 0-15,-7 0 0 0,6-3 0 0,1 3 0 0,-1-4 0 16,-5 4 0-16,4-4 0 0,2 1 0 0,-6 3 0 0,5-4 0 0,0 0 0 16,-6 4 0-16,7-3 0 0,-8-1 0 0,8 0 0 0,0 4 0 0,-8-3 0 15,8 3 0-15,0-4 0 0,-7 4 0 0,6-3 0 0,0 3 0 16,1-4 0-16,-6 4 0 0,4 0 0 0,2-4 0 0,0 4 0 0,-1 0 0 16,-6-3 0-16,6 3 0 0,1-5 0 0,-7 5 0 0,0 0 0 15,7 0 0-15,-8-3 0 0,1 3 0 0,1 0 0 0,5 0 0 0,-6 0 0 16,-1-3 0-16,8 3 0 0,-7 0 0 0,0-4 0 0,7 4 0 0,-1 0 0 15,-5 0 0-15,4 0 0 0,-4-4 0 0,-1 4 0 0,-1 0 0 0,8 0 0 16,-7 0 0-16,0 0 0 0,0 0 0 0,-7-3 0 0,8 3 0 16,-2 0 0-16,2 0 0 0,-8 0 0 0,7 0 0 0,0 0 0 0,-6 3 0 15,5-3 0-15,-5 0 0 0,6 0 0 0,-7 0 0 0,7 0 0 16,-7 0 0-16,1 0 0 0,-1 4 0 0,8-4 0 0,-8 0 0 0,0 0 0 16,1 0 0-16,-1 0 0 0,1 0 0 0,6 0 0 0,-6-4 0 0,-1 4 0 15,0 0 0-15,1 0 0 0,-1 0 0 0,0 0 0 0,1 0 0 0,-1 0 0 16,0 0 0-16,2 0 0 0,-2 0 0 0,-7 0 0 0,9 0 0 15,-2 0 0-15,-7 0 0 0,9 0 0 0,-9 0 0 0,7 4 0 16,-6-4 0-16,0 4 0 0,1-4 0 0,-1 3 0 0,-1 0 0 0,1-3 0 0,0 5 0 16,0-2 0-16,0 1 0 0,0 0 0 0,0-1 0 0,-6 1 0 15,5-1 0-15,1 1 0 0,0 3 0 0,0-7 0 0,-7 8 0 0,7-5 0 16,1 1 0-16,-1 0 0 0,0-1 0 0,-1 1 0 0,1 0 0 16,0-1 0-16,7 1 0 0,-7-4 0 0,0 4 0 0,-1-1 0 0,8 1 0 15,-7-4 0-15,0 4 0 0,6-1 0 0,-6 1 0 0,1-4 0 16,-1 3 0-16,-1-3 0 0,1 4 0 0,6-4 0 0,-5 4 0 0,-1-1 0 15,0 2 0-15,-1-5 0 0,1 3 0 0,6 0 0 0,-5 1 0 0,-1 0 0 16,6 0 0-16,-6-1 0 0,0 1 0 0,7 0 0 0,-8-1 0 16,8 1 0-16,0 0 0 0,-1-1 0 0,0 1 0 0,-5 0 0 0,11-1 0 15,-5-3 0-15,-1 4 0 0,0 0 0 0,8-1 0 0,-8 1 0 16,7-4 0-16,0 4 0 0,-6-1 0 0,5 1 0 0,-5-4 0 0,6 4 0 16,0-1 0-16,-7 1 0 0,7 0 0 0,0-1 0 0,-6 1 0 0,5-1 0 15,-5 1 0-15,6 0 0 0,-6-1 0 0,5 1 0 0,-5 0 0 0,6-1 0 16,0 1 0-16,-7 0 0 0,8 3 0 0,-2-3 0 0,-5 0 0 15,6-1 0-15,0 1 0 0,-1 3 0 0,2-3 0 0,-2 0 0 0,2-1 0 16,-1 1 0-16,-1 3 0 0,8-3 0 0,-6 0 0 0,-2-1 0 16,8 1 0-16,-7 0 0 0,6-1 0 0,-6 4 0 0,7-3 0 0,-8 0 0 15,8-1 0-15,-7 1 0 0,6 3 0 0,-6-3 0 0,7 0 0 0,0 3 0 16,-8-3 0-16,8 3 0 0,-8-3 0 0,8 3 0 0,-7-3 0 16,7 3 0-16,-8-4 0 0,8 5 0 0,-6-4 0 0,4 3 0 0,2 1 0 15,-7-5 0-15,7 4 0 0,-8 1 0 0,8-5 0 0,0 4 0 16,0 1 0-16,-2-1 0 0,2-3 0 0,-7 3 0 0,13 1 0 0,-13-1 0 15,6 0 0-15,1 1 0 0,0-5 0 0,-1 4 0 0,0 1 0 0,7-1 0 16,-6-3 0-16,0 3 0 0,-1-3 0 0,0 3 0 0,1-3 0 0,6 3 0 16,-7-3 0-16,1 3 0 0,6-3 0 0,-7 3 0 0,1-3 0 15,-1 3 0-15,7 1 0 0,-6-5 0 0,0 5 0 0,-2-1 0 0,8-4 0 16,-6 5 0-16,6-1 0 0,-6-3 0 0,6 3 0 0,-7-3 0 16,7 3 0-16,-6 0 0 0,6 1 0 0,-7-5 0 0,7 5 0 0,-6-1 0 15,6 1 0-15,-7-1 0 0,7 0 0 0,-6 0 0 0,0 1 0 0,6-1 0 16,-8 0 0-16,8 1 0 0,0-1 0 0,-6 0 0 0,0 1 0 15,6-1 0-15,-7 0 0 0,7 1 0 0,0-5 0 0,-7 5 0 0,7-5 0 16,0 4 0-16,-6-2 0 0,6-2 0 0,0 5 0 0,-6-5 0 16,6 1 0-16,0 0 0 0,0-1 0 0,-7 4 0 0,7-3 0 0,0 0 0 15,0 3 0-15,0-4 0 0,-6 5 0 0,6-1 0 0,0-3 0 0,-7 3 0 16,7 0 0-16,0-3 0 0,0 4 0 0,-7-5 0 0,7 4 0 0,0-3 0 16,0 3 0-16,0 1 0 0,-6-5 0 0,6 5 0 0,0 0 0 15,-6-1 0-15,6 0 0 0,0 0 0 0,-7 1 0 0,7-1 0 0,0 4 0 16,0-4 0-16,-7 4 0 0,7 0 0 0,-6-4 0 0,6 4 0 15,-7-3 0-15,7 3 0 0,0-4 0 0,0-2 0 0,-6 1 0 0,6 1 0 16,0-3 0-16,0 0 0 0,0 0 0 0,0-1 0 0,0 1 0 0,0-4 0 16,0 4 0-16,0-1 0 0,0 1 0 0,0 0 0 0,0-1 0 15,0 5 0-15,0-5 0 0,0 4 0 0,0-3 0 0,0 3 0 0,0 1 0 16,0-1 0-16,0 0 0 0,0 1 0 0,0-2 0 0,0 2 0 16,0 0 0-16,0-1 0 0,0 0 0 0,0 0 0 0,-7 1 0 0,7 0 0 15,0-1 0-15,0 1 0 0,0-2 0 0,0 2 0 0,0-1 0 0,0 0 0 16,0 1 0-16,-6-1 0 0,6 0 0 0,0-3 0 0,0 3 0 0,0-3 0 15,0 3 0-15,0-3 0 0,0 3 0 0,0-3 0 0,-7 3 0 16,7-3 0-16,0 3 0 0,0-3 0 0,0-1 0 0,0 5 0 0,0-5 0 16,0 1 0-16,0 0 0 0,0 0 0 0,0-1 0 0,0 1 0 15,0 0 0-15,0 0 0 0,0-1 0 0,0 4 0 0,-6-3 0 0,6 0 0 16,0-1 0-16,0 1 0 0,0 0 0 0,0 3 0 0,0-4 0 0,0 1 0 16,0 0 0-16,0-1 0 0,0 1 0 0,0 3 0 0,0-3 0 15,0 0 0-15,-6-1 0 0,6 1 0 0,0 0 0 0,0-1 0 0,0 4 0 16,0-3 0-16,0 0 0 0,0 0 0 0,0-1 0 0,0 1 0 15,0-1 0-15,0 2 0 0,0-2 0 0,0 0 0 0,0 2 0 0,0-2 0 16,0 1 0-16,0 0 0 0,0-1 0 0,0 1 0 0,-8 0 0 16,8-1 0-16,0 1 0 0,0-1 0 0,0 1 0 0,0 0 0 0,0-1 0 0,0 1 0 15,0 0 0-15,0 0 0 0,0 3 0 0,-6-4 0 0,6 1 0 16,0 0 0-16,0-1 0 0,0 1 0 0,0 3 0 0,0-3 0 0,0 0 0 16,0-1 0-16,-6 1 0 0,6-1 0 0,0 1 0 0,0-1 0 15,0 1 0-15,0 0 0 0,-7 0 0 0,7-1 0 0,0 2 0 0,0-2 0 16,0 1 0-16,0-1 0 0,0 2 0 0,0-2 0 0,-6 0 0 0,6 1 0 15,0 0 0-15,0-1 0 0,0-3 0 0,0 4 0 0,0 0 0 16,0-1 0-16,0 1 0 0,0 0 0 0,0-1 0 0,-7 1 0 0,7 0 0 16,0-1 0-16,0 1 0 0,0-4 0 0,0 4 0 0,0-1 0 15,0 1 0-15,0-1 0 0,-6 1 0 0,6 0 0 0,0-1 0 0,0-3 0 16,0 8 0-16,0-5 0 0,0 1 0 0,0 0 0 0,0-1 0 0,0 1 0 16,0 0 0-16,0-1 0 0,-7 0 0 0,7 2 0 0,0-2 0 15,0 1 0-15,0 0 0 0,0 0 0 0,0 3 0 0,0-3 0 0,0-2 0 16,0 3 0-16,0-1 0 0,0 3 0 0,0-3 0 0,0-1 0 0,0 1 0 15,0 0 0-15,0 0 0 0,0-1 0 0,0 0 0 0,0 1 0 16,-6 0 0-16,6-1 0 0,0-3 0 0,0 4 0 0,0 0 0 0,0-1 0 16,0 1 0-16,0 0 0 0,0-1 0 0,0 1 0 0,0 0 0 15,0-1 0-15,0 1 0 0,0-1 0 0,0 1 0 0,0 4 0 0,0-5 0 16,0 4 0-16,0-3 0 0,0 3 0 0,0-2 0 0,0 2 0 0,0-3 0 16,0 3 0-16,0-5 0 0,0 7 0 0,0-6 0 0,0 5 0 15,0-5 0-15,0 5 0 0,0-4 0 0,0-1 0 0,0 4 0 0,0-3 0 16,0 3 0-16,0-3 0 0,0 0 0 0,0 3 0 0,0-4 0 0,6 1 0 15,-6 0 0-15,0 3 0 0,0-3 0 0,0-1 0 0,0 1 0 16,0 0 0-16,0-1 0 0,0 2 0 0,0 1 0 0,0-2 0 0,0-1 0 16,0 2 0-16,0-2 0 0,0 1 0 0,0 3 0 0,0-3 0 0,7 0 0 15,-7-1 0-15,0 1 0 0,0 0 0 0,0-1 0 0,0 1 0 16,0 0 0-16,0-4 0 0,0 3 0 0,0 1 0 0,0 0 0 0,6-1 0 16,-6 1 0-16,0-4 0 0,0 3 0 0,0 1 0 0,0 0 0 0,0-1 0 15,0 1 0-15,0-4 0 0,7 4 0 0,-7 0 0 0,0-1 0 0,0 1 0 16,0-1 0-16,0 1 0 0,6-4 0 0,-6 7 0 15,0-3 0-15,0 0 0 0,7-4 0 0,-7 3 0 0,0 5 0 0,0-4 0 16,0-1 0-16,6 0 0 0,-6 2 0 0,0-3 0 0,6 3 0 0,-6-1 0 16,0-1 0-16,0 1 0 0,0 0 0 0,8-1 0 0,-8 1 0 15,0-1 0-15,0-3 0 0,6 4 0 0,-6 0 0 0,0-1 0 0,0-3 0 16,0 4 0-16,6 0 0 0,-6-4 0 0,0 3 0 0,0-3 0 0,0 4 0 16,7-4 0-16,-7 0 0 0,0 4 0 0,0-4 0 0,6 0 0 15,-6 3 0-15,0-3 0 0,7 4 0 0,-7-4 0 0,0 0 0 0,6 4 0 16,-6-1 0-16,0-3 0 0,7 4 0 0,-7-4 0 0,6 4 0 0,1-4 0 15,-7 3 0-15,7-3 0 0,-7 4 0 0,6 0 0 0,-6-4 0 16,6 3 0-16,-6-3 0 0,7 4 0 0,-7-4 0 0,7 4 0 0,-1-4 0 16,-6 3 0-16,0 1 0 0,7-4 0 0,-1 3 0 0,-6-3 0 0,6 4 0 15,-6-4 0-15,7 4 0 0,0-4 0 0,-7 3 0 0,6-3 0 16,0 5 0-16,-6-5 0 0,8 3 0 0,-8-3 0 0,6 4 0 0,-6-4 0 16,6 0 0-16,-6 4 0 0,7-4 0 0,-1 0 0 0,-6 3 0 0,7-3 0 15,-1 0 0-15,-6 4 0 0,7-4 0 0,-7 0 0 0,6 2 0 16,0-2 0-16,2 0 0 0,-8 5 0 0,6-5 0 0,0 0 0 15,1 0 0-15,-1 0 0 0,1 0 0 0,-1 0 0 0,1 0 0 0,6 0 0 0,-6 0 0 16,-1 0 0-16,0 0 0 0,1 0 0 0,6 0 0 0,-7 0 0 16,1 0 0-16,-1-5 0 0,8 5 0 0,-8 0 0 0,0 0 0 0,2 0 0 15,4 0 0-15,-6 0 0 0,1-2 0 0,6 2 0 0,-6 0 0 16,-1 0 0-16,0-4 0 0,2 4 0 0,4 0 0 0,-6 0 0 0,1 0 0 16,0-3 0-16,-1 3 0 0,1 0 0 0,5 0 0 0,-4 0 0 0,-2 0 0 15,0 0 0-15,0-4 0 0,2 4 0 0,-2 0 0 0,0 0 0 16,1 0 0-16,6 0 0 0,-6 0 0 0,-1 0 0 0,0 0 0 0,1 0 0 15,6 0 0-15,-7-4 0 0,1 4 0 0,0 0 0 0,6 0 0 0,-7 0 0 16,0 0 0-16,2-3 0 0,-2 3 0 0,0 0 0 0,0 0 0 16,1 0 0-16,6 0 0 0,-6 0 0 0,-1 0 0 0,0 0 0 0,2 0 0 15,-2 0 0-15,0-5 0 0,0 5 0 0,2 0 0 0,4 0 0 16,-5 0 0-16,-1 0 0 0,1 0 0 0,0 0 0 0,-1 0 0 0,0-3 0 16,0 3 0-16,8 0 0 0,-8 0 0 0,1 0 0 0,0 0 0 0,-1 0 0 15,1-4 0-15,-1 4 0 0,7 0 0 0,-6 0 0 0,-1 0 0 16,0 0 0-16,1-4 0 0,0 4 0 0,-1 0 0 0,1 0 0 0,5-3 0 15,-5 3 0-15,0 0 0 0,-1 0 0 0,0-4 0 0,2 4 0 0,-2 0 0 16,0 0 0-16,-6 0 0 0,7 0 0 0,-1-3 0 0,1 3 0 16,-1 0 0-16,1 0 0 0,-7 0 0 0,6 0 0 0,0 0 0 0,-6 0 0 15,8 0 0-15,-2 0 0 0,-6 0 0 0,6 0 0 0,1 0 0 16,-7 0 0-16,6-4 0 0,-6 4 0 0,7 0 0 0,0 0 0 0,-7 0 0 16,6 0 0-16,-6 0 0 0,6-4 0 0,-6 4 0 0,7 0 0 0,-7 0 0 15,7 0 0-15,-1 0 0 0,-6-3 0 0,6 3 0 0,-6 0 0 16,7 0 0-16,-7 0 0 0,7 0 0 0,-1 0 0 0,-6 0 0 0,7 0 0 15,-7 0 0-15,6-4 0 0,0 4 0 0,-6 0 0 0,7 0 0 0,-7 0 0 16,7 0 0-16,-1 0 0 0,-6 0 0 0,6-4 0 0,-6 4 0 16,8 0 0-16,-8 0 0 0,6 0 0 0,0 0 0 0,-6 0 0 0,7 0 0 15,-1 0 0-15,-6 0 0 0,7 0 0 0,-7 0 0 0,6 0 0 16,1 0 0-16,-7 0 0 0,6 0 0 0,0 0 0 0,-6 0 0 0,8 0 0 16,-2 0 0-16,-6 0 0 0,6 0 0 0,1 0 0 0,-7 0 0 0,6 0 0 15,1 0 0-15,-7 0 0 0,6 0 0 0,1 0 0 0,-1 0 0 16,1 0 0-16,0 0 0 0,-7 0 0 0,6 0 0 0,0 0 0 0,1 0 0 15,0 0 0-15,-1 0 0 0,7 0 0 0,-7 0 0 0,1 0 0 16,0 0 0-16,5 0 0 0,-5 0 0 0,0 0 0 0,5 0 0 0,-5 0 0 16,6 0 0-16,-6 0 0 0,-1 0 0 0,8 0 0 0,-8 0 0 0,6 0 0 15,-5 0 0-15,6 0 0 0,-6 4 0 0,5-4 0 0,-4 0 0 16,-2 0 0-16,7 0 0 0,-6 0 0 0,5 0 0 0,-5 0 0 0,-1 0 0 16,8 0 0-16,-8 0 0 0,7 0 0 0,-6 0 0 0,5 0 0 0,-5 0 0 15,0 0 0-15,6 4 0 0,-7-4 0 0,0 0 0 0,8 0 0 16,-8 0 0-16,7 0 0 0,-6 0 0 0,-1 0 0 0,7 0 0 0,-7 0 0 15,8 0 0-15,-8 0 0 0,8 0 0 0,-8 0 0 0,7 0 0 16,-7 0 0-16,1 0 0 0,6 0 0 0,-7 0 0 0,0 0 0 0,8 0 0 16,-8 0 0-16,1 0 0 0,-1 0 0 0,1 0 0 0,6 0 0 15,-7 0 0-15,1 0 0 0,0 0 0 0,5 0 0 0,-5 0 0 0,0 0 0 16,-1 0 0-16,7 0 0 0,-7 0 0 0,1 0 0 0,0 0 0 0,-1 0 0 16,8 0 0-16,-8 0 0 0,0 0 0 0,7-4 0 0,-6 4 0 0,0 0 0 15,-1 0 0-15,0 0 0 0,8 0 0 0,-8 0 0 0,0 0 0 16,1 0 0-16,6 0 0 0,-6 0 0 0,-1 0 0 0,7 0 0 0,-6 0 0 15,-1 0 0-15,7 0 0 0,-6 0 0 0,-1 0 0 0,7 0 0 0,-7 0 0 16,1 0 0-16,6 0 0 0,-7 0 0 0,1 0 0 0,0 0 0 16,6 0 0-16,-7 0 0 0,1 4 0 0,-1-4 0 0,7 0 0 0,-7 0 0 15,2 0 0-15,4 0 0 0,-5 0 0 0,6 0 0 0,-7 3 0 0,1-3 0 16,-1 0 0-16,8 0 0 0,-8 0 0 0,7 0 0 0,-6 4 0 16,5-4 0-16,-5 0 0 0,6 0 0 0,-6 0 0 0,5 0 0 15,-5 4 0-15,6-4 0 0,0 0 0 0,-6 3 0 0,6-3 0 0,-7 0 0 16,8 4 0-16,-2-4 0 0,1 3 0 0,-6-3 0 0,6 0 0 0,-1 4 0 15,2-4 0-15,-1 0 0 0,0 4 0 0,0-4 0 0,0 0 0 0,6 0 0 16,-5 0 0-16,-2 0 0 0,2 3 0 0,-1-3 0 0,-1 0 0 16,2 0 0-16,-2 0 0 0,2 0 0 0,-1 0 0 0,-1 5 0 0,2-5 0 15,-2 0 0-15,8 0 0 0,-7 0 0 0,-6 0 0 0,12 0 0 16,-5 0 0-16,-2 0 0 0,1 0 0 0,1-5 0 0,-2 5 0 0,2 0 0 16,5 0 0-16,-6 0 0 0,0 0 0 0,0 0 0 0,6 0 0 0,-5 0 0 15,-1 0 0-15,7 0 0 0,-8 0 0 0,8 5 0 0,-7-5 0 16,0 0 0-16,0 0 0 0,7 3 0 0,-8-3 0 0,2 4 0 0,-1-4 0 15,6 4 0-15,-6-4 0 0,0 3 0 0,0-3 0 0,7 4 0 16,-7-4 0-16,-1 2 0 0,2-2 0 0,-1 5 0 0,6-5 0 0,-6 4 0 16,1-1 0-16,-2-3 0 0,8 4 0 0,-7-4 0 0,0 4 0 0,0-1 0 15,0-3 0-15,6 4 0 0,-5 0 0 0,-1-4 0 0,-1 3 0 0,2 1 0 16,-1 0 0-16,-7-4 0 0,7 3 0 0,0 1 0 0,1 0 0 16,-8-1 0-16,7-3 0 0,0 4 0 0,-7 0 0 0,7 0 0 0,-6-1 0 15,0 0 0-15,5 1 0 0,-5-4 0 0,6 4 0 0,-7-1 0 16,1 1 0-16,6 0 0 0,-6-1 0 0,5 2 0 0,-4-2 0 0,4 0 0 15,-6 1 0-15,1 0 0 0,6-4 0 0,-6 3 0 0,5 1 0 0,-4 0 0 16,4 0 0-16,-6-1 0 0,2-3 0 0,4 4 0 0,-5 0 0 0,-1-4 0 16,8 3 0-16,-8 1 0 0,6-4 0 0,-4 4 0 0,-2-1 0 15,7-3 0-15,-7 4 0 0,1 0 0 0,0-4 0 0,-1 3 0 16,7 1 0-16,-6-4 0 0,-1 4 0 0,0-1 0 0,1-3 0 0,6 4 0 16,-6-1 0-16,-1-3 0 0,0 4 0 0,8 0 0 0,-8-4 0 0,0 3 0 15,1 1 0-15,6-4 0 0,-6 4 0 0,-1-1 0 0,8-3 0 0,-8 4 0 16,0 0 0-16,0-4 0 0,8 4 0 0,-8-4 0 0,1 3 0 15,-1 1 0-15,8-4 0 0,-8 0 0 0,0 3 0 0,0-3 0 16,2 4 0-16,4-4 0 0,-5 0 0 0,0 4 0 0,-1-4 0 0,1 0 0 16,-1 0 0-16,0 3 0 0,8-3 0 0,-8 0 0 0,0 4 0 0,1-4 0 15,0 0 0-15,-1 0 0 0,7 4 0 0,-6-4 0 0,-1 0 0 0,1 4 0 16,-1-4 0-16,8 0 0 0,-8 0 0 0,0 0 0 0,7 3 0 16,-6-3 0-16,-1 0 0 0,1 0 0 0,5 0 0 0,-4 0 0 0,-2 4 0 15,0-4 0-15,1 0 0 0,0 0 0 0,5 4 0 0,-5-4 0 16,-1 0 0-16,1 0 0 0,0 0 0 0,-1 0 0 0,0 0 0 0,1 0 0 15,0 0 0-15,-1 0 0 0,1 0 0 0,-1 0 0 0,0 3 0 0,1-3 0 16,0 0 0-16,5 0 0 0,-4 0 0 0,-2 0 0 0,0 0 0 16,1-3 0-16,-1 3 0 0,1 0 0 0,6 0 0 0,-7 0 0 0,0 0 0 15,2 0 0-15,-2-4 0 0,0 4 0 0,1 0 0 0,0 0 0 16,-1 0 0-16,0-4 0 0,1 4 0 0,-1 0 0 0,8 0 0 0,-8 0 0 16,-6 0 0-16,6 0 0 0,1 0 0 0,0 0 0 0,-1 0 0 0,0 0 0 15,1 0 0-15,-1 0 0 0,1 0 0 0,0 0 0 0,-1 0 0 0,0 0 0 16,-6 0 0-16,8-3 0 0,-2 3 0 0,0 0 0 0,0 0 0 15,1 0 0-15,-7 0 0 0,7-4 0 0,-1 4 0 0,1 0 0 0,-1 0 0 16,-6 0 0-16,6-4 0 0,2 4 0 0,-2 0 0 0,-6 0 0 16,6 0 0-16,-6 0 0 0,6 0 0 0,2 0 0 0,-8 0 0 0,6 0 0 15,-6 0 0-15,6 0 0 0,-6 0 0 0,0 0 0 0,7 0 0 0,-7-4 0 16,6 4 0-16,-6 0 0 0,0 0 0 0,0 0 0 0,7 0 0 16,-7 0 0-16,0 0 0 0,0 0 0 0,0 0 0 0,7 0 0 0,-7 0 0 15,0 0 0-15,0 0 0 0,0 0 0 0,0 0 0 0,0 0 0 16,0 0 0-16,0 0 0 0,0 0 0 0,0 0 0 0,0 0 0 0,0 0 0 15,0 0 0-15,0 0 0 0,0 0 0 0,0 0 0 0,0-3 0 0,0 3 0 16,0 0 0-16,0 0 0 0,0 0 0 0,0 0 0 0,0 0 0 0,0 0 0 16,0 0 0-16,0 0 0 0,0 0 0 0,0 0 0 0,0 0 0 15,0 0 0-15,0 0 0 0,0 0 0 0,0 0 0 0,0 0 0 0,0 0 0 16,0 0 0-16,0 0 0 0,0-4 0 0,0 4 0 0,0 0 0 16,-7 0 0-16,7-4 0 0,-7 4 0 0,7 0 0 0,0 0 0 0,-6-3 0 15,-1 3 0-15,7-4 0 0,-6 1 0 0,0 3 0 0,-2-4 0 0,2 0 0 16,0 0 0-16,0 1 0 0,6-1 0 0,-8 0 0 0,2 1 0 0,0-1 0 15,-1 0 0-15,1 1 0 0,-1-1 0 0,-6-3 0 0,7 3 0 16,0 1 0-16,-2-1 0 0,8 0 0 0,-6 4 0 0,0-3 0 16,-1-1 0-16,0 4 0 0,1-4 0 0,6 4 0 0,-7-3 0 0,1 3 0 15,6-4 0-15,-6 4 0 0,6 0 0 0,-7-4 0 0,7 4 0 0,-7 0 0 16,7-3 0-16,-6 3 0 0,6 0 0 0,-6 0 0 0,6-4 0 0,-7 4 0 16,0 0 0-16,7-4 0 0,-6 4 0 0,-1 0 0 0,1-4 0 15,6 4 0-15,-6-3 0 0,-1 3 0 0,0-4 0 0,1 4 0 0,0-4 0 16,-2 1 0-16,8 3 0 0,-6-3 0 0,0 3 0 0,-1-5 0 15,1 2 0-15,-1 3 0 0,7-4 0 0,-6 4 0 0,6-4 0 0,-7 4 0 16,7 0 0-16,-6 0 0 0,6-3 0 0,0 3 0 0,0 0 0 0,0 0 0 16,0 0 0-16,0 0 0 0,0 0 0 0,0 0 0 0,0 0 0 15,0 0 0-15,0 0 0 0,0 3 0 0,0-3 0 0,0 0 0 0,0 0 0 16,0 0 0-16,0 0 0 0,0 0 0 0,0 0 0 0,0 4 0 16,0-4 0-16,0 0 0 0,0 0 0 0,0 4 0 0,0-4 0 0,0 3 0 15,6-3 0-15,-6 5 0 0,0-5 0 0,7 3 0 0,-1-3 0 0,-6 7 0 16,7-3 0-16,-1-4 0 0,1 7 0 0,-1-3 0 0,0 0 0 15,8 3 0-15,-8-3 0 0,1-1 0 0,0 5 0 0,5-5 0 0,-5 5 0 16,6-5 0-16,-6 5 0 0,-1-5 0 0,7 1 0 0,-6 3 0 16,5 0 0-16,-5-3 0 0,6 3 0 0,0 1 0 0,-7-4 0 0,8 3 0 15,-2-4 0-15,-5 5 0 0,6-1 0 0,-6 1 0 0,5-5 0 0,-4 5 0 16,4-2 0-16,-6 2 0 0,8 0 0 0,-8-5 0 0,7 5 0 0,-6-1 0 16,0-4 0-16,-1 5 0 0,6-5 0 0,-4 5 0 0,-2-5 0 15,0 5 0-15,1-5 0 0,-1 1 0 0,1 0 0 0,-7-1 0 0,7 5 0 16,-1-5 0-16,-6-3 0 0,6 4 0 0,2 0 0 0,-8-1 0 15,6 1 0-15,-6-4 0 0,0 3 0 0,6 1 0 0,-6-4 0 0,0 4 0 16,0-4 0-16,6 0 0 0,-6 0 0 0,0 0 0 0,0 0 0 0,0 0 0 16,0 0 0-16,0 0 0 0,0 0 0 0,-6 3 0 0,6-3 0 0,0 4 0 15,-6-4 0-15,6 4 0 0,-6-4 0 0,-2 4 0 0,2-4 0 16,-7 4 0-16,0 2 0 0,0-2 0 0,-1 4 0 0,-4-1 0 0,-2 0 0 16,-7 4 0-16,1 0 0 0,1 0 0 0,-7 0 0 0,-8 4 0 15,7-1 0-15,-6 5 0 0,7-1 0 0,-14 1 0 0,7 3 0 0,7-4 0 16,-7 0 0-16,6 0 0 0,1-3 0 0,5 0 0 0,1-1-329 15,6-2-445-15,8-5-17 0,5-3 19 0,1-1 36 0,6-3 35 0,0-3 36 16,6-1 35-16,1 0 38 0,5 1 36 0,-4-5 40 0,11 0 59 16,-6 5 68-16</inkml:trace>
  <inkml:trace contextRef="#ctx0" brushRef="#br0" timeOffset="7965.8">10022 9803 0 0,'0'-3'20'0,"0"3"75"0,0-4 9 15,0 0 10-15,0 4 9 0,0-3 11 0,0-1 13 0,0 4 4 0,0 0 0 16,0-4 16-16,0 4 24 0,0 0 26 0,0 0 27 0,0 0 33 16,0 0 38-16,0 0 19 0,0 0 12 0,0 0 8 0,0 0 3 15,0 0-1-15,0 0-4 0,0 0-11 0,0 0-14 0,-6 4-23 0,6-4-30 16,0 0-31-16,0 0-33 0,0 4-37 0,0-4-39 0,0 3-26 16,-6-3-21-16,6 4-13 0,0-4-11 0,0 4-9 0,0-1-7 0,-7-3-5 15,7 4-4-15,0 0-4 0,0-1-3 0,-6 1-3 0,6-1 0 16,0 5-1-16,-7-5-2 0,7 5 1 0,0-5 1 0,-7 5 2 15,7-1 0-15,0 0 3 0,-6 4 2 0,0-3 3 0,6-1 1 0,-6 4 3 16,-2 0 2-16,8-3 1 0,-6 2 0 0,0 1 2 0,-1 0-1 0,0 0 0 16,1 0 0-16,-1 0-2 0,1 4 0 0,0-4-1 0,-1 0-2 15,0 3-3-15,1-2-2 0,0 2-1 0,-1 1-2 0,-6 0-1 0,13-4-23 16,-13 7-8-16,7-4 0 0,-1 1 0 0,0 0 0 0,1 3 0 16,0-3 0-16,-2 3 0 0,2 0 0 0,0-3 0 0,-1 3 0 0,1 1 0 15,-1-1 0-15,1 1 0 0,-1-5 0 0,1 4 0 0,0 0 0 16,-2-3 0-16,2 4 0 0,0-5 0 0,-1 4 0 0,7 1 0 15,-7-4 0-15,1 3 0 0,0-3 0 0,-1-1 0 0,1 4 0 0,-1-3 0 16,7 0 0-16,-7 3 0 0,1 0 0 0,0-3 0 0,6 4 0 16,-7-1 0-16,0 0 0 0,7 0 0 0,-6 1 0 0,-1-1 0 0,7 4 0 15,-6-4 0-15,0 4 0 0,-1 0 0 0,7-4 0 0,-7 4 0 16,1 4 0-16,0-4 0 0,6 0 0 0,-8 4 0 0,2-1 0 0,6-3 0 16,-6 4 0-16,6-4 0 0,-7 0 0 0,7 4 0 0,-6-4 0 15,6-5 0-15,0 6 0 0,-7-1 0 0,7-4 0 0,0 1 0 16,0-1 0-16,0 0 0 0,0 0 0 0,0 1 0 0,0-5 0 0,0 5 0 15,0-1 0-15,0-3 0 0,0 3 0 0,0 0 0 0,0-3 0 16,0 3 0-16,0-3 0 0,0 3 0 0,0 0 0 0,0-2 0 16,0 2 0-16,0 0 0 0,0-3 0 0,0 3 0 0,0-4 0 0,0 4 0 15,0-3 0-15,0 0 0 0,0 4 0 0,0-5 0 0,0 1 0 0,0 3 0 16,0-3 0-16,7-1 0 0,-7 1 0 0,0 3 0 0,0-3 0 16,6 4 0-16,-6-5 0 0,0 1 0 0,7-1 0 0,-7 5 0 15,0-5 0-15,6 1 0 0,-6-1 0 0,0 5 0 0,6-4 0 0,-6-1 0 16,8 1 0-16,-8 0 0 0,6-1 0 0,-6-2 0 0,6 2 0 15,-6 0 0-15,0-3 0 0,7 4 0 0,-7 0 0 0,7-4 0 16,-7 4 0-16,6-4 0 0,-6 3 0 0,6-3 0 0,-6 4 0 0,7-4 0 16,-7 0 0-16,6 0 0 0,-6 4 0 0,7-4 0 0,0 0 0 0,-7-1 0 15,6 5 0-15,-6-4 0 0,6 0 0 0,1 4 0 0,-7-4 0 16,7 0 0-16,-7-1 0 0,6 1 0 0,1 0 0 0,-1 4 0 16,-6-7 0-16,6 3 0 0,1 0 0 0,-7 0 0 0,7-4 0 0,-1 4 0 15,-6 0 0-15,6-3 0 0,2-2 0 0,-2 2 0 0,-6 3 0 16,6-4 0-16,1 0 0 0,-1-3 0 0,-6 3 0 0,7 1 0 0,-1-4 0 15,1 3 0-15,-7-3 0 0,6 3 0 0,0-3 0 0,-6-1 0 16,8 1 0-16,-2 0 0 0,0-1 0 0,-6 1 0 0,7 0 0 0,0-1 0 16,-1 1 0-16,0-4 0 0,-6 3 0 0,7 1 0 0,-1-4 0 15,1 4 0-15,0-4 0 0,-1 3 0 0,0 1 0 0,1-4 0 16,0 4 0-16,-1-1 0 0,0-3 0 0,1 4 0 0,-1-4 0 0,1 4 0 16,6 0 0-16,-7-1 0 0,2 1 0 0,-2-4 0 0,0 3 0 15,0-3 0-15,8 4 0 0,-8 0 0 0,1-1 0 0,-1-3 0 0,0 4 0 16,8 0 0-16,-8-4 0 0,0 4 0 0,2-1 0 0,4-3 0 15,-5 3 0-15,-1 1 0 0,8-4 0 0,-8 4 0 0,0-4 0 16,8 3 0-16,-8-3 0 0,0 5 0 0,7-5 0 0,-6 3 0 0,6-3 0 16,-7 4 0-16,8-4 0 0,-8 4 0 0,7-4 0 0,-6 0 0 15,6 3 0-15,-1 1 0 0,-4-4 0 0,4 0 0 0,1 3 0 0,-6-3 0 16,6 4 0-16,0-4 0 0,0 4 0 0,-7-4 0 0,8 3 0 16,-2 1 0-16,-5-4 0 0,6 4 0 0,0-1 0 0,-7-3 0 0,8 4 0 15,-8 0 0-15,7-1 0 0,0 1 0 0,-6 0 0 0,5-1 0 16,-5 1 0-16,6 0 0 0,-7-1 0 0,8 1 0 0,-1 0 0 0,-7-1 0 15,7 1 0-15,0-1 0 0,-7 1 0 0,8 0 0 0,-1-4 0 16,0 3 0-16,0 1 0 0,-1-4 0 0,2 4 0 0,6-4 0 0,-7 3 0 16,-1-3 0-16,8 0 0 0,-7 0 0 0,7 0 0 0,-8 0 0 15,8 0 0-15,0 0 0 0,-7 0 0 0,6-3 0 0,0 3 0 0,-5 0 0 16,6-4 0-16,-8 4 0 0,8-4 0 0,-7 4 0 0,0 0 0 16,6-3 0-16,-6 3 0 0,7 0 0 0,-6-4 0 0,-2 4 0 0,8 0 0 15,-7 0 0-15,-1 0 0 0,2 0 0 0,5 0 0 0,-6 0 0 16,0 0 0-16,1 0 0 0,-2 0 0 0,8 0 0 0,-7 4 0 0,0-4 0 15,0 0 0-15,1 3 0 0,-2-3 0 0,1 0 0 0,0 4 0 0,0-4 0 16,1 4 0-16,-2-4 0 0,1 3 0 0,0-3 0 0,0 0 0 0,-6 4 0 16,6-4 0-16,-1 4 0 0,2-4 0 0,-1 4 0 0,0-1 0 15,0-3 0-15,-7 4 0 0,8-1 0 0,-2 1 0 0,2 0 0 0,-1 0 0 16,-7-1 0-16,7 1 0 0,0 0 0 0,-7 3 0 0,8-3 0 16,-1-1 0-16,-1 1 0 0,-5 3 0 0,6-3 0 0,1 0 0 0,-2 3 0 15,-5-3 0-15,6-1 0 0,0 4 0 0,-1-3 0 0,2 3 0 0,-1-3 0 16,-6 3 0-16,6-3 0 0,-1 3 0 0,-5-3 0 0,6 3 0 15,0 1 0-15,-6-1 0 0,6-3 0 0,-7 3 0 0,7 1 0 0,-6-1 0 16,5 0 0-16,-4 1 0 0,4-1 0 0,-5 0 0 0,-1 0 0 16,7 1 0-16,-6-1 0 0,5 0 0 0,-4 1 0 0,-2 3 0 0,7-4 0 15,-6 0 0-15,-1 0 0 0,7 1 0 0,-7-1 0 0,1 0 0 0,6 1 0 16,-7-1 0-16,1 1 0 0,6-1 0 0,-7 0 0 0,1-3 0 0,6 7 0 16,-6-7 0-16,-1 3 0 0,8 0 0 0,-8 1 0 0,0-1 0 15,7-3 0-15,-6 3 0 0,-1 0 0 0,1-3 0 0,5 3 0 16,-4 0 0-16,-2-3 0 0,0 3 0 0,0 1 0 0,1-1 0 0,0-3 0 15,-1 3 0-15,1 1 0 0,-1-5 0 0,1 5 0 0,0-1 0 0,-1 0 0 16,0-3 0-16,1 3 0 0,-7 0 0 0,7-3 0 0,-1 3 0 0,0 1 0 16,1-1 0-16,-1-3 0 0,1 3 0 0,0 0 0 0,-1 1 0 0,0-5 0 15,2 5 0-15,-8-1 0 0,6 1 0 0,0-2 0 0,0 2 0 16,-6 0 0-16,7-1 0 0,-7 0 0 0,7 0 0 0,-1 1 0 16,-6-1 0-16,7 0 0 0,-7 1 0 0,6 3 0 0,-6-4 0 0,6 0 0 15,-6 1 0-15,8 2 0 0,-2-2 0 0,-6 3 0 0,6-3 0 0,-6 2 0 16,6 1 0-16,-6-3 0 0,7 3 0 0,-7 0 0 0,7 0 0 0,-7 0 0 15,6-4 0-15,-6 7 0 0,7-3 0 0,-7 0 0 0,6 0 0 16,-6 0 0-16,7 1 0 0,-7 2 0 0,7-3 0 0,-7 4 0 16,6-4 0-16,-6 3 0 0,6-3 0 0,-6 4 0 0,6 0 0 0,-6-4 0 15,8 3 0-15,-8 1 0 0,0-1 0 0,6 1 0 0,-6-4 0 0,0 4 0 16,6 0 0-16,-6-1 0 0,0 1 0 0,7-1 0 0,-7 2 0 0,0-2 0 16,0 1 0-16,0-1 0 0,6 1 0 0,-6 0 0 0,0-1 0 15,0 1 0-15,0-1 0 0,7 1 0 0,-7 0 0 0,0-5 0 0,0 6 0 16,0-2 0-16,0-3 0 0,0 4 0 0,7-1 0 0,-7-3 0 15,0 0 0-15,0 0 0 0,0 0 0 0,6 0 0 0,-6 1 0 0,0-1 0 16,0-1 0-16,6 1 0 0,-6 0 0 0,0 0 0 0,6 0 0 0,-6 0 0 16,0 0 0-16,0 0 0 0,0 0 0 0,8 0 0 0,-8-4 0 15,0 9 0-15,0-9 0 0,0 4 0 0,0 0 0 0,0 0 0 0,0 0 0 16,0-1 0-16,0 1 0 0,0 0 0 0,0 0 0 0,0 0 0 16,0-3 0-16,0 4 0 0,0-6 0 0,0 5 0 0,0 0 0 0,-8-3 0 15,8-1 0-15,0 4 0 0,0-4 0 0,0 4 0 0,0 0 0 0,0-4 0 16,0 4 0-16,-6 0 0 0,6-3 0 0,0 2 0 0,0 1 0 0,-6 0 0 15,6 0 0-15,0 1 0 0,-6-1 0 0,6 0 0 0,0-1 0 16,-7 2 0-16,0-1 0 0,7 3 0 0,-6-3 0 0,6 0 0 16,-7 4 0-16,1-4 0 0,6 4 0 0,-6-4 0 0,-2 4 0 0,2-5 0 15,6 5 0-15,-6-4 0 0,0 0 0 0,6 3 0 0,-7-3 0 0,0 0 0 16,7 0 0-16,-6 0 0 0,6 1 0 0,-7-6 0 0,7 6 0 0,-6-5 0 16,6 4 0-16,-7 0 0 0,7-4 0 0,-7 4 0 0,7 0 0 15,-6-3 0-15,6 3 0 0,-6-1 0 0,6-2 0 0,-6 2 0 0,6 2 0 16,-8-1 0-16,2 1 0 0,6 2 0 0,-6-3 0 0,-1 0 0 15,1 3 0-15,-1 1 0 0,7-4 0 0,-7 3 0 0,1 1 0 0,0 0 0 16,0 0 0-16,-2 0 0 0,2-1 0 0,0 0 0 0,-1 1 0 0,0 0 0 16,1-1 0-16,6-3 0 0,-7 4 0 0,1-1 0 0,0-3 0 15,-1 4 0-15,0 0 0 0,1-4 0 0,0 4 0 0,-1-4 0 0,0 0 0 16,7 3 0-16,-6-3 0 0,-1 0 0 0,1 4 0 0,-1-4 0 16,7 1 0-16,-7 2 0 0,1-3 0 0,6 0 0 0,-6 3 0 0,0-3 0 15,6 4 0-15,-8-1 0 0,2-3 0 0,6 3 0 0,-6-2 0 0,6 3 0 16,-7 0 0-16,1-1 0 0,-1 1 0 0,7-4 0 0,-7 3 0 0,7 1 0 15,-6-4 0-15,6 3 0 0,-6 1 0 0,6-4 0 0,-6 4 0 16,6-4 0-16,-8 0 0 0,8 4 0 0,0-4 0 0,-6 0 0 0,6-1 0 16,-6 5 0-16,6-4 0 0,-7 0 0 0,7 0 0 0,-7 3 0 15,7-2 0-15,0-1 0 0,-6 0 0 0,6 3 0 0,-7-3 0 0,7 0 0 16,0 0 0-16,-6 4 0 0,6-8 0 0,0 4 0 0,0 0 0 0,-6 1 0 16,6-1 0-16,0-4 0 0,0 4 0 0,0 0 0 0,0-4 0 0,0 4 0 15,-7-4 0-15,7 4 0 0,0-3 0 0,0 3 0 0,0-4 0 16,0 0 0-16,0 0 0 0,0 1 0 0,0-1 0 0,0 1 0 0,0-1 0 15,0 0 0-15,-7-3 0 0,7 3 0 0,0-3 0 0,0 3 0 0,0-3 0 16,0 3 0-16,0-3 0 0,-6 0 0 0,6-1 0 0,0 1 0 0,0 0 0 16,0-1 0-16,-6 1 0 0,6-1 0 0,0-3 0 0,0 4 0 15,0-4 0-15,0 4 0 0,0-4 0 0,0 0 0 0,0 0 0 0,0 0 0 16,0 0 0-16,-7 0 0 0,7 0 0 0,0 0 0 0,0 0 0 0,0 0 0 16,0 0 0-16,0 0 0 0,-7-4 0 0,7 4 0 0,0-4 0 0,0 4 0 15,-6 0 0-15,6-3 0 0,-7 3 0 0,7 0 0 0,-6-4 0 16,0 4 0-16,6 0 0 0,-14 0 0 0,8 0 0 0,0 0 0 0,-8 0 0 15,1 0 0-15,0 0 0 0,0 0 0 0,1 4 0 0,-2-4 0 16,1 3 0-16,-6-3 0 0,6 4 0 0,-1 0 0 0,-5-4 0 0,6 3 0 16,-6-3 0-16,-1 5 0 0,6-5 0 0,-5 3 0 0,0-3 0 0,-8 3 0 15,8-3 0-15,0 4 0 0,-1-4 0 0,1 4 0 0,-7-4 0 0,6 3 0 16,-7 1 0-16,2 0 0 0,-1-1 0 0,0 1 0 0,0-4 0 0,-1 7 0 16,1-3 0-16,1 0 0 0,-7 3 0 0,5-3 0 0,-5 0 0 15,6 3 0-15,-7-3 0 0,7 3 0 0,-7-3 0 0,7 3 0 0,-6-3 0 16,5 3 0-16,-5-4 0 0,-1 5 0 0,7-5 0 0,-6 1 0 0,6 3 0 15,-7-3 0-15,7 0 0 0,-7-1 0 0,1 1 0 0,6 0 0 16,-7 0 0-16,7-1 0 0,-7 1 0 0,8-1 0 0,-8 1 0 0,0 0 0 16,1-1 0-16,5 1 0 0,-5-1 0 0,-1 2 0 0,1-2 0 0,6 0 0 15,-7 1 0-15,1 0 0 0,7-1 0 0,-9 2 0 0,9-2 0 16,-8 1 0-16,7-1 0 0,-6 1 0 0,5 3 0 0,-5-3 0 0,6 0 0 16,-1-1 0-16,-5 1 0 0,6 0 0 0,0-1 0 0,-7 1 0 0,7 0 0 15,1-1 0-15,-2-3 0 0,1 4 0 0,0 0 0 0,0-4 0 0,0 0 0 16,-1 3 0-16,2-3 0 0,-1-3 0 0,0 3 0 0,0 0 0 15,6 0 0-15,-6-4 0 0,0 4 0 0,0-4 0 0,0 4 0 0,0-3 0 16,7-1 0-16,-7 4 0 0,6 0 0 0,-7-4 0 0,9 1 0 0,-2 3 0 16,-7-4 0-16,8 4 0 0,0 0 0 0,-8-4 0 0,7 4 0 15,2-3 0-15,-9 3 0 0,7 0 0 0,2-4 0 0,-9 4 0 0,7-4 0 16,2 4 0-16,-2 0 0 0,0-3 0 0,-6 3 0 0,7-4 0 0,-1 4 0 16,1-4 0-16,-7 4 0 0,6 0 0 0,0-3 0 0,1-1 0 0,-7 4 0 15,6-3 0-15,1 3 0 0,-7 0 0 0,6-5 0 0,1 5 0 16,-1-3 0-16,-6 3 0 0,6-4 0 0,1 4 0 0,-1 0 0 0,-6-4 0 15,7 4 0-15,-1 0 0 0,0-3 0 0,1 3 0 0,-1 0 0 0,1-3 0 16,0 3 0-16,-1 0 0 0,1 0 0 0,-1-5 0 0,0 5 0 0,-5 0 0 16,5-3 0-16,0 3 0 0,1-4 0 0,-1 4 0 0,-6-3 0 0,6 3 0 15,1 0 0-15,-1-4 0 0,1 4 0 0,-1 0 0 0,-6-4 0 0,6 4 0 16,1 0 0-16,-1-3 0 0,2 3 0 0,-9 0 0 0,7-4 0 16,1 4 0-16,0 0 0 0,-8-3 0 0,8 3 0 0,0-4 0 0,-8 4 0 15,7-4 0-15,2 4 0 0,-2 0 0 0,0-4 0 0,1 4 0 16,-1-3 0-16,-6-1 0 0,13 4 0 0,-13-4 0 0,6 1 0 0,7-1 0 15,-6 4 0-15,0-4 0 0,-1 1 0 0,0-1 0 0,1 0 0 0,-1 4 0 16,0-3 0-16,1-1 0 0,-1 1 0 0,1-1 0 0,0 0 0 0,-1 1 0 16,1 3 0-16,-1-4 0 0,0 0 0 0,1 1 0 0,-1-1 0 15,0 0 0-15,1 1 0 0,6-1 0 0,-6 0 0 0,-1 0 0 0,0 1 0 16,1 3 0-16,-1-4 0 0,1 0 0 0,-1 1 0 0,0 3 0 0,2-4 0 16,-2 0 0-16,0 4 0 0,1-3 0 0,-1-1 0 0,1 4 0 0,5-4 0 15,-5 1 0-15,0-1 0 0,-1 0 0 0,1 4 0 0,5-3 0 16,-6 0 0-16,1-2 0 0,6 2 0 0,-6-1 0 0,-1 0 0 0,7 1 0 15,-7-1 0-15,1 1 0 0,6 3 0 0,-7-4 0 0,1 0 0 0,6 1 0 16,-6-1 0-16,5 0 0 0,-5 1 0 0,-1 3 0 0,8-4 0 16,-8 0 0-16,7 1 0 0,-7-1 0 0,8 4 0 0,-8-4 0 0,6 1 0 15,-5 3 0-15,6-4 0 0,0 0 0 0,-7 4 0 0,8-3 0 0,-2-1 0 16,-5 4 0-16,5-4 0 0,-5 1 0 0,6 3 0 0,0-4 0 16,1 0 0-16,-8 4 0 0,6-4 0 0,-5 1 0 0,6-1 0 0,0 4 0 15,0-4 0-15,-6 1 0 0,6-1 0 0,-1 4 0 0,2-3 0 0,-8-1 0 16,7 4 0-16,0-4 0 0,0 1 0 0,-1 3 0 0,2-4 0 0,-2 4 0 15,2-4 0-15,-1 1 0 0,-7-1 0 0,8 4 0 0,-2-4 0 0,1 4 0 16,0-3 0-16,-6 3 0 0,5-4 0 0,2 4 0 0,-2-4 0 16,1 4 0-16,-7-3 0 0,8 3 0 0,-2-4 0 0,2 4 0 0,-1-4 0 15,-1 4 0-15,-4 0 0 0,4-3 0 0,1 3 0 0,0-4 0 16,0 4 0-16,1 0 0 0,-2-4 0 0,1 4 0 0,-7 0 0 0,8 0 0 16,-2 0 0-16,2 0 0 0,-2-3 0 0,1 3 0 0,0 0 0 0,-6 0 0 15,5 0 0-15,2 0 0 0,-1 0 0 0,-7 3 0 0,8-3 0 0,-2 0 0 16,1 0 0-16,0 0 0 0,-6 4 0 0,5-4 0 0,2 0 0 0,-2 4 0 15,-5-4 0-15,6 3 0 0,0-3 0 0,-1 0 0 0,2 0 0 16,-1 4 0-16,0-4 0 0,0 0 0 0,-1 4 0 0,8-4 0 0,-7 0 0 16,0 0 0-16,0 0 0 0,0 3 0 0,6-3 0 0,-5 0 0 15,-2 0 0-15,8 4 0 0,-7-4 0 0,0 0 0 0,6 4 0 0,-5-4 0 16,-2 0 0-16,2 3 0 0,5-3 0 0,-6 4 0 0,0-4 0 0,7 0 0 16,-8 4 0-16,2-4 0 0,4 0 0 0,2 3 0 0,-7-3 0 0,7 4 0 15,-8-4 0-15,8 0 0 0,0 4 0 0,0-4 0 0,-2 0 0 0,2 3 0 16,0-3 0-16,-1 0 0 0,1 0 0 0,-1 0 0 0,0 4 0 15,1-4 0-15,0 0 0 0,6 0 0 0,-8 0 0 0,2 4 0 0,0-4 0 16,0 0 0-16,-1 0 0 0,7 3 0 0,-7-3 0 0,1 0 0 0,-1 0 0 16,1 4 0-16,0-4 0 0,-2 0 0 0,2 0 0 0,6 3 0 15,-6-3 0-15,0 0 0 0,-1 0 0 0,0 0 0 0,7 0 0 0,-6 4 0 16,-1-4 0-16,7 0 0 0,-6 0 0 0,-1 0 0 0,0 0 0 0,7 0 0 16,-6 0 0-16,0 0 0 0,6 0 0 0,-6 0 0 0,-2 0 0 15,8 0 0-15,-6 0 0 0,6 0 0 0,-6 0 0 0,-1 0 0 0,7 0 0 16,0 0 0-16,-6 0 0 0,6-4 0 0,-7 4 0 0,7 0 0 0,0 0 0 15,-7 0 0-15,7 0 0 0,0 0 0 0,0 0 0 0,0 0 0 16,0 0 0-16,0 0 0 0,0 0 0 0,0 0 0 0,0 0 0 0,0 0 0 16,0 0 0-16,0 0 0 0,0 0 0 0,0 0 0 0,0 0 0 0,0 0 0 15,0 0 0-15,0 0 0 0,0 0 0 0,0 0 0 0,0 0 0 0,0 0 0 16,0 0 0-16,0 0 0 0,0 0 0 0,0 0 0 0,0 0 0 0,0 0 0 16,0 0 0-16,0 0 0 0,0 0 0 0,0 0 0 0,0 0 0 0,0 0 0 15,0 0 0-15,0 0 0 0,0 0 0 0,0 0 0 0,0 0 0 16,0 0 0-16,0 0 0 0,0 0 0 0,0 0 0 0,0 0 0 0,0 0 0 15,0 0 0-15,0 0 0 0,0 0 0 0,0 0 0 0,0 0 0 16,0 0 0-16,0 0 0 0,0 0 0 0,0 0 0 0,0 0 0 0,0 0 0 16,0 0 0-16,0 0 0 0,0 0 0 0,0 0 0 0,0 0 0 0,0 0 0 15,0 0 0-15,0 0 0 0,0 0 0 0,0 0 0 0,0 0 0 0,0 0 0 16,0 0 0-16,0 0 0 0,0 0 0 0,0 0 0 0,0 0 0 0,0 0 0 16,0 0 0-16,0 0 0 0,0-3 0 0,0 3 0 0,0 0 0 15,0 0 0-15,0 0 0 0,0 0 0 0,0 0 0 0,7 0 0 0,-7 0 0 16,0 0 0-16,0 0 0 0,0 0 0 0,0 0 0 0,7 0 0 15,-7 0 0-15,0 0 0 0,0 0 0 0,6 0 0 0,-6-4 0 0,0 4 0 16,0 0 0-16,7 0 0 0,-7-3 0 0,0 3 0 0,6 0 0 0,-6-4 0 16,0 4 0-16,6-4 0 0,-6 4 0 0,8-3 0 0,-8-1 0 0,6 4 0 15,0-4 0-15,0 1 0 0,1-1 0 0,0 0 0 0,-1-3 0 16,1 3 0-16,-1-3 0 0,8 3 0 0,-8-7 0 0,6 4 0 0,2 0 0 16,-8-4 0-16,14-1 0 0,-7 1 0 0,-1 0 0 0,2 1 0 0,-1-5 0 15,0 4 0-15,6-4 0 0,-5 4 0 0,-2 0 0 0,2 1 0 16,-1-1 0-16,-1 0 0 0,2 0 0 0,-2 3 0 0,2-3 0 0,-8 4 0 15,1-1 0-15,6 1 0 0,-6 3 0 0,-1-3 0 0,0 3 0 0,0 1 0 16,2-5 0-16,-8 5 0 0,6 3 0 0,0-4 0 0,-6 1 0 16,7-1 0-16,-7 4 0 0,7-4 0 0,-7 4 0 0,6-3 0 0,-6 3 0 15,0 0 0-15,7-4 0 0,-7 4 0 0,6 0 0 0,-6-3 0 0,0 3 0 16,0 0 0-16,6 0 0 0,-6 0 0 0,0-4 0 0,0 4 0 16,0 0 0-16,0 0 0 0,0 0 0 0,0 0 0 0,0 0 0 0,0 0 0 15,0 0 0-15,0 0 0 0,0 0 0 0,0 0 0 0,0 0 0 0,0 0 0 16,0 0 0-16,0 0 0 0,0 0 0 0,0 0 0 0,0 0 0 15,0 0 0-15,0 0 0 0,0 0 0 0,0 0 0 0,0 0 0 0,0 0 0 16,0 0 0-16,0 0 0 0,0 0 0 0,0 0 0 0,0 0 0 16,-6 4 0-16,6-4 0 0,0 0 0 0,0 0 0 0,-6 3 0 0,6-3 0 15,-7 4 0-15,7-4 0 0,-6 3 0 0,6-3 0 0,-7 4 0 0,0 0 0 16,7-1 0-16,-6 1 0 0,0-1 0 0,-2 2 0 0,2-2 0 16,0 0 0-16,0 1 0 0,-1 3 0 0,0-3 0 0,1 3 0 0,-1-3 0 15,-5 3 0-15,4-3 0 0,2 3 0 0,0 0 0 0,0 1 0 16,-2-4 0-16,2 3 0 0,0-3 0 0,-1 3 0 0,1 1 0 0,-1-5 0 15,0 4 0-15,1 1 0 0,0-5 0 0,0 5 0 0,-2-5 0 0,8 5 0 16,-6-5 0-16,0 5 0 0,-1-4 0 0,7-1 0 0,-6 4 0 0,6-3 0 16,-7 0 0-16,0-1 0 0,7 1 0 0,-6-1 0 0,6 1 0 15,-6 0 0-15,6-1 0 0,-8 2 0 0,8 1 0 0,-6-1 0 0,6-3 0 16,-6 3 0-16,0-1 0 0,6-1 0 0,-7 4 0 0,0-3 0 0,7 0 0 16,-6-1 0-16,6 5 0 0,-7-5 0 0,7 1 0 0,-6 3 0 0,6-3 0 15,-6 0 0-15,-2-1 0 0,8 5 0 0,-6-5 0 0,6 1 0 16,-6 0 0-16,6-1 0 0,-6 5 0 0,6-5 0 0,-7 1 0 0,7-1 0 15,-7 1 0-15,7 0 0 0,-6-1 0 0,6 5 0 0,-7-4 0 0,7-1 0 16,-6 5 0-16,6-5 0 0,-7 1 0 0,0 3 0 0,7-3 0 16,-6 3 0-16,6-3 0 0,-6 3 0 0,0-3 0 0,6 3 0 0,-8-3 0 15,8 3 0-15,-6-3 0 0,6 3 0 0,-6-3 0 0,6-1 0 0,-7 2 0 16,7-2 0-16,-6 0 0 0,6-3 0 0,0 4 0 0,0 0 0 0,-7-1 0 16,7-3 0-16,0 4 0 0,0-4 0 0,0 0 0 0,0 0 0 15,0 0 0-15,0 0 0 0,0 0 0 0,-7 4 0 0,7-4 0 0,0 0 0 16,0 0 0-16,0 0 0 0,0 0 0 0,0 0 0 0,0 0 0 0,0 0 0 15,0 0 0-15,0 0 0 0,0 0 0 0,0 3 0 0,0-3 0 0,0 0 0 16,0 0 0-16,0 0 0 0,0 0 0 0,-6 0 0 0,6 0 0 16,0 4 0-16,0-4 0 0,0 0 0 0,0 0 0 0,0 4 0 0,0-4 0 15,0 0 0-15,0 0 0 0,0 3 0 0,0-3 0 0,0 0 0 16,0 0 0-16,-6 0 0 0,6 0 0 0,0 0 0 0,0 0 0 0,0 0 0 16,0 0 0-16,0 0 0 0,0 0 0 0,0 0 0 0,0 0 0 0,0 0 0 15,0 0 0-15,0 0 0 0,0 0 0 0,0 0 0 0,0 0 0 0,0 0 0 16,0 0 0-16,0 0 0 0,0 0 0 0,0 0 0 0,0 0 0 0,0 0 0 15,0 0 0-15,0 0 0 0,0 0 0 0,0 0 0 0,0 0 0 0,0 0 0 16,0 0 0-16,0 0 0 0,0 0 0 0,0 0 0 0,0 0 0 16,0 0 0-16,0 0 0 0,0 0 0 0,0 0 0 0,0 0 0 15,0 0 0-15,0 0 0 0,0 0 0 0,0 0 0 0,0 0 0 0,0 0 0 0,0 0 0 16,0 0 0-16,0 0 0 0,0 0 0 0,0 0 0 0,0 0 0 0,0 0 0 16,0 0 0-16,0 0 0 0,0 0 0 0,0 0 0 0,0 0 0 15,0 0 0-15,0-3 0 0,0 3 0 0,0 0 0 0,0 0 0 0,0 0 0 16,0 0 0-16,0 0 0 0,0 0 0 0,0 0 0 0,0 0 0 15,0 0 0-15,0 0 0 0,0 0 0 0,0 0 0 0,-6 0 0 0,6 0 0 16,0 0 0-16,0-4 0 0,0 4 0 0,0 0 0 0,0 0 0 0,0 0 0 16,0 0 0-16,0 0 0 0,0 0 0 0,0 0 0 0,-8-4 0 15,8 4 0-15,0 0 0 0,0 0 0 0,0 0 0 0,0 0 0 0,0 0 0 16,0 0 0-16,0 0 0 0,0 0 0 0,0 0 0 0,0 0 0 0,0 0 0 16,0 0 0-16,0 0 0 0,0 0 0 0,0 0 0 0,0 0 0 0,0 0 0 15,0 0 0-15,0 0 0 0,0 0 0 0,0 0 0 0,0 0 0 0,0 0 0 16,0 0 0-16,0 0 0 0,0 0 0 0,0 0 0 0,0 0 0 15,0 0 0-15,0 0 0 0,0 0 0 0,0 0 0 0,0 0 0 0,0 0 0 16,0 0 0-16,0 0 0 0,0 0 0 0,0 0 0 0,0 0 0 0,0 0 0 16,0 0 0-16,0 0 0 0,0 0 0 0,0 0 0 0,0 0 0 15,0 0 0-15,0 0 0 0,0 0 0 0,0 0 0 0,0 0 0 0,0 0 0 16,0 0 0-16,0 0 0 0,0 0 0 0,0 0 0 0,0 0 0 0,0 0 0 16,0 0 0-16,0 0 0 0,0 0 0 0,0-3 0 0,0 3 0 15,-6 0 0-15,6 0 0 0,0 0 0 0,0-4 0 0,-6 4 0 0,6 0 0 16,0 0 0-16,0 0 0 0,-7 0 0 0,7-4 0 0,0 4 0 0,-7 0 0 0,7 0 0 15,0 0 0-15,-6-3 0 0,6 3 0 0,0 0 0 16,0 0 0-16,0 0 0 0,0 0 0 0,0-4 0 0,0 4 0 0,0 0 0 16,0 0 0-16,-7 0 0 0,7 0 0 0,0 0 0 0,0 0 0 0,0 0 0 15,0 0 0-15,0 0 0 0,0 0 0 0,0 0 0 0,0 0 0 0,0 0 0 16,0 0 0-16,0 0 0 0,0 0 0 0,0 0 0 0,0 0 0 0,0 0 0 16,0 0 0-16,0 0 0 0,0 0 0 0,0 0 0 0,0 0 0 0,0 0 0 15,0 0 0-15,0 0 0 0,0 0 0 0,0 0 0 0,0 0 0 16,0 0 0-16,0 0 0 0,0 0 0 0,0 0 0 0,0 0 0 0,0 0 0 15,0 0 0-15,0 0 0 0,0 0 0 0,0 0 0 0,0 0 0 16,0 0 0-16,0 0 0 0,0 0 0 0,0 0 0 0,0 0 0 0,0 0 0 16,0 0 0-16,0 0 0 0,0 0 0 0,0 0 0 0,0 0 0 0,0 0 0 15,0 0 0-15,0 0 0 0,0 0 0 0,0 0 0 0,0 0 0 0,0 0 0 16,0 0 0-16,0 0 0 0,0 0 0 0,0 0 0 0,0 0 0 16,0 0 0-16,0 0 0 0,0 0 0 0,0 0 0 0,0 0 0 0,0 0 0 15,0 0 0-15,0-4 0 0,0 4 0 0,0 0 0 0,0 0 0 0,0-3 0 16,0 0 0-16,0 3 0 0,0-5 0 0,0 5 0 0,0 0 0 0,0-3 0 15,0 3 0-15,0 0 0 0,0 0 0 0,0-4 0 0,0 4 0 16,0 0 0-16,0 0 0 0,0 0 0 0,0 0 0 0,0 0 0 0,0 0 0 16,0 0 0-16,0-4 0 0,0 4 0 0,0 0 0 0,0 0 0 0,0 0 0 15,0 0 0-15,0 0 0 0,0 0 0 0,0 0 0 0,0 0 0 16,0 0 0-16,0 0 0 0,0 0 0 0,0 0 0 0,0 0 0 0,0-3 0 16,0 3 0-16,0 0 0 0,0 0 0 0,0 0 0 0,0 0 0 0,0 0 0 15,0-4 0-15,0 4 0 0,0 0 0 0,0 0 0 0,0 0 0 0,0 0 0 16,0 0 0-16,0 0 0 0,0 0 0 0,0 0 0 0,0 0 0 15,0 0 0-15,0 0 0 0,0 0 0 0,0 0 0 0,0 0 0 0,0 0 0 16,0 0 0-16,0 0 0 0,0 0 0 0,0 0 0 0,0 0 0 0,0 0 0 16,0 0 0-16,0 0 0 0,0 0 0 0,0 0 0 0,0 0 0 0,0 0 0 15,0 0 0-15,0 0 0 0,0 0 0 0,0 0 0 0,0 0 0 0,0 0 0 16,0 0 0-16,0 0 0 0,7 0 0 0,-7 0 0 0,0 0 0 16,0 0 0-16,0 0 0 0,6 0 0 0,-6 0 0 0,0 0 0 15,0 4 0-15,7-4 0 0,-7 0 0 0,0 0 0 0,7 0 0 0,-7 0 0 16,6 0 0-16,-6 0 0 0,6 3 0 0,2-3 0 0,-2 0 0 0,0 0 0 15,-6 0 0-15,6 0 0 0,1 0 0 0,0 0 0 0,6 4 0 0,-7-4 0 16,0 0 0-16,8 0 0 0,-8 4 0 0,7-4 0 0,0 0 0 0,0 3 0 16,-6-3 0-16,6 0 0 0,-1 5 0 0,2-5 0 0,-1 3 0 0,0-3 0 15,6 0 0-15,-13 3 0 0,8-3 0 0,6 4 0 0,-14-4 0 16,13 4 0-16,-5-4 0 0,-8 3 0 0,7 1 0 0,0-4 0 0,0 4 0 16,1-1 0-16,-2 1 0 0,2-4 0 0,-2 4 0 0,1-1 0 0,1 1 0 15,-2 0 0-15,2-1 0 0,-2 1 0 0,2 0 0 0,-1 0 0 16,-1 3 0-16,-5-3 0 0,6-1 0 0,0 1 0 0,0 3 0 0,0-3 0 15,-7 0 0-15,8-1 0 0,-2 4 0 0,-4-3 0 0,4 0 0 0,1-1 0 16,-6 1 0-16,6 0 0 0,-1-1 0 0,-4 1 0 0,4 0 0 0,-5-1 0 16,-1 1 0-16,7 0 0 0,-6 0 0 0,-1-4 0 0,1 3 0 15,6 1 0-15,-7-4 0 0,1 3 0 0,0 1 0 0,-1-4 0 0,1 4 0 16,-1-4 0-16,0 0 0 0,1 3 0 0,-7-3 0 0,7 0 0 16,-7 0 0-16,6 4 0 0,-6-4 0 0,0 0 0 0,0 0 0 0,-6 3-211 15,-1-3-442-15,0 5-45 0,1-5-13 0,-7 3 7 0,0 0 16 0,0 1 22 16,0 0 25-16,-7-1 26 0,1 2 31 0,0-2 31 15,5 1 32-15,-5-4 63 0,6 0 77 0</inkml:trace>
  <inkml:trace contextRef="#ctx0" brushRef="#br0" timeOffset="18299.66">13338 11368 0 0,'0'-4'6'0,"0"4"128"0,0-4 13 0,0 4 16 16,0 0 19-16,0 0 25 0,0 0 26 0,0 0 33 0,0 0 34 16,-7-3 22-16,7 3 16 0,0 0 9 0,0 0 5 0,0 0 1 15,0 0-5-15,0-4-5 0,-6 4-7 0,6 0-11 0,0-3-13 0,0 3-17 16,0-4-21-16,-7 4-25 0,7-4-26 0,0 0-31 0,-7 4-33 15,7-3-21-15,0-1-17 0,0 4-5 0,0-4-2 0,-6 0 0 0,6 4 3 16,0-3 4-16,-6 3 3 0,6-5 2 0,0 5 1 0,-6 0 0 16,6-3 0-16,-8 3-3 0,2-3-3 0,6 3-53 0,-6-4-68 15,-1 4 0-15,1-4 0 0,-1 4 0 0,0-3 0 0,1 3 0 0,0-4 0 16,0 4 0-16,-8-4 0 0,8 4 0 0,-1-3 0 0,-6 3 0 16,6 0 0-16,1 0 0 0,-7-4 0 0,0 4 0 0,7 0 0 0,-8 0 0 15,8 0 0-15,-7 4 0 0,6-4 0 0,-6 0 0 0,7 0 0 16,-8 0 0-16,2 3 0 0,5-3 0 0,-6 0 0 0,0 0 0 0,1 4 0 15,-2-4 0-15,1 0 0 0,0 4 0 0,-6-4 0 0,5 0 0 16,-5 0 0-16,6 3 0 0,-7-3 0 0,1 0 0 0,5 4 0 16,-5-4 0-16,0 4 0 0,0-4 0 0,-1 3 0 0,0-3 0 0,1 3 0 15,-1-3 0-15,0 0 0 0,1 5 0 0,-1-5 0 0,0 0 0 16,8 0 0-16,-8 0 0 0,1 3 0 0,-1-3 0 0,7 0 0 0,-6 0 0 16,6 0 0-16,-7 0 0 0,7 0 0 0,0 4 0 0,-6-4 0 0,5 0 0 15,-6 0 0-15,8 4 0 0,-8-4 0 0,7 0 0 0,1 4 0 16,-8-4 0-16,7 0 0 0,0 3 0 0,0-3 0 0,-1 4 0 0,-4-4 0 15,4 0 0-15,1 4 0 0,0-4 0 0,0 4 0 0,1-4 0 16,-2 0 0-16,1 3 0 0,0-3 0 0,6 0 0 0,-5 0 0 0,-2 0 0 16,2 4 0-16,-2-4 0 0,8 0 0 0,-7 0 0 0,-1 0 0 0,2 0 0 15,6 0 0-15,-8 0 0 0,1 0 0 0,0 0 0 0,6 0 0 0,-5 0 0 16,-2 3 0-16,2-3 0 0,-2 0 0 0,1 0 0 0,7 4 0 16,-7-4 0-16,0 0 0 0,0 4 0 0,0-4 0 0,0 3 0 0,0-3 0 15,0 4 0-15,-7-4 0 0,7 3 0 0,0 1 0 0,0 0 0 16,1-1 0-16,-8-3 0 0,6 4 0 0,2 0 0 0,-1-1 0 0,-1 1 0 15,-5-4 0-15,6 4 0 0,0-4 0 0,0 3 0 0,0-3 0 0,-1 4 0 16,2-4 0-16,-1 4 0 0,0-4 0 0,0 3 0 0,-1-3 0 16,2 4 0-16,5-4 0 0,-6 4 0 0,0-4 0 0,7 3 0 0,-8-3 0 15,8 4 0-15,-7-4 0 0,6 0 0 0,1 0 0 0,-7 3 0 16,7-3 0-16,-1 0 0 0,0 0 0 0,1 0 0 0,0 0 0 0,-2 0 0 16,2 4 0-16,0-4 0 0,6 0 0 0,-6 0 0 0,-1 0 0 0,0 0 0 15,7 0 0-15,-6 0 0 0,-1 0 0 0,7 0 0 0,-6 0 0 16,0 0 0-16,-2 0 0 0,8 0 0 0,-6 0 0 0,6 0 0 0,-6 0 0 15,0 0 0-15,6 0 0 0,-7 0 0 0,7 0 0 0,-7 0 0 16,1 0 0-16,-1 0 0 0,7 0 0 0,-6 0 0 0,-1 0 0 0,0 0 0 16,1 0 0-16,0 0 0 0,0 0 0 0,-2 0 0 0,2 0 0 0,0 0 0 15,-1 0 0-15,7 0 0 0,-6 0 0 0,-8-4 0 0,14 4 0 0,-12 0 0 16,6 0 0-16,-2 0 0 0,2 0 0 0,0 0 0 0,-1 0 0 16,0-3 0-16,1 3 0 0,-1 0 0 0,1 0 0 0,0-4 0 0,-1 4 0 15,0 0 0-15,1-3 0 0,0 3 0 0,-1 0 0 0,0-4 0 16,-6 4 0-16,7 0 0 0,-1-4 0 0,0 4 0 0,1-3 0 0,0 3 0 15,0-4 0-15,-2 4 0 0,-4 0 0 0,5 0 0 0,1-4 0 0,-1 4 0 16,0 0 0-16,1-3 0 0,0 3 0 0,0 0 0 0,-2-4 0 16,2 4 0-16,-7 0 0 0,6-4 0 0,1 4 0 0,-1 0 0 0,1 0 0 15,0-3 0-15,-1 3 0 0,0 0 0 0,1 0 0 0,0 0 0 16,-1-4 0-16,0 4 0 0,1 0 0 0,-1 0 0 0,1 0 0 0,6 0 0 16,-6 0 0-16,-1 0 0 0,0 0 0 0,7 0 0 0,-6 0 0 0,0 0 0 15,6 0 0-15,-8 0 0 0,8 0 0 0,-6 0 0 0,0 0 0 0,6 0 0 16,0 0 0-16,-7 4 0 0,7-4 0 0,0 0 0 0,0 0 0 15,0 0 0-15,0 0 0 0,-6 0 0 0,6 0 0 0,0 0 0 0,0 0 0 16,0 0 0-16,0 3 0 0,0 1 0 0,0-4 0 0,0 0 0 16,0 0 0-16,-7 4 0 0,7-1 0 0,0 1 0 0,0-4 0 0,-6 7 0 15,6-3 0-15,0 0 0 0,-7 3 0 0,7-4 0 0,-6 5 0 0,6-1 0 16,0 0 0-16,-6-2 0 0,6 1 0 0,-8 2 0 0,8 0 0 16,0-5 0-16,0 5 0 0,-6-1 0 0,6-4 0 0,0 5 0 0,-6-1 0 15,6-3 0-15,0 3 0 0,-7-3 0 0,7 3 0 0,0-3 0 16,0 3 0-16,0-3 0 0,0 3 0 0,-7-4 0 0,7 1 0 0,0 3 0 15,0-3 0-15,0-1 0 0,0 5 0 0,0-4 0 0,0-1 0 0,0 5 0 16,0-4 0-16,0 4 0 0,0-5 0 0,0 4 0 0,0-3 0 0,7 3 0 16,-7 0 0-16,0 1 0 0,0-1 0 0,0 0 0 0,0 1 0 15,0-1 0-15,0 0 0 0,0 0 0 0,0 1 0 0,0-1 0 0,0 0 0 16,0 1 0-16,0-2 0 0,0 2 0 0,0 0 0 0,0-1 0 16,0 1 0-16,7-1 0 0,-7 0 0 0,0 1 0 0,0-1 0 0,0 1 0 15,6-2 0-15,-6 2 0 0,0-1 0 0,6 0 0 0,-6 4 0 0,0-3 0 16,0-1 0-16,8 0 0 0,-8 4 0 0,0-4 0 0,6 1 0 0,-6 0 0 15,6 2 0-15,-6-2 0 0,7-1 0 0,-7 4 0 0,6-4 0 16,-6 5 0-16,7-2 0 0,-7-2 0 0,6 3 0 0,1-4 0 16,-7 4 0-16,6 0 0 0,0 0 0 0,-6 0 0 0,8-1 0 0,-8 2 0 15,6-5 0-15,0 4 0 0,-6 0 0 0,7 0 0 0,0 0 0 0,-7 0 0 16,6 0 0-16,-6 0 0 0,6 0 0 0,1 0 0 0,-1 0 0 0,-6 0 0 16,7-1 0-16,0 2 0 0,-7-1 0 0,6 0 0 0,0 0 0 15,-6 0 0-15,7-4 0 0,0 4 0 0,-7 0 0 0,6-3 0 0,0 2 0 16,-6 1 0-16,7-3 0 0,-1 3 0 0,1 0 0 0,-7-5 0 15,7 6 0-15,-1-1 0 0,-6 0 0 0,6 0 0 0,2-3 0 0,-8 2 0 16,6 1 0-16,0 0 0 0,-6 0 0 0,6 0 0 0,1 0 0 0,-7 1 0 16,7-1 0-16,-7 0 0 0,6 0 0 0,-6 0 0 0,7-1 0 15,-1 5 0-15,-6-4 0 0,6 0 0 0,-6 4 0 0,8-4 0 0,-8-1 0 16,6 6 0-16,-6-5 0 0,6-1 0 0,-6 1 0 0,6 0 0 16,-6 4 0-16,7-4 0 0,-7 0 0 0,7 0 0 0,-7 0 0 0,6 0 0 15,-6 0 0-15,7 0 0 0,-7 0 0 0,0 0 0 0,6 0 0 0,-6 0 0 16,7 0 0-16,-7 0 0 0,0 0 0 0,7 0 0 0,-7 0 0 0,6 0 0 15,-6 0 0-15,0 3 0 0,6-2 0 0,-6-1 0 0,0 0 0 16,7 0 0-16,-7-1 0 0,0 1 0 0,7 0 0 0,-7 0 0 0,6 0 0 16,-6 0 0-16,6 0 0 0,-6-4 0 0,0 4 0 0,7 0 0 15,-1 1 0-15,-6-5 0 0,0 4 0 0,7-4 0 0,-7 4 0 0,7-3 0 16,-7 3 0-16,6-4 0 0,-6 4 0 0,6-4 0 0,-6 4 0 0,8-4 0 16,-8 4 0-16,6-3 0 0,-6-1 0 0,6 4 0 0,-6 0 0 15,6-3 0-15,-6-1 0 0,7 4 0 0,0-4 0 0,-7 4 0 0,6-4 0 16,-6 4 0-16,7 0 0 0,-7-3 0 0,6 3 0 0,0 0 0 15,-6-4 0-15,8 4 0 0,-8 0 0 0,6-3 0 0,0 3 0 0,-6 0 0 16,6-1 0-16,1-2 0 0,-7 3 0 0,7 0 0 0,-1 0 0 0,-6 0 0 16,7 0 0-16,-7-1 0 0,6 1 0 0,1 5 0 0,-7-6 0 0,7 1 0 15,-7 0 0-15,6 0 0 0,-6 0 0 0,6 0 0 0,-6 0 0 16,6 0 0-16,-6 0 0 0,0 0 0 0,8 0 0 0,-8 0 0 0,6 0 0 16,-6 0 0-16,0 4 0 0,6-4 0 0,-6 0 0 0,7 0 0 15,-7 3 0-15,0-3 0 0,6 4 0 0,-6-4 0 0,7 0 0 0,-7 0 0 16,0 3 0-16,0-2 0 0,7-2 0 0,-7 2 0 0,0-1 0 0,6 0 0 15,-6 0 0-15,0 0 0 0,6 0 0 0,-6-1 0 0,0 1 0 16,0 0 0-16,6 0 0 0,-6-3 0 0,0 3 0 0,0 0 0 0,0 0 0 16,8 0 0-16,-8 0 0 0,0-4 0 0,0 8 0 0,6-4 0 15,-6 0 0-15,0 0 0 0,0 0 0 0,6 0 0 0,-6 0 0 0,0-1 0 16,0 6 0-16,0-5 0 0,7-1 0 0,-7 1 0 0,0 4 0 0,0-4 0 16,7 4 0-16,-7-4 0 0,0 3 0 0,0-3 0 0,0 1 0 0,6 2 0 15,-6-3 0-15,0 0 0 0,0 0 0 0,0 0 0 0,0 0 0 16,0 0 0-16,0 0 0 0,0 0 0 0,7 0 0 0,-7 0 0 0,0 0 0 15,0 0 0-15,0 0 0 0,0 0 0 0,0 0 0 0,0 0 0 16,0-1 0-16,6 2 0 0,-6-1 0 0,0 0 0 0,0 0 0 0,0 0 0 16,0 1 0-16,0-2 0 0,0 0 0 0,6 2 0 0,-6-1 0 0,0 0 0 15,0 0 0-15,0 0 0 0,0-4 0 0,0 4 0 0,0 0 0 16,0-4 0-16,0 1 0 0,0 2 0 0,0-2 0 0,7 4 0 0,-7-2 0 16,0-3 0-16,0 4 0 0,0 0 0 0,0 0 0 0,0 0 0 15,0 0 0-15,-7 0 0 0,7 0 0 0,0 4 0 0,0-4 0 0,0 0 0 16,0 3 0-16,0-2 0 0,-6 2 0 0,6-2 0 0,0 2 0 0,0 0 0 15,-6-3 0-15,6 4 0 0,0-4 0 0,0 4 0 0,-7-3 0 16,7 1 0-16,0-1 0 0,0-1 0 0,0-1 0 0,-6 2 0 0,6-2 0 16,0 1 0-16,0 0 0 0,0-3 0 0,-7 3 0 0,7 0 0 15,0-4 0-15,0 4 0 0,0-4 0 0,0 0 0 0,-7 4 0 0,7-3 0 16,0-1 0-16,0 1 0 0,0-1 0 0,0 0 0 0,0 1 0 0,0-1 0 16,0 0 0-16,0 4 0 0,0-4 0 0,-6 1 0 0,6 3 0 0,0-4 0 15,0 0 0-15,0 4 0 0,0-3 0 0,-6-2 0 0,6 2 0 16,0-1 0-16,0 5 0 0,0-4 0 0,0-1 0 0,-8 0 0 0,8 0 0 15,0 0 0-15,0-2 0 0,0 1 0 0,0 2 0 0,-6-1 0 16,6 0 0-16,0 1 0 0,0 3 0 0,0-4 0 0,-6 0 0 0,6 0 0 16,0 1 0-16,-6 3 0 0,6-3 0 0,0-1 0 0,-7 0 0 0,7 4 0 15,0-4 0-15,0 4 0 0,-7-3 0 0,7 3 0 0,0 0 0 0,-6-4 0 16,6 4 0-16,0 0 0 0,-7-4 0 0,7 4 0 0,0 0 0 16,0 0 0-16,-6-3 0 0,6 3 0 0,0 0 0 0,0 0 0 15,0 0 0-15,-6 0 0 0,6-1 0 0,0 1 0 0,0 0 0 0,-8 0 0 16,8 0 0-16,0 4 0 0,0-7 0 0,0 3 0 0,-6 0 0 0,6-1 0 15,0 1 0-15,0-3 0 0,0 3 0 0,0-4 0 0,0 0 0 0,0 1 0 16,0-5 0-16,0 5 0 0,0-5 0 0,0 1 0 0,0 0 0 16,0-1 0-16,0 1 0 0,0-4 0 0,0 3 0 0,0 1 0 0,0-4 0 15,0 4 0-15,0-4 0 0,0 3 0 0,-6-3 0 0,6 4 0 16,0-4 0-16,0 4 0 0,0-4 0 0,0 0 0 0,0 3 0 0,0-3 0 16,0 0 0-16,-6 4 0 0,6-4 0 0,0 0 0 0,0 0 0 15,-7 4 0-15,7-4 0 0,0 0 0 0,-7 0 0 0,7 4 0 0,-6-4 0 0,-1 0 0 16,1 0 0-16,6 3 0 0,-7-3 0 0,0 0 0 0,1 4 0 15,-6-4 0-15,4 4 0 0,2-4 0 0,0 0 0 0,-7 0 0 16,6 0 0-16,0 2 0 0,-5-2 0 0,-2 0 0 0,8 0 0 0,-7 0 0 16,6 0 0-16,-6 5 0 0,1-5 0 0,5 0 0 0,-6 0 0 0,0 0 0 15,0 0 0-15,0 0 0 0,-1 0 0 0,2 0 0 0,-2-5 0 0,8 5 0 16,-7 0 0-16,-7 0 0 0,8 0 0 0,-2 0 0 0,2 0 0 16,-2 0 0-16,1 0 0 0,1 0 0 0,-2 0 0 0,-5 0 0 15,6 0 0-15,0 0 0 0,-7 0 0 0,8 0 0 0,-2 5 0 0,-5-5 0 16,6 0 0-16,-6 0 0 0,5 0 0 0,-6 0 0 0,8 0 0 0,-1 0 0 15,-7 0 0-15,7 0 0 0,0 0 0 0,-6 0 0 0,5 0 0 16,2 0 0-16,-2-5 0 0,1 5 0 0,0 0 0 0,0-2 0 0,1 2 0 16,-2 0 0-16,1-4 0 0,0 4 0 0,0-4 0 0,0 1 0 15,0 3 0-15,0-4 0 0,0 0 0 0,-6 0 0 0,5 1 0 0,2 3 0 16,-2-4 0-16,-5 0 0 0,6 1 0 0,-6 3 0 0,5-4 0 0,-5 4 0 16,-1-4 0-16,0 4 0 0,2 0 0 0,-2 0 0 0,0 0 0 0,1 0 0 15,-1 0 0-15,-6 0 0 0,7 4 0 0,-1-4 0 0,0 4 0 16,-5-4 0-16,5 0 0 0,0 0 0 0,-6 3 0 0,7-3 0 0,-7 4 0 15,6-4 0-15,-6 0 0 0,7 4 0 0,-8-4 0 0,1 3 0 0,6-3 0 16,-5 4 0-16,-1-4 0 0,0 4 0 0,6 0 0 0,-6-4 0 16,-7 3 0-16,8 1 0 0,-1 0 0 0,-1-4 0 0,-5 2 0 0,6 3 0 15,-7-1 0-15,7-1 0 0,-6 1 0 0,-1 3 0 0,7-3 0 16,-7 0 0-16,1 3 0 0,6-3 0 0,-7 3 0 0,1 0 0 0,5-3 0 16,-5 4 0-16,-1-2 0 0,7 2 0 0,-6-5 0 0,-1 5 0 0,7-1 0 15,-7 0 0-15,7-3 0 0,-6 3 0 0,-1 0 0 0,7-2 0 16,-6 2 0-16,-1-3 0 0,7 3 0 0,-7-3 0 0,1-1 0 0,6 1 0 15,-7 3 0-15,1-3 0 0,5-4 0 0,-5 3 0 0,7 1 0 0,-8-4 0 16,7 4 0-16,0-1 0 0,-7-3 0 0,7 4 0 0,0-4 0 16,-7 4 0-16,7-4 0 0,0 3 0 0,1 1 0 0,-2-4 0 0,-5 4 0 15,6-1 0-15,0-3 0 0,-1 4 0 0,1 0 0 0,0 0 0 16,1-1 0-16,-1-3 0 0,-1 4 0 0,7-1 0 0,-6-3 0 0,1 4 0 16,-1-4 0-16,6 4 0 0,-6-4 0 0,0 3 0 0,-1-3 0 0,8 0 0 15,-7 4 0-15,6-4 0 0,1 0 0 0,-7 0 0 0,6 0 0 0,1 3 0 16,-1-3 0-16,1 0 0 0,0 0 0 0,-1 0 0 0,0 0 0 0,1 4 0 15,-1-4 0-15,1 0 0 0,-1 0 0 0,0 0 0 0,1 0 0 0,0 0 0 16,-1 0 0-16,7 0 0 0,-7 0 0 0,1 0 0 0,-1-4 0 16,8 4 0-16,-8 0 0 0,0 0 0 0,7 0 0 0,-7 0 0 0,1-3 0 15,6 3 0-15,-6 0 0 0,-1 0 0 0,0 0 0 0,8-4 0 0,-8 4 0 16,1 0 0-16,-1-3 0 0,0 3 0 0,1 0 0 0,-1 0 0 16,8-4 0-16,-8 4 0 0,0 0 0 0,1-4 0 0,-1 4 0 0,1 0 0 15,5-3 0-15,-5 3 0 0,6-4 0 0,-7 4 0 0,7 0 0 0,-6-3 0 16,6 3 0-16,-7-4 0 0,7 4 0 0,0-4 0 0,-6 4 0 15,5-4 0-15,2 4 0 0,-8-3 0 0,7 3 0 0,0-4 0 0,-6 4 0 16,5-4 0-16,1 4 0 0,1-3 0 0,-8-1 0 0,7 4 0 16,0-4 0-16,0 4 0 0,0-3 0 0,0-1 0 0,-1 4 0 0,2-4 0 15,-8 1 0-15,7 3 0 0,1-4 0 0,-2 4 0 0,1-3 0 0,0-1 0 16,0 0 0-16,0 4 0 0,0-3 0 0,0-1 0 0,0 0 0 0,0 4 0 16,0-3 0-16,-6-1 0 0,5 4 0 0,1-4 0 0,0 1 0 15,0 3 0-15,-7-5 0 0,8 5 0 0,-2-3 0 0,2-1 0 0,-8 4 0 16,7-3 0-16,0-1 0 0,-6 4 0 0,6-4 0 0,-1 4 0 15,2-3 0-15,-8-1 0 0,7 0 0 0,0 4 0 0,0-3 0 0,-1 3 0 16,2-4 0-16,-2 0 0 0,2 4 0 0,-1-3 0 0,-1 3 0 0,2-4 0 16,-2 0 0-16,2 4 0 0,-1-3 0 0,-1 3 0 0,2-3 0 15,-2-2 0-15,2 5 0 0,-8-3 0 0,7 3 0 0,-1 0 0 0,2-4 0 16,-2 4 0-16,-5-3 0 0,6 3 0 0,0-4 0 0,1 4 0 16,-8-4 0-16,7 4 0 0,-1 0 0 0,-4-3 0 0,4 3 0 0,1 0 0 15,0-4 0-15,0 4 0 0,0 0 0 0,0 0 0 0,0 0 0 0,0 0 0 16,0-3 0-16,-7 3 0 0,8 0 0 0,-2 0 0 0,1 0 0 0,7 0 0 15,-14 0 0-15,8-4 0 0,4 4 0 0,-4 0 0 0,-2 0 0 16,2 0 0-16,-1-4 0 0,-1 4 0 0,2 0 0 0,-2 0 0 0,1 0 0 16,0-4 0-16,0 4 0 0,1 0 0 0,-2 0 0 0,1 0 0 15,0 0 0-15,0-3 0 0,7 3 0 0,-8 0 0 0,2-4 0 0,-2 4 0 16,8 0 0-16,-7-4 0 0,0 4 0 0,6 0 0 0,-5-3 0 0,5 3 0 16,-6-4 0-16,7 4 0 0,-1-5 0 0,-6 5 0 0,6-2 0 15,1 2 0-15,0-4 0 0,-8 4 0 0,8-4 0 0,0 1 0 0,-1-1 0 16,0 4 0-16,1-4 0 0,-1 0 0 0,1 1 0 0,0 3 0 15,-2-4 0-15,2 0 0 0,6 4 0 0,-6-3 0 0,0 3 0 0,-2-4 0 16,8 4 0-16,-6-4 0 0,6 4 0 0,-6-3 0 0,-1 3 0 0,7-4 0 16,-6 4 0-16,6-3 0 0,-7 3 0 0,7-4 0 0,-7 4 0 0,1 0 0 15,6-4 0-15,-6 1 0 0,6 3 0 0,-6-4 0 0,-2 4 0 16,2-4 0-16,0 4 0 0,6-3 0 0,-7 3 0 0,1-4 0 0,-1 0 0 16,7 4 0-16,-7 0 0 0,1-3 0 0,0 3 0 0,6-4 0 15,-8 4 0-15,2-4 0 0,6 4 0 0,-6 0 0 0,0 0 0 0,6-3 0 16,-7 3 0-16,7 0 0 0,-7 0 0 0,7-4 0 0,-6 4 0 0,6 0 0 15,0 0 0-15,-7 0 0 0,7-4 0 0,0 4 0 0,-6 0 0 16,6 0 0-16,0-3 0 0,0 3 0 0,0 0 0 0,-6 0 0 0,6 0 0 16,0-3 0-16,-8 3 0 0,8 0 0 0,-6-5 0 0,6 5 0 15,-6-3 0-15,0 3 0 0,6-4 0 0,-7 4 0 0,0-4 0 0,7 4 0 16,-6-3 0-16,-1 3 0 0,7-4 0 0,-6 1 0 0,-1 3 0 16,7-4 0-16,-7-1 0 0,7 5 0 0,-6 0 0 0,6-2 0 0,-6 2 0 0,6-4 0 15,-6 4 0-15,6 0 0 0,0-4 0 0,-8 4 0 0,8 0 0 16,0 0 0-16,0 0 0 0,0 0 0 0,0 0 0 0,0 0 0 0,-6 0 0 15,6 0 0-15,0 0 0 0,0 0 0 0,0 0 0 0,0 0 0 16,0 0 0-16,0 0 0 0,0 0 0 0,0 0 0 0,0 4 0 0,0-4 0 16,0 0 0-16,0 0 0 0,0 0 0 0,0 0 0 0,0 0 0 0,0 0 0 15,0 0 0-15,0 0 0 0,0 0 0 0,0 0 0 0,0 0 0 16,0 0 0-16,0 0 0 0,0 0 0 0,0 0 0 0,0 0 0 0,0 0 0 16,0 0 0-16,0 0 0 0,0-4 0 0,0 4 0 0,0-3 0 15,0 3 0-15,0-5 0 0,6 5 0 0,-6-3 0 0,0-1 0 0,8 1 0 16,-8-5 0-16,0 5 0 0,6-1 0 0,-6-3 0 0,6 3 0 0,-6 0 0 15,6-3 0-15,1 0 0 0,0 3 0 0,-7-3 0 0,6 3 0 16,1-3 0-16,-1 3 0 0,1-3 0 0,0 3 0 0,5 1 0 0,-6-5 0 16,2 5 0-16,4-5 0 0,-5 5 0 0,6-5 0 0,-6 2 0 0,5 1 0 15,-6-2 0-15,8-1 0 0,-1 5 0 0,0-5 0 0,-6 1 0 16,5 3 0-16,2-3 0 0,-2 0 0 0,2 3 0 0,-1-3 0 0,-1 0 0 16,-4-1 0-16,4 1 0 0,2 0 0 0,-2 3 0 0,1-3 0 0,1-1 0 15,-2 5 0-15,2-4 0 0,-8-1 0 0,7 4 0 0,-6-3 0 16,6 4 0-16,-7-2 0 0,0 5 0 0,1-3 0 0,0 0 0 0,-1-2 0 15,0 5 0-15,1-3 0 0,-7 3 0 0,7 0 0 0,-7 0 0 16,6-4 0-16,-6 4 0 0,0 0 0 0,0 0 0 0,0 0 0 0,0 0 0 16,0 0 0-16,0 0 0 0,0 0 0 0,0 0 0 0,0 0 0 0,0 0 0 15,0 0 0-15,0 0 0 0,0 0 0 0,0 0 0 0,0 0 0 0,0 0 0 16,0 0 0-16,0 0 0 0,-6 4 0 0,6-4 0 0,-7 0 0 16,0 3 0-16,1-3 0 0,0 5 0 0,-1-2 0 0,-6 0 0 0,0 2 0 15,7 2 0-15,-8-4 0 0,-6 5 0 0,8-4 0 0,-1 3 0 16,-7 0 0-16,8 0 0 0,-2 1 0 0,-6 3 0 0,1-4 0 0,6 0 0 15,-6 0 0-15,-1 4 0 0,7-3 0 0,-7-1 0 0,0 4 0 16,8-4 0-16,-8 5 0 0,7-4 0 0,-7 2 0 0,8-3 0 0,-1 4 0 16,-7-3 0-16,7 3 0 0,0-4 0 0,1 4 0 0,-2-4 0 0,1 4 0 15,7-4 0-15,-8 1 0 0,2 3 0 0,6-5 0 0,-8 2 0 16,1 4 0-16,0-5 0 0,6-1 0 0,-5 6 0 0,-2-1 0 0,2-4 0 16,-2 4 0-16,8 0 0 0,-7-3 0 0,0 3 0 0,6-4 0 0,-5 4 0 15,4-4 0-15,2 0 0 0,-7 1 0 0,7-1 0 0,-1 0 0 16,1 1 0-16,-1-4 0 0,1 3 0 0,0-3 0 0,6-2 0 0,-8 3 0 15,2 2 0-15,6-3 0 0,-6 0 0 0,-1-4 0 0,7 3 0 0,-7 1 0 16,7 0 0-16,0-4 0 0,0 4 0 0,0-4 0 0,0 0 0 16,0 0 0-16,0 0 0 0,0 3 0 0,0-3 0 0,0 4 0 0,0-4 0 15,0 3 0-15,7 1 0 0,-7 0 0 0,7-1 0 0,-1 1 0 0,0 4 0 16,2-2 0-16,-2 2 0 0,0-1 0 0,7 4 0 0,-6-4 0 16,6 4 0-16,-1 1 0 0,2-1 0 0,-8 0 0 0,7 0 0 0,0-1 0 15,0 1 0-15,7 0 0 0,-7 4 0 0,0-4 0 0,0 0 0 0,7 0 0 16,-8 3 0-16,2-3 0 0,5 1 0 0,-6-1 0 0,0 3 0 15,7-3 0-15,-8 0 0 0,2 0 0 0,5 4 0 0,-5-8 0 0,-2 4 0 16,2 0 0-16,-2-4 0 0,-5 5 0 0,6-5 0 0,-6 0 0 16,5 1 0-16,-6-1 0 0,2-3 0 0,-2 3 0 0,-6-3 0 0,6-1 0 15,1 1 0-15,-7 0 0 0,7-1-316 0,-7 1-397 0,6-4-29 16,-6 4 0-16,7-1 15 0,-7 1 24 0,6-1 26 0,0 1 31 0,2 0 34 16,4-1 38-16,-6-3 45 0,8 5 46 0,-8-2 76 0,7 0 91 15</inkml:trace>
  <inkml:trace contextRef="#ctx0" brushRef="#br0" timeOffset="35732.71">22013 5960 0 0,'0'-11'112'0,"0"4"34"0,0 0 10 0,0-1 13 0,-6 1 14 0,6 0 21 16,-8-1 24-16,2 1 31 0,0 0 33 0,6-1 10 0,-6 1-2 0,-8-1 7 15,14 1 11-15,-13 0 5 0,7-1 1 0,-1 1-3 16,-6 0-4-16,1 0-8 0,-2-1-9 0,8 1-14 0,-7 0-18 0,-7-1-24 16,7 1-28-16,-6 3-32 0,5-3-34 0,-5 3-27 0,-7-3-27 0,6 4-14 15,1-1-9-15,-7 0-6 0,6 1-3 0,-6 3-3 0,-7-5-3 16,7 5-5-16,1 0-6 0,-8 0-5 0,0 5-5 0,0-2-2 15,1 1-4-15,-7 0-4 0,7-1-2 0,-7 4-3 0,0 1-2 0,-1-1-2 16,1 0-1-16,0 4 0 0,0 0 1 0,0 0 1 0,0 4 3 0,0-1 1 16,-1 5 0-16,2-4 3 0,-1 3 1 0,0 4 3 0,-1-4 4 15,1 4 0-15,1 0 1 0,5 4 0 0,-7-4 1 0,1 0-1 16,7 3-2-16,-1 1-3 0,1-4-1 0,-1 3-1 0,1-2-1 0,-1 2-1 16,7-3-2-16,0 0 0 0,0 0-1 0,7 0-2 0,-1 0 0 15,0 0-1-15,1-3-1 0,6 2-1 0,0 1 0 0,-1 0-1 0,2-3 2 16,5 3-2-16,-6 0 1 0,7-4-2 0,-1 4 0 0,1-4-1 15,0 4-2-15,-2 0-1 0,8-3-2 0,-6 3 0 0,6 0-1 0,0-4 0 16,0 4 0-16,-6-4 0 0,12 4-8 0,-6 0-1 0,0 0 0 16,0-4 0-16,6 4 0 0,-6 0 0 0,8 0 0 0,-2 1 0 15,-6-1 0-15,6-1 0 0,1 1 0 0,-1 0 0 0,7 0 0 0,-6 0 0 16,-1 0 0-16,8 0 0 0,-8 0 0 0,7 0 0 0,0 0 0 16,0 0 0-16,0-4 0 0,0 5 0 0,0-1 0 0,0-4 0 0,6 0 0 15,-5 0 0-15,6-3 0 0,-1 3 0 0,0-3 0 0,0 0 0 16,1-1 0-16,6 1 0 0,-6 0 0 0,6-4 0 0,-7 3 0 0,8-3 0 15,-1 0 0-15,6 0 0 0,-5 0 0 0,-2-4 0 0,8 4 0 16,0-3 0-16,-8-1 0 0,9-3 0 0,4 4 0 0,-5-1 0 16,-1-4 0-16,7 1 0 0,-6 3 0 0,5-3 0 0,-4 0 0 0,5-4 0 15,0 3 0-15,-7 1 0 0,7-4 0 0,1 0 0 0,-8 0 0 0,7 0 0 16,-6 0 0-16,5 0 0 0,-5-4 0 0,-1 1 0 0,1 3 0 16,0-4 0-16,0-3 0 0,-1 3 0 0,-5 0 0 0,5-3 0 15,-7 0 0-15,1-1 0 0,7 1 0 0,-7-4 0 0,0 3 0 0,1-3 0 16,-1 0 0-16,0 0 0 0,-1-3 0 0,1-1 0 0,1 1 0 15,-1-1 0-15,-6 0 0 0,5-3 0 0,-5-3 0 0,0 2 0 16,6-3 0-16,-7 0 0 0,1 0 0 0,-8-4 0 0,8 0 0 0,-1 4 0 16,-5-4 0-16,-2 1 0 0,2 0 0 0,-1-1 0 0,0-4 0 15,-6 5 0-15,5-4 0 0,-6 3 0 0,2-3 0 0,-2-1 0 16,0 5 0-16,1-5 0 0,-1 1 0 0,1 0 0 0,-7-1 0 0,7 1 0 16,-1 0 0-16,-6 0 0 0,0 3 0 0,6-4 0 0,-6 1 0 0,0 4 0 15,0-5 0-15,-6 1 0 0,6 3 0 0,0-3 0 0,0 3 0 16,-6 1 0-16,6-1 0 0,-7 1 0 0,7 2 0 0,-7 1 0 15,7 1 0-15,-6-1 0 0,6 3 0 0,-7-3 0 0,7 4 0 0,-6 3 0 16,6-3 0-16,-6 3 0 0,6 1 0 0,-8-1 0 0,2 0 0 16,6 1 0-16,-6 2 0 0,6-2 0 0,-6 3 0 0,-1-4 0 0,0 4 0 15,1 0 0-15,-1 0 0 0,1 0 0 0,-8 0 0 0,8 4 0 16,-7-4 0-16,0 0 0 0,0 4 0 0,0-4 0 0,-6 4 0 0,-1-4 0 16,1 3 0-16,-1 1 0 0,0-1 0 0,-6 5 0 0,7-5 0 15,-7 5 0-15,0-1-146 0,-7 0-421 0,7 4-90 0,0-3-35 16,-7 3-5-16,7 3 8 0,1-3 15 0,-1 4 23 0,-7 0 26 0,7 3 32 15,6-3 34-15,-6 3 40 0,7 0 43 0,-1 1 81 0,7-1 144 16</inkml:trace>
  <inkml:trace contextRef="#ctx0" brushRef="#br0" timeOffset="53815.48">12660 12269 115 0,'0'-8'189'15,"0"5"18"-15,-6-5 16 0,6 5 18 0,-6-5 20 0,-2 5 16 0,2-1 17 16,0-3 17-16,0 3 18 0,-1 0-11 0,0-3-27 0,1 4-13 16,-1-6-6-16,-5 7-6 0,4-6-5 0,2 5-7 0,-7-5-8 15,0 1-10-15,7-1-9 0,-7 1-11 0,-1 0-11 0,2 0-10 0,-8-1-13 16,7 1-14-16,0-4-17 0,-6 4-16 0,-1-1-16 0,0-3-11 16,7 4-7-16,-7-4-6 0,2 4-6 0,-9-4-6 0,7 3-5 0,2-3-4 15,-9 4-1-15,7-4-4 0,-6 3-5 0,0 1-4 0,1-3-4 16,-1 2-4-16,6-3-3 0,-13 4-3 0,7-4-4 0,0 3-1 15,1 1 0-15,-2-4 0 0,-5 4 0 0,6-1-3 0,-1 1-1 0,1-4-1 16,0 7-1-16,-6-7-1 0,5 7-3 0,1-3-2 0,-6 3-1 0,6 1-2 16,-6-1-4-16,-2 1-2 0,2 3-4 0,-1 0-2 0,-5 0-1 15,5 0 0-15,-6 3 1 0,7-3-2 0,-8 4-9 0,1-1-3 16,0 5 0-16,1-5 0 0,-2 1 0 0,1 3 0 0,0 1 0 0,-7 0 0 16,7-1 0-16,0 0 0 0,-7 4 0 0,7 0 0 0,-6 0 0 15,-1 0 0-15,7 0 0 0,-7 0 0 0,8 3 0 0,-8-3 0 0,0 4 0 16,7 0 0-16,-7 0 0 0,8-1 0 0,-8 1 0 0,7 3 0 15,-6-3 0-15,6 3 0 0,-1 0 0 0,-5 1 0 0,6-1 0 0,-1 1 0 16,1 2 0-16,1-2 0 0,-1 3 0 0,-1-4 0 0,1 4 0 16,0 0 0-16,0 4 0 0,6-4 0 0,-6 0 0 0,7 3 0 15,-7 1 0-15,6 0 0 0,1-1 0 0,-8 1 0 0,8-1 0 0,-7 5 0 16,6-1 0-16,1-3 0 0,-7 3 0 0,6 0 0 0,-6 0 0 16,6 4 0-16,1-3 0 0,-1-1 0 0,1 0 0 0,5 4 0 0,-5-4 0 15,6 1 0-15,0 3 0 0,0-4 0 0,0 4 0 0,0 0 0 16,0 0 0-16,7 0 0 0,-7 0 0 0,6 0 0 0,-7 0 0 0,9 4 0 15,-2-4 0-15,6 4 0 0,-5-5 0 0,-1 1 0 0,8 0 0 16,-2 4 0-16,-5-4 0 0,6 0 0 0,0-4 0 0,7 4 0 16,-8 0 0-16,1 0 0 0,7-4 0 0,-1 4 0 0,1 1 0 0,-1-5 0 15,1 4 0-15,0-1 0 0,6 1 0 0,-8 1 0 0,8-1 0 0,0-1 0 16,0 1 0-16,0 0 0 0,0 4 0 0,8-4 0 0,-8 4 0 16,0-5 0-16,6 5 0 0,0 0 0 0,1-1 0 0,-1 1 0 15,-6 0 0-15,7 3 0 0,-1 0 0 0,7 1 0 0,-7-1 0 0,2 0 0 16,-2 0 0-16,7 4 0 0,-6-3 0 0,-1-1 0 0,7 1 0 15,-7-1 0-15,8 0 0 0,-2 1 0 0,-5-5 0 0,6 4 0 16,0-3 0-16,7 0 0 0,-8-1 0 0,2 1 0 0,-2-1 0 0,8 1 0 16,-1-4 0-16,1 0 0 0,-6 0 0 0,5 0 0 0,1 4 0 15,-2-8 0-15,9 4 0 0,-7 0 0 0,-1 4 0 0,0-8 0 16,8 4 0-16,-7 0 0 0,-2 0 0 0,9 0 0 0,-7 0 0 0,6-4 0 16,-7 4 0-16,7-5 0 0,-6 3 0 0,6-2 0 0,-1 0 0 0,1-3 0 15,1 0 0-15,-1-1 0 0,0 1 0 0,0 0 0 0,-1-5 0 16,2 5 0-16,-1-4 0 0,0 0 0 0,7 0 0 0,-7 0 0 0,0 3 0 15,6-2 0-15,1-1 0 0,-7 0 0 0,7 3 0 0,-1-2 0 16,1-2 0-16,-1 1 0 0,1 0 0 0,-1-3 0 0,1 2 0 0,-1-2 0 16,7-1 0-16,-5 0 0 0,4 0 0 0,1 1 0 0,0-4 0 15,-7-1 0-15,8 1 0 0,-1 0 0 0,6-4 0 0,-5 3 0 0,-1-3 0 16,0 0 0-16,-1 0 0 0,2-4 0 0,-1 5 0 0,0-5 0 16,1 4 0-16,-2-4 0 0,1 1 0 0,7-1 0 0,-7 0 0 0,0 1 0 15,-7-1 0-15,7 0 0 0,1 0 0 0,-1 1 0 0,-7-1 0 16,7 0 0-16,-6 1 0 0,-1-1 0 0,8-3 0 0,-7 3 0 0,-1-3 0 0,1 3 0 15,-1-3 0-15,1-1 0 0,-1 5 0 0,1-4 0 0,-1-4 0 16,1 3 0-16,-1 0 0 0,1 2 0 0,-1-5 0 0,1 0 0 0,-1 3 0 16,2-3 0-16,-2 4 0 0,1-4 0 0,-1 0 0 0,1 0 0 15,-1 0 0-15,7 0 0 0,-7 0 0 0,1-4 0 0,-1 4 0 16,1-3 0-16,7 3 0 0,-8-5 0 0,1 2 0 0,-1 0 0 0,7-1 0 0,-6 0 0 16,-1-3 0-16,7 3 0 0,-7-3 0 0,2-4 0 15,5 3 0-15,0 1 0 0,-7-4 0 0,7 4 0 0,1-4 0 0,-1 0 0 0,-1 0 0 16,1 0 0-16,1 0 0 0,-1 0 0 0,0 0 0 0,0-4 0 15,0 4 0-15,6 0 0 0,-5 0 0 0,-1-3 0 0,0 3 0 0,0-4 0 16,0 0 0-16,0 4 0 0,0-7 0 0,7 3 0 0,-7 0 0 16,0-3 0-16,-1 0 0 0,9 0 0 0,-9-1 0 0,1-2 0 15,7-1 0-15,-7-1 0 0,1 1 0 0,-1-3 0 0,6 3 0 0,-5-4 0 16,-2 1 0-16,1-1 0 0,-6 0 0 0,6 1 0 0,0-5 0 0,-6 5 0 16,6-5 0-16,-7 1 0 0,1 3 0 0,-1-3 0 0,1 0 0 15,-1-1 0-15,1 1 0 0,-7 0 0 0,6 0 0 0,-5-4 0 0,-1 3 0 16,6 1 0-16,-5 0 0 0,-9-4 0 0,9 4 0 0,-1-1 0 15,0-3 0-15,-6 4 0 0,5 0 0 0,-5-5 0 0,0 5 0 16,-1 0 0-16,1-4 0 0,0 4 0 0,-1-5 0 0,-6 5 0 0,6-4 0 16,-5 4 0-16,5-4 0 0,-6 4 0 0,0-4 0 0,0 4 0 15,6-4 0-15,-11 3 0 0,11-3 0 0,-13 0 0 0,7 4 0 0,-6-1 0 16,5-1 0-16,-4 0 0 0,-2 2 0 0,0 0 0 0,1 0 0 16,-1-1 0-16,1 4 0 0,-7 1 0 0,6-4 0 0,-6 3 0 15,0 0 0-15,0 1 0 0,-6 3 0 0,6-4 0 0,-7 1 0 0,7 3 0 16,-6-3 0-16,-1 2 0 0,1-3 0 0,0 4 0 0,-2-3 0 15,2-1 0-15,0 4 0 0,-7-4 0 0,6 1 0 0,1-1 0 0,-7 4 0 16,7-3 0-16,-8-1 0 0,8 4 0 0,-8-4 0 0,8 0 0 16,-7 5 0-16,7-1 0 0,-8-1 0 0,2-2 0 0,5 3 0 0,-6 0 0 15,0 4 0-15,0-4 0 0,-6-1 0 0,5 5 0 0,2-4 0 16,-8 4 0-16,7-4 0 0,-7 4 0 0,8 0 0 0,-8-5 0 0,0 5 0 16,1 0 0-16,-1-4 0 0,1 0 0 0,5 4 0 0,-6-5 0 15,2 5 0-15,-2-4 0 0,1 4 0 0,-1-4 0 0,0 4 0 0,7-4 0 16,-7 3 0-16,2-2 0 0,-2-2 0 0,0 5 0 0,1-4 0 15,-1 0 0-15,0 4 0 0,7-8 0 0,-6 4 0 0,0 0 0 16,-1 0 0-16,0 0 0 0,1-3 0 0,-1 3 0 0,7-1 0 0,-6 1 0 16,0 0 0-16,-1 1 0 0,0-1 0 0,1 0 0 0,-1 0 0 0,0 3 0 15,1-3 0-15,-1 4 0 0,0-4 0 0,-5 4 0 0,5-4 0 16,0 4 0-16,-6-1 0 0,1-3 0 0,5 4 0 0,-6-1 0 16,0 1 0-16,7 0 0 0,-7 3 0 0,-1-3 0 0,7 0 0 0,-6 3 0 15,7 0 0-15,-1-3 0 0,-6 3 0 0,7 1 0 0,-1-1 0 16,-6 0 0-16,7 1 0 0,-1-1 0 0,0-3 0 0,-6 3 0 15,7 1 0-15,-1-1 0 0,2 0 0 0,-9 1 0 0,7-1 0 0,2 4 0 16,-2-4 0-16,-7 0 0 0,8 4 0 0,0 0 0 0,-1 0 0 16,0 0 0-16,-5 0 0 0,5 1 0 0,0 2 0 0,1-3 0 0,-1 4 0 15,0-4 0-15,-5 4 0 0,5-2 0 0,0-1 0 0,1 3 0 16,-1-1 0-16,0 1 0 0,1 0 0 0,0-4 0 0,0 4 0 16,-1-1 0-16,0 1 0 0,1 0 0 0,5 3 0 0,-5-3 0 0,0-1 0 15,6 5 0-15,-7-5 0 0,6 1 0 0,2 3 0 0,-8-3 0 16,7 3 0-16,1-3 0 0,-2 4 0 0,1-1 0 0,0-1 0 0,0-2 0 15,0 4 0-15,0 0 0 0,7-2 0 0,-8 2 0 0,2-1 0 16,-1 1 0-16,6-5 0 0,-6 8 0 0,7-3 0 0,-8-1 0 16,8 0 0-16,-7 1 0 0,6-1 0 0,-6 1 0 0,7-1 0 0,0 0 0 15,-2 4 0-15,-4-4 0 0,6 1 0 0,-1-1 0 0,0 4 0 0,1-4 0 16,-1 1 0-16,1 3 0 0,-1-4 0 0,7 1 0 0,-7 3 0 16,7-4 0-16,-6 4 0 0,6 0 0 0,-6-4 0 0,6 4 0 15,0 0 0-15,-6 0 0 0,6 0 0 0,0 0 0 0,0 0 0 0,0 0 0 16,-8 0 0-16,8 0 0 0,0-3 0 0,0 3 0 0,0 0 0 0,0 0 0 15,0 0 0-15,0 0 0 0,0 0 0 0,0 0 0 0,0-4 0 16,-6 4 0-16,6-4 0 0,0 4 0 0,-6 0 0 0,6-3 0 16,-7 3 0-16,1-4 0 0,-1 4 0 0,0-4 0 0,1 1 0 0,0-1 0 15,-8 4-59-15,2-4-358 0,5 4-74 0,-6-3-69 0,0 3-62 16,0 3-22-16,0 1 0 0,-7 3 13 0,7 4 18 0,0 0 24 0,-6 4 27 16,5 3 26-16,-5 4 30 0,6 0 46 0,-6 4 54 0,5 3 77 15,-5 4 207-15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EC70A-F502-4BDD-A00A-8A9C0175DC8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3FA8A-98B0-4AA8-9E57-9232433126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80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97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33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2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8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28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25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2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1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0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1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20653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CCC614-345E-7333-AA10-296E689FE1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685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75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76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5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1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435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3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1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744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072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55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ustomXml" Target="../ink/ink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CA67B6-B341-78B2-0450-4F144AA7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16" y="1308533"/>
            <a:ext cx="3198612" cy="31986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F49640-81CF-184F-1355-BD8BDA1CACDA}"/>
              </a:ext>
            </a:extLst>
          </p:cNvPr>
          <p:cNvSpPr txBox="1"/>
          <p:nvPr/>
        </p:nvSpPr>
        <p:spPr>
          <a:xfrm>
            <a:off x="4346487" y="1452098"/>
            <a:ext cx="7700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国一学长带你学</a:t>
            </a:r>
            <a:endParaRPr kumimoji="0" lang="en-US" altLang="zh-CN" sz="48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嘉立创</a:t>
            </a:r>
            <a:r>
              <a:rPr kumimoji="0" lang="en-US" altLang="zh-CN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EDA</a:t>
            </a: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专业版</a:t>
            </a:r>
            <a:endParaRPr kumimoji="0" lang="en-US" altLang="zh-CN" sz="60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A0031-043B-C3F3-1566-C6704CCD000C}"/>
              </a:ext>
            </a:extLst>
          </p:cNvPr>
          <p:cNvSpPr txBox="1"/>
          <p:nvPr/>
        </p:nvSpPr>
        <p:spPr>
          <a:xfrm>
            <a:off x="7794985" y="3306832"/>
            <a:ext cx="3955058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Expert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电子实验室出品</a:t>
            </a:r>
            <a:endParaRPr kumimoji="0" lang="en-US" altLang="zh-CN" sz="28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D26316-E9C8-F710-FC9A-9D39FBCB6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44" y="4507146"/>
            <a:ext cx="1440431" cy="14404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FCB1B0B-9C09-68C0-92FA-ACE355ED4C8A}"/>
              </a:ext>
            </a:extLst>
          </p:cNvPr>
          <p:cNvSpPr txBox="1"/>
          <p:nvPr/>
        </p:nvSpPr>
        <p:spPr>
          <a:xfrm>
            <a:off x="633668" y="4765696"/>
            <a:ext cx="2122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电赛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D4EEB2-FBD3-E5F7-B43E-9A805567A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54" y="4507146"/>
            <a:ext cx="1440431" cy="14404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20DC432-2B65-AC1F-1C49-F022B52F2D93}"/>
              </a:ext>
            </a:extLst>
          </p:cNvPr>
          <p:cNvSpPr txBox="1"/>
          <p:nvPr/>
        </p:nvSpPr>
        <p:spPr>
          <a:xfrm>
            <a:off x="4008128" y="4765696"/>
            <a:ext cx="265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蓝桥杯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92EC17-03C7-6AE3-28CD-8A7094AEA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389" y="4507146"/>
            <a:ext cx="1440431" cy="144043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FDBADE-4187-66E3-2099-167691F9CC41}"/>
              </a:ext>
            </a:extLst>
          </p:cNvPr>
          <p:cNvSpPr txBox="1"/>
          <p:nvPr/>
        </p:nvSpPr>
        <p:spPr>
          <a:xfrm>
            <a:off x="7972424" y="4765696"/>
            <a:ext cx="2496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嵌入式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D92C8-F014-65C6-CD17-A8C7685245B4}"/>
              </a:ext>
            </a:extLst>
          </p:cNvPr>
          <p:cNvSpPr txBox="1"/>
          <p:nvPr/>
        </p:nvSpPr>
        <p:spPr>
          <a:xfrm>
            <a:off x="4346487" y="3122167"/>
            <a:ext cx="3495994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大师篇</a:t>
            </a:r>
            <a:endParaRPr kumimoji="0" lang="en-US" altLang="zh-CN" sz="80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srgbClr val="FF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18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2887-8247-913F-46E7-D7DF3961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4C919D2-5630-D412-EC63-8D24F10F3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901" y="1105839"/>
            <a:ext cx="8703882" cy="51333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6770CFE-FEE5-36D3-96A4-D1D2F47E3508}"/>
                  </a:ext>
                </a:extLst>
              </p14:cNvPr>
              <p14:cNvContentPartPr/>
              <p14:nvPr/>
            </p14:nvContentPartPr>
            <p14:xfrm>
              <a:off x="4416840" y="1520640"/>
              <a:ext cx="2014560" cy="4514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6770CFE-FEE5-36D3-96A4-D1D2F47E35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7480" y="1511280"/>
                <a:ext cx="2033280" cy="47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6814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EDEF2B-F18F-F5FD-C65B-216110F3F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749" y="922109"/>
            <a:ext cx="9226502" cy="50137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49A0E60-218D-D85E-DDAA-1A961599A7A7}"/>
                  </a:ext>
                </a:extLst>
              </p14:cNvPr>
              <p14:cNvContentPartPr/>
              <p14:nvPr/>
            </p14:nvContentPartPr>
            <p14:xfrm>
              <a:off x="1366560" y="680400"/>
              <a:ext cx="1552680" cy="9342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49A0E60-218D-D85E-DDAA-1A961599A7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7200" y="671040"/>
                <a:ext cx="1571400" cy="95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1803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84E92B-2D17-71BF-88D3-43A6E295498E}"/>
              </a:ext>
            </a:extLst>
          </p:cNvPr>
          <p:cNvSpPr txBox="1"/>
          <p:nvPr/>
        </p:nvSpPr>
        <p:spPr>
          <a:xfrm>
            <a:off x="4464784" y="2151727"/>
            <a:ext cx="326243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通顺</a:t>
            </a:r>
            <a:endParaRPr lang="en-US" altLang="zh-CN" sz="8000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ctr"/>
            <a:r>
              <a:rPr lang="zh-CN" altLang="en-US" sz="80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抗干扰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7DDFCBAA-6DCE-0B65-E32E-09DEABD32089}"/>
                  </a:ext>
                </a:extLst>
              </p14:cNvPr>
              <p14:cNvContentPartPr/>
              <p14:nvPr/>
            </p14:nvContentPartPr>
            <p14:xfrm>
              <a:off x="7528320" y="2395080"/>
              <a:ext cx="1367280" cy="18651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7DDFCBAA-6DCE-0B65-E32E-09DEABD320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8960" y="2385720"/>
                <a:ext cx="1386000" cy="188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5341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C0AA4F3-B37D-9701-5D49-E445E8C0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37" y="1671227"/>
            <a:ext cx="8150325" cy="35155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8C3CF70-9863-42BB-8189-85B7DF6192D7}"/>
                  </a:ext>
                </a:extLst>
              </p14:cNvPr>
              <p14:cNvContentPartPr/>
              <p14:nvPr/>
            </p14:nvContentPartPr>
            <p14:xfrm>
              <a:off x="1791360" y="262080"/>
              <a:ext cx="9866160" cy="505080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8C3CF70-9863-42BB-8189-85B7DF6192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2000" y="252720"/>
                <a:ext cx="9884880" cy="506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5361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D3F7177-E875-4B67-F65D-07A2F8916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901" y="1105839"/>
            <a:ext cx="8703882" cy="51333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408BD16-8AB9-389A-D8DA-E138BBF5DEC7}"/>
                  </a:ext>
                </a:extLst>
              </p14:cNvPr>
              <p14:cNvContentPartPr/>
              <p14:nvPr/>
            </p14:nvContentPartPr>
            <p14:xfrm>
              <a:off x="3043080" y="1747440"/>
              <a:ext cx="5611320" cy="25153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408BD16-8AB9-389A-D8DA-E138BBF5DE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3720" y="1738080"/>
                <a:ext cx="5630040" cy="253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7412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C4E3BDF-B4A5-6030-1BD7-49EEE1BB7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052" y="1106816"/>
            <a:ext cx="8641896" cy="50255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50EC1328-6053-88E4-2F75-2EA3E91A3EF4}"/>
                  </a:ext>
                </a:extLst>
              </p14:cNvPr>
              <p14:cNvContentPartPr/>
              <p14:nvPr/>
            </p14:nvContentPartPr>
            <p14:xfrm>
              <a:off x="2506320" y="874080"/>
              <a:ext cx="6827760" cy="33966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50EC1328-6053-88E4-2F75-2EA3E91A3E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6960" y="864720"/>
                <a:ext cx="6846480" cy="341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3046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C8664F-EA01-876E-3F3D-3F810D3BF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21"/>
          <a:stretch/>
        </p:blipFill>
        <p:spPr>
          <a:xfrm>
            <a:off x="543365" y="1229709"/>
            <a:ext cx="5014582" cy="51504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26094E1-0CB3-EFEF-A70A-80524C758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6920"/>
            <a:ext cx="5268356" cy="436499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5454FF4-0B95-3481-8834-ADAA3BCDB924}"/>
              </a:ext>
            </a:extLst>
          </p:cNvPr>
          <p:cNvSpPr txBox="1"/>
          <p:nvPr/>
        </p:nvSpPr>
        <p:spPr>
          <a:xfrm>
            <a:off x="2417326" y="6449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顶层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38E85B-4A97-A71F-6816-C6A508CD0581}"/>
              </a:ext>
            </a:extLst>
          </p:cNvPr>
          <p:cNvSpPr txBox="1"/>
          <p:nvPr/>
        </p:nvSpPr>
        <p:spPr>
          <a:xfrm>
            <a:off x="8266571" y="107214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>
                <a:solidFill>
                  <a:srgbClr val="0070C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底层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00515BDC-9EA7-5ADB-4918-871665B5173B}"/>
                  </a:ext>
                </a:extLst>
              </p14:cNvPr>
              <p14:cNvContentPartPr/>
              <p14:nvPr/>
            </p14:nvContentPartPr>
            <p14:xfrm>
              <a:off x="1568160" y="2068920"/>
              <a:ext cx="6473880" cy="39744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00515BDC-9EA7-5ADB-4918-871665B517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8800" y="2059560"/>
                <a:ext cx="6492600" cy="399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5867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2501</TotalTime>
  <Words>28</Words>
  <Application>Microsoft Office PowerPoint</Application>
  <PresentationFormat>宽屏</PresentationFormat>
  <Paragraphs>12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思源黑体 CN Heavy</vt:lpstr>
      <vt:lpstr>思源黑体 CN Medium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yc x</dc:creator>
  <cp:lastModifiedBy>yc x</cp:lastModifiedBy>
  <cp:revision>96</cp:revision>
  <dcterms:created xsi:type="dcterms:W3CDTF">2024-01-23T04:02:51Z</dcterms:created>
  <dcterms:modified xsi:type="dcterms:W3CDTF">2025-02-13T17:31:45Z</dcterms:modified>
</cp:coreProperties>
</file>