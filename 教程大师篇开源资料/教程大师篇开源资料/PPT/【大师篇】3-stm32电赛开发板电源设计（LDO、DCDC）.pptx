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5"/>
  </p:notesMasterIdLst>
  <p:sldIdLst>
    <p:sldId id="382" r:id="rId3"/>
    <p:sldId id="375" r:id="rId4"/>
    <p:sldId id="396" r:id="rId5"/>
    <p:sldId id="397" r:id="rId6"/>
    <p:sldId id="398" r:id="rId7"/>
    <p:sldId id="385" r:id="rId8"/>
    <p:sldId id="386" r:id="rId9"/>
    <p:sldId id="399" r:id="rId10"/>
    <p:sldId id="400" r:id="rId11"/>
    <p:sldId id="384" r:id="rId12"/>
    <p:sldId id="383" r:id="rId13"/>
    <p:sldId id="415" r:id="rId14"/>
    <p:sldId id="416" r:id="rId15"/>
    <p:sldId id="417" r:id="rId16"/>
    <p:sldId id="387" r:id="rId17"/>
    <p:sldId id="388" r:id="rId18"/>
    <p:sldId id="389" r:id="rId19"/>
    <p:sldId id="390" r:id="rId20"/>
    <p:sldId id="392" r:id="rId21"/>
    <p:sldId id="418" r:id="rId22"/>
    <p:sldId id="419" r:id="rId23"/>
    <p:sldId id="421" r:id="rId24"/>
    <p:sldId id="393" r:id="rId25"/>
    <p:sldId id="422" r:id="rId26"/>
    <p:sldId id="423" r:id="rId27"/>
    <p:sldId id="394" r:id="rId28"/>
    <p:sldId id="391" r:id="rId29"/>
    <p:sldId id="420" r:id="rId30"/>
    <p:sldId id="395" r:id="rId31"/>
    <p:sldId id="401" r:id="rId32"/>
    <p:sldId id="402" r:id="rId33"/>
    <p:sldId id="403" r:id="rId34"/>
    <p:sldId id="404" r:id="rId35"/>
    <p:sldId id="405" r:id="rId36"/>
    <p:sldId id="406" r:id="rId37"/>
    <p:sldId id="407" r:id="rId38"/>
    <p:sldId id="408" r:id="rId39"/>
    <p:sldId id="410" r:id="rId40"/>
    <p:sldId id="411" r:id="rId41"/>
    <p:sldId id="412" r:id="rId42"/>
    <p:sldId id="413" r:id="rId43"/>
    <p:sldId id="414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6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1:15:48.4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19967 3275 53 0,'-6'-4'152'0,"0"0"11"0,0 1 8 0,-1-1 13 16,-6-4 13-16,6 5 15 0,1-1 16 0,-8 1 19 0,8-4 19 0,0 3-13 15,-8-3-29-15,8 2-9 0,0-1 1 0,-7 2 18 0,6-3 23 0,-6 3 12 16,7-3 3-16,-8 3-2 0,2-3-6 0,5 3-10 15,-6 0-11-15,0-3-12 0,-1 4-16 0,2-2-14 0,-1-2-15 0,-7 3-14 16,7 1-16-16,0-5-28 0,1 5-31 0,-2-1-17 0,-5 1-11 0,5-1-5 16,2 0-2-16,-8-3-1 0,7 3-2 0,-7 0-2 0,8 1-3 15,-8-1-3-15,0 1-2 0,7-1-2 0,-6 0 0 0,0 1-3 16,-1-1 0-16,0 0-2 0,1 0-1 0,-1 1-2 0,0-1-2 0,1 1-3 16,-7-1-2-16,6 1-2 0,-5-1 3 0,5 0-2 0,-6 1 1 0,6 3-2 15,-5-4 1-15,5 4-1 0,-6-4-1 0,6 1 0 0,-6 3-1 16,7-5 1-16,-1 5 0 0,-7-3-1 0,9 3 0 0,-9-3-2 15,1 3-2-15,7-4-1 0,-7 4-2 0,0 0-1 0,0-3-2 0,-1 3-1 16,1 0-1-16,0 0-3 0,7 0-2 0,-7 0-1 0,0 0-3 16,7 0-1-16,-7 0-1 0,-1 0 0 0,1 0-1 0,6 0-1 15,-6 3 1-15,1-3-1 0,-1 4-2 0,6-4-1 0,-6 3-1 0,-1-3 0 16,2 3-1-16,-1 2 0 0,0-2 0 0,-1 1 1 0,-5 0-1 16,6 3 0-16,-7-3 0 0,1 3-1 0,-1 0 0 0,1 0 1 0,-1 1-2 15,-6 3 2-15,0-4-1 0,6 4 1 0,-6 0 0 0,7 0 0 16,-7 0-2-16,6 3 1 0,-6-2-1 0,6 2 1 0,1 1 0 0,-1-4 1 15,1 4-2-15,-1-1 1 0,1 0-1 0,5 5 1 0,1-3 0 16,0-3 0-16,1 2 1 0,-1 0-2 0,6 0 1 0,1 3-1 16,-7-4 1-16,6 5-1 0,7-1 0 0,-7 0-1 0,0 0 1 0,1 5-1 15,6-1 0-15,-6 0 0 0,5 3 1 0,-5 1 0 0,6 3 2 16,-6 1-1-16,5 3 1 0,2-4 1 0,-2 4-1 0,1 0 0 0,0 0 0 16,0 0 1-16,7 0 1 0,-8 0-1 0,8 0 1 0,0 3 0 15,-1-7-1-15,1 4 0 0,-1 1-1 0,7-1 0 0,-6-4 0 0,6 4 0 16,0-4 1-16,0 4-1 0,0-4 1 0,0 1 0 0,6-1-1 15,-6 4 1-15,7-4 0 0,6 1 1 0,-7-5 0 0,8 4 0 16,-2 1 1-16,1-4 0 0,0 3 0 0,6-4 1 0,-5 1-1 0,6 4 0 16,-1-5 1-16,1 1 0 0,-1 0 0 0,0-5-1 0,8 5 1 0,-7-4 0 15,-2 0 0-15,9 0-1 0,-1 0 1 0,0 0 0 0,-7-4-1 16,14 1 0-16,-14-1 2 0,14-3 1 0,-7-1-1 0,0 4 1 16,1-7-1-16,5 4 1 0,-6-4-1 0,-1 4 1 0,8-5-2 0,-7 2 1 15,7-2-1-15,-7-2 2 0,6 3-1 0,-5 0-1 0,5-4 1 16,1 4-1-16,-7-3-2 0,6-1 0 0,1 4 1 0,-1-4 0 0,-5 0 0 15,5 1 0-15,1-1 1 0,-1 0-1 0,1 1 0 0,-1-1 1 16,1 0 1-16,-1-3-1 0,2 4 0 0,-2-5 0 0,7 1 0 0,-7 3 1 16,1-3 0-16,-1 0-1 0,7-4 1 0,-6 3 0 0,-1 1-1 15,8-4 1-15,-7 4-1 0,-1-4 0 0,1 3-1 0,5-3 0 16,-5 4 1-16,-1-4-1 0,1 4 0 0,-1-4 1 0,1 0 0 0,-1 0-1 16,2 0 0-16,-2 0-1 0,-6 0 0 0,7 0 0 0,0 0 1 15,-1 0 1-15,-7-4 0 0,9 4 0 0,-2 0-1 0,1-4 1 0,-8 4 1 16,9-3-2-16,-2-1 2 0,-7 4 0 0,9-4-2 0,-9 1 1 15,8-1 1-15,-1 0-1 0,-6 1-2 0,0-1 1 0,7-3 1 16,-7 3-1-16,0-4 0 0,1 5 1 0,5-5 0 0,-13 2 0 0,7 1 1 16,0-2 0-16,-6 0 1 0,7-1 0 0,-2 1 0 0,-5-4 1 15,0 4-1-15,6 0 0 0,-7-4 1 0,1 3-1 0,-2-3 1 0,2 0 0 16,0 4-1-16,6-4 1 0,-7 0-1 0,-5 0 0 0,5 0 0 16,1 4-1-16,0-4 1 0,-8 0-1 0,8 0 1 0,-7 0-1 15,7 0 1-15,-8 4-1 0,2-4 1 0,-2 0-1 0,8 0 1 0,-13 0-1 16,5 3 1-16,2-3-1 0,-1 0 2 0,-1 0-2 0,-5 0 1 15,6 0-2-15,1 0 1 0,-2 0 0 0,-5 0-1 0,6 0 1 0,-7 0-1 16,7-3 1-16,1 2 0 0,-8 1-2 0,7-3 2 0,-6 3-1 16,5-3 0-16,-5 2-1 0,6-2 1 0,-6 3 0 0,-1-4 0 0,7-1 1 15,-6 7 0-15,-1-7-1 0,0 5 1 0,1-3-1 0,-1 3-1 16,1-4 1-16,0 4 0 0,-7 0 0 0,6 0-1 0,-6 1 1 0,6-1 1 16,-6 3-1-16,8-4 1 0,-8 2 0 0,0 3-1 0,0-4 2 15,6 3-1-15,-6-3 2 0,0 1-1 0,0 2 1 0,0-3 0 0,0 0 0 16,0 4 1-16,0-4 1 0,-6 0-1 0,6 0 0 0,0 0 0 15,0-1 0-15,-8 2-1 0,8-5-1 0,0 4 1 0,-6 0-2 16,6-3 1-16,-6 3-2 0,6 0-2 0,-7-4 0 0,7 0 0 0,-7 1 0 16,7 3 0-16,-6-4 0 0,6 0 0 0,-7-3 0 0,7 3 0 0,-6 1 0 15,6-4 0-15,-6 3 0 0,6-3 0 0,0-1 0 0,-7 4 0 16,7-3 0-16,0 3 0 0,-7-3 0 0,7 4 0 0,0-1 0 16,0 0 0-16,-6 1 0 0,6 0 0 0,-6 2 0 0,6-3 0 0,0 4 0 15,-7 0 0-15,7 0 0 0,-7 0 0 0,1 0 0 0,6 0 0 16,-7 0 0-16,1 0 0 0,6 4 0 0,-6-4 0 0,-1 0 0 15,0 0 0-15,1 0 0 0,0 4 0 0,-2-5 0 0,2 2 0 0,-7 2 0 16,7-3 0-16,-1 4 0 0,1-4 0 0,-1 4 0 0,-5-4 0 16,4 4 0-16,2-4 0 0,-7 4 0 0,6-5 0 0,1 5 0 0,-7-4 0 15,7 0 0-15,-1 3 0 0,-6 1 0 0,7-4 0 0,-1 4 0 16,0-4 0-16,-6 3 0 0,7 1 0 0,0 0 0 0,-1 0 0 0,0-1 0 16,1 5 0-16,0-5 0 0,-2 1 0 0,2 0 0 0,0 4 0 15,-1-5 0-15,1 1 0 0,-7 2 0 0,6-2 0 0,1 3 0 16,0-3 0-16,-2 4 0 0,2-5 0 0,0 5 0 0,-8-5 0 0,8 5 0 15,0-5 0-15,-7 5 0 0,6-5 0 0,-6 1 0 0,0 3 0 16,0-3 0-16,0 3-92 0,0-3-29 0,0 0-22 0,-1 3-29 0,-4-3-35 16,4 0-48-16,-5-1-58 0,-1 1-58 0,1 0-62 0,-7-1-47 15,0 1-42-15,0-1-22 0,-1 6-10 0,-5-7 7 0,-1 2 14 0,1 3 18 16,-1-3 21-16,1-1 29 0,-1 1 36 0,-5-3 50 0,4 2 59 16,2-6 67-16,6 3 204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1:21:37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11261 4784 94 0,'0'11'178'0,"0"0"5"0,0-4 3 0,0 4 0 16,6-3 2-16,-6-1 8 0,0 4 15 0,6 0 17 0,-6-3 18 0,6 3-14 15,1 3-26-15,6 1-23 0,-6 0-19 0,6 3-8 0,0-4-5 16,-1 5 5-16,2-1 12 0,5 4 20 0,-5-3 26 0,4-1 7 0,2 0-2 15,-6 4-6-15,5-4-11 0,1 4-11 0,-1-4-14 0,1 1-11 16,-1-1-9-16,0 1-6 0,1-1-7 0,0 0-8 0,-1-3-12 0,-5 3-19 16,5-3-23-16,1-1-14 0,-8 5-10 0,8-4-7 0,-7-1-8 15,7 1-4-15,-8-4-2 0,2 3-2 0,6-3-2 0,-8 4 0 16,1-4 0-16,0 0-1 0,0 0 1 0,1-3 1 0,-2-1-1 0,2 0-1 16,-2 0 0-16,8 1 1 0,-13-5 4 0,12 1 2 0,-6 0 3 0,-7-1 3 15,14-3 4-15,-7 0 4 0,1-3 6 0,-2-1 4 0,1-3 4 16,7-1 3-16,0-3 3 0,-2-7 2 0,2-1 2 0,7-2-1 15,-1-5-1-15,6-7-1 0,1-3-2 0,-1-5-5 0,7-3-4 0,0-7-6 16,7-1-7-16,-1-2-7 0,1-5-5 0,6 0-6 0,-6-3-7 16,6 4-3-16,0-5-5 0,-6 1-2 0,-1 3-3 0,1 5-2 0,-1-2-1 15,-6 5-3-15,1 0-2 0,-8 7 0 0,1 0-2 0,-7 3 2 16,0 1-1-16,-1 4-2 0,-5 3-1 0,0-1 0 0,-1 5 0 16,1 4 0-16,-7-1 0 0,0 1 0 0,0 3 0 0,-7 3 0 0,8 1 0 15,-8-1 0-15,0 5 0 0,8-1 0 0,-8 1 0 0,-6 3 0 16,6 0 0-16,1 3 0 0,-7 1 0 0,7 0 0 0,-7 0 0 0,6 3-27 15,-6 0-25-15,0 1-25 0,0-2-29 0,0 2-55 0,0 3-68 16,-6-4-98-16,6 4-110 0,-7-4-74 0,0 4-55 0,-5 0-25 16,-2 0-14-16,2 0 2 0,-8 4 6 0,1 0 14 0,-1-1 18 0,0 5 24 15,-6 0 28-15,7-1 56 0,-7 0 67 0</inkml:trace>
  <inkml:trace contextRef="#ctx0" brushRef="#br0" timeOffset="3966.61">17877 13071 35 0,'0'-4'210'0,"0"4"15"0,0-3 9 0,-7 3 3 0,1-4 2 0,0 0 2 16,-1 4 2-16,0-7 13 0,1 4 21 0,0-2-3 0,-7-2-11 0,6 0-18 15,-6-1-19-15,0 5-15 0,0-8-9 0,0 4-4 0,-7-1 4 16,8 1 4-16,-2-4 5 0,-5 4 2 0,-1-4 2 0,0 3-9 0,2-2-12 16,-9-1-13-16,1 0-11 0,0 0-20 0,0-1-23 0,0 5-21 15,0-4-20-15,-6 4-12 0,6-4-7 0,-7 3-5 0,7 5-3 0,-7-5-2 16,1 5 0-16,6 3-3 0,-7 0-5 0,1 0-4 0,-1 3-4 15,1 1-3-15,-1 3 0 0,-7 1-3 0,8 3-1 0,-1 0-2 16,1 0-2-16,-7 4 0 0,6-1-2 0,-5 1 0 0,4 3-1 0,-5 0-1 16,7 1 1-16,-1-1-3 0,-5 4 0 0,5-3-2 0,1 2-3 15,-1 1-1-15,1 4 0 0,-2-4-1 0,2 3 1 0,6 1-3 16,-6 0-1-16,6 3-1 0,-7-3-3 0,7 3 1 0,0 1-1 0,-7-1 1 16,7 0 0-16,6 0 1 0,-5 0 1 0,-1 1 1 0,6 3-1 0,0-4 0 15,1 0-1-15,-1 1 0 0,7-1 0 0,0 1-1 0,0-5 0 16,0 4-2-16,6 1-1 0,-5-1-1 0,5-3-1 0,0 3-1 15,7-3-1-15,-6 3-1 0,6-4-3 0,0 5 1 0,0-1-2 0,0 0 1 16,6 1 0-16,-6-1 0 0,7-3 0 0,-7 3 0 0,7 0-1 16,-1-3 0-16,7-1 0 0,-6 1 0 0,6-4 1 0,0 4 0 15,-7-4 1-15,7 0 0 0,7 0 0 0,-7 0 0 0,6 0-1 0,0-4 1 16,-5 4 0-16,12-4 0 0,-7 1 1 0,1-1-1 0,6 1 0 16,0-1-1-16,-7-4 1 0,7 1 0 0,1 0 0 0,5-1-1 0,-6 0 1 15,1-2 0-15,5 2-1 0,1-3 1 0,-1 0 0 0,1 1 0 16,-1-5 1-16,1 4 0 0,-1-4 0 0,7 0-1 0,-6 1 1 15,6-1 1-15,-6 1-1 0,6-5 1 0,-7 4 0 0,7 1-1 0,-7-5 1 16,8 5-1-16,-1-5 1 0,-6 1-1 0,5 0 0 0,-5-1-1 0,7-3 1 16,-8 0 0-16,7 0 0 0,-7 0-1 0,7 0 1 0,-6-3 0 15,7-1 0-15,-8-3 1 0,1 3-1 0,5-3 0 0,-5-1 0 16,-1 1 1-16,1 0-1 0,-1 3 1 0,1-3 0 0,-7-1-1 0,7 1 0 16,-7 0-1-16,0 3 1 0,0-3-1 0,-7 0-1 0,7 3 1 15,-6-4 0-15,0 5 0 0,-1-5 0 0,1 6 0 0,-7-7 0 0,0 6 0 16,6-5-1-16,-5 5 2 0,-2-4 1 0,-5 2 0 0,6-1 2 15,0-2-1-15,-7 1 0 0,8-4 2 0,-2 4 0 0,-5-4 0 16,6 0 0-16,-6 0 1 0,6-4 0 0,0 0 1 0,-7 2 0 0,8-3 1 16,-2-2-1-16,1-1 2 0,0 1 0 0,-6 0 0 0,5 0 1 0,2-5-1 15,-1 1 1-15,0 4 2 0,0-7 1 0,0 2 1 0,-6 2 3 16,5-5 0-16,2 4 2 0,-8-4 0 0,7 1 1 0,-7-5 0 0,8 5 0 16,-8-1 1-16,0-3 0 0,8 3 1 0,-8 1 1 0,1-1-1 15,-1-4 0-15,-6 8-1 0,7-3-2 0,-7-1-1 0,6 1-1 16,-6 2-1-16,0-2 0 0,7-1 0 0,-7 4-2 0,0-3 0 0,0 3-1 15,-7-4-8-15,7 4-6 0,0-4 0 0,-6 4 0 0,-1-3 0 16,1 3 0-16,-1 0 0 0,1-3 0 0,0 2 0 0,-8 1 0 0,8-3 0 16,-8 3 0-16,1 0 0 0,7-1 0 0,-7 2 0 0,-6-1 0 15,5 0 0-15,1 3 0 0,1 1 0 0,-8 0 0 0,0 0 0 16,7-1 0-16,-13 4 0 0,6 1 0 0,1-1 0 0,-7 4 0 0,0 0 0 16,-6 0 0-16,5 0 0 0,-5 4-12 0,-1 0-107 0,1-1-27 15,6 1-41-15,-7 3-50 0,1 1-66 0,-1-4-77 0,1 2-74 16,5 2-76-16,1-1-38 0,7 0-21 0,-7 1 0 0,6-5 10 0,8 5 16 15,-2-4 23-15,1-1 25 0,0 5 26 0,6-5 41 0,1 1 49 16,-6 0 67-16,12-1 120 0</inkml:trace>
  <inkml:trace contextRef="#ctx0" brushRef="#br0" timeOffset="11200.71">20281 12844 0 0,'6'-11'18'16,"-6"7"171"-16,6-3 12 0,-6 3 11 0,0 1 10 0,-6-1 16 0,6 4 18 15,-6 0 21-15,-1 0 24 0,0 0 35 0,7 0 40 0,-6 4-10 16,0-4-34-16,6 3-26 0,-8 1-19 0,8 0-12 0,-6-1-7 0,6 1-5 16,-6-1-7-16,6 5-8 0,-7-5-12 0,7 5-15 0,0-1-18 15,-6 0-28-15,6 1-34 0,0-1-25 0,-7 0-20 0,7 5-10 16,0-6-6-16,-6 6 0 0,6-1 0 0,0 0 2 0,-7 3 0 0,7-3 0 15,0 4-1-15,-6 3-2 0,6-3-3 0,-6 7-2 0,6-4-1 16,-8 4-3-16,8 0-3 0,-6 4-3 0,6-1-3 0,-6 1-3 0,6 4-5 16,-7-1-5-16,7 0-5 0,-7 0-5 0,7 0-4 0,-6 1-3 15,6 3-3-15,-6-4-4 0,-1 4-3 0,7 0-2 0,-6-3 0 16,6 3-2-16,-7-1 1 0,0 5 0 0,7-4 1 0,-6 0 1 0,0 4-1 16,-1-1 1-16,0-3-8 0,1 4-12 0,0-1 0 0,-1-3 0 15,1 1 0-15,-1-1 0 0,-6-1 0 0,7 1 0 0,-2-4 0 0,2 1 0 16,0-4 0-16,0 3 0 0,-1-7 0 0,0 0 0 0,1 0 0 15,-1-4 0-15,7-3 0 0,-6 0 0 0,6-1 0 0,-6-3 0 0,6 0 0 16,0-4 0-16,-8-3 0 0,8 3 0 0,0-3 0 0,0 0 0 16,0-4 0-16,0 0 0 0,0 0 0 0,0 0 0 0,0 0 0 0,0 0 0 15,0 0 0-15,0 0 0 0,-6-4 0 0,6 0 0 0,0 1 0 16,-6-5 0-16,0 1 0 0,-1 0 0 0,7-4 0 0,-13 0 0 16,6-4 0-16,1 1 0 0,-8-5 0 0,8 1 0 0,-6-4 0 0,4 0 0 15,-4-4 0-15,-1 1 0 0,-1-1 0 0,8-3 0 0,-8-1 0 0,2 5 0 16,6-4 0-16,-8 3 0 0,8 0 0 0,-7 0 0 0,7 4 0 15,-2 1 0-15,2-1 0 0,0 7 0 0,0-4 0 0,-1 5 0 16,0 3 0-16,1 0 0 0,-1 0 0 0,7 4 0 0,-6-1 0 0,-1 5 0 16,7-5 0-16,-7 5 0 0,7 3 0 0,0-4 0 0,-6 4 0 15,6 0 0-15,0 0 0 0,0 0 0 0,0 0 0 0,0 0 0 16,0 4 0-16,0-1 0 0,0 5 0 0,0-5 0 0,0 8 0 0,0-3 0 16,6 6 0-16,-6 1 0 0,7 3 0 0,-7 1 0 0,7-1 0 15,-1 8 0-15,1-5 0 0,-1 6 0 0,1-2 0 0,0 1 0 0,-1-1 0 16,0 1 0-16,0-1 0 0,2 1 0 0,4 0 0 0,-5-1 0 15,-1-3 0-15,1 4 0 0,0-4 0 0,5-3 0 0,-6 2 0 16,2-6 0-16,-2 3 0 0,0-3 0 0,8 0 0 0,-8-1 0 0,1-3 0 16,-1-4 0-16,8 4 0 0,-8-3 0 0,6-5 0 0,-5 2 0 15,6-2 0-15,-6-3 0 0,6-3 0 0,0-2 0 0,-1 2 0 0,8-8 0 16,0 0 0-16,-7-4 0 0,13-3 0 0,-6 0 0 0,5-8 0 0,1 1-1 16,1-9-66-16,-1 1-20 0,6 0-24 0,1-3-34 0,-1-1-41 15,1-3-69-15,-1 3-81 0,1 1-83 0,7-1-83 0,-8 0-48 16,1 4-28-16,-1 1-8 0,1 2 5 0,-1 4 10 0,-6 1 15 0,7 3 21 15,-7 0 20-15,-7 3 36 0,7 5 41 0,-6-1 67 0,-1 0 81 16</inkml:trace>
  <inkml:trace contextRef="#ctx0" brushRef="#br0" timeOffset="17234.3">21902 12613 0 0,'0'-8'49'0,"6"5"167"0,-6 0 17 0,0-1 18 0,0 0 14 16,-6 4 17-16,6-4 21 0,0 4 34 0,0 0 43 0,0 0 34 0,0 0 32 16,0 0-20-16,0 0-46 0,0 0-35 0,-6 0-29 0,6 4-19 15,0-4-15-15,0 0-12 0,-7 4-12 0,7 0-14 0,0-1-15 0,0 0-29 16,-6 1-36-16,6 3-27 0,0 1-25 0,-7 3-16 0,7 0-12 15,-7 4-7-15,1-1-5 0,0 5-3 0,-1-1-2 0,0 7-1 16,1-3-1-16,0 8-3 0,-8-4-3 0,1 6-3 0,7 1-7 0,-7 1-6 16,0-2-5-16,0 9-5 0,-7-4-4 0,7 3-4 0,0 0-4 0,-7 0-4 15,8 0-2-15,-8 5-3 0,7-5-1 0,-7 0-3 0,8 1-1 16,-8-1 0-16,7 0-1 0,0 1-2 0,0-1 0 0,-7-4-2 0,7 4 0 16,0-3-1-16,-6 0 0 0,5-1-5 0,2-3-3 0,-1 1-9 15,0-2-9-15,0-2-13 0,-1 2-17 0,2-6-18 0,-2 0-21 0,2 0-30 16,5-4-35-16,-6-4-55 0,6-4-63 0,1 1-78 0,0-4-82 15,-1-4-58-15,0-3-46 0,7-4-17 0,0-4-2 0,-6-7 7 16,6-3 12-16,6-1 17 0,-6-7 19 0,7-7 31 0,0-1 34 16,-1-6 55-16,7-1 63 0</inkml:trace>
  <inkml:trace contextRef="#ctx0" brushRef="#br0" timeOffset="18433.98">21948 12609 0 0,'6'-4'70'0,"-6"4"41"16,0 0 9-16,0 0 10 0,0 0 12 0,0-3 11 0,0 3 13 0,0 0 1 16,0 0-3-16,0 0-2 0,0 0 1 0,0 0 6 0,0 0 8 15,0 0 10-15,0 0 13 0,0 0 14 0,0 0 17 0,0 0 21 16,0 0 24-16,0 0 11 0,0 3 4 0,-6-3-3 0,6 4-6 0,-7 0-10 15,7-1-11-15,-7 5-15 0,1-4-12 0,-6 3-16 0,4 0-17 16,-4 4-21-16,-1 0-22 0,-7 0-30 0,7 4-33 0,-6 0-19 0,-1-1-13 16,-6 4-8-16,7 1-5 0,-8 3-4 0,1 0-4 0,0 0-5 15,-7 3-4-15,7 1-3 0,-6-4-3 0,6 8-2 0,0-5-3 16,-7 1-3-16,8-1-3 0,-2-2-3 0,1 2-4 0,0-3-2 0,0 0-1 16,7 0-3-16,-7-4 0 0,12 0-1 0,-5-3-2 0,6 3 0 15,0-6-2-15,-1-1-4 0,8 0-6 0,0-4-9 0,-1-3-11 16,7 3-14-16,-6-7-16 0,6 0-18 0,0 0-23 0,6 0-27 0,-6-7-34 15,7 3-34-15,-1-7-36 0,0 4-33 0,2-8-32 0,4 0-23 16,2 0-18-16,-1-3-9 0,-1 0-3 0,8-4 3 0,0 0 5 0,-1 0 11 16,1 0 17-16,0 0 24 0,-1 0 32 0,0 0 33 0,8 0 33 0,-8 4 34 15,0 0 33-15,1-1 27 0,-1 1 25 0,-5 3 17 0,5-3 15 16,1 3 11-16,-8 1 11 0,8 3 10 0,-7-4 8 0,0 4 10 0,0-4 7 16,1 4 7-16,-2 0 7 0,1-4 9 0,0 8 9 0,0-4 10 15,1 0 11-15,-2 0 11 0,-5 4 10 0,6-4 13 0,-7 4 13 16,7-4 10-16,-6 3 11 0,0 1 11 0,5 0 11 0,-5 0 9 0,0-1 5 15,-1 4 7-15,0-3 6 0,8 4 16 0,-8-5 22 0,1 4 13 16,-1 1 8-16,0 3 1 0,2-4-3 0,-2 0-5 0,0 4-6 16,0 0-8-16,-6 4-9 0,7-4-7 0,0 4-8 0,-1-1-7 0,1 1-10 15,-1 0-21-15,-6 3-26 0,6 0-16 0,2 0-12 0,-2 1-6 16,0 3-5-16,0 0-3 0,2 0-3 0,-2 0 1 0,0 4-2 0,1-1-1 16,-1 1 0-16,1-1-1 0,0 5 0 0,-1-1-2 0,0 4-4 0,0 0-3 15,2 0-3-15,-2 0-4 0,0 0-4 0,1 4-3 16,0 0-4-16,-7-5-6 0,6 5-7 0,1 0-4 0,-7-5-5 0,6 1-10 15,0 4-27-15,-6-4 0 0,7 0 0 0,0-3 0 0,-1 2 0 0,-6-2 0 16,6 3 0-16,1-4 0 0,0 1 0 0,-1-5 0 0,-6 4 0 16,7-3 0-16,-1-4 0 0,0 4 0 0,-6-4 0 0,7-1 0 15,0-2 0-15,-7 0 0 0,6-1-25 0,-6 0-50 0,0-3-19 0,6 0-20 16,-6-1-20-16,0 1-28 0,0-4-33 0,0 0-49 0,0 0-55 16,0 0-66-16,0-4-70 0,-6 4-56 0,6-3-47 0,-6-1-16 0,6 0 1 15,-7 1 10-15,0-1 15 0,1 0 17 0,-7 1 20 0,7-2 28 16,-8 2 32-16,8 3 49 0,-7-3 56 0</inkml:trace>
  <inkml:trace contextRef="#ctx0" brushRef="#br0" timeOffset="31850.49">20847 3960 0 0,'0'0'46'0,"-6"-4"154"15,6 4 11-15,-6-3 9 0,6 3 6 0,-8-4 15 0,8 4 16 0,-6-4 21 16,6 4 22-16,-6-3 33 0,6 3 37 0,0 0-10 0,-7-4-35 16,7 4-22-16,0 0-17 0,0 0-8 0,0 0-6 0,0 0-4 0,0 0-4 15,0 0-11-15,0 0-15 0,-7 4-20 0,7-4-18 0,0 0-29 16,0 3-35-16,0-3-27 0,7 4-25 0,-7 0-14 0,0-1-9 0,7 1-7 16,-7 0-5-16,0-1-2 0,6 4-1 0,-6-3 2 0,6 3 3 15,2 1 1-15,-2 3 2 0,0 0-1 0,0 0 1 0,1 4-1 0,0-1-4 16,6 1-3-16,-7 3-3 0,8 0 0 0,-8 4 1 0,6 0-1 15,2 1 0-15,-1-1-3 0,-7-1-2 0,8 5-2 0,-2 0-2 0,2-1-3 16,-8 0-2-16,7 2-3 0,-7-2-2 0,8 1-1 0,-2-1-3 16,-6-3-1-16,8 3-2 0,-8-2-1 0,8-1-1 0,-8 1-1 15,7-6-1-15,-7 2-2 0,8-5 1 0,-8 1-3 0,0 0 1 0,1-4-1 16,6 0-2-16,-6-4 2 0,5 0 1 0,-5-3 1 0,6 0 1 16,-7-1 2-16,8-3 3 0,-1-3 4 0,6-5 4 0,-6 1 3 0,7-4 1 15,0 0 3-15,5-7 0 0,-5-1 1 0,6-3-18 0,7-3-15 16,-7-1 0-16,6-7 0 0,1 0 0 0,6 0 0 0,-7-3 0 15,1-5 0-15,7 1 0 0,-2 0 0 0,-5-4 0 0,6 4 0 0,0-5 0 16,0 2 0-16,0-1 0 0,0-1 0 0,-7 2 0 0,7-1 0 16,-5 3 0-16,5 1 0 0,-7 0 0 0,1 3 0 0,-7 0 0 0,6 4 0 15,-6 1 0-15,1 3 0 0,-2-1 0 0,-5 0 0 0,0 5 0 16,-1-1 0-16,-6 4 0 0,0 5 0 0,0-3 0 0,0 2 0 16,-7 4 0-16,1-2 0 0,0 6 0 0,-1-1 0 0,1 4 0 0,-7-1 0 15,6 1 0-15,-6 4 0 0,6-5 0 0,-6 5 0 0,0-1-99 16,0 0-50-16,0 4-38 0,0-3-62 0,-6-1-74 0,6 4-84 0,-6 0-90 15,-1-4-53-15,1 8-37 0,-1-4-11 0,0 4 2 0,-5-1 13 16,-2 1 17-16,-5 3 21 0,6 1 26 0,-6 2 31 0,-1-2 38 16,-6 3 62-16,7 0 74 0</inkml:trace>
  <inkml:trace contextRef="#ctx0" brushRef="#br0" timeOffset="59683.07">24749 10151 32 0,'-8'0'189'0,"8"0"20"15,0-4 18-15,0 4 19 0,0-3 21 0,0-1 26 0,0 4 24 0,0-7 36 16,0 3 39-16,0 0 13 0,0-3 0 0,0 4-16 15,0-5-23-15,0 1-21 0,8 0-18 0,-8-1-14 0,0 1-10 0,0-4-12 16,6 0-14-16,-6 4-15 0,6-5-17 0,-6 1-26 0,7 0-28 0,-1 0-30 16,-6 1-30-16,7-1-18 0,-1-4-11 0,1 4-8 0,-1-4-5 15,-6 1-5-15,14 2-6 0,-8-2-5 0,0-4-7 0,1 3-9 16,6 0-8-16,-7-3-8 0,7 3-10 0,-6-3-6 0,6 0-3 0,-7 0-3 16,8-1-3-16,-2 1 0 0,-5-1 0 0,6 1-2 0,-6 0-2 15,5 0 0-15,2-1-5 0,-2-2-7 0,-5 2 0 0,6-3 0 0,0 0 0 16,1 0 0-16,-8 0 0 0,6 0 0 0,2 0 0 0,-8 0 0 15,7 0 0-15,-6 4 0 0,6-4 0 0,-7 0 0 0,8 4 0 16,-8-5 0-16,0 5 0 0,1 0 0 0,-1 0 0 0,1-1 0 0,6 5 0 16,-7-5 0-16,2 5 0 0,-2-4 0 0,0 2 0 0,0 2 0 15,1 3 0-15,0-4 0 0,-1 1 0 0,1 3 0 0,-1-4 0 0,0 1 0 16,2 3 0-16,-2-4 0 0,0 4 0 0,0-4 0 0,2 5 0 16,-2-6 0-16,0 5 0 0,1-3 0 0,-1 3 0 0,1 0 0 0,0 0 0 15,5 0 0-15,-12 0 0 0,14 0 0 0,-8 3 0 0,-6-2 0 16,6 2 0-16,1 1 0 0,-1-1 0 0,1 1 0 0,0 0 0 0,-1 3 0 15,-6-3 0-15,6 3 0 0,-6 1 0 0,7-5 0 0,-7 5 0 16,7-1 0-16,-7 0 0 0,6 1 0 0,-6 3 0 0,0-4 0 16,0 0 0-16,0 4 0 0,6-3 0 0,-6 3 0 0,0-4 0 0,0 4 0 15,0 0 0-15,0 0 0 0,0-4 0 0,0 4 0 0,0 0 0 0,0 0 0 16,0-3 0-16,0 3 0 0,0 0 0 0,0 0 0 0,0 0 0 16,0 0 0-16,0 0 0 0,0 0 0 0,0 0 0 0,0 0 0 15,0 0 0-15,0 0 0 0,0 0 0 0,0 0 0 0,0 0 0 0,0 0 0 16,0 0 0-16,0 0 0 0,0 0 0 0,0-4 0 0,0 4 0 15,0 0 0-15,0 0 0 0,0 0 0 0,0 0 0 0,0 0 0 16,0 0 0-16,0 0 0 0,0 0 0 0,0 0 0 0,0 4 0 0,0-4 0 16,-6 0 0-16,6 0 0 0,0 0 0 0,-6 0 0 0,6 3 0 0,-7-3 0 15,7 0 0-15,-7 0 0 0,1 4 0 0,6-4 0 0,-13 4 0 16,6-1 0-16,-6 1 0 0,7 0 0 0,-8-1 0 0,-4 5 0 0,4-1 0 16,-5 0 0-16,-1 1 0 0,0-1 0 0,-5 4 0 0,-1 0 0 15,0 0 0-15,-1 3 0 0,1 1 0 0,-6 0 0 0,5 0 0 16,1 3 0-16,-6-4 0 0,7 5 0 0,-2 0 0 0,1-2 0 15,0 2 0-15,0-1 0 0,7 1 0 0,-1-1 0 0,0 0 0 0,1-3 0 16,6-1 0-16,0 1 0 0,-1-4 0 0,8 0 0 0,0 0 0 0,-1-4 0 16,1 1 0-16,-1-1 0 0,7-3 0 0,-6 3 0 0,6-3 0 15,0-1 0-15,0-3 0 0,0 0 0 0,0 0 0 0,0 0 0 16,0 0 0-16,0 0 0 0,0 0 0 0,6-3 0 0,1-1 0 0,-1-3 0 16,1 3 0-16,5-7-18 0,2 4-22 0,-1-8 1 0,6 4 4 15,0-3 2-15,1-5 2 0,6 1 3 0,-6-1 4 0,6 1 1 16,0 0 2-16,0 0 3 0,0-1 1 0,-6 4 4 0,5 1 3 0,-5-1 3 15,0 0 3-15,-1 1 1 0,-5 3 2 0,4 4 2 0,-4-4 2 0,5 0 0 16,-5 3-1-16,-2 1 3 0,2-1 1 0,-2 2 2 0,2-2 2 16,5 0 1-16,-5 1 0 0,-2 0 1 0,2 0 1 0,-2-1 0 15,8 1 1-15,-7 0-2 0,-1-1 0 0,2 1 0 0,-1 3 1 0,0-3-3 16,0 0-1-16,0-1-1 0,0 5-1 0,0-4 0 0,0 3 0 16,-6 0-1-16,5 1 0 0,-5 3 1 0,0-4 0 0,-1 4 1 15,0 0 1-15,1 0 3 0,0 0 4 0,-7 4 5 0,6-1 4 0,-6 1 4 16,7 0-19-16,-7 3-10 0,0 0 0 0,0 4 0 0,0 0 0 0,0 0 0 15,-7 4 0-15,7-1 0 0,-6 1 0 0,6 4 0 0,-7-5 0 16,7 4 0-16,-7 1 0 0,1-1 0 0,6 0 0 0,-6 0 0 16,-1 1 0-16,7-1 0 0,-7 1 0 0,7-5 0 0,0 1 0 0,-6-4 0 15,6 3 0-15,0-3 0 0,0 0 0 0,0-3 0 0,0-1 0 0,0 0 0 16,0-3 0-16,0 4-308 0,-6-8-86 0,6 0-91 0,0 0-93 16,0 0-45-16,0 0-17 0,0 0-1 0,-7-4 7 0,7-4 18 0,-6 5 22 15,6-1 29-15,-7-3 31 0,0 3 42 0,1-3 49 0,-7-1 70 16,6 5 102-16</inkml:trace>
  <inkml:trace contextRef="#ctx0" brushRef="#br0" timeOffset="62583.41">24220 8785 0 0,'0'0'7'0,"0"0"110"0,0 0 4 16,0 0 4-16,0 0 6 0,0 0 6 0,-6 0 9 0,6 0 6 15,0 0 8-15,0 0-13 0,0 0-23 0,0 0-16 0,0 0-13 0,0 0-7 16,0 0-4-16,0 0-2 0,0 0 1 0,0 0 0 0,0 0 0 0,0 0 2 16,0 0 2-16,0 0 4 0,0 0 3 0,0 0 7 0,0 0 6 15,0 0 6-15,0 0 8 0,0 0 8 0,0 0 6 0,0 0 12 16,0 0 11-16,-6 0 14 0,6 0 16 0,0 0 15 0,0 0 17 0,0 3 7 16,0-3 0-16,0 0-4 0,0 0-6 0,0 0-8 0,0 0-6 15,-7 0-9-15,7 0-8 0,0 0-11 0,-6 0-12 0,6 0-15 16,-7 0-17-16,7 0-20 0,0 0-22 0,0 0-15 0,-7 0-10 0,7 0-7 15,0 0-6-15,-6 0-4 0,6 0-4 0,0 0-5 0,-6 0-2 0,6 0-5 16,-7 0-5-16,7 0-4 0,0 0-4 0,-7 0-4 0,7 0-4 16,-6 4-4-16,6-4-4 0,-6 0-1 0,-1 4-2 0,7-1 0 15,-7 1-2-15,1 0 0 0,6 3-1 0,-7-3 0 0,1 3 0 0,0 4 1 16,-2-4-1-16,-4 4 2 0,6 0-2 0,-1 4 2 0,-6-1 1 16,0 5 1-16,7-4 0 0,-8 3 2 0,2 4 1 0,-2 0 0 0,1-3 3 15,0 6-1-15,0-3 2 0,-7 4 1 0,8 3 0 0,-8-4 0 16,7 4 2-16,-7 5-1 0,1-5-1 0,-1 4 1 0,1 0-1 15,0 4 0-15,-1-1-1 0,0-3-1 0,-5 7-2 0,5-3 0 0,-7 0-1 16,8 3-1-16,0-4 1 0,-8 5-1 0,8-4 2 0,-7-1-1 16,6 4-1-16,-6-3 1 0,6 0-1 0,1-4-1 0,0 3 1 0,0-2-1 15,5-5 0-15,1 4 1 0,-6-8-2 0,12 4 1 0,-6-3-2 16,6 0 0-16,-5-4-1 0,5-4 0 0,0 0 0 0,1 1 1 16,6-4-1-16,-6-1 0 0,6-3 0 0,-7 0 1 0,7 0-1 0,-7-4 1 15,7 4 1-15,0-7 1 0,-6 3 0 0,6 1 0 0,0-5 0 16,0 1-1-16,0 0 0 0,0-1 0 0,0 1 1 0,0 0 1 15,0-4 1-15,0 0 0 0,0 0 0 0,0 0-1 0,0 0 1 0,0 0 0 16,0 0-1-16,0 0 2 0,0 0-1 0,0 0 1 0,0 0 0 0,0 0 1 16,0 0 0-16,0 0 0 0,0 0 0 0,0 0 1 0,0 0 1 15,0 0-1-15,0 0 0 0,0 0 0 0,0 0 0 0,0-4-1 0,-7 4 1 16,7-4-1-16,0 4-1 0,0-3 0 0,0 3-2 0,0-4 1 16,0 0-1-16,0 1-1 0,0 3-1 0,-6-8 0 0,6 5-1 0,0-1 1 15,0-3 0-15,0-1-1 0,0 1 0 0,0 0 1 0,0-4-1 16,0 0 0-16,0 0 2 0,-6-4-2 0,6 0 0 0,0 1 0 15,0-5 1-15,0 1-1 0,0 0 0 0,0 0-1 0,-8-4 0 0,8-1 0 16,0 5 0-16,0-4 0 0,-6 0 0 0,6 0 1 0,0 1-2 16,-6-1 0-16,6 3 1 0,0-3 0 0,0 4 0 0,-6-4 1 0,6 4-1 15,0-1 1-15,0 1 0 0,-7-1 1 0,7 5-1 0,0-5-1 16,0 8 1-16,0-3 0 0,0 3 1 0,0 0 0 0,0 0 0 0,0 4 0 16,0-1-1-16,0 1 1 0,0 3 1 0,0-3-2 0,0 4 0 15,0-2 0-15,0 5 0 0,0 0 0 0,0 0 1 0,0 0-2 0,0 0 0 16,0 0-1-16,0 0 1 0,0 0-2 0,0 0 0 0,0 0-1 15,0 5-1-15,-7-2 1 0,7 4 0 0,0-3 1 0,0 3-1 16,0 4 3-16,0 0 0 0,0 0 1 0,0 4 3 0,-6 3 2 0,6 0 3 16,0 1 4-16,0-1 1 0,-7 4 3 0,7-3 1 0,-6 2 2 15,6 1 1-15,-6 4 0 0,6-4 1 0,-8 0 1 0,8 4 0 0,0-1 0 16,0-3-2-16,0 4-1 0,-6-1-2 0,6-2-2 0,6-1-3 16,-6 3-1-16,0-3-1 0,0 0-2 0,8-4-1 0,-2 1-1 15,0-1-1-15,1-3 1 0,-7 3-2 0,13-7 0 0,-6 4 0 0,-1-1 0 16,6-3 1-16,-4 0 0 0,-2-4 2 0,7 4 2 0,-7-3 2 0,8 0 0 15,-2-5 3-15,-5 5 2 0,6-5 2 0,0 1 2 16,0-1 4-16,0 1 3 0,0-4 4 0,0 0 2 0,7 0 3 0,-7-4 0 16,6 1 1-16,0-1-1 0,1-4-1 0,0-3-1 0,-1 0-5 0,7 0-28 15,0 1 0-15,1-9 0 0,-1 5 0 0,0-5 0 0,7 1 0 16,-8 0 0-16,7-1 0 0,-5-3 0 0,-1 4 0 0,6 0 0 16,-12 0-75-16,6-1-37 0,1 1-31 0,-9 0-51 0,2 3-59 0,-7 1-82 15,1 2-93-15,-2 1-72 0,2 0-65 0,-8 4-24 0,0 0-10 16,1-1 6-16,-1 1 11 0,-6 3 19 0,7 1 21 0,-7 3 27 0,0 0 32 15,0 0 49-15,0 0 59 0,0 0 82 0,0 0 275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1:23:01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4493 7649 88 0,'0'0'177'0,"0"0"16"0,0 0 17 0,0 0 21 0,0 0 24 0,0 0 23 15,0 0 25-15,0 0 35 0,0 0 44 0,0 0-4 0,0 0-26 0,0 0-18 16,0 0-12-16,0 0-11 0,0 0-8 0,0 0-11 0,0 0-10 15,0 0-16-15,0 0-17 0,0-4-19 0,0 4-19 0,0 0-29 16,0 0-37-16,0 0-24 0,0 0-16 0,0 0-14 0,0 0-10 0,0 0-8 16,0 0-8-16,0 0-4 0,0 0-5 0,0 0-5 0,0 4-4 15,0-4-7-15,0 0-6 0,0 0-6 0,-6 0-6 0,6 0-6 0,0 4-7 16,6-4-3-16,-6 3-4 0,0 1-1 0,0 0-1 0,7 0-1 16,-1 3 0-16,-6 0 0 0,7 4 0 0,6 0 1 0,-7 0 0 15,8 3 1-15,-8 2 1 0,7-1 2 0,0 2 0 0,0-2 1 0,-7 3 2 16,8 0 0-16,-2 1 0 0,2-1 1 0,-8 0 0 0,7 1 0 15,1-1-1-15,-2 1-1 0,-6-1 1 0,8 0-1 0,-1-3 1 0,0 3 1 16,-6-4 0-16,5 2 1 0,2-2 0 0,-8 1 1 0,7-1-1 16,0-2-1-16,-6-2 1 0,5 5 1 0,-6-4 1 0,2-4 1 15,4 4 1-15,-5-4 1 0,6 1 2 0,-6 0 0 0,-1-2-1 0,8 1 1 16,-8-2-1-16,0-2 0 0,0 1 0 0,1 3 1 0,0-7 0 16,-1 4-1-16,1 0 2 0,-1-4-1 0,0 3-1 0,-6-3 0 0,8 0 0 15,-8 0 1-15,6 0 1 0,-6 0 1 0,0 0 2 0,6-3 5 16,-6 3 7-16,0-4 6 0,6 0 7 0,2-3 4 0,-2 0 4 0,0-5 3 15,1 1 0-15,6-7 0 0,0 0-20 0,7-8-36 0,-8 1 0 16,15-8 0-16,-8-4 0 0,7-3 0 0,6 0 0 0,-6-8 0 16,7-4 0-16,-1 1 0 0,1-4 0 0,7 1 0 0,-8-1 0 0,7-1 0 15,-6 2 0-15,-1-2 0 0,1 5 0 0,-1-4 0 0,1 4 0 16,-7 3 0-16,6 1 0 0,-12 4 0 0,6 1 0 0,-7 6 0 0,1 3 0 16,-7 3 0-16,0 5 0 0,0 3 0 0,1 4 0 0,-8-1 0 15,0 5 0-15,0-1 0 0,-6 4 0 0,8 1 0 0,-2 2 0 0,-6-3 0 16,6 7 0-16,-6-3 0 0,0-1 0 0,0 5 0 0,7-1 0 15,-7 0 0-15,0 4 0 0,0-3 0 0,0 3 0 0,0 0 0 16,0 0 0-16,0 0 0 0,0 0 0 0,0 0 0 0,0 0 0 0,0 0 0 16,0 0 0-16,0 0 0 0,0 0 0 0,0 0 0 0,0 0 0 0,0 0 0 15,0 0 0-15,0 0 0 0,0 0 0 0,0 0 0 0,0 0 0 16,0 0 0-16,0 0 0 0,0 0 0 0,0 0 0 0,0 0 0 16,0 0 0-16,0 0 0 0,0 0 0 0,0 0 0 0,0 0 0 0,0 0 0 15,0 0-101-15,0 0-20 0,0 0-15 0,0 0-18 0,0 0-21 16,0 0-32-16,0 0-37 0,-7 3-61 0,7-3-73 0,0 0-69 0,-6 0-68 15,0 4-28-15,-2-4-7 0,2 4 4 0,0-1 9 0,0-3 13 16,-8 4 15-16,1 0 21 0,0-1 23 0,0 1 38 0,1 0 42 16,-8 3 67-16,0-7 202 0</inkml:trace>
  <inkml:trace contextRef="#ctx0" brushRef="#br0" timeOffset="32549.6">28669 7836 14 0,'-6'0'172'0,"6"-4"13"0,-8 4 9 0,2 0 9 0,6-4 11 16,-6 4 18-16,0-3 21 0,6 3 23 0,-7-4 26 0,7 4 7 15,-7 0-3-15,7 0-5 0,0 0-7 0,0 0-7 0,0 0-6 0,0 0-4 16,0 0-2-16,0 0-7 0,0 0-7 0,-6 4-15 0,6-4-18 16,0 3-20-16,0 1-19 0,0-4-23 0,6 4-24 0,-6-1-23 0,0 5-21 15,7-5-10-15,0 8-6 0,-1-3-1 0,0 3-2 0,0 0 3 16,2 0 0-16,4 0 2 0,-5 4 2 0,6 0 0 0,-6-1 3 0,5 0-3 16,2 1-3-16,-8-1-6 0,7 1-5 0,-6 0-5 0,6 0-5 15,-7-4-5-15,0 3-6 0,1 1-2 0,0 0-1 0,-1-4-5 16,0 4-2-16,2-1-6 0,-2 0-4 0,0 2-2 0,-6-6 0 0,7 5 0 15,-1 0 0-15,-6-4-2 0,7 3-1 0,-7-3-1 0,6 0 2 16,-6 0-3-16,7 0-19 0,-7 0-5 0,6-4 0 0,-6 4 0 16,6-3 0-16,-6-1 0 0,0 1 0 0,8-1 0 0,-8-3 0 0,6 3 0 15,-6-3 0-15,0 3 0 0,0-4 0 0,6 1 0 0,-6 0 0 0,0-1 0 16,7-3 0-16,-7 4 0 0,0-4 0 0,7 4 0 0,-7-4 0 16,6 0 0-16,-6 0 0 0,6 3 0 0,-6-3 0 0,7 0 0 15,-1-3 0-15,-6 3 0 0,7 0 0 0,0-4 0 0,-1 4 0 0,0-4 0 16,-6 1 0-16,7-1 0 0,0 0 0 0,5 1 0 0,-5-1 0 0,-1-3 0 15,8 0 0-15,-8-2 0 0,8 2 0 0,-2-3 0 0,1-1 0 16,7-4 0-16,-8 1 0 0,8-5 0 0,6 5 0 0,-6-8 0 16,6 0 0-16,0-4 0 0,6 4 0 0,-6-7 0 0,13 0 0 0,-6-6 0 15,0 3 0-15,6-1 0 0,0 0 0 0,0-3 0 0,-7-1 0 16,8 0 0-16,-1 1 0 0,-7 3 0 0,1 0 0 0,-1 0 0 16,-5 4 0-16,-1 3 0 0,0 1 0 0,-1-2 0 0,-5 6 0 0,0 2 0 15,-1-3 0-15,1 8 0 0,0-4 0 0,-8 3 0 0,2 1 0 16,-2-1 0-16,-5 3 0 0,6 1 0 0,0 0 0 0,-7 4 0 0,1-4 0 15,0 4 0-15,-1 3 0 0,1-3 0 0,-1 3 0 0,-6-3 0 16,6 3 0-16,-6 4 0 0,0-3 0 0,7 3 0 0,-7-4 0 0,0 4 0 16,0 0 0-16,0 0 0 0,0 0 0 0,0 0 0 0,0 0-72 15,0 0-293-15,0 0-79 0,0 0-78 0,0 0-78 0,0 4-32 16,-7-4-12-16,7 3 5 0,-6 1 13 0,0 3 21 0,-7-3 25 0,-1 0 29 16,8 3 34-16,-7 0 47 0,0-3 54 0,0 3 73 0,0 0 178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5:06:08.3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5216 7341 0 0,'7'0'87'0,"-7"-3"55"0,6 3 12 0,-6 0 16 0,0 0 19 0,0 0 27 16,0 0 27-16,0 0 31 0,0 0 31 0,0 0 14 0,0 0 3 0,0 0 2 15,0 0 4-15,0 0 2 0,0 0 4 0,0 0-3 0,0 0-2 0,0 0-8 16,0 0-10-16,0 0-18 0,0 0-20 0,0 0-23 0,0 0-22 16,0 0-29-16,0 0-31 0,0 0-23 0,0 0-16 0,0 0-10 15,0 0-7-15,0 0-5 0,0 0-5 0,0 0-3 0,-6 0-3 0,6 0-5 16,0 0-4-16,0 0-4 0,0 0-6 0,0 0-4 0,0 0-5 16,0 0-4-16,0 3-4 0,0-3-5 0,0 0-4 0,0 0-3 15,0 0-3-15,0 0-5 0,0 0-40 0,0 0 0 0,0 0 0 0,0 0 0 16,0 0 0-16,-7 4 0 0,7-4 0 0,0 0 0 0,0 0 0 15,0 0 0-15,0 0 0 0,0 0 0 0,0 4 0 0,0-4 0 0,0 0 0 16,0 0 0-16,-6 0 0 0,6 0 0 0,0 3 0 0,0-3 0 16,0 0 0-16,0 0 0 0,0 0 0 0,0 4 0 0,-7-4 0 0,7 4 0 15,0-4 0-15,0 0 0 0,0 0 0 0,-6 3 0 0,6-3 0 16,0 4 0-16,-6-4 0 0,6 4 0 0,-8-4 0 0,8 3 0 16,-6 1 0-16,0 0 0 0,-1-1 0 0,0 1 0 0,1 3 0 0,0-3 0 15,-1 3 0-15,1 0 0 0,-1-3 0 0,-6 3 0 0,7 1 0 0,-1 3 0 16,-6-5 0-16,7 2 0 0,-7 4 0 0,6-1 0 0,-6 0 0 15,7 0 0-15,-8 3 0 0,2-3 0 0,-2 3 0 0,1 1 0 16,7 0 0-16,-8 3 0 0,2-3 0 0,-2 4 0 0,-5-1 0 0,6-4 0 16,0 5 0-16,1-1 0 0,-2 0 0 0,1 0 0 0,-7 5 0 15,8-5 0-15,-2 0 0 0,2 1 0 0,-2 2 0 0,1-2 0 0,1-1 0 16,-2 0 0-16,2 1 0 0,-2-1 0 0,8 1 0 0,-7-1 0 16,-1-4 0-16,8 5 0 0,0-1 0 0,-8-4 0 0,8 2 0 15,0-2 0-15,-1 1 0 0,1-4 0 0,-1 4 0 0,0-5 0 0,1 5 0 16,0-4 0-16,0 0 0 0,-2 0 0 0,8 3 0 0,-6-6 0 15,0 2 0-15,-1 2 0 0,7-1 0 0,-7 0 0 0,1 0 0 0,6-4 0 16,-7 4 0-16,1-4 0 0,6 1 0 0,-6-1 0 0,6 1 0 16,-7-1 0-16,0 0 0 0,7 0 0 0,-6-3 0 0,6 0 0 0,0 3 0 15,-6-3 0-15,6 3 0 0,-7-4 0 0,7 2 0 0,0-3 0 16,-7 3 0-16,7-5 0 0,0 4 0 0,0-4 0 0,-6 3 0 0,6-3 0 16,0 0 0-16,0 4 0 0,0-4 0 0,0 0 0 0,0 0 0 15,0 0 0-15,0 0 0 0,0 0 0 0,0 0 0 0,0 0 0 16,0 0 0-16,0 0 0 0,0 0 0 0,0 0 0 0,0 0 0 0,0 0 0 15,0 0 0-15,0 0 0 0,0 0 0 0,0 0 0 0,0 0 0 16,0 0 0-16,0 0 0 0,0 0 0 0,0 0 0 0,0 0 0 16,0 0 0-16,0 0 0 0,0 0 0 0,0 0 0 0,0 0 0 0,0 0 0 15,0 0 0-15,0 0 0 0,0 0 0 0,0 0 0 0,0 0 0 0,0 0 0 16,0 0 0-16,0 0 0 0,0 0 0 0,0 0 0 0,0 0 0 16,0-4 0-16,0 4 0 0,0 0 0 0,0 0 0 0,0 0 0 15,0 0 0-15,0 0 0 0,0 0 0 0,0 0 0 0,0 0 0 0,0 0 0 16,0 0 0-16,0 0 0 0,0 0 0 0,0 0 0 0,6-3 0 15,-6 3 0-15,0 0 0 0,0 0 0 0,0 0 0 0,0 0 0 16,0 0 0-16,0 0 0 0,0-4 0 0,-6 4 0 0,6-5 0 0,0 5 0 16,0-2 0-16,0-3 0 0,0 2 0 0,0 0 0 0,-7-1 0 0,7-4 0 15,0 5 0-15,0-5 0 0,0-3 0 0,-6 4 0 16,6-4 0-16,0 4 0 0,0-4 0 0,0 0 0 0,0 0 0 0,0 0 0 16,0-4 0-16,0 4 0 0,0-4 0 0,0 4 0 0,0-3 0 0,0-1 0 15,0 5 0-15,0-5 0 0,0 0 0 0,0 4 0 0,0-4 0 16,0 1 0-16,0 3 0 0,0-4 0 0,0 4 0 0,0-4 0 15,0 1 0-15,0 3 0 0,-7 0 0 0,7-4 0 0,0 5 0 0,0-2 0 16,0 1 0-16,-6-1 0 0,6 2 0 0,0-1 0 0,0 4 0 0,0-4 0 16,-7 3 0-16,7-3 0 0,0 4 0 0,0 0 0 0,0-1 0 15,0 1 0-15,0 0 0 0,-6 0 0 0,6-1 0 0,0 1 0 16,0 3 0-16,0-3 0 0,0 3 0 0,0 1 0 0,-6-1 0 0,6 0 0 16,0 1 0-16,0 0 0 0,0 3 0 0,0-5 0 0,0 5 0 15,0 0 0-15,0 0 0 0,0 0 0 0,0 0 0 0,0 0 0 0,0 0 0 16,0 0 0-16,0 0 0 0,0 0 0 0,0 0 0 0,0 0 0 15,0 0 0-15,0 0 0 0,0 0 0 0,0 0 0 0,0 0 0 0,0 5 0 16,0-5 0-16,0 0 0 0,0 0 0 0,0 3 0 0,0-3 0 16,-8 0 0-16,8 3 0 0,0-3 0 0,0 4 0 0,0-4 0 0,0 4 0 15,0-4 0-15,0 3 0 0,8 1 0 0,-8 0 0 0,0-1 0 16,0 1 0-16,0 3 0 0,0-3 0 0,0 3 0 0,0-3 0 16,0 3 0-16,0 0 0 0,0-3 0 0,0 3 0 0,0 4 0 15,0-3 0-15,-8-1 0 0,8 3 0 0,0-2 0 0,0 4 0 0,0-1 0 16,0 0 0-16,-6 0 0 0,6 0 0 0,0-1 0 0,0 1 0 0,0 4 0 15,0-4 0-15,0 3 0 0,0-2 0 0,-6 2 0 0,6-2 0 16,0-1 0-16,0-2 0 0,0 7 0 0,0-5 0 0,0 0 0 16,0 0 0-16,0 0 0 0,0 0 0 0,0-4 0 0,0 4 0 0,0 0 0 15,0-4 0-15,0 1 0 0,0 2 0 0,6-2 0 0,-6 0 0 16,0-1 0-16,0 0 0 0,0-3 0 0,0 3 0 0,0 1 0 16,0-5 0-16,0 5 0 0,0-5 0 0,0 4 0 0,0-3 0 0,0 3 0 15,0-3 0-15,0 0 0 0,0 3 0 0,0-3 0 0,0-1 0 0,6 1 0 16,-6 0 0-16,0-1 0 0,0-3 0 0,0 4 0 0,0 0 0 15,0-4 0-15,0 3 0 0,0-3 0 0,0 0 0 0,0 4 0 16,0 0 0-16,0-4 0 0,0 0 0 0,0 0 0 0,0 0 0 0,0 0 0 16,-6 4 0-16,6-4 0 0,0 0 0 0,0 0 0 0,0 3 0 0,0-3 0 15,0 0 0-15,0 0 0 0,0 0 0 0,0 3 0 16,0-3 0-16,0 0 0 0,0 5 0 0,0-3 0 0,0-2 0 0,0 0 0 16,0 0 0-16,0 0 0 0,0 0 0 0,0 0 0 0,0 0 0 0,0 0 0 15,0 0 0-15,0 0 0 0,0 0 0 0,0 0 0 0,0 0 0 16,0 0 0-16,0 0 0 0,0 0 0 0,0 0 0 0,0 0 0 0,0 0 0 15,0 0 0-15,0 0 0 0,0 0 0 0,0 0 0 0,0 0 0 16,0 0 0-16,0 0 0 0,0 0 0 0,0 0 0 0,0 0 0 16,0 0 0-16,0 0 0 0,0 0 0 0,0 0 0 0,0 0 0 0,0 0 0 15,0 0 0-15,0 0 0 0,0 0 0 0,0 0 0 0,0 0 0 16,0 0 0-16,0 0 0 0,0 0 0 0,0 0 0 0,0 0 0 16,0 0 0-16,0 0 0 0,0 0 0 0,0 0 0 0,0 0 0 0,0 0 0 15,0 0 0-15,0 0 0 0,0 0 0 0,0 0 0 0,0 0 0 16,0 0 0-16,0 0 0 0,0 0 0 0,0 0 0 0,0 0 0 0,6 0 0 15,-6 0 0-15,0-2 0 0,0 2 0 0,8 0 0 0,-8 0 0 16,6-5 0-16,-6 5 0 0,6 0 0 0,1 0 0 0,-1-3 0 16,1 3 0-16,-1-3 0 0,1 3 0 0,-1-4 0 0,8 0 0 0,-8 0 0 15,7 1 0-15,0-1 0 0,0-3 0 0,0 3 0 0,0-3 0 0,1 3 0 16,-2-3 0-16,1-1 0 0,7 1 0 0,-8 0 0 0,2 3 0 16,-2-3 0-16,8 0 0 0,-7-1 0 0,1 1 0 0,-2 3 0 15,2-3 0-15,-2 3 0 0,1-3 0 0,1 3 0 0,-2-4 0 0,-6 5 0 16,8-4 0-16,-8 4 0 0,8-2 0 0,-8 2 0 0,1-1 0 0,-1 0 0 15,0 1 0-15,2-1 0 0,-2 0 0 0,0 1 0 0,-6-1 0 16,6 4 0-16,-6-4 0 0,7 4 0 0,-7-3 0 0,7 0 0 16,-7 3 0-16,0-4 0 0,0 0-232 0,6 0-188 0,-6 4-102 0,0-3-66 15,0-1-49-15,0 0-16 0,0 1 0 0,0 3 12 0,7-4 18 16,-7 4 26-16,0 0 28 0,0-3 35 0,0 3 39 0,0 0 57 16,0 0 71-16</inkml:trace>
  <inkml:trace contextRef="#ctx0" brushRef="#br0" timeOffset="1900.75">5555 7396 53 0,'-7'0'206'0,"7"0"18"0,-6 4 15 0,6 0 14 15,-6-4 14-15,-1 3 13 0,7 1 12 0,0-1 24 0,0 1 32 0,0 3 12 16,0-3 5-16,0 7-19 0,0-4-31 0,0 4-23 0,7 4-17 15,-7 0-14-15,6 3-11 0,-6 0-11 0,6 4-12 0,1 0-12 16,-7-3-11-16,7 2-24 0,-7 6-30 0,6-6-34 0,-6 1-35 0,6 0-24 16,-6-4-19-16,0 4-12 0,0-2-12 0,0-3-16 0,7 5-16 0,-7-7-26 15,0 3-33-15,0 0-52 0,-7 1-62 0,7-5-66 0,0 1-70 16,-6 0-60-16,6-4-55 0,-6 0-28 0,-1 0-14 0,7-4-5 16,-7-3-2-16,7-4 8 0,0 0 12 0,-6-4 23 0,6-3 31 0,0-4 52 15,0-4 60-15</inkml:trace>
  <inkml:trace contextRef="#ctx0" brushRef="#br0" timeOffset="2183.46">5607 7653 46 0,'-6'-11'168'0,"6"0"16"0,-7 0 17 16,7-1 20-16,-7 1 24 0,7 1 26 0,-6-5 27 0,6 8 35 15,6-8 38-15,-6 4 3 0,7 0-19 0,0 0-15 0,5 0-16 0,2-3-9 16,-2 3-7-16,8-4-12 0,-1 4-10 0,7-4-14 0,-6 4-20 0,7 0-20 16,5 0-21-16,-6 0-31 0,0 0-33 0,7 4-26 0,0 0-18 15,-1 3-15-15,-7-3-9 0,9 7-7 0,-2 0-3 0,-7 0-4 16,2 0-3-16,-1 3 0 0,0 5-2 0,0-5-1 0,-7 5 0 0,7 2 0 15,-6-2-2-15,-7 3 0 0,7 0 1 0,-8 0-2 0,2 3-2 16,-1-3 0-16,0 4-3 0,0 0 0 0,-7 0-1 0,8-1-3 16,-8 1-2-16,0-1-3 0,1 5-5 0,0-1-2 0,-7-4-4 0,6 5-3 15,-6 0-4-15,0-1-4 0,0 4-3 0,0 0-2 0,-6-4-3 0,-1 4-10 16,7-4-11-16,-13 4-15 0,7-3-21 0,-1 3-21 0,-6-4-23 16,7 4-32-16,-8-5-35 0,1-1-55 0,1-1-64 0,-2-1-76 0,1 1-82 15,-6-4-62-15,6 0-55 0,-7-4-22 0,7-3-6 0,-6-1 8 16,-1-3 16-16,1 0 17 0,5-3 23 0,-5-1 29 0,-1-3 34 15,8-1 54-15,-8 2 66 0</inkml:trace>
  <inkml:trace contextRef="#ctx0" brushRef="#br0" timeOffset="2367">5828 7807 0 0,'-12'-8'142'0,"-8"1"62"15,1 3 35-15,5-3 40 0,2 3 45 0,-2 4 40 0,1-3 38 16,7-1 24-16,-1 0 15 0,0 4-7 0,7 0-20 0,0 0-25 16,0 0-30-16,0-3-19 0,7 3-15 0,0-3-23 0,-1 3-26 0,7-5-35 15,1 5-39-15,4-3-36 0,-4 3-34 0,5-4-21 0,7 1-14 16,-6-2-8-16,6 5-5 0,1-3-10 0,-2-1-11 0,1 0-10 0,0 0-10 15,0 4-14-15,1-3-17 0,-9-1-22 0,9 1-27 0,-7 3-40 16,-1-4-49-16,0 4-68 0,-5 0-78 0,-1-3-72 0,-7 3-69 0,7 3-49 16,-13-3-39-16,7 4-21 0,-7-4-10 0,0 3 1 0,-7 1 7 15,0 3 15-15,1 1 21 0,0 0 36 0,-7-1 44 0,-1 4 65 16,-5 0 76-16</inkml:trace>
  <inkml:trace contextRef="#ctx0" brushRef="#br0" timeOffset="2533.69">5789 8000 0 0,'-26'19'3'0,"6"-5"187"0,1-2 16 16,-1 1 13-16,8-1 10 0,6-4 11 0,-2-5 10 0,2 5 18 15,6-4 20-15,0-1 25 0,6-3 29 0,2 4-15 0,-2-4-33 16,6 0-26-16,2 0-21 0,-1 0-16 0,-1 0-13 0,8 0-10 0,0-4-9 16,-1 4-10-16,7-3-11 0,-6-1-17 0,6 0-21 0,1-3-38 15,-9-1-43-15,9 1-58 0,-1-4-64 0,0 0-68 0,0 0-71 0,-7 0-65 16,7-4-63-16,-6-3-40 0,-1 3-30 0,1-3-14 0,0 0-7 16,-7 0-5-16,-1-4 1 0,-5 2 10 0,6 3 15 0,-7-5 33 15,2 4 39-15,-2-4 54 0,0 3 137 0</inkml:trace>
  <inkml:trace contextRef="#ctx0" brushRef="#br0" timeOffset="2800.04">6134 7162 0 0,'-6'-8'146'0,"6"6"111"0,0 4 23 16,-6 2 38-16,6 3 44 0,-7 5 40 0,7 2 38 0,-7 5 29 16,1 2 21-16,6 5 21 0,-6 3 16 0,6 0-33 0,-7 8-61 0,7 3-41 15,-6 4-31-15,6 1-19 0,-7 2-13 0,7 4-28 0,0 1-36 0,-7 3-32 16,7-1-32-16,-6 5-19 0,6 0-16 0,0-4-13 0,0 0-16 15,0-1-137-15,0 2 0 0,6-5 0 0,-6-4 0 0,7-2 0 16,0-2 0-16,6-6 0 0,-7 0 0 0,7-8 0 0,0 0 0 16,0-3 0-16,0-4 0 0,0-3 0 0,7-5 0 0,-8-3 0 0,8 0 0 15,-7-4 0-15,0-7 0 0,6 0 0 0,-5 0 0 0,5-7 0 16,-5-4 0-16,-2-3 0 0,2-2 0 0,5-2 0 0,-6-4 0 0,0 0-79 16,-7-3-200-16,8-4-75 0,-8-1-89 0,8 1-76 0,-8-1-72 15,0-2-29-15,-6-1-9 0,7-4 6 0,-1 4 13 0,-6-4 23 16,0 1 26-16,0-1 29 0,0 0 33 0,0 1 46 0,0-4 56 0,0 3 78 15,7-3 223-15</inkml:trace>
  <inkml:trace contextRef="#ctx0" brushRef="#br0" timeOffset="2999.83">6682 7177 0 0,'0'0'89'0,"0"3"200"0,0 1 40 0,6 0 23 15,-6-1 15-15,0 1 27 0,0 0 32 0,0-1 24 0,0-3 21 0,6 4 15 16,-6 3 12-16,8-3-25 0,-2-1-46 0,0 5-63 0,0-5-72 15,1 5-48-15,-7-1-36 0,7 0-23 0,6 1-14 0,-13 3-26 0,12-4-33 16,-4 0-28-16,-2 4-25 0,0-4-29 0,1 4-28 0,0-3-38 16,-7-1-43-16,6 4-59 0,-6-3-68 0,6-1-77 0,-6 0-78 15,0 1-65-15,0-1-55 0,0 0-29 0,-6 4-14 0,6-3-4 0,-6-1 2 16,6 0 11-16,-7 0 16 0,0 1 28 0,1-1 31 0,0 0 54 16,-2 4 62-16</inkml:trace>
  <inkml:trace contextRef="#ctx0" brushRef="#br0" timeOffset="3133.13">6649 7594 126 0,'-6'11'178'0,"-1"0"15"15,0 0 17-15,1 0 16 0,0 0 21 0,-1 0 16 0,0-3 16 0,1 2 15 16,6-2 10-16,0 3-27 0,0-4-46 0,0 0-31 0,0 0-23 16,0 0-17-16,0 1-12 0,6-1-27 0,-6 1-30 0,7-1-52 0,0 1-65 15,-7-5-58-15,6 5-56 0,0-1-56 0,-6 0-54 0,7 1-32 16,0-1-24-16,-7-3-10 0,6 3-5 0,-6 0-3 0,6 0 0 16,1 4 9-16,-7-3 16 0,7-1 33 0,-1 4 45 0</inkml:trace>
  <inkml:trace contextRef="#ctx0" brushRef="#br0" timeOffset="3316.81">6675 8081 0 0,'-6'19'44'0,"-1"-1"121"0,0 0 18 0,1 0 23 0,0 1 28 16,-1-4 27-16,0-1 30 0,1 1 36 0,6 0 41 0,-6-4 17 0,6-1 2 16,-7-2-15-16,7-1-24 0,0 1-19 0,7-1-16 0,-7-4-17 15,0 1-15-15,0-4-21 0,6 0-25 0,0 0-27 0,1 0-27 0,0-4-37 16,-1-3-39-16,0 0-29 0,8-1-26 0,-1-3-16 0,-7 1-15 16,14-9-22-16,-8 1-24 0,2 0-35 0,-1-8-41 0,7 0-58 0,-8 1-64 15,8-5-60-15,-7 5-55 0,0-5-48 0,6 1-43 0,-5 0-21 16,-2 0-11-16,-5-2-2 0,6 3 2 0,0-2 14 0,-7 5 19 15,8-1 31-15,-2 1 38 0,-5-4 56 0,6 2 62 0</inkml:trace>
  <inkml:trace contextRef="#ctx0" brushRef="#br0" timeOffset="3516.97">7124 7210 6 0,'0'3'296'0,"-6"1"48"0,6-1 37 0,-6 1 25 15,6 0 19-15,0-1 16 0,0 1 14 0,0 0 15 0,0-4 16 16,0 3 16-16,6-3 14 0,-6 4-49 0,6-4-82 0,1 4-67 15,0-1-62-15,-1 1-42 0,0 0-34 0,1-1-22 0,0 0-18 0,6 2-16 16,-7-2-13-16,0 5-15 0,8-5-15 0,-8 4-19 0,8 2-19 0,-8-3-22 16,0 1-25-16,1 1-24 0,-1-1-26 0,8 4-35 0,-8-3-40 15,-6 3-59-15,6-4-69 0,0 0-76 0,2 4-79 0,-8-4-58 16,6 5-47-16,-6-5-22 0,0 0-9 0,6 0 5 0,-6 4 11 0,0-3 16 16,0-2 18-16,0 2 30 0,-6 0 35 0,6-1 58 0,-6-3 68 15</inkml:trace>
  <inkml:trace contextRef="#ctx0" brushRef="#br0" timeOffset="4066.57">7124 7583 0 0,'-12'7'170'0,"5"-3"130"0,0 4 48 16,-6-5 43-16,7 0 41 0,0 2 32 0,-2-2 26 0,2 1 22 15,6-4 21-15,-6 4 19 0,6-4 16 0,-6 3-36 0,6-3-63 0,-7 0-57 16,7 0-57-16,0 0-50 0,0 0-45 0,0 0-44 0,0 0-42 16,0 0-30-16,7 4-27 0,-1-4-22 0,0 0-20 0,0 0-18 0,8-4-17 15,-1 4-11-15,0 0-10 0,6-3-7 0,1 3-4 0,0-4-2 16,-1 4-1-16,7-4 0 0,0 1 1 0,-6 3 1 0,5-5-1 15,2 5 0-15,-7-3 1 0,-1 3-1 0,7 0 0 0,-13 0-1 0,6 0 0 16,1 0 1-16,-7 0-1 0,0 0 1 0,0 3 0 0,-6-3 3 16,-1 5 1-16,1-5-10 0,-1 3 0 0,-6-3 0 0,6 4 0 0,-6-4 0 15,0 4 0-15,0-4 0 0,0 0 0 0,0 3 0 0,-6-3 0 16,6 4 0-16,-6 0 0 0,-1-1 0 0,1 1 0 0,-7 3 0 16,0-3 0-16,-1 7 0 0,2-4 0 0,-8 4 0 0,7-4 0 0,-7 8 0 15,1-4 0-15,0-1 0 0,-1 2 0 0,1 3 0 0,-1-4 0 16,0 3 0-16,7-3 0 0,-7 4 0 0,8-4 0 0,-2 0 0 0,2 0 0 15,5-4 0-15,-6 0 0 0,6 1 0 0,7-1 0 0,-6 0 0 16,6-4 0-16,0 2 0 0,0-2 0 0,6 1 0 0,-6 0 0 0,7-4 0 16,6 4 0-16,-6-1 0 0,5 1 0 0,2-4 0 0,-2 4 0 15,2-4 0-15,5 0 0 0,-5 0 0 0,4 0 0 0,2-4 0 16,0 0 0-16,-1 1 0 0,-5-1 0 0,5 0 0 0,1 0 0 0,-8 1 0 16,8-2 0-16,-7 2 0 0,0 0 0 0,0-1 0 0,-6 0 0 15,6 1 0-15,-7-1 0 0,8 0-146 0,-8 4-17 0,0-3-15 0,1 3-11 16,-1-4-5-16,1 4-3 0,-1-4 5 0,1 4 9 0,-7 0 12 15,6 0 12-15,-6 0 16 0,6 0 14 0,-6 4 17 0,8-4 19 0,-8 4 21 16,6-1 26-16,-6 1 25 0,0 3 28 0,6-3 21 0,-6 3 21 16,0 1 14-16,7-1 10 0,-7 4 9 0,0-3 7 0,7 3 3 15,-7-4 1-15,0 4 0 0,6 0-2 0,-6-4-6 0,0 0-9 0,0 4-10 16,0-3-9-16,0-1-10 0,0 0-11 0,6-3-14 0,-6 3-13 0,0-3-21 16,0 0-24-16,-6-1-38 0,6 1-43 0,0-1-61 0,0-3-70 15,-6 4-66-15,-1-4-64 0,7 0-54 0,-7 0-51 0,1 4-25 16,0-4-11-16,-8 0 0 0,8-4 3 0,-1 4 14 0,-6 0 15 0,0 0 35 15,1 0 41-15,-2-4 58 0,1 4 69 0</inkml:trace>
  <inkml:trace contextRef="#ctx0" brushRef="#br0" timeOffset="4249.92">7274 8033 43 0,'-6'0'230'0,"0"0"36"0,-1 0 35 16,7 0 45-16,-7 5 50 0,7-5 36 0,-6 0 32 0,6 3 26 16,0-3 21-16,-7 0 1 0,7 4-11 0,0-4-34 0,-6 7-43 0,6-3-33 15,-6-2-32-15,6 7-26 0,-8 2-27 0,2-4-37 0,0 4-44 0,-1 4-32 16,0 0-29-16,1-1-22 0,-7 4-20 0,7-3-17 0,-8 3-15 15,8 1-12-15,-7-1-47 0,6 0-31 0,-5 0 0 0,-2-3 0 16,8 3 0-16,-1-3 0 0,1-1 0 0,0 2-83 0,-2-5-55 0,2-4-55 16,0 0-62-16,6-3-81 0,0-1-89 0,0-3-75 0,6-3-66 0,0-5-30 15,2-2-11-15,-2-1 3 0,7-5 11 0,-7-2 19 0,8 0 22 16,-2-4 29-16,8 0 32 0,-7 0 53 0,0 0 61 0,0 0 79 16,7 0 256-16</inkml:trace>
  <inkml:trace contextRef="#ctx0" brushRef="#br0" timeOffset="4633.7">7288 8070 0 0,'6'0'147'0,"0"4"86"0,-6 0 38 0,7 3 57 0,-7 1 63 0,6-1 44 0,-6 4 35 15,0-4 25-15,7 7 19 0,-7-3 5 0,7 0-3 0,-7 5-28 16,0-6-39-16,6 5-34 0,-6-4-30 0,0 0-32 0,6 4-35 16,-6-4-54-16,0-1-63 0,7 1-43 0,-7 1-36 0,0-5-31 0,0 0-29 15,7 0-30-15,-7-3-32 0,0 0-33 0,6-1-31 0,-6-3-34 16,6 0-37-16,1-3-47 0,0-1-53 0,-7-3-61 0,6-4-68 0,1 0-54 16,-1 0-45-16,0-4-32 0,1 1-21 0,0-5-8 0,-1 1-1 15,0 3 9-15,1-3 18 0,-7 3 37 0,7 0 48 0,-1 1 64 16,-6 3 73-16,7 4 82 0,-7 0 86 0,6 3 77 0,-6 0 72 0,0 4 65 15,0 4 65-15,0 0 59 0,7 3 57 0,-7 0 59 0,0 4 58 16,0 0 27-16,6 3 11 0,-6 1-2 0,7 0-7 0,-1 0-8 16,-6 3-6-16,6-3-9 0,2 3-10 0,-2-4-18 0,0 5-24 0,1-5-27 15,6 5-31-15,-7-4-42 0,1-2-48 0,-1-1-34 0,8 3-23 0,-8-4-16 16,7-4-14-16,-6 4-13 0,5-4-15 0,-5-3-13 0,6 0-54 16,-6-1-28-16,5 1 0 0,-5-4 0 0,0 0 0 0,-1 0 0 15,7-4 0-15,-6 1 0 0,-1-1 0 0,1 4 0 0,-1-7 0 0,0 3 0 16,-6 0 0-16,8-3 0 0,-2 3 0 0,-6 1 0 0,6-5 0 15,-6 5 0-15,6-1 0 0,-6 1 0 0,0-5 0 0,0 5 0 0,7-1 0 16,-7-3 0-16,0 2-49 0,0-1-136 0,0 2-65 0,-7-4-85 16,7 1-94-16,0-4-78 0,0 4-66 0,-6-4-33 0,6 0-13 0,0-4-1 15,0 4 9-15,0-3 18 0,0-1 21 0,-6 0 31 0,6-3 32 16,0 3 55-16,0-3 64 0,0 0 84 0,0 3 264 0</inkml:trace>
  <inkml:trace contextRef="#ctx0" brushRef="#br0" timeOffset="5083.46">7828 7458 23 0,'-7'0'300'0,"1"0"50"16,0 0 41-16,-1 0 22 0,0 0 12 0,7 4 7 0,0-4 7 15,-6 4 5-15,6-4 4 0,0 0 4 0,0 0 4 0,0 4-61 16,0-4-94-16,0 0-75 0,0 3-63 0,6-3-48 0,-6 4-42 0,7-4-20 16,-7 4-12-16,7-4-8 0,-1 4-6 0,0-1-9 0,-6-3-13 15,7 4-26-15,-1-1-35 0,1 1-48 0,0 0-55 0,-1-1-60 0,-6 1-62 16,0 0-51-16,6 3-45 0,-6-4-34 0,0 5-27 0,0-1-15 15,0 0-6-15,-6 4 1 0,6-3 6 0,0 2 21 0,-6 2 32 0,-1 3 44 16,7-4 53-16,-7 3 59 0,1 1 170 0</inkml:trace>
  <inkml:trace contextRef="#ctx0" brushRef="#br0" timeOffset="5316.94">7783 7748 0 0,'0'18'61'0,"-8"-3"81"0,8 3 4 0,0-3 4 0,0-1 4 0,0 1 5 16,8 0 3-16,-8-4 5 0,6 3 3 0,-6-2-15 0,6 1-25 16,-6-1-29-16,7-1-31 0,0 4-19 0,-1-4-14 0,0 3-6 15,1-3-4-15,-1 4-7 0,1-4-7 0,0 3-9 0,-1 2-11 0,-6-5-9 16,6 3-9-16,1 1-8 0,-7 3-5 0,7-3-3 0,-7 0-3 0,6 2 0 15,-6-2 1-15,0 3 2 0,0 1 6 0,-6-1 13 0,6 1 14 16,-7-1 22-16,0 0 25 0,7 4 30 0,-6-4 34 0,0 0 35 16,-1-2 36-16,0 2 42 0,1-4 45 0,-1 1 29 0,1-4 23 0,0 0 11 15,6 0 8-15,-7-4-1 0,7 1-8 0,-7-1-11 0,7-4-18 16,0 1-23-16,0 0-27 0,0-4-29 0,0 0-33 0,0-4-39 16,7 0-42-16,0 1-33 0,-1-4-25 0,0-4-26 0,7 0-26 0,1-8-31 15,-2 1-35-15,8 0-43 0,-7-4-49 0,7-8-59 0,0 5-63 0,-8-8-58 16,8 0-53-16,-1-1-36 0,1-2-29 0,0 0-11 0,-8-1-3 15,8 1 8-15,-7-2 11 0,7 2 24 0,-8 3 26 0,1-3 41 16,1 2 46-16,-2 5 58 0,-5 0 156 0</inkml:trace>
  <inkml:trace contextRef="#ctx0" brushRef="#br0" timeOffset="5567.02">8251 7414 0 0,'0'-7'14'15,"0"4"278"-15,-6 3 61 0,6-4 39 0,0 0 26 0,0 4 21 0,0-4 20 16,0 1 20-16,6-1 17 0,1 1 17 0,-1-1 16 0,1-3-12 15,6-1-27-15,-1 1-60 0,2 0-77 0,-1-4-60 0,0 3-55 0,6-2-33 16,1-2-21-16,-7 6-20 0,7-6-19 0,-1 1-18 0,0 4-17 16,1-1-16-16,0 1-16 0,-1 0-13 0,-5-4-13 0,5 7-11 15,0-3-10-15,-6 3-11 0,7-3-12 0,-7 3-16 0,0 1-16 0,0-5-15 16,0 8-18-16,0-3-18 0,-7-1-20 0,1 0-20 0,0 4-24 0,-1-3-34 16,-6 3-40-16,0 0-57 0,0 0-62 0,-6 0-53 0,6 0-51 15,-7 0-29-15,0 3-19 0,-5 1-10 0,-2-4-8 0,8 4-1 16,-7-1 6-16,-7 5 13 0,8-5 18 0,-2 1 33 0,-5 3 40 0,6 0 55 15,-6 1 63-15,-1-1 57 0,0 0 102 0</inkml:trace>
  <inkml:trace contextRef="#ctx0" brushRef="#br0" timeOffset="5734.03">8310 7345 0 0,'-14'15'49'0,"2"-1"107"0,6 1 16 0,-1 0 19 15,-6 3 23-15,6 4 26 0,7 0 28 0,-6 4 36 0,0-1 38 16,-2 4 23-16,8 0 14 0,-6 1 0 0,6 3-8 0,0 4-7 16,-6-4-7-16,-1 7-8 0,7-3-8 0,-7-1-12 0,7 4-15 0,-6 1-20 15,0-4-24-15,-1 3-33 0,1-4-38 0,-1 1-38 0,0-4-37 0,7 0-28 16,-6-4-22-16,0 0-21 0,-1-3-22 0,0-4-26 0,7 0-28 15,-6-4-45-15,6-3-53 0,-6-4-78 0,6 0-90 0,0-4-85 16,-7 1-85-16,7-8-43 0,0 0-21 0,7-8-11 0,-7 5-5 0,0-8 5 16,6-4 8-16,0 0 16 0,1-3 20 0,6-4 38 0,-7-3 45 15,8-1 72-15,-1-4 192 0</inkml:trace>
  <inkml:trace contextRef="#ctx0" brushRef="#br0" timeOffset="5934.39">8596 7514 0 0,'7'-8'112'0,"-7"1"155"15,0 3 32-15,7 1 28 0,-7 3 27 0,0 0 30 0,0 0 27 0,0 0 25 16,-7 3 24-16,7-3 18 0,0 4 20 0,0 0-29 0,0-1-50 16,-7 1-54-16,7 3-51 0,-6 0-36 0,0 4-29 0,-2 0-27 0,2 0-26 15,0 4-29-15,-7 3-28 0,0-3-28 0,0 7-26 0,-7-4-31 16,7 5-34-16,-6-5-35 0,6 4-35 0,-7-5-45 0,0 3-48 16,1 1-55-16,-1-6-59 0,8 3-57 0,-8-3-53 0,7-1-41 0,0-3-32 15,0 4-28-15,-1-8-24 0,2 4-8 0,6-8-3 0,-1 5 13 16,0-4 19-16,7 0 32 0,0-4 41 0,0 0 52 0,0 4 55 0,7-1 58 15,0-3 56-15</inkml:trace>
  <inkml:trace contextRef="#ctx0" brushRef="#br0" timeOffset="6282.54">8310 7906 0 0,'6'2'77'0,"1"3"66"0,-1-5 22 0,1 7 24 16,6-3 28-16,-7 3 23 0,1 1 25 0,6-1 24 0,-7 4 23 0,8 0 15 15,-8 0 11-15,1 0 6 0,5-1 0 0,-5 2-4 0,0 2-9 0,-1-2-10 16,0-1-14-16,1-2-19 0,0 3-19 0,-1-1-22 0,1 1-21 16,-7-2-26-16,6-2-25 0,-6-1-35 0,7 1-39 0,-7-2-26 15,0-2-21-15,6 0-15 0,-6-4-11 0,0 3-11 0,0-3-8 0,0 0-18 16,0 0-19-16,0-3-27 0,-6-1-30 0,6 0-27 0,0-2-26 0,0-6-22 15,0 1-21-15,-7 1-11 0,7-5-8 0,7-5-4 0,-7 3-1 16,0-5 2-16,6 0 3 0,-6 0 13 0,7 0 16 0,-7 4 25 16,6-4 33-16,0 4 34 0,-6-2 37 0,8 6 34 0,-2 0 34 0,0-1 29 15,1 4 29-15,-1 0 22 0,1 0 24 0,-1 0 14 0,7 4 11 16,1 0 10-16,-8-4 8 0,7 3 4 0,6 5 3 0,-6-4-3 16,7 2-7-16,-7-2-7 0,6 3-9 0,1 4-13 0,-1-4-16 0,1 4-17 15,-7 0-16-15,7 0-11 0,0 4-8 0,-8 0-6 0,2 0-6 16,5-1-1-16,-6 5 2 0,0-1-1 0,0 1 1 0,-6 3 0 0,5-4 0 15,-5 4 0-15,6 0-2 0,-6 4-1 0,-1-5-1 0,0 5-2 16,-6 0-2-16,8-1-4 0,-8 5-2 0,0-4-5 0,0 3-7 16,-8 1-6-16,8-2-7 0,-6 2-13 0,6-1-13 0,-6 0-19 0,-1 0-20 15,0 1-25-15,1-4-26 0,-1-1-41 0,-5 1-48 0,5-4-66 16,-6 0-74-16,7 0-67 0,-8-4-64 0,1 0-45 0,1-3-33 0,5 0-11 16,-6-1 0-16,-1-3 11 0,2-3 15 0,-1 3 22 0,6-8 22 15,-6 5 40-15,1-5 47 0,4 2 64 0,-4-2 76 0</inkml:trace>
  <inkml:trace contextRef="#ctx0" brushRef="#br0" timeOffset="6483.94">8570 8022 0 0,'-6'-3'124'0,"-7"3"143"0,6 0 36 0,1 0 33 0,-1 0 30 16,1 3 23-16,6-3 19 0,-6 0 15 0,6 0 12 0,0 0 10 0,0 0 10 15,0 0-35-15,0 0-58 0,6 0-46 0,0-3-42 0,1 3-34 16,-1-4-31-16,7 1-28 0,-6-1-28 0,5 0-21 0,8 0-18 16,-6-3-15-16,5 4-11 0,-6-5-10 0,6 5-10 0,1-5-11 0,-7 5-12 15,7-5-14-15,-8 5-12 0,8-1-16 0,-7 0-17 0,0 4-21 16,-6-3-22-16,5 3-30 0,-4-3-34 0,-2 3-38 0,7 0-41 0,-13 3-48 15,7-3-50-15,-7 3-40 0,0 1-37 0,0 0-28 0,0-1-26 16,0 5-18-16,-7-5-13 0,7 5 0 0,-7-1 10 0,1 0 22 16,0 4 30-16,6-3 36 0,-14-1 40 0,8 4 47 0,-1-3 50 0,-6 3 40 15,0-4 121-15</inkml:trace>
  <inkml:trace contextRef="#ctx0" brushRef="#br0" timeOffset="6983.14">8668 8122 14 0,'-13'7'140'0,"0"0"14"0,6-3 14 16,1 3 15-16,-1-3 13 0,1-1 14 0,6-3 14 0,-6 4 5 15,6-4 0-15,0 0-16 0,0 0-25 0,0 0-21 0,0 0-19 0,0 0-14 16,0 0-12-16,0 0-6 0,0 0-7 0,6 0-4 0,-6 0-4 15,6 0-3-15,-6 0-6 0,7 0 7 0,-1 0 11 0,1 0 14 16,-7 4 18-16,7-4 13 0,-1 3 13 0,0 2 9 0,1-2 5 0,0 0-1 16,-1 1-2-16,0 4-4 0,1-1-3 0,0 4-3 0,-1-4-4 15,1 4-10-15,-1 0-13 0,-6 4-15 0,6-4-17 0,2 7-11 0,-8-3-10 16,6-1-7-16,0 4-5 0,-6 1-1 0,7-1-2 0,-7 4-2 16,0-3-3-16,6 3-3 0,-6-4-5 0,7 1-3 0,-7 1-4 0,0 0-3 15,6-2-2-15,-6 0-5 0,0 0-2 0,0-3-3 0,7 3-3 16,-7-3-4-16,0-4-2 0,0 4-3 0,6-4-2 0,-6 0 1 15,0-4-1-15,0 0 2 0,0 1 3 0,0-1 3 0,0-3 4 0,0 3 4 16,0-3 4-16,0 0 3 0,-6-1 2 0,6-3 4 0,0 4 0 16,-7-4 0-16,7 3 1 0,0-3-4 0,-6 0-2 0,-1 0-3 0,7 0-5 15,-6-3-7-15,-1 3-7 0,1 0-8 0,0-4-7 0,-8 1-11 16,8-1-15-16,-7-4-12 0,6 1-15 0,-6 0-14 0,7-1-14 16,-8-2-14-16,2-1-13 0,-2-4-12 0,1 0-14 0,7-3-11 0,-7 4-10 15,0-5-10-15,-1 1-8 0,8-4-5 0,-7 3-1 0,7 1 3 16,-7 4 4-16,6-5 10 0,-5 4 10 0,4 1 13 0,-4-1 11 0,5 4 15 15,1 0 13-15,-7 4 18 0,6-1 19 0,-6 1 20 0,6 0 22 16,1 3 21-16,-7 1 22 0,6 3 19 0,1-4 19 0,0 4 14 0,-1 0 10 16,1 0 9-16,-1 4 6 0,0-4 4 0,7 0 2 0,-6 3-4 15,6-3-6-15,-6 0-8 0,6 4-8 0,0-4-8 0,0 0-11 0,6 3-8 16,-6-3-9-16,6 4-8 0,-6 0-10 0,7-4-6 0,0 3-7 16,-1 1-3-16,7 0-2 0,-7-4-3 0,8 3-1 0,-2 1-1 15,2-4-1-15,5 0-4 0,-6-4-2 0,6 4-5 0,1-3-7 0,0-1-11 16,-1 0-12-16,7-3-15 0,-6 3-16 0,6-3-25 0,0 0-28 15,-7 0-39-15,8 3-43 0,-7-3-59 0,5-1-66 0,-5 5-63 0,6-5-59 16,-6 4-38-16,-8 1-27 0,8 3-6 0,-1-4 4 0,-5 4 10 16,5 0 16-16,-6 4 22 0,0-4 28 0,1 0 37 0,4 3 44 0,-4 1 59 15,-1-4 115-15</inkml:trace>
  <inkml:trace contextRef="#ctx0" brushRef="#br0" timeOffset="7134.22">9137 8349 0 0,'7'4'84'0,"-7"-1"168"0,6 4 35 0,-6-3 49 0,0 0 61 0,0-1 38 0,6 1 28 16,-6 0 18-16,0-1 15 0,7 1 9 0,-7-4 8 0,0 4-39 0,7-4-62 15,-7 3-52-15,0 1-51 0,6-4-38 0,-6 4-36 0,0-4-51 16,0 3-62-16,6-3-46 0,-6 4-44 0,0-4-46 0,7 4-48 0,-7-1-67 16,0-3-75-16,0 4-81 0,0 0-85 0,0-1-60 0,-7 1-46 15,7 0-23-15,0-1-12 0,-6 1-5 0,6 3 0 0,0-3 9 16,0-1 11-16,-6 2 28 0,6 2 35 0,0-3 57 0,-7-1 67 0</inkml:trace>
  <inkml:trace contextRef="#ctx0" brushRef="#br0" timeOffset="9933.68">4591 12730 96 0,'0'0'183'0,"0"0"14"0,-6 0 13 0,6 0 18 0,0 4 20 0,0-4 27 0,0 0 31 0,0 0 37 16,0 0 42-16,0 0 1 0,0 0-21 0,0 0-17 0,0 0-17 16,0 0-9-16,0 0-7 0,0 0-7 0,0 0-5 0,0 0-13 0,0 0-14 15,0 0-21-15,0 0-25 0,0 0-32 0,0 0-39 0,0 0-24 16,0 0-20-16,6 0-11 0,-6 0-5 0,6 0-2 0,2 0 2 16,-2 0 3-16,0 0 6 0,0 0 1 0,8 0 0 0,-1 0-1 0,-1-4 1 15,2 4-1-15,-2-4-1 0,2 4-4 0,5-3-81 0,-5 3-22 16,4-4 0-16,-4 0 0 0,-1 4 0 0,7-3 0 0,-8 3 0 0,8-4 0 15,-7 4 0-15,0-3 0 0,0 3 0 0,1 0 0 0,-2-4 0 16,1 4 0-16,0 0 0 0,0 0 0 0,-7 0 0 0,8 0 0 16,-8 0 0-16,8 0 0 0,-8-4 0 0,0 4 0 0,7 0 0 0,-6 0 0 15,0 0 0-15,-1 0 0 0,0 0 0 0,-6-3 0 0,6 3 0 16,2 0 0-16,-8 0 0 0,6 0 0 0,-6 0 0 0,0 0 0 16,0 0-162-16,0 0-79 0,0 0-60 0,0-4-76 0,0 4-84 0,0 0-67 15,-6-4-56-15,-2 1-18 0,2 3-3 0,6-4 11 0,-12 0 16 16,5 4 23-16,0-3 23 0,-6-1 29 0,7 4 30 0,-8-4 50 0,2 1 59 15,-2 3 78-15,8-4 264 0</inkml:trace>
  <inkml:trace contextRef="#ctx0" brushRef="#br0" timeOffset="10450.61">4800 12416 147 0,'0'-5'213'0,"0"2"30"0,0 3 33 16,0 0 41-16,0 0 44 0,0 0 38 0,0 0 35 0,0 0 25 0,0 0 23 15,0 0-18-15,0 0-35 0,0 0-28 0,0 0-26 0,0 3-19 16,0-3-17-16,-7 5-22 0,7-5-26 0,0 3-35 0,0 0-40 16,-7 1-33-16,7 3-33 0,-6 1-21 0,-1-1-20 0,1 4-12 0,0 4-10 15,-2 0-10-15,-4-1-8 0,6 5-9 0,-8-1-8 0,1 4-7 16,7 0-7-16,-8-4-5 0,2 4-5 0,-2 0-3 0,-5 0-3 0,6 4-4 15,0-8-1-15,1 4-4 0,-2 0-3 0,1-4-1 0,0 4-1 16,0-7 0-16,7 3 0 0,-8-3 0 0,2-1 0 0,5 1 3 0,0-4 0 16,1 0 2-16,-1 0 1 0,1-3 0 0,-1-1 1 0,7-3 0 15,-6 3-3-15,6-3-12 0,0-1 0 0,-7-3 0 0,7 0 0 0,0 4 0 16,0-4 0-16,0 0 0 0,0 0 0 0,0 0 0 0,7 3 0 16,-7-3 0-16,0 0 0 0,6 4 0 0,1 0 0 0,-1-1 0 0,1 1 0 15,-1 0 0-15,1 3 0 0,0-3 0 0,5 3 0 0,-5 0 0 16,6-3 0-16,-7 3 0 0,7 1 0 0,1-1 0 0,-8-4 0 15,8 5 0-15,-2-1 0 0,-6-3 0 0,8 4 0 0,-1-1 0 0,-7-4 0 16,8 5 0-16,-2-1 0 0,-6-3 0 0,8 3 0 0,-8-3 0 16,7 3 0-16,1-3 0 0,-8 3 0 0,6-3 0 0,2-1 0 0,-8 5 0 15,1-5 0-15,6 1 0 0,-6 0 0 0,-1-1 0 16,0 1 0-16,0-1 0 0,2 1 0 0,-8-4 0 0,6 4 0 0,-6-4 0 16,6 3 0-16,-6-3 0 0,0 0 0 0,0 0 0 0,0 0 0 0,0 0 0 15,0 0-22-15,0 0-270 0,0 0-99 0,0 0-95 0,0 0-95 16,0 0-41-16,-6 0-16 0,6 0 1 0,-6 0 7 0,-2-3 14 15,2 3 21-15,0 0 24 0,0 0 28 0,-1 0 38 0,7 0 43 0,-13-4 80 16,6 4 164-16</inkml:trace>
  <inkml:trace contextRef="#ctx0" brushRef="#br0" timeOffset="11850.67">5933 12180 0 0,'6'-3'1'0,"1"-1"217"15,-1 1 32-15,-6 3 23 0,6 0 22 0,-6 3 32 0,0-3 34 0,0 0 36 16,0 0 36-16,0 4 24 0,0-1 21 0,0 2-19 0,-6-2-37 16,6 0-40-16,0 4-37 0,0-2-31 0,-6 2-26 0,6 0-22 15,-7 1-19-15,1 3-31 0,-1 0-35 0,0 0-35 0,1 0-35 0,0 3-27 16,-8 1-24-16,2-1-22 0,-1 5-24 0,-1 3-21 0,-5-4-22 16,6 4-24-16,-7 1-23 0,1-2-24 0,-1 5-25 0,0-4-27 15,1 0-29-15,-1 0-27 0,2-4-24 0,4 1-14 0,1-1-9 0,-7-3 2 16,8-1 7-16,6-3 13 0,-8 0 13 0,8-4 17 0,-1 1 19 15,0-1 20-15,1-3 23 0,-1-4 27 0,7 3 29 0,0-3 29 0,0 0 29 16,0 0 30-16,0 0 26 0,7 0 27 0,-7 0 28 0,6 0 30 16,1 0 31-16,6 0 19 0,-7 0 15 0,8 0 12 0,-2 0 12 0,2 0 10 15,-1 0 8-15,7 0 3 0,-2 0 0 0,-4 0-9 0,5 4-11 16,1-4-19-16,0 0-21 0,-1 0-26 0,1 4-29 0,6-4-18 16,-7 0-13-16,1 0-10 0,6-4-12 0,-7 4-9 0,7 0-7 0,-6-4-6 15,0 1-6-15,-1-1-3 0,1 0-4 0,-2 1-5 0,2-1-4 0,-6 0-7 16,5 1-8-16,-6-1-11 0,0 1-14 0,-7-1-21 0,8 0-19 15,-8 1-27-15,1 3-32 0,-7-5-50 0,0 2-61 0,0 3-64 16,0-4-66-16,0 0-59 0,-7 4-55 0,1-3-25 0,-1 0-8 0,0-1 4 16,-5 0 9-16,5 4 17 0,-6-4 18 0,0 1 27 0,7-5 30 15,-8 5 50-15,2-1 62 0</inkml:trace>
  <inkml:trace contextRef="#ctx0" brushRef="#br0" timeOffset="12050.81">5998 12470 0 0,'0'-4'28'15,"0"1"193"-15,0-1 25 0,0 4 20 0,0 0 19 0,0 4 31 0,-6-1 35 16,6 1 36-16,0 0 40 0,0 3 29 0,0 4 23 0,0 0-23 15,6 4-45-15,-6 3-39 0,6 4-38 0,-6 0-24 0,7 3-18 0,-7 5-13 16,6-1-12-16,-6 4-24 0,7-4-30 0,-7 8-32 0,0 0-33 16,7-1-25-16,-7 1-21 0,0 4-15 0,0-5-10 0,0 4-10 15,-7 0-7-15,7 1-7 0,0-1-9 0,0-3-8 0,-7-1-9 0,7-2-17 16,0-2-19-16,-6-2-21 0,6-5-25 0,0-2-28 0,0-1-28 0,0-4-42 16,0-7-49-16,0 0-75 0,0-4-87 0,0-7-77 0,0 0-71 15,0-7-33-15,-7-1-15 0,7-6 0 0,7-4 8 0,-7-1 16 16,0-7 17-16,0-3 24 0,6 0 25 0,1-4 41 0,0 3 49 0,-7-3 74 15,6 1 241-15</inkml:trace>
  <inkml:trace contextRef="#ctx0" brushRef="#br0" timeOffset="12332.72">6076 12877 0 0,'-7'0'228'0,"7"-4"88"15,-6 4 43-15,0 4 35 0,-2-1 32 0,2 1 24 0,0 0 19 16,0-1 14-16,-1 1 11 0,-6 4 5 0,6-2 5 0,-5 2-52 0,4 3-80 16,-4-3-66-16,6 2-59 0,-8 1-50 0,1 0-43 0,0 4-36 15,6-4-32-15,-5 4-29 0,-2 0-26 0,2-5-31 0,5 5-33 0,-6-4-36 16,6 0-40-16,1 0-49 0,-7-4-52 0,6 1-55 0,1-1-57 15,6 0-44-15,-6-3-35 0,6-4-27 0,0 0-22 0,0 0-11 0,0-4-5 16,6 1 10-16,0-5 19 0,1 5 33 0,0-5 38 0,5-3 53 16,-5 4 58-16,6-4 65 0,0 4 64 0,1 0 53 0,4-1 48 0,-4 4 40 15,-1 0 34-15,7 1 30 0,-8 3 28 0,2 0 20 0,5 0 16 16,-6 3 13-16,0 1 11 0,-1 0 5 0,2-1 2 0,6 5 2 16,-7-1 3-16,-1-3-5 0,-5 3-7 0,6 1-8 0,0-5-12 0,0 5-12 15,-6-5-15-15,5 5-15 0,-5-5-16 0,6 1-24 0,-7 0-29 16,2-4-35-16,-2 3-40 0,0-3-43 0,1 0-47 0,-1 0-44 0,1 0-43 15,-7-3-21-15,6-5-12 0,-6 1-6 0,7 0-3 0,-7-4 1 16,6 0 0-16,-6-4 11 0,6 0 14 0,-6 0 23 0,8-6 47 16</inkml:trace>
  <inkml:trace contextRef="#ctx0" brushRef="#br0" timeOffset="12984.03">6564 12301 6 0,'0'-7'266'0,"7"4"46"0,0-1 40 0,-7 4 37 0,0-4 38 0,0 4 30 15,0 0 25-15,0 0 22 0,0 0 20 0,0 0 13 0,0 0 9 16,0 4-38-16,0-4-60 0,0 4-56 0,-7-1-53 0,7-3-42 0,-7 7-38 16,1-3-37-16,0 3-36 0,-1 1-30 0,0 0-26 0,-6 2-22 15,0 0-20-15,0 2-22 0,1 3-21 0,-2-4-24 0,1 4-25 0,0 0-21 16,0-1-16-16,1-3-12 0,-2 0-12 0,8 0-7 0,-1-4-7 16,-6 1-6-16,13-1-9 0,-6-3-8 0,-1-1-10 0,7 1-4 15,0-4 0-15,0 0 5 0,0 0 7 0,0-4 12 0,0 4 11 0,7-3 10 16,-1-5 10-16,0 5 6 0,1-1 5 0,0-4 8 0,-1 5 9 15,8-5 11-15,-8 1 12 0,7 3 11 0,0-3 9 0,0 0 7 0,-1-1 9 16,2 5 4-16,-1-5 5 0,0 5 5 0,0-1 3 0,7 1 6 16,-8-1 4-16,2 0 7 0,5 1 7 0,1 3 5 0,-8-4 3 15,8 0 3-15,0 4 0 0,-1 0 1 0,1-3-1 0,-8 3 0 0,8 0 1 16,-1 0-1-16,1 0-1 0,-6 0 0 0,5 0-3 0,-6 0-3 16,0 3-4-16,0-3-3 0,0 4-4 0,-7 0-2 0,8-1-3 0,-8 1-1 15,1 0-17-15,-1-1-37 0,-6 1 0 0,6 4 0 0,-6-2 0 16,0 2 0-16,0-1 0 0,0 0 0 0,-6 4 0 0,0 0 0 0,-1 4 0 15,1-4 0-15,-1 4 0 0,-6 0 0 0,7-1 0 0,-8 1 0 16,2 0 0-16,-8 3 0 0,7-7-64 0,0 3-123 0,-6 1-46 16,-1 0-55-16,0-4-61 0,1 0-60 0,-1-4-58 0,7 0-37 0,-7 1-26 15,1-1-8-15,0-3 1 0,5-1 15 0,1-3 22 0,1 4 30 16,-2-4 34-16,2 0 49 0,5-4 54 0,0 4 70 0,-6-3 75 0,13-1 76 16,-6 4 77-16,-1-4 64 0,7 1 59 0,-6 3 49 0,6-4 48 15,0 4 36-15,0 0 32 0,0 0 30 0,0 0 29 0,0 0 21 0,0-4 15 16,6 4 5-16,-6 0 2 0,7-3-6 0,-1 3-6 0,1-4-12 15,-1 4-16-15,8-4-20 0,-8 1-22 0,7 3-21 0,0-4-21 0,0 0-23 16,0 1-29-16,6-1-21 0,-5 4-20 0,5-4-12 0,1 1-8 16,0-1-7-16,-2 4-7 0,-4-3-7 0,5-1-5 0,1 4-6 15,0 0-5-15,-1 0-7 0,-6 0-8 0,6 0-5 0,-5 0-8 0,-2 4-5 16,2-4-6-16,-8 3-5 0,7 1-5 0,-7 3-2 0,8-3-3 0,-14 3-1 16,6 0-2-16,0 1-1 0,-6-1-2 0,7 4-17 0,-7 0-4 15,-7 0 0-15,7 0 0 0,-6 0 0 0,6 4 0 0,-6-1 0 16,0-3 0-16,-8 4-39 0,8 0-42 0,-7-1-27 0,-1 1-31 0,2-4-45 15,-2 3-51-15,2-3-68 0,-8 0-74 0,7-3-63 0,-7-1-57 16,8 4-42-16,-8-8-35 0,7 2-7 0,-1-2 8 0,2-3 16 16,-8 0 20-16,7 0 25 0,0-3 28 0,6-2 44 0,-5-1 51 0,5-2 67 15,-6 1 76-15</inkml:trace>
  <inkml:trace contextRef="#ctx0" brushRef="#br0" timeOffset="13533.39">6584 12847 84 0,'-6'-3'198'0,"-1"-5"45"0,0 1 44 0,1 4 47 0,6-1 46 16,-6 0 33-16,6 1 28 0,-7 3 14 0,7-4 10 0,0 4-20 15,0 0-36-15,0 0-32 0,0 0-30 0,7-4-31 0,-7 4-29 16,6 0-36-16,0-3-35 0,8 3-41 0,-2-4-44 0,-5 0-30 0,13 1-25 15,-8 3-15-15,8-4-9 0,-7 0-7 0,7 1-2 0,0-1-4 0,-2 0-6 16,-4 1-6-16,5-1-9 0,1 0-12 0,-7 4-14 0,0-4-19 16,0 1-18-16,-7 3-22 0,8-4-23 0,-8 4-23 0,0-3-24 0,-6 3-28 15,0 0-30-15,0 0-39 0,0 0-42 0,0 3-31 0,-6 1-27 16,0-1-11-16,-8 1-3 0,8 0 7 0,-7 3 13 0,0 1 17 16,-6-1 20-16,-1 4 25 0,0 0 24 0,1 4 35 0,-1-5 38 0,-6 5 52 15,7 0 57-15,-1-1 50 0,-6 1 45 0,7-1 34 0,-1 2 26 16,7-2 21-16,-7-3 14 0,7 0 11 0,7-4 6 0,-7 4 2 15,7-7 2-15,6 3-4 0,-8-3-6 0,8 0-10 0,0-4-11 0,8 3-14 16,-8-3-14-16,6 4-14 0,7-4-11 0,-7 0-12 0,7 0-11 16,0 0-7-16,-6 0-7 0,6-4-3 0,0 4-2 0,6-3-3 15,-6-1-5-15,1 0-6 0,-2 1-10 0,2-1-16 0,-8-3-23 0,7-1-23 16,0 5-27-16,-6-5-20 0,5 5-20 0,-4-5-15 0,-2 5-13 0,-6-4-10 16,6 3-6-16,-6-3-6 0,0 3-4 0,0 0 0 0,0 1 1 15,-6 3 12-15,6-5 19 0,-6 5 23 0,-2 0 26 0,2 0 27 16,-7 0 24-16,7 5 24 0,-8-2 22 0,2 1 20 0,-2 0 16 0,2 3 17 15,-2 0 16-15,1 0 19 0,1 1 21 0,-8 3 17 0,7-4 14 16,0 4 11-16,0 0 7 0,-7 0 4 0,8 3 1 0,-2-3-2 0,8 0-4 16,-7 4-3-16,6-4-2 0,-6 4-6 0,7-4-6 0,0 0-13 15,-2 0-14-15,8 0-15 0,0 0-13 0,-6 0-11 0,6-4-9 0,6 4-6 16,-6-4-6-16,0 1-1 0,8-5 2 0,-8 5 8 0,6-1 10 16,7-3 12-16,-7 3 11 0,1-3 14 0,6 3 13 0,-7-3 9 15,8 0 7-15,-2 3 8 0,1-3 6 0,0-1 5 0,0 1 5 0,1-1-2 16,5 5-2-16,-6-5-11 0,0 1-16 0,0-4-16 0,0 4-16 15,7-1-14-15,-8 1-15 0,2 0-9 0,-1-4-7 0,-1 3-9 0,2-3-9 16,-2 4-7-16,2-4-8 0,-1 0-5 0,-1 0-7 0,2-4-7 16,-8 4-8-16,8 0-12 0,-8-3-11 0,7-1-16 0,-7 4-17 15,8-7-26-15,-8 3-29 0,0 0-41 0,1-3-47 0,0 0-57 0,-7 0-58 16,6-1-50-16,0-3-42 0,-6 4-31 0,0-4-27 0,7 0-5 16,-7 3 3-16,0-3 10 0,0 0 16 0,-7 0 23 0,7 4 29 0,0-4 41 15,-6 4 47-15,0-4 55 0,-1 4 126 0</inkml:trace>
  <inkml:trace contextRef="#ctx0" brushRef="#br0" timeOffset="13683.06">6779 13049 84 0,'-6'0'205'0,"0"0"27"16,-2 0 27-16,2 0 23 0,0 4 20 0,6-4 18 0,-7 3 16 0,7-3 19 16,0 0 21-16,0 0-8 0,0 4-19 0,0-4-26 0,7 4-32 15,-7-1-25-15,6-3-22 0,0 4-23 0,-6 0-26 0,8-1-22 0,-2-3-19 16,0 4-18-16,8-4-18 0,-8 4-25 0,0-4-28 0,1 0-41 16,-1 0-48-16,1 0-53 0,0-4-55 0,-1 4-60 0,-6-4-64 15,6 1-54-15,1-1-50 0,0-3-36 0,-7-1-30 0,6 1-15 16,0-1-7-16,-6-3 4 0,7 0 6 0,-7 1 19 0,7 2 29 0,-7-3 39 15,6 0 45-15,-6 4 54 0,7 0 143 0</inkml:trace>
  <inkml:trace contextRef="#ctx0" brushRef="#br0" timeOffset="13834.14">6923 12950 0 0,'0'4'196'0,"0"-1"24"15,0 1 19-15,0 0 19 0,0-1 18 0,0 1 19 0,0 0 18 16,0-4 26-16,0 3 30 0,0 1 3 0,0 0-7 0,6-1-30 0,-6 1-41 16,6 0-35-16,-6-1-29 0,7 1-23 0,0 0-17 0,-7-1-19 15,6 1-19-15,1-1-27 0,-1-3-32 0,0 5-54 0,2-2-63 0,-2-3-71 16,0 0-74-16,0 3-60 0,2-3-53 0,-2-3-50 0,0 3-50 15,1-3-23-15,-1-2-12 0,1-2-6 0,0 0-2 0,-1 0 7 0,0-4 12 16,8-4 28-16,-8 0 34 0,0 1 49 0,7-1 57 0</inkml:trace>
  <inkml:trace contextRef="#ctx0" brushRef="#br0" timeOffset="14066.4">7274 12437 0 0,'0'0'96'0,"0"0"210"0,0 0 54 0,0 0 37 0,0 0 30 15,0 0 27-15,0 0 24 0,0 0 21 0,0-4 17 0,6 4 15 16,2-3 14-16,-2 3-24 0,0-4-44 0,7 0-64 0,1 1-73 0,-2 0-58 16,2-5-50-16,5 4-35 0,-6 1-29 0,6-5-24 0,-5 5-25 15,5-1-19-15,-6 0-18 0,7 1-14 0,-7-5-15 0,-1 8-11 16,2-3-14-16,-1-1-14 0,0 0-20 0,-7 4-18 0,7-3-20 0,-7 3-20 16,8-4-19-16,-8 4-25 0,1-5-26 0,0 5-39 0,-7-2-42 15,6 2-59-15,-6-4-65 0,0 4-56 0,0 0-48 0,0-4-34 0,-6 4-24 16,-1 0-14-16,0-3-9 0,1 3 5 0,0 0 13 0,-2 0 20 15,-4 0 25-15,5 0 37 0,-6 0 41 0,7 0 57 0,-7 3 67 0,-1-3 55 16,2 4 202-16</inkml:trace>
  <inkml:trace contextRef="#ctx0" brushRef="#br0" timeOffset="14383.65">7404 12360 0 0,'-12'8'11'0,"-1"-1"143"0,-1 0 16 0,2 1 20 15,5 3 20-15,-6-4 28 0,7 4 26 0,-1 0 33 0,0 3 36 0,1-3 28 16,6 4 24-16,-7 0 0 0,7 3-14 0,-6-3-10 0,6 7-10 16,0 0-7-16,0 0-5 0,-6-1-13 0,6 6-15 0,0 2-22 15,0-4-24-15,-8 4-31 0,8 1-32 0,-6-1-40 0,0 1-39 0,6-1-29 16,-6 0-19-16,-1 0-18 0,0 1-13 0,7-5-18 0,-6 1-18 0,-1-4-23 15,1 0-22-15,6-4-32 0,-6-3-36 0,6 0-43 0,0-4-46 16,-8-4-55-16,8 4-62 0,0-7-48 0,0-1-40 0,0-3-33 16,0 0-25-16,0-3-13 0,0-1-4 0,8-3 10 0,-8-1 18 0,6 1 35 15,-6-4 45-15,6 0 52 0,1 0 58 0,-1 0 71 0,-6 0 77 16,7 0 66-16,0 4 59 0,-1-4 56 0,0 3 51 0,-6 5 50 0,6-5 45 16,2 1 38-16,-2 3 30 0,0 1 23 0,1-5 18 0,-1 5 10 15,8-4 5-15,-8 3-4 0,7-3-9 0,0-1-12 0,0 0-14 0,0 2-21 16,6-2-22-16,-5 1-30 0,5-1-32 0,-6 1-31 0,7 0-32 15,-1-1-30-15,1 1-30 0,-1 0-22 0,-6-1-20 0,6 5-15 16,-5-1-14-16,6 1-18 0,-8-1-19 0,1 4-30 0,1-4-32 0,-8 4-42 16,7 0-44-16,-6 0-46 0,-1 0-44 0,0 0-38 0,1 0-34 15,-7 0-38-15,0 0-41 0,0 0-16 0,0 0-6 0,0 0 8 16,0 0 13-16,-7-3 26 0,7 3 30 0,-6-4 40 0,6 0 44 0,-6 1 45 16,-1-1 45-16</inkml:trace>
  <inkml:trace contextRef="#ctx0" brushRef="#br0" timeOffset="14733.58">7522 12672 99 0,'0'0'181'0,"-7"3"15"16,7-3 13-16,0 8 18 0,0-5 22 0,-6 5 19 0,6-1 22 16,0 4 21-16,6 0 25 0,-6 0-11 0,0 4-25 0,0-5-20 0,7 5-16 15,-7 4-12-15,0-1-9 0,6-3-10 0,-6 6-11 0,0-2-13 16,0-1-15-16,7 4-16 0,-7 0-18 0,-7-4-20 0,7 4-21 0,0 0-21 16,0 0-21-16,-6 0-17 0,6-3-14 0,-7 3-9 0,7-4-6 15,-6-3-6-15,0 3-4 0,6-4-6 0,-8 1-8 0,2-4-8 16,0 0-6-16,-1 0-9 0,7 0-9 0,-6-3-4 0,-1-1-3 0,1 0-1 15,-1 1-3-15,1-5 2 0,-1 5 1 0,0-5 3 0,1 1 0 16,6-1 5-16,-6-3 5 0,-1 4 9 0,0 0 13 0,7-4 12 16,-6 3 12-16,6-3 8 0,-6 4 5 0,6-4 4 0,0 0 1 0,0 0 7 15,0 4 6-15,0-4 8 0,6 0 12 0,0 3 5 0,1-3 4 16,0 0-2-16,5 0-1 0,-5 4-5 0,6-4-2 0,7 0-5 0,-7 0-1 16,-1 0-3-16,8 0-1 0,-7 0-6 0,7 0-7 0,-8 0-10 15,8-4-10-15,-6 4-10 0,5-3-7 0,-6 3-6 0,0 0-4 16,7-4-7-16,-8 4-5 0,2 0-11 0,-1-4-11 0,-1 4-14 0,-4-3-17 15,4 3-19-15,-6-4-23 0,1 4-28 0,0-4-33 0,-7 4-44 16,6-3-48-16,1 3-50 0,-7-4-54 0,0 1-46 0,0 3-42 0,0-8-22 16,0 5-12-16,0-1 3 0,-7-3 10 0,7-1 16 0,-6 1 21 15,-1 3 28-15,7-7 34 0,-7 4 42 0,1-1 48 0,0-3 51 0,0 0 197 16</inkml:trace>
  <inkml:trace contextRef="#ctx0" brushRef="#br0" timeOffset="14900.37">7665 12998 0 0,'0'0'197'0,"0"0"107"0,-6 0 34 0,6 0 30 15,0 3 29-15,0-3 25 0,0 4 23 0,0-4 19 0,0 4 16 0,0-1 11 16,6 1 9-16,-6-1-45 0,6 2-73 0,1-2-66 0,0 0-62 16,-1 5-44-16,1-5-33 0,-7 5-31 0,6-4-28 0,0 3-27 0,2-3-29 15,-2 3-30-15,0-3-35 0,0 3-43 0,1-3-50 0,0-1-65 16,-7 1-74-16,6 0-80 0,1-1-81 0,-7 1-49 0,6-4-35 16,-6 0-18-16,0 0-9 0,0 0 0 0,6 0 1 0,2 0 12 0,-8-4 18 15,6 1 32-15,0-1 38 0,-6 4 61 0,7-4 70 0</inkml:trace>
  <inkml:trace contextRef="#ctx0" brushRef="#br0" timeOffset="15299.79">8036 12624 261 0,'0'0'351'0,"-6"0"37"16,6 4 21-16,0-4 16 0,0 0 10 0,0 0 16 0,0 0 17 0,0 0 16 15,0 0 16-15,6 0-10 0,-6-4-21 0,7 4-58 0,-1 0-75 16,1 0-65-16,6-3-60 0,-7 3-32 0,8-5-18 0,-2 5-13 16,-5-3-10-16,6 3-16 0,0-4-16 0,0 4-16 0,0-4-16 0,0 4-14 15,0 0-16-15,-6-3-20 0,5 3-21 0,-5 0-23 0,6 0-24 0,-7 0-26 16,8 0-28-16,-8 0-40 0,-6 0-46 0,7 0-59 0,-7 0-65 16,6 0-65-16,-6 3-64 0,0-3-47 0,0 4-41 0,0 0-14 15,-6 4 1-15,6-1 9 0,-7 4 14 0,1-4 19 0,0 4 25 0,-2 0 37 16,2 0 44-16,0 0 60 0,-8 4 64 0</inkml:trace>
  <inkml:trace contextRef="#ctx0" brushRef="#br0" timeOffset="15483.56">8043 12950 155 0,'-7'11'285'15,"1"-4"34"-15,6 1 28 0,-6-1 22 0,6-3 20 0,-8-1 23 0,8 1 24 16,0-4 23-16,8 4 19 0,-8-4-5 0,6 0-20 0,0 0-44 16,7 0-59-16,-6 0-48 0,6 0-44 0,-1-4-30 0,2 4-23 0,-1 0-20 15,7 0-17-15,-8-4-22 0,8 1-23 0,0 3-22 0,-1-4-19 16,1 4-16-16,0 0-11 0,-1-4-16 0,1 4-17 0,-2-3-21 15,2 3-24-15,0-4-28 0,-1 4-30 0,1-4-54 0,-7 4-64 0,7-3-82 16,-8 3-92-16,2 0-71 0,5-4-58 0,-6 4-30 0,0-4-14 16,0 4-3-16,0-3 3 0,1-1 13 0,-2 4 15 0,-5-4 21 0,6 1 28 15,0-1 49-15,-1 1 61 0</inkml:trace>
  <inkml:trace contextRef="#ctx0" brushRef="#br0" timeOffset="15849.66">8519 12485 0 0,'0'-4'178'16,"6"4"83"-16,-6-3 31 0,6 3 42 0,1-4 48 0,-1 4 35 0,1 0 31 15,6-4 23-15,-7 4 18 0,8-4 6 0,-2 4 1 0,8-3-36 16,-7 3-56-16,0-4-46 0,6 4-40 0,1-4-34 0,0 4-29 0,-1 0-39 16,1 0-47-16,-7 0-35 0,6 0-30 0,0 0-23 0,-5 0-19 0,6 0-14 15,-8 4-10-15,8-4-14 0,-7 0-12 0,0 0-17 0,0 0-16 16,0 0-18-16,0 0-20 0,-6 0-26 0,-1 0-32 0,0-4-46 15,2 4-58-15,-8-3-67 0,6 3-72 0,-6 0-66 0,-6-4-64 0,6 0-25 16,-8 1-11-16,2-1 2 0,0 0 7 0,-1 1 13 0,-6-1 16 16,0 0 24-16,7 1 30 0,-8 3 47 0,2-3 56 0,-2-2 68 15,1 2 260-15</inkml:trace>
  <inkml:trace contextRef="#ctx0" brushRef="#br0" timeOffset="16083.7">8726 12243 0 0,'0'0'69'0,"0"4"144"0,0-4 19 0,0 7 27 15,0-3 31-15,0 3 44 0,8 0 52 0,-8 4 36 0,0 0 30 16,6 0 18-16,0 4 14 0,1 3-29 0,-7 1-48 0,6 3-34 16,1 0-24-16,-1 3-14 0,1 4-11 0,-1 1-18 0,0 3-23 0,2 3-39 15,-2 1-46-15,0 0-34 0,1 3-27 0,-7 0-19 0,7 4-16 16,-1-3-12-16,-6 2-12 0,0-2-10 0,6-1-12 0,-6 0-12 0,0-3-14 16,0-1-18-16,0-2-20 0,0-1-22 0,0-4-23 0,0-4-27 15,7-3-27-15,-7-3-40 0,0-4-45 0,0-1-65 0,0-6-73 16,0-1-68-16,0-3-67 0,0-4-47 0,0-4-36 0,6-3-10 15,-6-4 3-15,0 0 12 0,7-4 15 0,-7-4 22 0,7-3 24 0,-7 1 39 16,6-5 44-16,-6 0 63 0,6 4 72 0</inkml:trace>
  <inkml:trace contextRef="#ctx0" brushRef="#br0" timeOffset="16250.59">8876 12759 0 0,'0'-7'161'0,"-6"0"144"0,0-1 50 0,6 5 40 16,-7-1 36-16,0 0 27 0,1 4 20 0,6 0 12 0,-7 0 13 15,1 4 6-15,0-4 5 0,-1 4-43 0,0-1-67 0,1 5-66 0,0-1-67 16,-8 0-54-16,8 5-49 0,-7-5-42 0,6 8-35 0,-6-4-31 15,1 3-27-15,4 1-28 0,-4-1-31 0,-1 1-36 0,-1 0-43 0,8-1-48 16,-7-2-53-16,6 2-57 0,1-6-63 0,0 3-54 0,-1-4-49 16,7-4-36-16,-7 1-27 0,7-4-11 0,0 0 0 0,7-4 10 0,0 1 17 15,5-4 31-15,-5-1 35 0,6 1 46 0,-7-5 49 0,14 6 57 16,-7-6 149-16</inkml:trace>
  <inkml:trace contextRef="#ctx0" brushRef="#br0" timeOffset="16366.89">8818 12836 96 0,'13'-3'147'0,"-7"-1"23"15,7 4 27-15,1 0 30 0,-2 0 31 0,2 4 30 0,-2-4 28 0,-5 3 15 16,13 1 8-16,-8 0 1 0,2-1-4 0,-2 1-7 0,2 0-7 0,-1-1-16 15,-1 5-16-15,2-5-21 0,-2 1-25 0,2 0-30 16,-1-4-35-16,0 3-46 0,0 1-53 0,-7-4-73 0,8 0-81 0,-8 0-82 16,0 0-81-16,1 0-72 0,-1-4-65 0,-6 1-34 0,7-5-16 0,-7 5-9 15,7-5-5-15,-7-3 0 0,0 4 1 0,0-4 17 0,6 0 25 16,-6 0 43-16,0 0 50 0</inkml:trace>
  <inkml:trace contextRef="#ctx0" brushRef="#br0" timeOffset="16766.23">9137 12419 59 0,'0'-3'304'0,"0"3"46"0,0-5 38 0,0 2 33 0,0 3 29 0,0 0 21 16,7-4 16-16,-1 1 14 0,0 3 12 0,1-4 7 0,0 0 5 0,5 4-56 15,-5-3-89-15,6 3-65 0,-6-4-59 0,5 4-43 0,2 0-35 16,-8 0-30-16,7 0-27 0,-6 0-20 0,6 0-16 0,-7 4-12 16,1-4-11-16,0 3-10 0,-1-3-9 0,0 4-9 0,-6 3-7 0,6-3-6 15,-6-1-5-15,0 5-4 0,0-1-3 0,0 0-4 0,0 1-1 16,0 3-2-16,0-4-4 0,-6 4-4 0,6 0-6 0,-6-3-6 15,6 3-6-15,-6 0-6 0,6 0-5 0,-7-1-5 0,7 1-7 0,-7 0-3 16,7 1-3-16,0-5-3 0,0 4-2 0,0-4 0 0,0 4-2 16,0-4 5-16,0 5 4 0,7-5 6 0,-7 0 5 0,7 0 6 0,-7 4 5 15,6-3 7-15,-6 3 8 0,6-4 11 0,-6 4 12 0,6 0 12 16,-6 0 13-16,8 0 12 0,-8 0 11 0,6 0 10 0,-6 0 10 16,6 0 9-16,-6 4 8 0,0-4 9 0,0 3 9 0,0-3 6 0,0 4 4 15,0-4-1-15,0 3-3 0,0 1-6 0,0-4-8 0,0 4-87 16,-6 0-17-16,6-4 0 0,-6 3 0 0,6-3 0 0,0 4 0 0,-8-1 0 15,2-3 0-15,6 4 0 0,-6-4 0 0,0 3 0 0,-1-3 0 16,0 4 0-16,1-4 0 0,-1 0 0 0,-6 0 0 0,6 0 0 16,-5 0 0-16,6-3 0 0,-8-1 0 0,1 0 0 0,0-3-237 0,0-1-97 15,0-3-86-15,0 0-81 0,0-3-76 0,0-4-38 0,0-4-18 0,7 0 1 16,-8-8 9-16,8 1 19 0,0-4 22 0,-1-3 31 0,0-1 34 16,7-4 51-16,0-2 57 0,0-1 78 0,0 3 172 0</inkml:trace>
  <inkml:trace contextRef="#ctx0" brushRef="#br0" timeOffset="16983.84">9202 12444 173 0,'0'0'257'0,"0"0"47"0,0 0 48 0,0 0 46 0,0 0 45 15,0 4 33-15,0 0 27 0,0-1 23 0,7 5 20 0,-7-1-14 0,0 4-30 16,0 0-34-16,0 4-39 0,0 0-34 0,0 3-35 0,0 0-39 16,0 4-45-16,-7 3-40 0,1 2-41 0,-1-2-32 0,0 4-24 0,1-3-23 15,0 7-35-15,-8-4-81 0,8 1 0 0,-7-1 0 0,0 0 0 16,6 0 0-16,-5-3 0 0,4 0 0 0,-4-4 0 0,6-4 0 0,-1 0-76 15,0-3-95-15,1-4-50 0,-1-4-68 0,1 0-78 0,0-2-74 16,6-5-73-16,-8 0-46 0,8-5-33 0,0-2-8 0,0-3 5 0,8-5 15 16,-8 0 19-16,6 0 26 0,0-3 28 0,1 0 39 0,-1-4 49 15,8 4 66-15,-8-1 78 0</inkml:trace>
  <inkml:trace contextRef="#ctx0" brushRef="#br0" timeOffset="17133.62">9144 12796 213 0,'6'0'264'0,"0"0"50"0,-6 4 54 0,7 0 44 0,0 3 39 15,-1 0 26-15,0 1 21 0,8-1 17 0,-8 4 13 0,7-4-20 0,1 4-39 16,-8 0-40-16,6 0-38 0,2 4-38 0,5-5-33 0,-5 6-45 15,-2-2-51-15,2 1-42 0,5-1-37 0,-6 1-26 0,6 0-22 0,-5-1-19 16,5 1-15-16,1-1-24 0,-8-2-30 0,8-1-36 0,-7 0-40 16,7-4-56-16,-7 0-65 0,6 1-86 0,-5-5-96 0,-2 1-81 0,1-4-72 15,7 4-37-15,-14-8-18 0,8 4-7 0,-2-4-2 0,-5 1 11 16,6-1 18-16,-7 0 25 0,7-3 29 0,-6 3 49 0,6-3 58 16,0 0 82-16,-6-4 245 0</inkml:trace>
  <inkml:trace contextRef="#ctx0" brushRef="#br0" timeOffset="17866.82">9645 12086 0 0,'0'0'119'0,"6"0"153"0,-6 0 35 0,0 3 38 0,0-3 40 0,0 4 32 16,0 0 32-16,0-1 25 0,0 1 21 0,0 0 18 0,0-1 16 0,0 4-32 15,0 1-54-15,-6-1-50 0,6 1-47 0,0 2-36 0,0 1-30 16,-7 0-33-16,7 1-35 0,-6-1-31 0,0 3-31 0,-1 1-23 0,0-1-21 16,1 1-18-16,0 0-17 0,-8-1-18 0,8 1-22 0,-7 3-22 15,6-3-25-15,-6 0-25 0,1 3-23 0,-2-3-30 0,1-4-30 16,0 3-44-16,7-2-50 0,-7-2-64 0,6-3-71 0,0 1-56 0,-5-5-50 15,12 1-40-15,-7-4-32 0,7 0-12 0,-7-4 1 0,7-3 8 16,7 0 15-16,-7-1 23 0,7-3 25 0,-1 1 42 0,7-1 47 0,-6 0 81 16,6-4 96-16,-7 4 85 0,7 0 78 0,0 4 67 0,1-5 62 15,-8 5 46-15,7 0 37 0,0-1 37 0,0 5 35 0,-7-4 31 0,8 3 28 16,-8 0 29-16,7-3 29 0,0 3 6 0,-7 1-4 0,7-1-11 16,1 0-14-16,-8-3-14 0,7 3-14 0,0 1-18 0,-6-1-21 0,5 0-26 15,-5 1-30-15,6-1-28 0,-7 0-29 0,8 1-27 0,-8-1-29 16,1 0-25-16,-1 1-24 0,7 3-22 0,-13-4-17 0,7 1-22 15,-1 3-20-15,-6-4-28 0,0 4-33 0,0 0-44 0,0-5-50 0,0 5-45 16,-6 0-43-16,6 0-31 0,-7 0-25 0,1 5-20 0,-1-5-15 16,1 4-8-16,-1-1-8 0,1 4 0 0,-8-3 6 0,2 3 22 15,5 1 33-15,0-1 53 0,-5 0 64 0,5 1 62 0,1 3 62 0,-8-4 48 16,8 4 44-16,0-4 36 0,-1 4 33 0,0-4 31 0,1 1 29 0,-1 0 28 16,7-1 26-16,0 0 23 0,0-1 19 0,0 3 14 0,0-6 9 15,0 5 9-15,7-5 6 0,-1 5-1 0,-6-5-7 0,7 1-10 16,0 3-12-16,-1-3-15 0,0-4-14 0,1 4-17 0,0-1-18 0,-1-3-21 15,7 0-23-15,-7 0-34 0,1 0-39 0,0 0-52 0,5-3-57 16,-4-1-61-16,4 0-60 0,-5 1-51 0,-1-5-43 0,7 5-35 16,-6-5-31-16,5-3-33 0,2 4-32 0,-1-4-17 0,-6 0-8 0,5 0 5 15,1 0 11-15,7-4 25 0,-14 4 32 0,8 0 43 0,-2 0 50 16,1-3 62-16,1 6 68 0</inkml:trace>
  <inkml:trace contextRef="#ctx0" brushRef="#br0" timeOffset="18183.77">9971 12214 19 0,'12'-7'128'0,"-5"3"49"0,-7-1 45 0,7 3 39 0,-7 2 39 0,0 0 45 15,0 0 46-15,0 0 33 0,0 0 25 0,0 2-1 0,0-2-16 0,0 5-23 16,-7-5-25-16,7 4-27 0,-7-1-28 0,1 1-29 0,0 3-34 15,0-3-35-15,-2 3-37 0,2-3-42 0,-7 3-46 0,6 0-32 16,1 1-26-16,-7-1-17 0,7 0-12 0,-1 1-8 0,0-1-4 0,1 0-4 16,6-3-2-16,-6-1-3 0,6 5-4 0,0-8-1 0,0 3-1 15,0 1-2-15,0 0-1 0,6-4-2 0,0 0-1 0,1 0 0 0,0-4 0 16,-1 4 0-16,7-4 0 0,-7 4 1 0,8-3 0 0,-2-1 2 16,-4 0 2-16,4 1 1 0,1-1 2 0,0 1 1 0,-6-1 0 0,5 0 2 15,-4 4-1-15,4-3-3 0,-6 3-1 0,2-4-5 0,-2 4-3 16,0 0-7-16,1 0-6 0,-1-4-7 0,-6 4-7 0,7 0-3 0,-7 0-4 15,0 0-1-15,0 0-3 0,0 0 0 0,0 0-2 0,0 0-1 16,7 0-2-16,-7 0 3 0,0 4 3 0,0 0 5 0,-7-1 8 16,7 1 6-16,0 0 6 0,0-1 4 0,0 1 4 0,0-1 1 0,0 1 3 15,0 0 2-15,0 3 2 0,0-3 0 0,0-1 3 0,0 2-5 16,7-2-3-16,-7 1-13 0,0-4-15 0,6 3-22 0,-6 1-23 0,0 0-32 16,0-4-35-16,6 2-36 0,-6 3-34 0,0-5-29 0,0 4-26 15,0-4-24-15,0 0-22 0,0 0-20 0,0 0-20 0,0 3-1 16,-6-3 10-16,6 0 16 0,-6 4 22 0,6-4 30 0,-7 0 36 0,0 0 36 15,7 4 35-15</inkml:trace>
  <inkml:trace contextRef="#ctx0" brushRef="#br0" timeOffset="18617.16">9769 12444 54 0,'-19'8'135'0,"5"-1"14"0,-6 0 16 16,8 1 17-16,-1-1 17 0,6 4 22 0,0-3 22 0,1 3 13 15,6 0 9-15,-6-1 8 0,6 5 5 0,0-4 10 0,6 4 10 0,-6 3 5 16,6-4 0-16,1 5-3 0,-7-4-10 0,7 3-12 0,-7 0-14 15,6 1-19-15,1-1-21 0,-7 4-24 0,6-7-26 0,-6 3-28 16,0 0-29-16,6-3-30 0,-6 0-26 0,0-1-23 0,7 1-19 0,-7-4-25 16,0-4-29-16,0 4-36 0,0-7-41 0,7 3-48 0,-7-7-49 15,0 0-42-15,0 0-39 0,0-4-28 0,6 1-26 0,-6-5-18 0,6-3-15 16,2 0-5-16,-8-3 1 0,6-1 16 0,0 1 25 0,1-5 40 16,-1 1 47-16,1 0 61 0,-1 3 65 0,1-4 66 0,-1 5 63 0,8-1 66 15,-8 1 66-15,0-1 62 0,1 4 63 0,0 0 49 0,-1 0 40 16,7 0 25-16,-7 3 17 0,8-2 7 0,-8 2 2 0,7-3-5 0,0 4-9 15,0-4-16-15,7 4-18 0,-8-4-30 0,2 3-37 0,5-2-40 16,-6 2-43-16,6 1-37 0,-5 0-34 0,6-1-24 0,-1 1-18 16,-6 3-13-16,6-3-10 0,-5 3-9 0,5 0-9 0,-6-3-7 0,0 3-8 15,1 4-4-15,-2-3-3 0,1 3-3 0,0-4-2 0,0 4-3 16,1 0-2-16,-8 0-1 0,0 4-1 0,7-4-1 0,-6 3-2 0,-1-3 1 16,-6 4-2-16,7 0 1 0,-1-1-1 0,-6 5-2 0,0-1-2 15,0-3-1-15,0 3-1 0,0 4-6 0,0-3-4 0,-6 3-5 0,6-1-7 16,-7 1-9-16,1 0-10 0,-1 4-10 0,0 0-12 0,1 0-14 15,0-1-17-15,-8 1-24 0,8 3-27 0,-7-3-43 0,7-1-47 0,-8 1-57 16,2 0-64-16,-2-1-52 0,8 1-47 0,-7-4-30 0,0 0-22 16,0 0-5-16,7 0 3 0,-8-4 11 0,8 1 14 0,-7-1 22 15,6 0 30-15,1-3 40 0,-1-4 50 0,1 4 60 0,0-4 125 0</inkml:trace>
  <inkml:trace contextRef="#ctx0" brushRef="#br0" timeOffset="19482.59">9997 12800 0 0,'-7'0'9'0,"0"0"220"0,1 0 37 0,0 4 37 0,0-4 34 0,-2 3 34 16,2-3 32-16,6 4 24 0,-6-4 17 0,6 4 12 0,-7-4 9 15,7 0-27-15,0 0-48 0,0 0-45 0,7-4-45 0,-7 4-38 0,6 0-37 16,0-4-32-16,2 1-32 0,-2-1-32 0,0 4-33 0,7-4-22 16,-6-3-16-16,6 3-13 0,-1 1-9 0,2-1-6 0,-2 0-5 0,2 1-5 15,-8-1-4-15,7 4-3 0,1-4-3 0,-8 4-3 0,6 0-3 16,2-4 0-16,-8 4-1 0,1 4-2 0,-1-4 0 0,1 0 0 0,0 4-2 16,-1 0 0-16,-6-1 1 0,6-3-1 0,-6 8 1 0,0-5-2 15,0 1 0-15,0 3 0 0,0-3 1 0,-6 3-2 0,6 1-1 0,0-5-2 16,-6 5-2-16,-1-1-1 0,0 0-3 0,1 0-4 0,-1-3-4 15,1 3-2-15,0 1-1 0,-2-1-1 0,-4-3 1 0,6 3-1 16,-8 0 1-16,8 1-1 0,-7-4 1 0,7 2 2 0,-8 2 2 0,8-4 2 16,-8 3 3-16,8-3 5 0,0 0 3 0,-1-1 2 0,1 1 2 15,-1-1 1-15,7 1-2 0,-7-4 0 0,7 4 0 0,0-4-1 0,0 3 3 16,0-3-1-16,7 4-1 0,-7-4 1 0,7 4 2 0,-1-4-1 16,1 3-1-16,-1-3-1 0,0 0 2 0,8 0-1 0,-8 0 0 0,8 0 1 15,-2 0 1-15,-5 0-2 0,6 0-1 0,0-3-6 0,-7-1-6 16,8 4-7-16,-8-4-11 0,7 1-11 0,-7-1-15 0,1 0-19 0,0 1-23 15,-1-1-22-15,-6 4-23 0,6-7-27 0,-6 7-30 0,8-4-28 16,-8 1-26-16,0-1-18 0,0 0-18 0,-8 1-9 0,8-2-9 16,0 2 0-16,-6 0 2 0,6-1 9 0,-6 0 15 0,-1 0 17 0,0 1 16 15,7-1 23-15,-6 0 25 0,-1 1 25 0,1-1 26 0,0 4 22 16,-8-4 25-16,8 1 20 0,0-1 22 0,-8 0 21 0,8 1 21 0,-1 3 21 16,-5-4 19-16,4 0 20 0,-4 4 23 0,6-3 21 0,-8 3 23 15,8 0 24-15,-7 0 24 0,6 0 24 0,0 0 23 0,1 3 20 16,0-3 16-16,6 0 11 0,-6 4 7 0,6 0 10 0,-8-4 7 0,8 3 4 15,0 1 1-15,-6 0-4 0,6 3-7 0,0-3-10 0,0 3-13 16,0-3-18-16,0 3-20 0,0 4-20 0,0-3-19 0,0 3-16 16,0 3-16-16,0-3-17 0,0 0-16 0,0 4-17 0,0-1-14 0,0 1-12 15,0-1-9-15,0 5-9 0,0-4-8 0,0-1-3 0,0 5-4 0,0-1-2 16,-6-3-1-16,6 3-2 0,0-4-1 0,-7 1-3 0,7 3-2 16,0-6-5-16,-7 2-3 0,7-3-7 0,0-3-7 0,0 3-9 15,0-4-10-15,0-4-11 0,0 1-12 0,0 0-11 0,0-1-12 0,0-3-8 16,0 0-8-16,0 0-4 0,0 0-1 0,7-3-1 0,-7 3 3 0,7-8 4 15,-1 5 8-15,-6-1 14 0,6-3 16 0,2 0 21 16,-2 3 26-16,-6-7 21 0,6 4 20 0,0-1 19 0,1 1 18 0,0-1 14 16,-1 1 13-16,1 0 11 0,-1 3 8 0,-6-3 7 0,6 3 5 0,2-3 0 15,-2 3-5-15,0-3-6 0,0 3-8 0,8 1-6 0,-8-1-7 16,1 0-7-16,6 1-9 0,-6-1-10 0,5 0-8 0,2 1-8 16,-8-1-7-16,7 0-7 0,0 4-5 0,0 0-5 0,-7-3-5 0,8 3-4 15,-2 3-5-15,2-3-3 0,-8 0-5 0,7 4-2 0,-7 0-2 16,8-4-1-16,-8 3-2 0,7 5 0 0,-6-5-1 0,-1 1 0 0,1 0-1 15,-7 3 1-15,6-4-1 0,-6 5 1 0,7-5-1 0,-7 5 1 16,0-1 0-16,0 0 2 0,0 1 1 0,0-1 4 0,0 1 2 0,-7 3 2 16,7-4 3-16,-6 4 4 0,-1 0 5 0,7 0 6 0,-6 0 6 15,-1-4 6-15,0 8 5 0,1-4 8 0,-6 0 7 0,4 3 5 16,-4-2 4-16,5 2 2 0,-6-3-26 0,6 4-50 0,-5-1 0 0,-2-3 0 16,2 4 0-16,-2-4 0 0,1 0 0 0,1 0 0 0,-2 0 0 0,8-4 0 15,-7 0 0-15,0 1 0 0,6-1 0 0,-5-3 0 16,-2 0 0-16,8-4 0 0,-8 3 0 0,8-3 0 0,-7 0 0 0,0 0 0 15,0-3 0-15,1 3-41 0,-2-4-193 0,1 0-68 0,0 0-77 0,0 1-79 16,0-5-78-16,0 1-45 0,0 0-28 0,0-1-5 0,6-2 6 16,-5-1 15-16,-2-4 22 0,8 4 26 0,-8-4 28 0,8 1 40 15,0-1 44-15,-1-4 68 0,1 5 78 0</inkml:trace>
  <inkml:trace contextRef="#ctx0" brushRef="#br0" timeOffset="32083.33">5236 10624 0 0,'-13'0'101'0,"6"0"30"0,1-4 5 0,-1 4 7 0,1-3 9 0,0 3 13 15,-2-8 14-15,2 4 18 0,6 4 20 0,-6-7-7 0,6 3-15 0,-7 2-7 16,0-3 2-16,7 1 10 0,0-3 16 0,-6 3 18 0,6-3 19 16,-6 3 8-16,6-3 5 0,0 0-4 0,-7 3-7 0,7-3-13 15,0 0-15-15,-6-1-14 0,6-3-16 0,-7 4-16 0,7 0-15 0,-7-4-16 16,7 0-19-16,-6 4-18 0,6-5-20 0,-6-3-14 0,-1 4-11 16,7 1-7-16,-7-5-4 0,1 0-4 0,6 0-3 0,-6-3-4 0,-1 3-4 15,1-2-5-15,-1-6-3 0,0 5-4 0,1-4-4 0,0 0-3 16,-2 0-2-16,2 0-2 0,6-4-2 0,-6 4-1 0,0-3-2 0,-1-1-1 15,7 1-1-15,-7-1 0 0,7 0 0 0,0-3-1 0,-6 3 1 16,12 1 0-16,-6-1 2 0,0 0 0 0,7-3 1 0,0 7-1 0,-1-3 1 16,0-1-1-16,8 4 3 0,-2-4 1 0,2 4 0 0,-1-3 0 15,-1 3 2-15,8 3-2 0,0-3 1 0,5 1 0 0,-5 2 0 0,6 1-1 16,-6-1 1-16,13 5-1 0,-8-5 0 0,1 5 1 0,0-1-2 16,7 4 1-16,-1-3-2 0,-5 2-1 0,5 1 0 0,1 0-1 15,-1 0 0-15,1 4 0 0,-1 0 0 0,8-1 0 0,-8 5 0 0,1-1 0 16,6 1 0-16,-7-1 0 0,7 4 0 0,-6 0 1 0,6 4 1 15,0-1 0-15,-6 1 2 0,5 3-1 0,2 0 2 0,-7 1-1 16,6 3 1-16,-7 0 1 0,1 0 0 0,5 0 0 0,-11 4 0 0,5-1 0 16,1 1-1-16,-7-1 1 0,0 1 1 0,0 0 1 0,7-1 0 15,-13 5 1-15,5-5 1 0,-5 4 0 0,6-3 1 0,-7 4-1 0,1-5 0 16,0 1-2-16,-8 3-1 0,8 0 0 0,-7-3 0 0,0 3-2 16,0 1-2-16,0-1 0 0,-6 1-2 0,-1 2-1 0,7-2-1 0,-13 3 0 15,7 0-1-15,-7 0 1 0,6 3 0 0,-6-3 0 0,0 0 1 16,0 4 0-16,-6-4-1 0,6 4 0 0,-7-1 0 0,0-3-1 15,1 4 0-15,6-4-2 0,-6 3 0 0,-1 1 0 0,0-4 0 0,-5 0 1 16,5 4 3-16,0-4 1 0,1-1 5 0,-7-2 3 0,0 3 3 16,6-4-11-16,-5 4-15 0,-2-3 0 0,8-1 0 0,-7-4 0 0,0 5 0 15,0-1 0-15,-1-3 0 0,2 0 0 0,-8 2 0 0,7-2 0 16,1 4 0-16,-8-5 0 0,6 6 0 0,-5-7 0 0,6 2 0 0,-6 4 0 16,-1-5 0-16,0 1 0 0,1-1 0 0,5 1 0 0,-5 0 0 0,-7-4 0 15,6-1 0-15,1 6 0 0,0-10 0 0,-8 6 0 0,8-5 0 16,-7 0 0-16,6 1 0 0,-6-1 0 0,0 0 0 0,7-3 0 15,-7 0 0-15,0-1 0 0,-1-3 0 0,9 4 0 0,-9-4 0 0,-5 0 0 16,6 0 0-16,-1 0 0 0,1 0 0 0,0-4 0 0,0 4 0 16,1-3 0-16,-8-1 0 0,7 0 0 0,6-3 0 0,-6 3 0 15,0 1 0-15,7-5 0 0,-1 1 0 0,0 0 0 0,1 0 0 0,-1-1 0 16,1-2 0-16,-1 1 0 0,0-1 0 0,8-1 0 0,-8 0 0 0,1-4 0 16,-1 4 0-16,7-4 0 0,-7 1 0 0,1-1 0 0,0 1 0 15,-1-1 0-15,-6 0 0 0,7 0-178 0,-1 1-67 0,0-5-63 16,1 4-73-16,5 1-69 0,-5 0-66 0,6-1-41 0,-6 1-29 0,5 2-7 15,2-3 5-15,4 4 14 0,-4-3 19 0,6 3 23 0,-1 0 26 16,0 0 35-16,1 3 41 0,6-2 65 0,-7-1 79 0</inkml:trace>
  <inkml:trace contextRef="#ctx0" brushRef="#br0" timeOffset="184798.89">13013 5096 0 0,'0'3'50'0,"-8"5"150"16,8-5 14-16,-6 4 7 0,6-3 3 0,-6 0 3 0,6-1 2 0,0 1 7 15,0 0 8-15,0-1 18 0,0 2 22 0,0-5-5 0,6 6-17 16,0-2-9-16,-6 3-3 0,14 1-1 0,-8 3 1 0,0-4 2 0,1 4 3 16,6 0 5-16,-6 4 3 0,5-4 0 0,-4 3-3 0,4 1-13 15,-5-4-17-15,6 4-34 0,-7-4-42 0,7 4-30 0,-6-4-21 0,6 3-14 16,-7 1-8-16,8-4-5 0,-8 3-3 0,7-3-2 0,-7 4-2 16,8-4-4-16,-8 0-1 0,8 4-3 0,-8-5-1 0,6 2-4 15,2-1-4-15,-8 0-2 0,1 0-4 0,5 0-5 0,-4 0-4 0,4 0-5 16,-6-4-3-16,1 4-3 0,0-4-1 0,6 0-2 0,-7 1-3 0,0-1-3 15,2 0-3-15,-2 1-1 0,0-4-2 0,0 3 1 0,2-3-1 16,-8-1 1-16,6-3 0 0,0 4 0 0,1 0 0 0,-1-4 3 16,-6 0 4-16,7 0 2 0,0-4 6 0,-1 0 3 0,0 1 4 0,0-1 2 15,8-7 4-15,-8 0 1 0,8 0 1 0,5-8 0 0,-6 1-11 16,6-4-31-16,1-3 0 0,7-4 0 0,-9-5 0 0,9 1 0 16,5 0 0-16,-6-3 0 0,1-1 0 0,5 0 0 0,-6-3 0 0,0 4 0 15,7-1 0-15,-7 0 0 0,-1 4 0 0,2 1 0 0,-8-2 0 0,1 5 0 16,6 0 0-16,-13 0 0 0,6 7 0 0,-5-4 0 0,-2 7 0 15,2 1 0-15,-1 0 0 0,-7 3 0 0,1 4 0 0,-1 0 0 16,1 4 0-16,-7 0 0 0,6-1 0 0,-6 5 0 0,6-2 0 0,-6 2 0 16,0-1 0-16,8 4 0 0,-8-3 0 0,0 3 0 0,0 0 0 15,0 0 0-15,0 0 0 0,0 0 0 0,0 0 0 0,0 0 0 16,0 0 0-16,0 0 0 0,0 0 0 0,0 0-92 0,0 0-131 0,-8 3-68 16,8 1-82-16,0-4-80 0,-6 3-80 0,6 2-44 0,-6 2-27 15,6 0-5-15,-7-3 6 0,1 3 15 0,6 1 18 0,-7-1 24 0,1 0 27 16,6 1 38-16,-7-5 43 0,7 4 69 0,-6-3 81 0</inkml:trace>
  <inkml:trace contextRef="#ctx0" brushRef="#br0" timeOffset="214265.59">9912 546 104 0,'6'0'171'0,"-6"0"14"0,0 0 13 0,0 0 19 0,0 0 27 0,0 0 26 16,0 0 27-16,0 0 31 0,0 0 34 0,0 0-4 0,0 0-22 0,0 0-13 0,0 0-8 15,0 0-5-15,0 0-3 0,-6 0-5 0,6 0-4 0,0 3-15 0,0-3-19 16,0 0-19-16,-6 0-20 0,6 4-25 0,0-4-27 0,0 3-18 16,0 1-14-16,0 0-11 0,0-4-8 0,-7 3-6 0,7 1-3 0,0 3-3 15,0-3-4-15,-7 4-1 0,7-1-1 0,-6-1-5 0,0 3-2 0,6-2-7 16,-7 4-7-16,-6 0-9 0,6 3-9 0,-5-3-9 0,-2 8-8 0,2-5-8 15,-8 5-18-15,0-1-22 0,1 4 0 0,-7-4 0 0,6 4 0 16,-6 1 0-16,0 2 0 0,0-3 0 0,0 0 0 0,0 0 0 0,6 0-50 16,-5 0-28-16,5-4-17 0,-6 0-19 0,6-3-19 0,7 0-25 0,0-4-26 15,0 0-41-15,7-4-53 0,-1-3-58 0,1-4-64 0,6 0-41 16,0-4-32-16,0 1-21 0,6-5-17 0,1-3-3 0,-1 0-1 0,7 0 12 16,0-4 16-16,0 4 21 0,0-3 25 0,7-1 43 0,-1 1 52 0,-5-1 62 15,5 0 68-15</inkml:trace>
  <inkml:trace contextRef="#ctx0" brushRef="#br0" timeOffset="214466.28">9665 849 0 0,'6'-3'86'0,"7"-1"42"0,-6 1 15 15,-7 3 19-15,6 0 23 0,1 0 26 0,-7 0 28 0,6 0 22 0,-6 3 20 16,6 1 25-16,-6-1 24 0,0 1 17 0,7 0 11 0,-7 4 3 16,7-2 0-16,-7 6-3 0,0-5-5 0,6 4-9 0,-6 0-12 0,6 0-16 0,-6 0-19 15,8 4-23-15,-8-1-27 0,0 1-33 0,0 3-40 0,6 1-28 16,-6-5-21-16,0 5-15 0,0-1-10 0,0 4-11 0,-6-4-8 0,6 0-10 16,0 1-10-16,-8-1-9 0,8-3-9 0,-6 3-12 0,6 0-12 0,0-3-17 15,-6 0-20-15,6-4-23 0,0 3-26 0,-7-2-31 0,7-6-36 16,0 2-47-16,0-5-53 0,0 1-65 0,0 0-69 0,0-4-63 0,0 0-59 15,7-4-34-15,-7 0-22 0,6-3-2 0,0-3 6 0,2 2 16 0,-2-7 21 16,7 1 30-16,-7-1 33 0,1-3 47 0,6-4 53 0,-7-1 62 16,8 2 168-16</inkml:trace>
  <inkml:trace contextRef="#ctx0" brushRef="#br0" timeOffset="214666.15">10088 582 168 0,'7'-4'252'0,"-7"1"30"0,6 3 24 16,-6-4 30-16,6 4 32 0,-6 0 29 0,6 4 28 0,-6-4 23 0,8 0 17 15,-2 0-14-15,-6 3-32 0,6-3-38 0,1 4-40 0,-1-4-35 0,1 4-31 0,0 0-24 16,-1-4-20-16,0 3-27 0,2 1-31 0,-2 0-29 0,0-2-26 16,0 3-21-16,1-1-19 0,0-1-13 0,-1 5-11 0,1-5-12 0,-1 1-12 15,0 0-17-15,2 0-20 0,-2 3-22 0,0-4-22 0,-6 1-30 0,6 3-31 16,1-3-43-16,-7-1-48 0,0 2-60 0,0 1-66 0,0-2-55 16,0 0-52-16,0 3-38 0,-7-3-33 0,1 3-9 0,0-3 3 0,0 3 14 15,-8-3 16-15,8 3 25 0,-7 1 29 0,-1-5 43 0,8 5 46 0,-6-1 60 16,-2-3 95-16</inkml:trace>
  <inkml:trace contextRef="#ctx0" brushRef="#br0" timeOffset="-214647.19">10062 809 56 0,'-6'4'180'0,"6"0"22"0,-8 0 22 0,2-4 23 0,6 3 22 16,-6-3 23-16,6 0 19 0,0 0 26 0,0 0 28 0,0 0 1 0,0-3-15 15,6 3-11-15,-6-4-12 0,6 4-10 0,2-4-10 0,-2 0-11 16,7 4-15-16,-7-3-16 0,8-1-17 0,-8 0-17 0,6 1-18 0,2-1-22 16,5 0-27-16,-12 1-28 0,6-1-27 0,7 4-21 0,-8-4-20 0,2 1-15 15,-1-1-11-15,-7 4-11 0,8-4-7 0,-2 1-14 0,1 3-17 0,-6-4-18 16,6 4-19-16,-7 0-26 0,1-3-28 0,6 3-39 0,-7 0-44 15,0 0-56-15,-6 0-64 0,8 0-51 0,-2 3-44 0,-6-3-46 0,0 0-43 16,-6 4-17-16,6-1-1 0,-8 5 8 0,2-1 14 0,6 0 22 0,-12 1 26 16,5-1 38-16,-6 4 43 0,0-3 56 0,6 2 63 0</inkml:trace>
  <inkml:trace contextRef="#ctx0" brushRef="#br0" timeOffset="-214347.18">10107 934 20 0,'-6'4'170'0,"-7"3"17"16,6-3 12-16,1-4 12 0,-1 3 10 0,1 1 11 0,6-4 14 15,0 0 21-15,0 0 24 0,0 0 12 0,0 0 5 0,6 0-7 0,1-4-12 16,-7 4-11-16,6-3-8 0,1-1-10 0,6 0-8 0,-7 1-8 0,0-1-9 15,2 0-11-15,4 1-12 0,-5-1-21 0,6 0-27 0,-6 1-34 0,-1-1-40 16,8 0-33-16,-8 1-29 0,6 3-29 0,-5-4-31 0,0 0-33 16,6 1-39-16,-7 3-40 0,-6-4-43 0,6 4-39 0,2 0-37 0,-8 0-26 15,6 0-22-15,-6 0-17 0,0 0-14 0,0 4-6 0,-6-1-1 0,6 5 13 16,-8-5 15-16,2 5 30 0,0-1 33 0,-1 0 43 0,1 1 47 16,-8-1 44-16,2 4 44 0,-2 0 35 0,2-4 32 0,-2 4 28 0,1-4 25 15,1 5 26-15,-8-1 24 0,7-4 20 0,6 4 18 0,-6-4 14 0,1 1 12 16,4-1 7-16,2-3 3 0,0-1 0 0,0 1-3 0,-2-1-5 15,8-3-6-15,0 4-7 0,0-4-8 0,0 0-8 0,0 0-9 0,0 0-10 16,8 0-12-16,-8 0-8 0,6 0-11 0,0 0-6 0,0 0-7 0,2-4-4 16,-2 4-5-16,0 0-4 0,7-3-1 0,-6 3-5 0,6-4-7 0,-7 4-16 15,8-3-23-15,-8-1-35 0,7 0-40 0,-7 1-43 0,8-1-42 16,-8 0-37-16,8-3-36 0,-8 3-32 0,0-3-32 0,0 3-17 0,1-3-9 16,0 0-3-16,-1 3 0 0,-6-4 9 0,7 1 16 0,-7 0 29 0,6 3 34 15,-6-3 39-15,0 3 125 0</inkml:trace>
  <inkml:trace contextRef="#ctx0" brushRef="#br0" timeOffset="-214014.04">10198 919 0 0,'0'0'117'0,"-6"0"50"0,0 0 16 0,6 0 13 16,0 0 12-16,-6 0 12 0,6 0 8 0,0 4 9 0,0-4 10 0,-8 0-7 16,8 4-15-16,0-1-11 0,0 1-8 0,0 0 2 0,0-1 7 15,0 5 3-15,0-1 2 0,0 0-3 0,0 4-5 0,0 0-4 0,0 0-5 16,0 0-5-16,0 4-6 0,0-4-11 0,0 4-12 0,0-1-17 16,-6 1-19-16,6-1-22 0,0 1-22 0,-6-4-19 0,6 4-17 0,-7-1-11 15,7 1-9-15,0-4-5 0,-7 4-4 0,7-4-4 0,0 0-4 0,-6-4-4 16,6 4-2-16,0-4-4 0,-7 1-4 0,7-1-1 0,-6-3-2 15,6 3 0-15,0-4 1 0,-6 1-2 0,6 0 0 0,-8-1 0 0,2-3 1 16,0 5 0-16,6-5 2 0,-6 3 5 0,-1-3 3 0,0 0 6 0,1 3 5 16,-1-3 7-16,7 0 4 0,-6 0 7 0,0 0 4 0,6 0 3 15,0 0 4-15,-8 0 2 0,8 0 1 0,0 0 1 0,0 0-2 0,0 0-4 16,0 0-5-16,0 0-5 0,0 0-6 0,8 0-5 0,-8 0-5 0,6 0-4 16,0 0-5-16,1 0-3 0,-1-3-2 0,1 3-2 0,6-3-1 0,-7 3-2 15,8-5 1-15,-8 5 1 0,7-3-1 0,0-1 1 0,-6 4 0 0,5-4-2 16,2 4-4-16,-8-3-9 0,0 3-10 0,8 0-15 0,-8-4-15 15,1 4-23-15,-1 0-24 0,0 0-28 0,-6 0-32 0,8 0-42 0,-8 0-50 16,0 0-46-16,0 0-49 0,0 0-41 0,-8 4-37 0,2-4-24 0,0 3-14 16,-1 5 1-16,-6-5 8 0,6 5 20 0,-5-5 23 0,-8 8 26 15,7-3 32-15,-7-1 41 0,8 1 48 0,-8-1 49 0,0 4 179 0</inkml:trace>
  <inkml:trace contextRef="#ctx0" brushRef="#br0" timeOffset="-213830.35">9815 1429 4 0,'-20'7'171'0,"0"0"11"15,1-3 11-15,5 0 10 0,2-1 11 0,5 1 11 0,0 0 11 16,1-4 15-16,6 0 13 0,0 0 7 0,0 0 3 0,0 3 3 0,6-3 3 15,1 0-3-15,0 0-5 0,-1 0-2 0,8 0-3 0,-2 0-5 16,1 0-8-16,7 0-10 0,-8 0-9 0,8-3-11 0,-6 3-13 0,5 0-27 16,1 0-35-16,-1 0-36 0,0-4-38 0,1 4-24 0,-1 0-15 0,-5-4-10 15,5 4-6-15,1-3-9 0,0-1-10 0,-8 4-14 0,8-4-16 16,-7 0-27-16,-7 1-34 0,8-1-48 0,-8 1-51 0,6-1-61 0,-12 0-62 16,8 0-57-16,-2 1-56 0,-6-1-26 0,0 0-16 0,0-3-1 15,0 3 3-15,-6 1 9 0,6-5 13 0,-8 1 27 0,2 0 31 0,0 0 44 16,0-1 53-16</inkml:trace>
  <inkml:trace contextRef="#ctx0" brushRef="#br0" timeOffset="-213646.38">9886 1194 0 0,'0'7'54'0,"-6"1"123"0,6 3 15 0,0 0 22 16,0 3 28-16,0 1 31 0,6 4 33 0,-6 2 42 0,6 1 44 0,1 0 21 16,-7 4 10-16,7-1-14 0,-1 5-28 0,0-4-17 0,1 3-13 15,-7 0-7-15,6 0-6 0,-6 0-16 0,0 1-21 0,7-1-29 0,-7 1-32 16,0-1-39-16,0 0-45 0,0-3-34 0,0 0-27 0,0-1-31 0,0-3-32 15,0 0-39-15,0-7-40 0,0-1-51 0,0 1-56 0,0-7-74 16,0 3-83-16,0-8-74 0,0-3-69 0,0 0-41 0,0 0-26 0,0 0-12 16,0-3-4-16,0-5 9 0,0 1 14 0,0-5 23 0,0-2 28 15,0-1 41-15,0 1 46 0,0-1 67 0,0-3 156 0</inkml:trace>
  <inkml:trace contextRef="#ctx0" brushRef="#br0" timeOffset="-213480.13">9925 1623 0 0,'-7'-8'137'0,"1"5"159"15,6-5 48-15,-6 8 41 0,-1-3 33 0,7 3 25 0,-7 0 21 0,1 3 15 16,6-3 12-16,-6 4 11 0,-1 0 12 0,0-1-35 0,7 1-55 0,-6 3-57 15,-1 1-56-15,1-1-50 0,-7 0-44 0,6 4-37 0,-5 0-34 0,4 0-25 16,-4 0-19-16,-1 0-17 0,0 0-13 0,0 4-23 0,-1 0-25 16,2-4-34-16,-2 0-36 0,2 3-49 0,-1-3-55 0,-1 0-70 15,2-4-78-15,-2 4-76 0,1-7-74 0,7 3-49 0,0-7-33 0,-1 4-17 16,7-4-6-16,0 0 6 0,7-7 11 0,-7 3 22 0,6-7 26 16,0 0 39-16,7 0 47 0,1 0 64 0,-2-3 75 0</inkml:trace>
  <inkml:trace contextRef="#ctx0" brushRef="#br0" timeOffset="-213314.46">9866 1663 189 0,'7'0'227'0,"0"4"36"0,-1-1 38 0,0 1 45 0,1 0 50 0,0 3 31 16,-1 0 27-16,7 0 17 0,0 4 17 0,0-3-22 0,-7-1-39 0,14 1-31 16,-7 3-28-16,7-4-23 0,-8 0-22 0,8 1-32 0,0-1-36 15,-1-3-45-15,1 3-48 0,6-3-32 0,-7-1-25 0,1 1-20 0,6-1-19 16,0-3-25-16,-7 0-29 0,7 0-37 0,1 0-37 0,-1 0-53 16,0-3-59-16,-7-4-75 0,7 3-84 0,-6 0-77 0,6-3-74 0,-7 0-36 15,1-4-19-15,0 3-9 0,-1-3-2 0,-6 0 10 0,0 0 15 0,7-4 22 16,-7 4 27-16,0-3 45 0,-7-4 54 0,7 3 72 0,1-3 227 15</inkml:trace>
  <inkml:trace contextRef="#ctx0" brushRef="#br0" timeOffset="-212830.75">10616 1220 0 0,'-14'3'163'0,"1"1"180"0,0 3 61 0,7-3 33 0,-7 3 22 15,7-3 14-15,-2 0 10 0,2-1 9 0,0 1 6 0,6-1 12 0,0 1 13 16,0-4-26-16,6 4-46 0,-6-4-65 0,6 3-72 0,2-3-56 15,4 0-49-15,1 0-25 0,0 0-13 0,0 0-8 0,1-3-7 0,5-1-4 0,1 0-6 16,-1 1-10-16,0-4-11 0,8 3-67 0,-8-3-58 0,0-1 0 16,1 1 0-16,6 0 0 0,-7-1 0 0,1 1 0 0,-6 3 0 0,5-3 0 15,-6 0 0-15,0 3 0 0,0 1 0 0,-6-1 0 0,5 0 0 0,-5 4 0 16,-1-3 0-16,1 3 0 0,-7 0 0 0,0 0 0 0,0 0 0 16,0 0 0-16,0 0 0 0,0 0 0 0,-7 3 0 0,1 1 0 0,-1 0 0 15,1 3 0-15,-7-4 0 0,0 8 0 0,-7-3 0 0,1 3 0 0,-1 0 0 16,0 0 0-16,-5 3 0 0,5 1 0 0,-6-1 0 0,-6 1 0 15,5 4 0-15,-5-1 0 0,-1 0 0 0,7 1 0 0,-6-5 0 0,5 4 0 16,2-3 0-16,-1 0 0 0,6 0 0 0,0-4 0 0,1 0 0 0,6-4 0 16,6 0 0-16,1-3 0 0,0-1 0 0,6 1 0 0,0-4 0 0,6 0 0 15,-6 0 0-15,6 0 0 0,8 0 0 0,-1 0 0 0,-1 0 0 16,2-4 0-16,-2 4 0 0,8 0 0 0,0-3 0 0,-1 3 0 16,1 0 0-16,-1-4 0 0,-6 4 0 0,6 0 0 0,1 4 0 0,-6-4 0 15,-1 3 0-15,-1 1 0 0,2 0 0 0,-2 3 0 0,-5-3 0 0,6 3 0 16,-6 0 0-16,-1 1 0 0,0-1 0 0,1 4 0 0,-7-4 0 15,0 0 0-15,0 5 0 0,0-5 0 0,0 4 0 0,-7-4 0 0,7 4 0 16,-6 0 0-16,0 0 0 0,-7 0 0 0,6 0 0 0,-6 0 0 16,0 0 0-16,0 0 0 0,0 0 0 0,0 0 0 0,0 0 0 0,-1-3 0 15,-5 3 0-15,6-4 0 0,-6 0 0 0,5-3 0 0,2 0 0 0,-1-1 0 16,0-3 0-16,0 0 0 0,6-7 0 0,0 0 0 0,1-4-268 0,0-4-123 16,6 0-87-16,0-7-72 0,0 0-64 0,6-3-24 0,0-5-3 15,1-2 10-15,6-2 17 0,-6 1 24 0,6-3 27 0,-7-1 33 0,7 0 34 16,-7 1 52-16,8-1 63 0,-8 0 78 0,1 1 244 0</inkml:trace>
  <inkml:trace contextRef="#ctx0" brushRef="#br0" timeOffset="-212497.64">10674 1000 192 0,'7'7'228'0,"-7"4"31"0,6 4 29 0,-6 3 47 0,6 0 53 0,1 4 37 0,-7 4 29 0,13 0 25 0,-6 0 22 16,-1 6-16-16,0-2-36 0,1-1-28 0,6 7-26 0,-7-2-20 0,8-1-18 16,-8-1-25-16,1 5-29 0,-1-4-43 0,7 0-53 0,-6 0-36 15,5 0-28-15,-4-3-26 0,4-1-23 0,2 0-18 0,-2-3-17 0,8-5-19 16,-7 1-22-16,7-3-21 0,-1-1-19 0,1-3-20 0,0 0-16 0,-2-8-19 15,2 4-19-15,-1-8-21 0,7 1-25 0,-6-4-36 0,0-4-40 0,-1 1-48 16,1-5-51-16,-1 1-41 0,1-4-36 0,0 0-17 16,-8 0-8-16,8-3 4 0,-7-1 8 0,1 4 14 0,-2-4 18 0,-6 0 25 15,1 5 32-15,0-5 48 0,-1 4 56 0,1 0 75 0,-7 4 83 0,0-4 78 16,0 3 74-16,0 1 69 0,0 0 64 0,-7 3 46 0,7-4 38 0,-6 5 25 16,-1 0 20-16,0 3 10 0,-5-4 4 0,6 4-2 0,-8 0-6 0,1 0-18 15,0 4-23-15,0-4-23 0,-7 3-24 0,8 5-35 0,-8-5-40 16,1 4-31-16,-1 4-29 0,0-3-20 0,-6 3-18 0,7-4-12 15,-7 4-8-15,-1 4-12 0,1-4-9 0,0-1-12 0,-6 5-14 0,6-4-20 16,0 0-24-16,0-3-29 0,0-1-29 0,6 0-42 0,1 1-46 0,-1-8-74 16,0 3-88-16,1-6-87 0,6-1-86 0,6-3-46 0,1-4-28 15,0-1-10-15,-1-6-3 0,7 0 9 0,0-4 14 0,7 0 21 0,-1-7 25 16,0 0 36-16,8-5 43 0,-1-2 72 0,-7-1 129 0</inkml:trace>
  <inkml:trace contextRef="#ctx0" brushRef="#br0" timeOffset="-212330.25">11019 919 285 0,'7'0'368'0,"-1"0"43"0,-6 0 28 0,6 4 25 0,-6 0 21 16,0-1 21-16,8 5 18 0,-8-1 15 0,6 0 13 0,0 0-9 0,-6 1-23 16,6 3-66-16,1 0-92 0,0 0-74 0,-1 0-66 0,7 0-39 0,-6 0-28 15,0 0-26-15,-1 0-22 0,7 0-32 0,-6-4-37 0,5 4-43 16,-5-4-43-16,-1 4-60 0,8-3-69 0,-8-5-95 0,8 5-110 0,-8-1-80 16,0 0-66-16,0-3-33 0,8 3-17 0,-8-3-8 0,-6 4-3 0,7-5 11 15,-1 5 16-15,-6-5 28 0,6 5 31 0,-6-1 49 0,8-4 60 16,-2 5 87-16,-6-1 286 0</inkml:trace>
  <inkml:trace contextRef="#ctx0" brushRef="#br0" timeOffset="-211846.85">11736 956 273 0,'-7'0'343'0,"7"0"38"0,-6 0 24 0,6 0 17 0,0 0 10 0,0 0 11 15,0 0 11-15,0 0 13 0,6 0 15 0,-6 0-10 0,7 0-24 0,-1 0-55 16,0-4-69-16,8 4-59 0,-2 0-53 0,2 0-31 0,-1-3-19 15,0 3-13-15,0 0-8 0,7-4-10 0,-8 4-9 0,8 0-14 0,-1-4-15 16,-5 4-13-16,5-3-14 0,0 3-12 0,1-4-14 0,-1 4-10 0,-5 0-10 16,5-4-16-16,-6 4-18 0,6 0-20 0,-5-3-21 0,-2 3-26 0,2 0-27 15,-8-4-42-15,7 4-47 0,-6-4-68 0,0 4-75 0,-1 0-64 16,0 0-59-16,-6 0-42 0,0 0-35 0,0 0-9 0,0 0 5 0,0 4 11 16,-6 0 17-16,0-1 23 0,-8 5 26 0,8-5 42 0,-7 5 48 15,-1-5 65-15,2 4 87 0</inkml:trace>
  <inkml:trace contextRef="#ctx0" brushRef="#br0" timeOffset="-211397.16">11859 1154 192 0,'-6'7'215'0,"0"1"14"16,-2-5 11-16,2 1 20 0,6 3 23 0,0-3 36 0,6-4 44 0,2 3 35 15,-8 1 29-15,12-4-14 0,-5 4-37 0,6-1-28 0,0-3-25 0,0 0-12 16,6 4-9-16,1-4-2 0,-1 0-5 0,1 0-9 0,0 0-17 0,6-4-31 16,-7 4-38-16,7 0-31 0,0-3-23 0,1 3-18 0,-8-4-12 15,7 4-11-15,-6-4-10 0,6 4-7 0,-7-3-8 0,-6 3-6 0,6 0-4 16,-5 0-7-16,-2 0-4 0,2 0-4 0,-8 0-3 0,1 0-3 15,-1 0-3-15,1 0 0 0,-7 3-2 0,0-3 0 0,0 0 0 0,0 0-13 0,-7 4-31 16,7 0 0-16,-6-1 0 0,-7 1 0 0,6 3 0 0,-6 1 0 16,1-1 0-16,-8 4 0 0,0 0 0 0,1 0 0 0,-7 3 0 0,6 1 0 15,-6 0 0-15,0 3 0 0,0 1 0 0,0-1 0 0,0 0 0 0,6 0 0 16,-5 1 0-16,5-1 0 0,0-3 0 0,7 3 0 0,0-3 0 16,0-1 0-16,7-3 0 0,-1 0 0 0,0 0 0 0,7-3 0 15,0-1 0-15,0 0 0 0,7 1 0 0,0-5 0 0,-1 1 0 0,7-4 0 16,-6 0 0-16,5 0 0 0,1 0-41 0,7-4-9 0,-6 1-5 0,4-5-8 15,2 1-8-15,-1-4-7 0,7 0-9 0,-6 0-8 0,0 0-6 16,-1 0-8-16,1-3-8 0,-1 3-4 0,1 0-3 0,0-1 1 0,-8 2 1 16,2-2 6-16,-1 5 6 0,-1 0 10 0,-4-1 9 0,-2 5 9 0,0-1 7 15,0 0 10-15,1 1 9 0,-7 3 9 0,7 0 10 0,-7 3 11 16,0 1 10-16,0 0 9 0,6-1 11 0,-6 5 9 0,0 3 9 0,0-4 6 16,0 4 6-16,0 0 5 0,0 0 6 0,0 4 1 0,0-4 3 0,0 3-1 15,0-3 1-15,0 4-2 0,0-4-4 0,0 4-6 0,0-4-5 16,0-4-13-16,0 4-14 0,0-3-22 0,0-2-22 0,0 2-37 0,0-1-43 15,0-3-57-15,0 0-67 0,-6-4-67 0,6 0-68 0,0 0-50 16,-7 0-40-16,7 0-17 0,-7-4-10 0,1 0 2 0,0 4 7 0,-8-7 15 16,8 4 17-16,-7-5 32 0,0 1 40 0,0-1 57 0,1 1 63 0</inkml:trace>
  <inkml:trace contextRef="#ctx0" brushRef="#br0" timeOffset="-211080.31">11618 1183 57 0,'0'4'190'0,"0"-1"16"0,-6 5 14 0,6-5 27 0,0 1 31 0,6 3 49 0,-6 1 54 0,0-1 40 16,0 0 30-16,0 4-3 0,6 0-19 0,-6 0-23 0,0 1-27 15,0 2-18-15,8 1-14 0,-8 3-10 0,0 0-8 0,0 1-21 0,6-1-28 16,-6 4-45-16,0 0-53 0,0 0-36 0,0 0-30 0,0 3-22 16,0-3-17-16,6 0-15 0,-6 4-12 0,0-4-8 0,7 0-10 0,-7 0-7 15,7 0-6-15,-1 0-5 0,1 0-5 0,-1-4-2 0,7 4-3 0,-6-3-2 16,12-1 1-16,-6 0 0 0,6-3-2 0,1 3 1 0,0-3 0 15,6-4 0-15,-7 3 0 0,14-2 1 0,-7-5 0 0,0 4 1 0,6-4-1 16,1 1 1-16,-1-5 0 0,-5 4 1 0,5-3-2 0,1-4-5 16,-1 4-9-16,-6-1-9 0,1-3-12 0,-1 0-10 0,-7 0-14 0,1 0-14 15,0 0-14-15,-8 0-20 0,1-3-18 0,-6-1-29 0,6 0-32 0,-7 1-40 16,-6-1-44-16,7-7-51 0,-7 4-53 0,0 0-43 0,0-4-38 16,-7-1-23-16,1 1-15 0,6 0 2 0,-7-3 8 0,-6-1 14 0,6 0 18 15,-5-3 27-15,6 4 33 0,-8-5 39 0,1-3 44 0,0 0 55 16,-6 0 170-16</inkml:trace>
  <inkml:trace contextRef="#ctx0" brushRef="#br0" timeOffset="-210880.1">11651 802 0 0,'0'0'37'0,"7"4"157"0,-7-1 16 0,6-3 18 15,1 4 21-15,5 0 32 0,-5 0 36 0,6 3 33 0,0-4 31 16,0 1 23-16,0 3 15 0,0 0-32 0,0-3-57 0,1 3-35 0,-2 1-24 15,1 0-18-15,0-1-15 0,-6 0-17 0,5 0-22 0,2 1-34 0,-1-1-39 16,-6 4-56-16,5-4-64 0,-5 4-74 0,6-3-80 0,-6 2-84 16,-1-2-85-16,7-1-55 0,-6 4-38 0,-1-4-20 0,0 5-9 0,1-5-5 15,6 0-3-15,-6 1 3 0,-1-1 2 0,0 0 22 0,2 1 32 16,4-5 53-16,-6 5 64 0</inkml:trace>
  <inkml:trace contextRef="#ctx0" brushRef="#br0" timeOffset="-210181.13">12687 725 286 0,'0'-4'362'0,"6"1"41"0,-6-1 25 0,0 0 20 0,0 4 17 15,0-3 13-15,0 3 11 0,0 0 12 0,0 0 12 0,0 0-13 16,0 0-25-16,0 0-58 0,0 0-70 0,0 0-63 0,0 3-61 0,0-3-32 16,0 4-19-16,0-4-13 0,0 4-10 0,0-1-7 0,0 1-7 0,0 4-5 15,0-5-8-15,0 5-7 0,-6-1-10 0,6 4-11 0,-7 0-36 0,1 0-58 16,-8 3 0-16,8 1 0 0,-8 0 0 0,-4 3 0 0,4 1 0 0,-11-1 0 16,5 4 0-16,0-4 0 0,1 4-47 0,-7-4-99 0,6 4-28 15,1-3-34-15,-1-1-37 0,0 0-34 0,8-3-33 0,-8-1-40 0,13-3-42 16,-5 0-26-16,12-3-17 0,-8-1-1 0,8-3 9 0,0-4 16 15,8 3 21-15,-2-3 24 0,7-3 27 0,0-1 38 0,0 0 45 0,-1 1 48 16,8 0 48-16,0-5 65 0,-1 0 74 0,1 1 63 0,0 0 60 0,5-4 45 16,-5 4 39-16,6-1 38 0,-6 1 36 0,-1 0 24 0,7-1 18 0,-6 1 7 15,-1 0 3-15,1 3-5 0,0-4-8 0,-1 5-16 0,-6-5-17 16,6 5-24-16,-5-1-23 0,5 1-27 0,-6-1-23 0,0 0-29 0,1 0-32 16,-2 1-23-16,1 3-18 0,0-4-14 0,-6 4-11 0,-1-3-8 0,1 3-8 15,0-4-12-15,-1 4-12 0,-6 0-16 0,0 0-17 0,0 0-27 16,0 0-29-16,0 0-39 0,-6 0-43 0,-1 0-44 0,0 4-45 0,-6-4-34 15,0 3-29-15,0 1-19 0,1-1-14 0,-8 5-4 0,0-1-3 0,1 0 8 16,-1 1 12-16,0-1 28 0,-5 4 31 0,5 0 47 0,0-3 53 16,1 3 59-16,-1 0 62 0,0-4 48 0,2 4 41 0,4-4 29 0,1 0 20 0,7 1 15 15,0-5 12-15,-2 2 9 0,2 1 7 0,6-2 8 0,0 0 6 16,0-4 5-16,6 3 6 0,-6 1-3 0,8 0-7 0,-2-4-9 0,7 3-8 16,-7 1-9-16,8-4-7 0,-2 0-13 0,2 0-16 0,-2-4-31 15,8 1-38-15,-1-1-44 0,1-3-48 0,0-1-51 0,-1 2-49 0,1-2-44 16,6-3-37-16,-7-4-21 0,7 4-9 0,0 0-6 0,-6-3 0 0,13-1 6 15,-7 4 12-15,-1-4 24 0,1 1 32 0,0 2 36 0,1 2 150 0</inkml:trace>
  <inkml:trace contextRef="#ctx0" brushRef="#br0" timeOffset="-209814.13">13253 890 0 0,'13'0'110'0,"0"4"137"0,-7-1 41 15,8 1 48-15,-14 0 50 0,6-1 34 0,-6 1 28 0,0 0 22 0,-6-1 17 16,6 1 7-16,0 0-1 0,-6-4-27 0,-2 3-40 0,2 5-44 16,0-5-45-16,-1 1-41 0,-6 3-40 0,6 0-46 0,-5 1-48 0,-2-1-35 15,2 0-26-15,-2 4-22 0,1-3-19 0,1-1-14 0,5 1-12 0,-6-1-9 16,0 0-9-16,6-3-7 0,1 3-4 0,-1-3-8 0,1 0-7 0,-1-1-5 15,7 1-8-15,0 0-6 0,0-4-3 0,0 3-3 0,7-3-2 16,-1 0-2-16,1 4 1 0,-1-4-1 0,8 0 1 0,-8 0 1 0,7 0 1 16,6 0 5-16,-6 0 3 0,1 0 5 0,6-4 6 0,-8 1 3 0,8 3 1 15,-1-4 0-15,-5 0-1 0,4 1-2 0,-4-1-2 0,5 4-6 16,-5-4-8-16,-2 1-10 0,-6-1-13 0,8 0-13 0,-1 4-13 0,-7-3-14 16,1-1-16-16,0 4-14 0,-1-4-11 0,-6 1-13 0,0 3-14 0,6 0-14 15,-6-4-17-15,-6 0-9 0,6 4-7 0,-6 0 2 0,6 0 10 16,-7 0 12-16,0 0 13 0,-6 0 18 0,7 4 20 0,0-4 22 0,-8 4 21 15,2-1 27-15,4 5 26 0,-4-5 34 0,-1 5 37 0,6-1 31 0,-6 0 30 16,7 1 24-16,-8-1 17 0,8 0 14 0,0 0 9 0,-1 1 3 16,1 0 0-16,6-2-2 0,-7-2-5 0,7 3-8 0,0 1-9 0,0-1-14 15,0-3-14-15,0 3-15 0,7 0-12 0,-7-3-15 0,0 0-14 0,6 3-12 16,1-4-8-16,-7 5-8 0,6-4-6 0,0 0-13 0,2-1-13 0,-2 1-22 16,-6-4-26-16,6 3-37 0,0-3-44 0,-6 4-49 0,7-4-53 15,-7 0-49-15,0 0-48 0,0 0-38 0,0 0-33 0,0 0-18 0,0 0-6 16,0 0 3-16,-7 0 10 0,7 0 18 0,-6 4 25 0,0-4 34 15,-8 0 42-15,8 0 47 0,-7 0 94 0</inkml:trace>
  <inkml:trace contextRef="#ctx0" brushRef="#br0" timeOffset="-209414.47">12855 1242 0 0,'-12'3'110'0,"5"1"42"0,7-4 13 0,-6 4 19 0,6-1 21 16,-7 4 24-16,7-3 28 0,0 3 29 0,0 1 30 0,0-1 15 0,0 4 6 15,7 0 0-15,-7 0-3 0,0 4 1 0,0 0 1 0,6-1-2 16,-6 4-5-16,0-3-13 0,0 3-15 0,0 1-21 0,0-1-27 0,0 1-27 15,0 2-31-15,-6-2-36 0,6-5-43 0,0 5-29 0,0-5-21 0,0 1-20 16,-7-1-19-16,7-2-22 0,0-5-23 0,0 0-23 0,0 1-24 16,7-5-28-16,-7 1-27 0,0-4-30 0,0 0-30 0,6-4-41 0,-6 1-46 15,7-5-40-15,-1 1-37 0,-6-4-25 0,6 0-20 0,2-4-7 16,-2 1-2-16,0-5 9 0,1 1 16 0,-1 0 22 0,1 0 27 0,6-1 34 16,-7-3 39-16,1 4 50 0,0-1 55 0,-1 1 51 0,-6 0 49 0,6 0 41 15,1 3 37-15,0 0 34 0,-7 1 31 0,6-1 31 0,0 1 28 0,1 2 31 16,-1 1 32-16,1 4 26 0,0-4 25 0,5 4 21 0,-4-1 21 15,-2 1 10-15,6 3 4 0,2 1 1 0,-1-5-1 0,-7 8-7 0,8-3-8 16,5 3-14-16,-6 0-16 0,0 3-21 0,7-3-25 0,-8 8-23 0,8-5-26 16,-7 8-23-16,7-3-24 0,-8 3-15 0,8 3-11 0,-7-3-7 15,0 7-5-15,0-3-6 0,1 0-3 0,-2 3-5 0,1 1-7 0,-6 3-5 16,-1-4-8-16,1 0-7 0,-1 4-9 0,0-3-5 0,-6 3-7 0,8-4-6 16,-8 0-5-16,6 0-9 0,-6-3-11 0,0 3-17 0,0-7-17 0,0 4-22 15,0-4-23-15,0-4-27 0,-6 4-31 0,6-7-50 0,-8 0-57 16,8-1-71-16,-6 1-76 0,0-4-70 0,-1 0-66 0,-6-4-30 0,6 1-12 15,-5-1 3-15,6 0 9 0,-8-3 16 0,1 0 20 0,0 0 25 16,0-1 30-16,-7 1 48 0,8-5 57 0,-2 2 71 0,-5 2 238 0</inkml:trace>
  <inkml:trace contextRef="#ctx0" brushRef="#br0" timeOffset="-209213.66">13013 1443 0 0,'-14'-4'106'0,"8"1"107"0,-1-1 28 0,0 1 24 0,7-1 21 16,-6 4 17-16,6-4 19 0,0 4 20 0,0 0 23 0,0-4 15 15,0 4 10-15,6-3-22 0,-6 3-36 0,7-4-29 0,0 4-23 0,-1-4-23 16,0 4-25-16,8-3-20 0,-8-1-19 0,7 0-16 0,0 1-15 0,0-1-20 15,1 4-23-15,-2-4-25 0,1 1-23 0,0 3-17 0,0-4-15 0,1 1-10 16,-2 3-8-16,2-4-7 0,-2 4-7 0,1 0-12 0,1 0-11 16,-8 0-17-16,8 0-20 0,-8 0-23 0,0 0-26 0,0 4-30 0,-6-4-34 15,7 3-40-15,-7-3-45 0,0 4-39 0,0-1-39 0,0 1-31 16,-7 0-24-16,7-1-20 0,-6 5-16 0,-6-1-3 0,4-3 5 0,-4 3 16 16,-2 4 23-16,8-4 29 0,-13 1 33 0,5-1 39 0,-5 4 45 0,-1-3 39 15,7-1 96-15</inkml:trace>
  <inkml:trace contextRef="#ctx0" brushRef="#br0" timeOffset="-209064.58">12966 1542 0 0,'-12'4'56'0,"-2"3"88"0,2-3 11 15,5-1 8-15,0 1 7 0,1-4 6 0,6 3 5 0,-7-3 12 16,7 0 14-16,7 0-1 0,-7 0-9 0,6-3-8 0,1 3-5 0,0 0-5 16,5-4-5-16,-5 4-4 0,6-3-4 0,0-1-5 0,7 0-4 0,-8 4-4 15,2-3-5-15,5-1-10 0,-6 0-15 0,0 1-17 0,7-1-20 0,-7 0-19 16,0 1-17-16,0-1-15 0,0 4-13 0,0-4-11 0,0 1-11 16,-6 3-17-16,-1-4-21 0,7 4-23 0,-7 0-28 0,-6-4-23 15,7 4-22-15,-7 0-25 0,0 0-23 0,0 0-22 0,0 0-21 0,-7 0-21 16,7 4-20-16,-6-4-16 0,-1 4-14 0,1-4 3 0,0 3 11 0,-8-3 18 15,8 4 24-15,-7 0 23 0,0-1 22 0,0 1 24 0,-7 0 22 16</inkml:trace>
  <inkml:trace contextRef="#ctx0" brushRef="#br0" timeOffset="-208897.22">12934 1597 0 0,'-13'7'66'0,"0"1"99"0,0-5 17 15,6 5 7-15,-6-5 7 0,7 1 7 0,6 0 7 0,0-1 14 16,0-3 21-16,0 0 6 0,0 4-2 0,6-4-8 0,1 0-13 0,-1 0-13 16,1-4-12-16,6 4-10 0,0 0-9 0,0-3-7 0,0-1-3 15,0 4-5-15,0-4-4 0,7 1-16 0,-8-1-19 0,2 0-23 0,5 4-25 16,-6-3-27-16,0-1-31 0,1 0-38 0,-2 4-43 0,-5-3-46 15,6 3-45-15,-7-4-41 0,1 4-33 0,-7 0-32 0,6-3-32 0,-6 3-29 16,0 0-29-16,0 0-14 0,-6 3-8 0,-1-3 5 0,7 4 10 0,-6-4 25 16,-7 3 32-16,6 1 38 0,-5 0 40 0,4-1 35 0,-4 1 146 15</inkml:trace>
  <inkml:trace contextRef="#ctx0" brushRef="#br0" timeOffset="-208714.6">12778 1714 97 0,'-14'4'186'0,"2"3"10"15,5-3 8-15,1 0 9 0,-1-4 11 0,7 3 19 0,0 1 25 0,0-4 27 16,7 4 28-16,-1-4 0 0,7 3-16 0,0-3-17 0,0 0-20 15,7 0-13-15,-1 0-10 0,1 0-7 0,0 0-5 0,5-3-8 0,1 3-11 16,0-4-20-16,0 0-23 0,7 4-27 0,-7-3-28 0,0-1-30 16,1 0-30-16,-2 0-21 0,1 1-15 0,-6 3-13 0,0-4-14 0,-1 0-21 15,-6 4-24-15,0-3-26 0,1 3-26 0,-8-4-34 0,0 4-35 0,0 0-38 16,1-4-39-16,-7 4-35 0,0 0-36 0,0 0-32 0,-7 0-32 16,7-3-17-16,-6 3-10 0,0 0 7 0,0-4 18 0,-2 4 24 0,-4 0 25 15,5 0 31-15,-6 0 36 0,6 0 38 0,-5-4 38 0</inkml:trace>
  <inkml:trace contextRef="#ctx0" brushRef="#br0" timeOffset="-208530.33">12934 1594 114 0,'-6'0'214'0,"-1"-5"20"0,7 2 18 0,-7 3 23 0,7 0 23 15,-6 3 32-15,6 2 34 0,0-2 33 0,0 1 32 0,0-1-7 16,0 5-27-16,-7-1-28 0,7 4-29 0,0 0-25 0,0 0-21 0,-6 0-16 16,6 4-14-16,-7-5-17 0,1 9-22 0,-1-5-29 0,1 1-32 0,0 4-32 15,-2-1-30-15,2-3-23 0,-7 3-17 0,7 0-12 0,-7-3-10 16,6 3-14-16,1-4-16 0,-8 2-22 0,8-2-24 0,0-3-35 0,-1 0-40 15,0-4-49-15,1 1-55 0,6-5-66 0,-6 1-71 0,6-4-63 16,0 0-55-16,6 0-29 0,0-4-12 0,1-3-2 0,0-4 6 0,5 0 14 16,2-3 19-16,-1-1 30 0,6-7 38 0,0 0 45 0,8-4 54 0</inkml:trace>
  <inkml:trace contextRef="#ctx0" brushRef="#br0" timeOffset="-208346.89">13181 1513 0 0,'-6'7'109'0,"6"4"122"0,0 0 22 0,-6 4 31 16,6 3 35-16,-7 1 38 0,0-1 41 0,7 4 30 0,-6 0 24 0,6 3 14 15,-6 1 7-15,6 0-30 0,0 3-50 0,-7 0-40 0,7-3-38 0,-7 3-26 16,7 1-22-16,-6-1-33 0,6-4-38 0,-7 1-52 0,7 0-60 16,0-5-66-16,-6 2-69 0,6-5-90 0,0 0-102 0,0-3-93 15,6-4-91-15,-6 0-45 0,7-4-26 0,-1 0-11 0,-6-3-7 0,14-4 0 16,-8 0 2-16,0-4 14 0,1-3 19 0,6 0 35 31,0-4 45-31,-7 0 72 0,8 0 203 0</inkml:trace>
  <inkml:trace contextRef="#ctx0" brushRef="#br0" timeOffset="-207797.33">14276 894 87 0,'0'-4'246'0,"0"-3"40"0,-7 2 39 0,7-2 39 0,0 4 41 16,-7 0 29-16,7-2 24 0,0 2 19 0,0 3 15 0,-6-4-9 0,6 4-21 16,0-4-35-16,0 4-41 0,0 0-43 0,-6 4-44 0,6-4-39 15,0 0-37-15,0 4-40 0,0-4-40 0,0 3-30 0,0 2-22 0,0-2-17 16,0 0-15-16,6 2-11 0,-6 2-13 0,6 0-8 0,-6 4-8 0,7-4-7 16,0 4-6-16,-7-3-13 0,6 3-14 0,-6-4-18 0,7 4-21 15,-7 0-38-15,6 0-48 0,-6-4-69 0,-6 4-80 0,6-3-84 0,-7 3-87 16,7 0-44-16,-6-4-22 0,-1 4-10 0,-6 0-3 0,0 0 7 15,6-4 13-15,-5 4 17 0,-8-4 21 0,7 4 37 0,0-3 47 0,-6-1 68 0,5-3 169 16</inkml:trace>
  <inkml:trace contextRef="#ctx0" brushRef="#br0" timeOffset="-207612.04">13911 1209 0 0,'6'0'2'0,"1"0"182"0,-7 0 15 0,6 0 30 0,1 0 37 15,0-4 38-15,5 4 40 0,-5 0 36 0,6-4 34 0,-7 4 23 16,14 0 19-16,-13-3-24 0,13 3-45 0,-8-4-25 0,1 4-16 0,0-4-10 15,0 4-8-15,1-3-26 0,-2 3-33 0,8 0-37 0,-7-4-37 0,0 4-36 16,0 0-34-16,0-3-23 0,0 3-18 0,-7-4-16 0,7 4-17 0,-6 0-23 16,6 0-27-16,-7 0-29 0,1 0-29 0,0-4-39 0,-1 4-44 0,-6 0-52 15,0 0-59-15,0 0-63 0,0 0-65 0,0 0-58 0,0 4-52 16,-6 0-24-16,-1 3-10 0,0-4 4 0,-5 5 10 0,5-1 18 0,-6 0 22 16,0 4 34-16,0 0 40 0,0 0 51 0,0 0 57 0</inkml:trace>
  <inkml:trace contextRef="#ctx0" brushRef="#br0" timeOffset="-207364.49">14021 1370 7 0,'-6'4'143'0,"6"-1"8"15,-6 1 7-15,6-1 9 0,0 1 12 0,6-4 10 0,-6 4 11 0,6-1 14 16,2-3 16-16,-2 4-13 0,0 0-29 0,7-1-12 0,-6 1-5 16,6 0 7-16,-1-1 12 0,2 1 18 0,-1 0 23 0,0 3 10 0,0-3 5 15,0 3 2-15,6 1 0 0,-5-1-4 0,-2 0-7 0,1 1-5 16,1-1-3-16,-2 0-10 0,2 0-9 0,-8 4-15 0,7-3-14 0,-6 3-19 16,-1 0-22-16,1-4-13 0,-1 8-9 0,-6-5-7 0,0 2-5 15,0-2-4-15,0 5-1 0,-6-4-5 0,6 4-4 0,-7 0-4 0,1-1-4 16,-8 5-5-16,8-5-6 0,-7 1-5 0,6 3-7 0,-5-3-6 15,-2-4-7-15,8 4-6 0,-7-4-6 0,7 0-10 0,-8-4-14 0,8 0-18 16,0-3-21-16,-1-1-22 0,-6-3-24 0,6 0-31 0,1-3-34 0,-1-1-48 16,-6-3-53-16,7-4-66 0,0 0-74 0,-2-4-58 0,2 1-51 15,0-5-33-15,-1 1-27 0,1-4-3 0,-1 0 10 0,1 0 14 0,-1 0 19 0,7 0 26 16,-6 0 34-16,0-4 44 0,-2 4 53 0,8-3 67 0,-6-1 126 16</inkml:trace>
  <inkml:trace contextRef="#ctx0" brushRef="#br0" timeOffset="-207179.99">13982 1234 63 0,'0'0'169'0,"0"0"18"15,0 0 17-15,0 4 24 0,0 0 22 0,0-1 28 0,0 8 27 0,0-4 35 16,-6 4 38-16,6 0 1 0,0 4-18 0,0 0-16 0,0 3-11 16,-6 1-8-16,-1-1-3 0,0 4-9 0,1 0-11 0,-7 0-15 0,6 4-18 15,-6-4-22-15,0 3-26 0,-6 4-33 0,5-3-38 0,-5-1-30 0,6 1-26 16,-6 0-23-16,5-4-21 0,2 0-27 0,-2-4-30 0,2-3-44 16,5 0-50-16,1-4-67 0,-1-4-73 0,7-3-74 0,0-4-76 0,7-4-53 15,-1 0-44-15,1-7-21 0,-1 0-11 0,7-4-2 0,6-3 5 0,1 0 13 16,0-8 17-16,-1 1 36 0,7-1 43 0,0-4 59 0,1 1 67 15</inkml:trace>
  <inkml:trace contextRef="#ctx0" brushRef="#br0" timeOffset="-206796.95">14477 1066 0 0,'7'0'145'0,"-7"3"126"0,7 1 31 16,-7 0 38-16,0-1 45 0,6 1 34 0,-6 3 29 0,0-2 20 0,0 1 16 15,0 2 16-15,-6-1 13 0,6 4-36 0,-7 0-60 0,7-4-49 0,-7 5-43 16,1 2-31-16,0-3-24 0,-8 4-37 0,8-1-40 0,-7-3-33 15,0 8-28-15,0-5-20 0,-1 1-17 0,-4 3-13 0,-2-3-14 0,7 3-12 16,-7-3-11-16,8 0-11 0,-8-1-9 0,7 1-7 0,-1-1-7 0,2-3-7 16,5 0-7-16,0-3-12 0,1-1-12 0,0-3-8 0,6-1-6 15,0 1-5-15,6-4-2 0,0 0-2 0,1 0-1 0,6-4-3 0,0 1 1 16,0-4-1-16,6-1 0 0,7 1 0 0,-6-4 1 0,7 0 6 0,-9 0 8 16,9 0 6-16,-1 0 4 0,0 0 2 0,0 0 1 0,1 4 1 15,-9-1 1-15,2 1 1 0,7 3 1 0,-15 1 0 0,8 3 2 0,-1 0 3 16,-5 0 4-16,-2 0 6 0,2 3 5 0,5 1 7 0,-13 0 8 0,8 3 6 15,-8-3 7-15,0 3 7 0,1 0 8 0,0 1 7 0,-7-1 9 0,0 4 7 16,6 0 9-16,-12-4 7 0,6 4 7 0,0 0 5 0,-7 0 3 16,0 0 3-16,1 4 0 0,0-4-1 0,-8 4-2 0,8-4-3 0,-7 3-3 15,-1 1-4-15,2-1-5 0,-8 1-36 0,7 0-44 0,-7-1 0 16,8 1 0-16,-8 0 0 0,1 3 0 0,-1-3 0 0,0-1 0 0,1 1 0 16,-1-4 0-16,0 3 0 0,2-3 0 0,-2 0 0 0,1-3 0 0,5-1 0 15,-6 1-101-15,8-8-99 0,-1 3-53 0,6-6-72 0,-6-1-79 16,7 0-67-16,0-7-62 0,-2 4-37 0,2-4-25 0,6-4-4 0,0 1 8 15,0-1 17-15,0 0 22 0,0-3 28 0,0 3 30 0,0-3 45 16,6-1 54-16,-6 5 72 0,0-4 85 0</inkml:trace>
  <inkml:trace contextRef="#ctx0" brushRef="#br0" timeOffset="-206630.56">14315 1443 210 0,'0'4'239'0,"0"0"28"0,0-1 27 16,6 1 37-16,-6 3 43 0,0 4 32 0,6-3 27 0,-6 2 20 0,7 1 19 16,6 4-21-16,-6 0-37 0,5-1-33 0,-4 4-31 0,4-2-24 15,2 2-17-15,-2 0-21 0,8 0-21 0,-7-3-34 0,-1 3-39 0,8 0-29 16,0 1-26-16,-7-5-21 0,7 5-17 0,-1-4-16 0,1-1-16 0,0 1-21 15,-8-1-24-15,8-3-29 0,-1 0-30 0,1-3-35 0,0 3-37 0,-1-8-61 16,-6 5-72-16,6-8-79 0,1 3-83 0,-7-3-64 0,7 0-53 16,-1-3-26-16,0-1-13 0,-5 0 1 0,5-3 8 0,1-4 17 15,-8 4 21-15,8-4 27 0,-7 0 31 0,0 0 56 0,7-4 68 0</inkml:trace>
  <inkml:trace contextRef="#ctx0" brushRef="#br0" timeOffset="-206397.58">14933 1341 0 0,'-6'0'240'0,"-7"3"81"0,13-3 33 0,-7 4 24 16,1-4 18-16,6 4 22 0,0-4 23 0,0 0 21 0,6 3 16 15,1-3 17-15,-1 0 16 0,7 0-41 0,-6-3-71 0,13 3-61 0,-8-4-58 16,8 4-38-16,-7-4-27 0,7 1-20 0,6-1-16 0,-7 0-19 16,1 4-24-16,0-3-19 0,5-1-15 0,-5 0-17 0,0 4-16 0,-1 0-13 0,0-3-12 15,1 3-10-15,-7 0-13 0,7 0-15 0,-8 0-18 0,2 0-15 16,-1 0-16-16,-1 0-21 0,-4 0-22 0,4 0-28 0,-6 0-32 0,1 0-46 15,0-4-55-15,-7 4-66 0,6 0-72 0,-6 0-67 0,0 0-62 0,0-4-23 16,0 4-5-16,-6-7 4 0,6 3 11 0,-7 0 16 0,7 4 19 16,-7-7 27-16,1 3 32 0,0 1 46 0,0-5 52 0,6 1 68 0,-14 0 254 15</inkml:trace>
  <inkml:trace contextRef="#ctx0" brushRef="#br0" timeOffset="-206030.77">15259 967 47 0,'7'-8'185'0,"-7"1"31"16,0 4 32-16,0-1 36 0,0 4 38 0,6 4 41 0,-6-4 42 0,6 3 31 15,-6 1 23-15,7 3-5 0,-7 1-20 0,7-1-19 0,-1 4-21 16,-6 0-13-16,7 4-11 0,-7-1-20 0,0 5-22 0,6-1-25 0,-12 4-26 16,6 0-32-16,0 0-32 0,-7 4-21 0,1-1-16 0,-8 4-15 15,8-3-12-15,-14 3-11 0,8 4-11 0,-8 0-11 0,1-3-113 0,-1 2-3 16,0 5 0-16,-6-4 0 0,1 0 0 0,5 0 0 0,-6 0 0 0,-1 0 0 16,1-4 0-16,1 1 0 0,5-5 0 0,0 1 0 0,1-8 0 15,6 4-179-15,-6-7-65 0,5 0-56 0,8-4-63 0,-1-4-63 0,1-4-65 16,6 1-41-16,0-4-28 0,0 0-16 0,6-7-7 0,1 0 11 0,5-1 21 15,2-3 25-15,-1 0 28 0,6-3 45 0,-6-1 51 0,7 0 75 16,0 4 84-16,-7-4 86 0,6 5 84 0,-6 2 71 0,7 1 61 0,-7 0 57 16,0 3 56-16,0 4 51 0,-7 0 49 0,8 0 50 0,-8 4 50 0,7-1 31 15,0 1 24-15,-7 0 2 0,7 3-5 0,1 0-8 0,-8 0-6 16,7 4-13-16,0-3-16 0,0-1-23 0,-7 4-26 0,8 0-37 0,-2-3-41 16,2 3-46-16,-2 0-49 0,2-4-36 0,-1 0-30 0,7 4-22 15,-8-4-18-15,1 1-21 0,0-1-23 0,6-3-31 0,-5 3-32 0,-2-3-49 16,8-4-56-16,-7 3-76 0,1 1-85 0,4-4-74 0,-4 0-70 0,-1 0-34 15,7 0-17-15,-8-4-9 0,8 4-2 0,-7-3 4 0,7-1 10 16,0 4 20-16,-2-4 27 0,2-3 43 0,0 3 52 0,-1 1 74 16,7-5 246-16</inkml:trace>
  <inkml:trace contextRef="#ctx0" brushRef="#br0" timeOffset="-205630.36">15728 930 0 0,'0'0'30'0,"0"0"189"0,0 4 22 0,7-4 23 0,-7 4 20 0,0-4 32 16,0 3 36-16,6 1 35 0,-6 0 33 0,6-1 23 0,-6 1 17 15,7 3-26-15,-7 1-44 0,7-1-40 0,-7 0-36 0,6 0-23 0,-6 5-13 16,6-5-18-16,-6 4-16 0,0 0-30 0,7-4-34 0,-7 4-33 15,0 0-34-15,0 0-22 0,0 0-16 0,0-4-20 0,0 4-19 0,0 0-26 16,-7-3-27-16,7-1-39 0,0 0-43 0,-6-3-57 0,6 3-65 0,0-3-66 16,-6 0-68-16,6 0-62 0,-7-4-59 0,7 0-29 0,0 3-15 0,0-3-1 15,-7-3 4-15,7 3 13 0,-6-4 20 0,6 0 30 0,0-3 34 16,0-1 52-16,0 1 60 0</inkml:trace>
  <inkml:trace contextRef="#ctx0" brushRef="#br0" timeOffset="-205047.81">15787 1029 102 0,'6'-3'187'0,"-6"-1"16"16,7 0 17-16,-1-3 22 0,0 3 26 0,1-3 22 0,0 3 19 0,5-3 20 15,2-1 18-15,-1 5-9 0,0-4-24 0,0 3-20 0,7-4-19 0,-8 5-10 16,8-1-9-16,-7 1-7 0,7-1-7 0,-1 0-16 0,-6 4-16 0,6 0-18 16,-5 0-15-16,5 0-13 0,-6 0-10 0,7 4-15 0,-7-4-15 15,-1 4-12-15,2-1-10 0,-1 1-6 0,0 3-2 0,0-3-4 0,-1 3-2 16,-4-3-3-16,-2 3-2 0,7 0 0 0,-6 1 0 0,-1-1 0 0,-6 4 0 16,6-3 0-16,-6 3 1 0,0-4 1 0,0 4 1 0,0-4-1 0,-6 4-3 15,6-4-3-15,-6 4-4 0,-1 0-5 0,-6 0-5 0,7 0-7 16,-8-3-4-16,1 3-7 0,7-4-8 0,-14 4-38 0,8-3-1 0,-2-1 0 15,-5 0 0-15,-1 0 0 0,7-3-6 0,-6 3-44 0,-1-3-12 16,1 0-11-16,-1-1-11 0,0-3-10 0,7 4-8 0,0 0-11 0,-6-4-11 16,13 0-11-16,-8 0-9 0,8-4-6 0,-7 4-8 0,6-4 0 0,7 4 0 15,-6-3 2-15,-1-1 4 0,7 0 5 0,0 1 9 0,0-1 8 0,0 0 7 16,0 1 11-16,0-1 12 0,7 1 10 0,-7-1 13 0,6 0 11 16,-6 1 13-16,7 3 12 0,-7-5 12 0,6 5 6 0,1 0 7 0,-1-3 5 15,0 3 1-15,2 0 1 0,-2 0 1 0,0 0-2 0,1 0-7 0,-1 0-5 16,7-3-8-16,-6 3-8 0,-1 0-8 0,1 0-11 0,6 0-10 0,-7 0-15 15,1-4-18-15,0 4-19 0,-1 0-21 0,7 0-17 0,-7-4-17 16,1 4-13-16,0 0-9 0,-1-4-6 0,-6 4-5 0,6 0-1 16,1 0-1-16,0 0 6 0,-7-3 7 0,6 3 14 0,-6 0 18 0,0 0 22 0,0 0 24 15,0 0 26-15,0 0 27 0,0 0 24 0,0 0 25 0,0 3 24 16,0-3 24-16,0 0 21 0,-6 4 19 0,-1-4 18 0,0 0 19 0,1 0 21 16,6 0 22-16,-6 0 20 0,-8 4 18 0,8-4 14 0,0 0 11 0,-1 0 10 15,-6 0 7-15,6 0 2 0,1 0-2 0,0 0-5 0,-8 0-5 16,8-4-11-16,-1 4-13 0,1 0-17 0,-1 0-22 0,1 0-22 0,-1 0-21 15,7 0-21-15,-6 0-21 0,6 0-17 0,-6 0-18 0,6 0-12 0,0 0-10 16,0 0-6-16,0 0-6 0,0 0-2 0,0 0-2 0,0 0-3 0,0 0-2 16,0 0 1-16,0 0-1 0,0 0-1 0,0 0 1 0,0 0-1 15,6 0-2-15,-6 0-5 0,0 4-5 0,0-4-8 0,0 0-8 0,6 0-11 16,-6 0-12-16,0 4-14 0,0-4-13 0,0 0-13 0,0 0-13 0,0 0-12 16,0 0-14-16,0 0-13 0,0 0-12 0,0 0-9 0,7 3-8 0,-7-3-9 15,0 0-11-15,0 0-8 0,0 0-8 0,0 0-8 0,0 0-7 16,0 0-11-16,0 0-11 0,0 0-13 0,0 0-12 0,6 0 0 0,1 0 7 15,-1-3 11-15,1 3 13 0,-1-4 15 0,8 0 19 0,-8 0 21 16,7-3 19-16</inkml:trace>
  <inkml:trace contextRef="#ctx0" brushRef="#br0" timeOffset="-204481.31">16341 894 0 0,'0'0'21'0,"0"0"209"0,0 0 33 0,0 0 32 0,0 3 30 0,0-3 35 0,0 4 39 0,0-4 28 0,0 4 25 0,6-4 16 16,-6 3 15-16,0 1-24 0,6 0-42 0,-6-1-41 0,6 5-39 0,-6-5-31 16,7 5-26-16,-7-1-25 0,7 0-26 0,-7 0-33 0,0 5-36 0,6-5-27 15,-6 4-23-15,0-4-16 0,0 4-15 0,0 0-11 0,0-3-12 16,0 3-11-16,0-4-10 0,0 4-8 0,0-4-9 0,0 0-5 0,-6 1-3 16,6-5-4-16,0 1-4 0,0 0-3 0,0-1-5 0,0-3-5 15,0 0-6-15,0-3-4 0,6 3-5 0,-6-4-4 0,7-3-5 0,-1 3-2 0,0-7-4 16,2 4-4-16,4-8-2 0,-6 4-2 0,8-3-1 0,-1-1 1 15,0 0 3-15,0 1 4 0,0 2 4 0,0-2 6 0,0 3 4 0,0 0 5 16,0 0 3-16,1 4 3 0,-8-4 4 0,6 7 2 0,-5-3 3 16,6 2 2-16,-6 3 2 0,-1 2 1 0,8 0 1 0,-8 0 0 0,0 0 1 15,0 0 2-15,2 2-1 0,-2-2 2 0,0 5 1 0,1-2 3 0,-7 1 1 16,6 0 2-16,1 3 3 0,-7-3 2 0,0 3 2 0,7-3 5 16,-7 3 5-16,0-3 2 0,0 3 5 0,0 0 2 0,0-3 3 0,0 3 2 15,-7 0-1-15,7 1 0 0,-7 3-1 0,1-4 0 0,-1 0-3 0,7 5-3 16,-6-5-3-16,-8 0-3 0,8 1-3 0,0 3-6 0,-8-4-4 0,8 0-9 15,-7 1-9-15,7-1-9 0,-8 0-11 0,2-3-8 0,-2 3-10 16,2-3-7-16,-2-1-7 0,1 2-6 0,7-2-8 0,-7 0-10 0,0-3-11 16,0 4-9-16,6-4-10 0,-6 0-4 0,7 0 1 0,-8 0 4 0,8 0 6 15,0 0 7-15,0 0 8 0,-2 0 7 0,2 0 9 0,6 0 6 16,-6 0 8-16,6 0 9 0,0 0 11 0,0 0 12 0,0 0 11 0,0 0 9 16,0 0 10-16,0 0 11 0,0 0 10 0,6 4 8 0,-6-4 8 0,6 0 5 15,8 0 2-15,-8 0 3 0,8 0 2 0,-8 0-1 0,7 0 0 0,0 0 1 16,6 0-1-16,-5 0-1 0,-2 0-4 0,1 0-8 0,1 0-8 15,-2 0-7-15,-4-4-8 0,4 4-7 0,-6 0-3 0,8 0-6 0,-8 0-5 16,1 0-9-16,-1-4-11 0,-6 4-16 0,6 0-16 0,-6 0-25 0,0 0-29 16,0 0-42-16,0 0-48 0,0 0-50 0,-6 0-48 0,0 4-41 15,-1 0-37-15,-6-4-31 0,0 3-29 0,7 1-7 0,-14 3 2 0,7 1 12 16,0-1 15-16,-6 0 24 0,-1 1 28 0,0-1 41 0,1 1 48 0,-1-1 50 16,-6 4 127-16</inkml:trace>
  <inkml:trace contextRef="#ctx0" brushRef="#br0" timeOffset="-204314.22">16080 1311 0 0,'-7'4'96'0,"1"3"108"0,-1-7 11 0,0 4 12 0,7-4 11 0,7 4 21 0,-7-4 30 0,7 3 31 0,-1-3 30 0,1 0 26 0,6-3 18 0,0 3-19 16,-1 0-40-16,2 0-30 0,-1-4-28 0,6 4-13 0,0 0-6 0,-5 0-8 15,6-4-10-15,-1 4-20 0,1 0-28 0,-8 0-30 0,8 0-32 0,0 4-32 16,-1-4-32-16,-5 0-19 0,4 0-18 0,-4 4-15 0,-1-4-20 16,-1 0-23-16,2 3-28 0,-2-3-38 0,2 0-41 0,-8 0-54 0,1 0-60 15,-1 0-48-15,1 0-44 0,-7 0-45 0,7 0-46 0,-7 0-22 0,0 0-10 16,0 0 2-16,0 0 8 0,0-3 18 0,0 3 21 0,6-8 35 15,-6 5 39-15,0-1 52 0,-6 0 59 0</inkml:trace>
  <inkml:trace contextRef="#ctx0" brushRef="#br0" timeOffset="-204130.69">16366 1201 0 0,'0'-3'11'0,"-7"-5"160"0,7 5 13 16,-6-1 10-16,6 1 7 0,0-1 11 0,0 4 11 0,0 0 18 0,0 0 21 16,0 4 14-16,0-1 13 0,-6 1-5 0,6-4-15 0,0 7-8 0,0-3-7 15,-6 3-5-15,6 0-1 0,0 1-3 0,-8 3-5 0,8-4-7 16,-6 4-9-16,6 0-17 0,-6-4-19 0,-1 5-20 0,-6-2-24 0,6 5-28 15,1-4-29-15,-7 0-29 0,0 0-29 0,0 4-25 0,6-4-27 0,-6 0-28 16,1-1-32-16,-2 1-38 0,2 0-45 0,-2 0-46 0,1-3-51 0,0-1-40 16,0 0-34-16,7 1-29 0,-8-4-24 0,8-1-15 0,-7 1-9 15,7 0 2-15,6-1 9 0,-7-3 20 0,7 0 25 0,0 0 35 16,0 0 41-16,0 0 47 0,0 0 48 0</inkml:trace>
  <inkml:trace contextRef="#ctx0" brushRef="#br0" timeOffset="-203996.91">16112 1462 0 0,'0'0'13'0,"6"3"103"15,-6-3 14-15,8 4 17 0,-2-4 17 0,0 4 15 0,1-1 17 16,-1 1 11-16,1 0 6 0,-1-1-3 0,7 1-7 0,-7-1-11 0,2 5-11 15,4-5-9-15,-5 5-9 0,6-5-10 0,-7 1-14 0,7 0-15 16,-6 3-16-16,6-7-18 0,0 4-18 0,-6-1-26 0,5-3-32 0,2 0-39 16,-8 0-40-16,7 0-39 0,-7-3-35 0,8 3-37 0,-8-4-41 0,0 0-23 15,8-3-17-15,-8 3-6 0,1-3-5 0,-1 0 0 0,0-1 0 16,2 1 12-16,-2-4 19 0,0 4 25 0,0-4 27 0</inkml:trace>
  <inkml:trace contextRef="#ctx0" brushRef="#br0" timeOffset="-203813.19">16503 1158 182 0,'0'-8'281'0,"0"4"32"0,0-3 23 0,0 7 20 0,0-4 20 0,6 4 21 16,-6 0 22-16,0 0 20 0,0 0 17 0,7 4-11 0,-1-4-23 15,-6 4-45-15,7 3-53 0,0-3-49 0,-1 0-44 0,0 2-29 0,2-1-24 16,-2 2-20-16,0 0-18 0,-6 0-23 0,6-3-22 0,1 3-25 0,0 1-27 16,-1-5-30-16,-6 5-31 0,7-5-38 0,-7 5-43 0,6-5-42 15,-6 1-43-15,0 0-54 0,6-1-60 0,-6 1-51 0,0-4-46 0,0 0-41 16,-6 4-40-16,6-1-12 0,0 1 0 0,-6-1 8 0,-1 1 16 0,1 0 26 15,-1-1 34-15,-6 5 37 0,1-5 38 0,-2 5 54 0,1-5 59 16</inkml:trace>
  <inkml:trace contextRef="#ctx0" brushRef="#br0" timeOffset="-203397.13">16164 1417 49 0,'-13'8'196'0,"7"-4"20"16,-7 3 16-16,7-4 19 0,-2 5 16 0,2-4 19 0,0 3 15 0,-1 0 29 15,7 1 36-15,-6-1 8 0,6 0-6 0,-7 0-15 0,1 4-22 16,6-3-17-16,-7 3-20 0,1-4-13 0,6 4-11 0,-7-4-14 0,7 4-13 15,-7 0-16-15,1 1-12 0,0-1-28 0,6-4-33 0,-7 4-29 16,0 0-29-16,7 0-20 0,-6-4-16 0,6 4-11 0,-6-4-9 0,6 1-6 16,-7-1-5-16,7-3-4 0,-6-1-3 0,6 1-2 0,0-1-4 0,0-3-1 15,0 0-2-15,0 0-3 0,0 0-3 0,0 0-3 0,0 0-1 0,6 0-2 16,-6-3-2-16,7-1-1 0,-7 4 0 0,6-3 1 0,0-1-2 16,-6 0 0-16,7 1 0 0,6-1-1 0,-7 0 1 0,1-3-2 0,6 3 1 15,-6 1-1-15,6-5-2 0,0 5-1 0,-1-1-1 0,2 0 0 16,-8 4-3-16,7-3-2 0,0-1-2 0,0 4-1 0,1 0-1 0,-8 0-1 15,7 0-1-15,0 0-1 0,-7 0 0 0,7 4 1 0,-6-4 1 16,0 3 0-16,-1-3 3 0,-6 4 0 0,6-4 2 0,-6 4 3 0,7-4 3 16,-7 3 2-16,0-3 5 0,0 0 5 0,0 4 7 0,0-4 5 0,0 4 6 15,0-4 6-15,-7 3 4 0,7 1 6 0,-6 0 5 0,0-1 4 16,-1 1 6-16,0 3 4 0,1-3 4 0,-1 0 2 0,1 3 1 0,-7-4-2 16,0 1-4-16,7 3-2 0,-8-3-6 0,8 0-3 0,-7-1-5 15,0 1-6-15,0 0-5 0,7-1-10 0,-8 1-12 0,8 0-17 0,-7-4-18 16,0 0-22-16,6 0-23 0,1 0-27 0,-1 0-28 0,0-4-42 0,1 0-48 15,0 1-60-15,-1-1-69 0,7-3-57 0,0 3-53 0,0-3-39 16,0-1-33-16,0 1-7 0,7 0 4 0,-1 0 12 0,0-4 17 0,1 3 24 16,6 1 27-16,-6 0 39 0,6-1 48 0,0 1 60 0,-1 0 68 0</inkml:trace>
  <inkml:trace contextRef="#ctx0" brushRef="#br0" timeOffset="-202964.37">16314 1564 0 0,'0'3'118'0,"0"5"35"0,0-4 15 0,0 3 17 0,0 1 19 0,0-1 21 0,0 0 24 0,0 4 24 0,0-4 24 16,0 4 10-16,-6 0 1 0,6 0 4 0,0 0 4 0,0 0 2 0,-7 0 3 16,7 0-4-16,-7 0-8 0,7 4-12 0,-6-4-11 0,0 0-20 15,-1 4-18-15,0-4-21 0,7 0-23 0,-6-1-32 0,0 1-38 0,-1 0-31 16,0-3-26-16,7-1-17 0,-6-3-16 0,6-1-10 0,0 1-7 0,-7 0-10 16,7-4-9-16,0 0-9 0,0 0-8 0,7-4-6 0,-7 0-8 15,6-3-8-15,1 0-7 0,0-1-11 0,-1-3-11 0,0 0-13 0,8 1-15 16,-2-5-13-16,2 0-14 0,-1 1-7 0,-1-1-7 0,2 0-1 15,-2 0 3-15,8 4 2 0,-7-3 4 0,1 3 6 0,-2 4 8 0,2-1 9 16,-2 1 10-16,1 0 15 0,1 3 15 0,-2 0 15 0,-5 4 14 0,6-3 11 16,0 3 10-16,-7 3 7 0,8-3 5 0,-2 4 13 0,-4 0 15 15,4 3 15-15,-6-3 14 0,8 3 10 0,-8 0 8 0,1 1 5 0,5 3 2 16,-4-1 7-16,-2-2 8 0,0 3 4 0,0-4 4 0,-6 4 4 16,8 0 4-16,-2 0-5 0,-6-3-9 0,6 3-8 0,-6 0-9 0,0-4-5 15,0 4-1-15,0-4-2 0,0 4 2 0,0-4-2 0,0 4-1 0,0-3 1 16,-6-1 0-16,6 0 0 0,-6 1-1 0,-2-1-1 0,8 1 0 15,-6-5-3-15,0 5-1 0,0-5-2 0,-2 5-1 0,-4-5-1 0,5 1-1 16,-6 0-5-16,0-1-3 0,7 1-7 0,-8-1-6 0,-5-3-5 0,6 4-7 16,-6-4-11-16,5 0-14 0,-5 4-18 0,-1-4-23 0,0-4-26 15,-6 4-30-15,7 0-42 0,-7-4-45 0,6 4-72 0,-5-3-81 0,5-1-83 16,0 1-83-16,-6-1-46 0,7 0-25 0,-1 1-8 0,8-5 0 16,-8 5 13-16,7-5 16 0,0 0 22 0,0 1 25 0,-1 0 38 0,8 0 45 15,0-4 67-15,-1 3 127 0</inkml:trace>
  <inkml:trace contextRef="#ctx0" brushRef="#br0" timeOffset="-200113.84">12491 2143 0 0,'0'-4'57'0,"0"0"45"0,0 1 8 0,0-1 9 0,0 0 11 0,0 4 12 0,7-3 13 0,-7 3 5 16,0-4 0-16,0 4 7 0,0 0 12 0,0 0 17 0,0 0 20 0,0 0 22 15,0 0 22-15,0 0 20 0,0 0 21 0,0 0 11 0,0 0 6 16,0 0 0-16,0 0-2 0,0 0-9 0,0 0-11 0,0 0-16 0,-7 0-17 15,7 0-18-15,0 0-18 0,0 4-18 0,0-1-19 0,0 1-18 16,0 0-19-16,0-1-11 0,0 5-7 0,0 3-4 0,0-4-2 0,0 4-2 16,7 0-2-16,-7 4-2 0,0 0-4 0,-7-1-6 0,7 4-6 0,0 1-8 15,0 3-8-15,-7-1-6 0,7 2-7 0,-6-1-69 0,6 3-9 16,-6 1 0-16,-1 3 0 0,1-3 0 0,6 3 0 0,-7-3 0 16,0 3 0-16,1-3 0 0,0 0 0 0,-2-1 0 0,2-3 0 0,6 0 0 15,-6 0 0-15,6-4 0 0,-6-3 0 0,6 3 0 0,-7-6 0 16,7 2 0-16,0-3 0 0,-7-4 0 0,7 1 0 0,0-2 0 0,0-1 0 15,-6-2 0-15,6 1 0 0,0-4 0 0,0 0 0 0,0 0 0 16,0 0-19-16,0 0-153 0,0-4-36 0,0 1-47 0,0-2-54 0,0 2-62 16,0-4-67-16,0 0-52 0,0-1-48 0,0-3-22 0,0 1-13 15,0-2 4-15,6 1 11 0,-6-4 20 0,7 1 24 0,-7-1 30 0,7-3 35 16,-1-1 47-16,-6 2 55 0,6-5 66 0,0 3 165 0</inkml:trace>
  <inkml:trace contextRef="#ctx0" brushRef="#br0" timeOffset="-199647.92">12478 2132 177 0,'0'-8'204'0,"0"5"25"0,0 3 28 0,0-4 27 0,0 4 28 16,0 0 37-16,0 0 37 0,0 0 28 0,0 0 20 0,-6 0-11 15,6 0-28-15,-7 4-20 0,7-1-19 0,-6 1-16 0,6 0-17 0,-7-1-18 16,0 5-21-16,1-1-21 0,0 0-24 0,-2 1-30 0,2 3-34 0,0-1-29 15,-7 2-25-15,0 3-17 0,6-5-16 0,-5 5-11 0,-2 0-11 16,8-1-9-16,-7-3-8 0,0 4-7 0,0-1-7 0,-1-2-5 0,2 2-6 16,6-3-8-16,-8 0-7 0,8-3-12 0,-1-1-13 0,-6 0-15 15,13 1-17-15,-7-5-17 0,7 1-18 0,-6-4-21 0,6 0-23 0,0 0-30 16,0 0-37-16,0 0-39 0,0-4-43 0,6-3-42 0,-6 0-45 16,7-1-28-16,-7 1-18 0,7 0-9 0,-1-4-1 0,7 0 5 15,-7-4 8-15,8 4 15 0,-2 0 21 0,2-4 29 0,-1 4 35 0,0 0 41 16,0 0 47-16,-1 0 50 0,2 4 54 0,-1-4 42 0,7 4 37 0,-14 0 30 15,14-1 26-15,-14 5 25 0,7-5 24 0,0 5 26 0,-6-1 24 16,5 0 33-16,-5 1 35 0,6 3 33 0,-7-4 34 0,8 4 29 0,-8-4 29 16,1 4 18-16,-1 0 13 0,7 0 6 0,-6 4 4 0,-1-4-2 0,0 0-6 15,2 4-12-15,-2-1-13 0,7 1-22 0,-7 3-27 0,1-4-29 16,0 5-30-16,-1 0-31 0,6-5-33 0,-4 8-22 0,-2-4-17 0,7 1-14 16,-6 3-14-16,-1-4-9 0,1 4-9 0,-1-4-8 0,0 4-8 15,1-3-11-15,0-1-8 0,-7 1-10 0,6-2-9 0,0 2-16 0,-6-4-17 16,7 3-22-16,-7-3-25 0,0-1-41 0,0 1-49 0,0-4-76 15,0 4-89-15,0-4-82 0,0 0-81 0,-7 0-39 0,1 0-19 0,6-4-7 16,-6 4 0-16,6-4 8 0,-7 1 13 0,7-1 19 0,-7 1 20 16,7-1 40-16,0 0 49 0,0-4 73 0,0 2 207 0</inkml:trace>
  <inkml:trace contextRef="#ctx0" brushRef="#br0" timeOffset="-198864.18">14491 2132 10 0,'0'3'173'0,"6"1"20"0,-6 0 17 0,0 3 25 0,0-3 30 0,0 3 41 0,7 1 45 0,-7-1 41 16,0 0 39-16,0 4 6 0,0 0-13 0,0 0-16 0,0 0-20 0,0 4-13 15,0-4-14-15,0 3-10 0,0 1-8 0,0 4-18 0,0-5-20 0,0 4-34 16,0 4-39-16,0-3-36 0,0 3-34 0,0-1-24 0,0 1-17 16,6 4-13-16,-6-4-12 0,0 4-9 0,0-1-7 0,0-3-9 0,0 4-9 15,-6-4-8-15,6 4-8 0,0-4-7 0,0-4-5 0,0 4-6 16,0 0-5-16,-7-4-6 0,7 1-3 0,0-1-8 0,0-3-12 15,-6-1-12-15,6-3-15 0,0 0-16 0,0 0-18 0,0-4-16 0,-7 1-18 16,7-5-23-16,0 1-24 0,0 1-41 0,0-5-49 0,0 0-65 0,0 0-73 16,-7-5-54-16,7 5-47 0,0-4-35 0,-6 4-27 0,0-3-6 15,6-5 7-15,-8 8 11 0,2-7 15 0,0 3 21 0,0 1 22 0,6-4 42 16,-7 3 50-16,7-3 64 0,-7-1 72 0</inkml:trace>
  <inkml:trace contextRef="#ctx0" brushRef="#br0" timeOffset="-198597.45">14556 2304 35 0,'0'-3'198'0,"0"-2"29"0,-7 2 27 0,7 3 29 0,0 0 30 0,0 0 36 16,0 0 38-16,0-4 31 0,0 4 29 0,-7 0-1 0,7 4-16 16,0-4-24-16,-6 0-28 0,6 3-25 0,-6-3-24 0,0 5-24 15,-2-2-21-15,2 0-26 0,0 5-28 0,-7 0-30 0,-1 2-35 0,8-2-28 16,-14 3-25-16,8 3-21 0,-2-3-15 0,-5 4-13 0,5-1-11 0,-4 5-8 15,-2-5-7-15,7 1-6 0,-7 0-5 0,8 0-4 0,-2-1-4 16,1-3-9-16,7 0-13 0,-1 0-13 0,0-4-17 0,1 1-16 0,0-1-18 16,6-3-20-16,0-1-23 0,0-3-28 0,0 0-30 0,0 0-39 15,0-3-38-15,6-1-51 0,0-3-54 0,1-1-37 0,0 1-30 0,-1-4-21 16,7-3-18-16,-7 3-9 0,8-8-7 0,-2 4 10 0,8 1 16 16,-7-5 25-16,1 1 29 0,-2 4 37 0,2-5 40 0,-2 5 49 15,8-1 56-15</inkml:trace>
  <inkml:trace contextRef="#ctx0" brushRef="#br0" timeOffset="-198414.42">14524 2267 21 0,'6'-11'121'0,"6"4"19"0,2 0 20 0,-1 3 25 15,-1-3 26-15,2 3 31 0,-8 4 35 0,8-4 25 0,-2 1 21 0,1 3 14 16,1 0 11-16,-2 0 7 0,2 3 6 0,-2-3 2 0,1 4 0 16,1 0-6-16,5-1-6 0,-6 5-11 0,0-1-16 0,7-3-19 15,-8 7-23-15,2-4-27 0,6 4-26 0,-8 0-27 0,1 3-26 0,0-2-19 16,0-1-19-16,1 3-12 0,-8-3-9 0,7 4-11 0,-7-4-12 16,7 0-10-16,-6 0-11 0,-1 0-12 0,1 0-10 0,0-4-17 0,-7 0-18 15,6 1-23-15,0-1-28 0,-6-3-29 0,7-1-33 0,-7-3-50 16,0 0-62-16,0 0-82 0,0 0-95 0,0 0-79 0,-7 0-72 0,1 0-36 15,6 0-18-15,-6-3-3 0,-1 3 5 0,0 0 15 0,1 0 16 0,-7-4 26 16,6 4 29-16,1 0 48 0,-1 0 59 0,-5 0 81 16,4 0 246-16</inkml:trace>
  <inkml:trace contextRef="#ctx0" brushRef="#br0" timeOffset="-177214.13">11963 4564 0 0,'0'-3'119'0,"-6"-1"25"0,6 4 13 0,-7-4 16 0,7-3 19 0,0 3 21 16,-6 1 23-16,0 0 21 0,6-2 22 0,-7 2-5 0,7-5-15 15,-7 5 0-15,1-1 8 0,6-3 9 0,-6 4 8 0,-1-1 3 16,7-4 0-16,-7 5-7 0,1-5-9 0,-1 5-15 0,7-1-15 0,-6-3-16 15,0 3-17-15,-1 0-16 0,0-3-15 0,-5 3-19 0,4 0-20 0,2 1-18 16,0-1-17-16,-1 0-12 0,-6 4-9 0,7-3-6 0,-7-1-6 16,7 4-4-16,-8-4-6 0,8 4-4 0,-8 0-5 0,8-3-5 15,-7 3-4-15,0 0-5 0,6 0-4 0,-5 0-4 0,-2 3-2 0,2-3-3 16,5 0-1-16,-6 4 0 0,0-4 0 0,-1 4 1 0,2-1 0 16,-1-3 0-16,0 4-2 0,0 0 0 0,-1-1 0 0,2-3 0 0,-2 4 2 15,2 0 0-15,5 0 1 0,-6-1 0 0,0-3 0 0,7 4-2 16,-8 0-3-16,8-2-3 0,-7 3-2 0,7-1 0 0,-8-1 1 0,8 1-1 15,-8 0-1-15,8-1 0 0,0 5-1 0,-7-4-2 0,6-1 0 16,1 4-1-16,-7 0-1 0,7-3 0 0,-2 3-2 0,-4 1 2 16,6-1-1-16,-1 4-1 0,-6-4-2 0,6 1 0 0,1 2-2 0,-8-2 0 15,8 3-1-15,0-3 1 0,0 1 0 0,-2 0-2 0,2 2 2 16,0-4-1-16,-1 4 0 0,1-4-2 0,-1 4 1 0,0-3 0 0,7-1-1 16,-6 4 1-16,0-4 0 0,6 4 0 0,-6-4 0 0,6 4 0 15,0-4 1-15,0 5 0 0,0-5-1 0,0 4 1 0,0-3-1 0,0-1 1 16,6 4 2-16,-6-4-1 0,6 4 1 0,0 0 1 0,-6 0-1 15,7-4 1-15,6 4 1 0,-6 1-1 0,-1-1-1 0,0 0 2 16,2-4-1-16,4 4 0 0,-6 0 0 0,8 0 1 0,-8-4-1 0,7 4-1 16,1-4 1-16,-8 4 0 0,6-3-1 0,2 3 1 0,-8-4 0 15,7 0 1-15,1 0 1 0,-2 5 2 0,8-5 0 0,-7 1 2 0,0-1-1 16,0 0 2-16,0 0-2 0,6 1 2 0,-5-1-1 0,-1 0 1 16,6-3 0-16,-6 3 0 0,7-3-1 0,-7 3 0 0,6-3-2 0,-6 0-1 15,7 3-1-15,-7-4 0 0,0 1-1 0,6 0 0 0,-5-1 0 16,-2 1-1-16,2 3 0 0,-1-2 0 0,6-2-1 0,-6 0 0 15,1 1 0-15,-2 0-1 0,1-4 2 0,0 3-1 0,0 1 1 0,1 0 1 16,-2-4-1-16,2 4 1 0,-8-4-1 0,7 0 0 0,0 0 2 16,0 0-2-16,0 0 0 0,0-4 0 0,0 4 1 0,0 0-2 15,0-4 0-15,1 0 0 0,-2 1 0 0,1-1 0 0,0 0-2 0,-6-2-2 16,5 1 0-16,2 2 0 0,-2-1 0 0,2-3 0 0,-8-1 0 0,7 5 0 16,-6-4 0-16,6 3 0 0,-7-3 0 0,1-1 0 0,6 1 0 15,-7 3 0-15,1-3 0 0,-1 0 0 0,8-1 0 0,-14 1 0 16,12 0 0-16,-4 0 0 0,-2-1 0 0,-6 1 0 0,6-1 0 0,0 1 0 15,1 0 0-15,0-1 0 0,-1-3 0 0,-6 4 0 0,7 0 0 0,-1-4 0 16,-6 3 0-16,6-3 0 0,2 1 0 0,-8 2 0 0,6-3 0 16,-6 0 0-16,6 0 0 0,-6 0 0 0,0 0 0 0,6 0 0 15,-6 0 0-15,7 4 0 0,-7-4 0 0,0 0 0 0,0 4 0 0,7-4 0 16,-7 0 0-16,0 3 0 0,0 1 0 0,0-4 0 0,0 4 0 16,0-1 0-16,0-2 0 0,-7 2 0 0,7 0 0 0,0-3 0 15,-7 4 0-15,7 0 0 0,-6 0 0 0,6-1 0 0,-6 1 0 0,0-4 0 16,-2 4 0-16,2-1 0 0,0 1 0 0,-1 0 0 0,-6-2 0 0,6 3 0 15,-5-1 0-15,6 0 0 0,-8-1 0 0,1-3 0 0,0 4 0 16,0-1 0-16,0 1 0 0,0 0 0 0,-7-1 0 0,7 2 0 16,-7-6 0-16,8 5 0 0,-8-1 0 0,1 2 0 0,-1-2 0 0,0 4 0 15,1-3 0-15,-1 0 0 0,1-2-58 0,-7 7-135 0,6-2-47 16,1 0-72-16,0-3-87 0,-1 7-77 0,0-4-73 0,1 4-36 0,-1 0-18 16,7 0 1-16,0 4 10 0,0 0 18 0,0-1 22 0,0 1 23 15,7 0 27-15,-1-2 39 0,7 7 47 0,0-9 73 0,0 0 140 16</inkml:trace>
  <inkml:trace contextRef="#ctx0" brushRef="#br0" timeOffset="-175097.07">11931 3194 36 0,'0'-3'111'0,"-7"3"8"16,7-4 9-16,0 4 10 0,-6-4 14 0,6 1 12 0,0 3 15 0,-6-4 4 16,6 4-2-16,0-4-2 0,-7 1 1 0,7 3 5 0,0-4 9 15,-7 1 13-15,1 3 12 0,6-5 15 0,-7 2 15 0,7 3 7 16,-6-4 6-16,6 0-2 0,-6 4-3 0,-1-3-13 0,7-1-14 0,-7 4-16 15,1-4-15-15,0 4-14 0,-2-3-15 0,2-1-14 0,0 4-16 0,-1-3-18 16,1-1-17-16,-7 4-17 0,6-4-16 0,-5 4-10 0,4-3-6 16,-4 3-5-16,5 0-1 0,-6-4-3 0,0 4-4 0,0 0-2 15,0 0-5-15,-7 0-2 0,8 0-3 0,-1 0-2 0,-7 4-4 0,0-4-3 16,7 3 0-16,-6 1-2 0,0 0 0 0,-1-1-4 0,0 1-2 16,7 3-1-16,-7 0 1 0,1-3 0 0,0 3-1 0,-1 1 0 15,1-1-3-15,5 1 2 0,-5 3-1 0,6-4 0 0,-6 4 2 0,5-4-2 16,2 4 0-16,-8-3 2 0,7 2-1 0,-1-3-1 0,8 5 0 15,-6-1-3-15,-2 1 1 0,8-2-1 0,-7 5 0 0,6-4-1 0,0 3-1 16,1-3-1-16,0 4 0 0,0-1-2 0,-2 1 0 0,8-5-1 16,0 6-1-16,-6-2 1 0,6 1 0 0,0 0 0 0,0-1-1 15,6 1 2-15,-6 0-1 0,0-1-1 0,8-3 2 0,-8 4 0 0,6-1 0 16,0 1 1-16,-6-3 0 0,6 2 0 0,1 1 1 0,0-4-1 16,-1 3 1-16,1-3 0 0,-1 0 0 0,0 3 1 0,2-2 1 0,-2-1-1 15,6-1 0-15,-5 2 1 0,0-1-2 0,-1-1 1 0,7 2 0 16,-6-1 0-16,6-4 0 0,-7 4 0 0,8 0 1 0,-8-4 0 0,7 1 0 15,0 3 0-15,-6-8-1 0,5 5-1 0,2-1 0 0,-2-3 0 16,2 3 0-16,-1-3-1 0,-1-1 1 0,2 0-1 0,-2 1-1 16,2 0 2-16,-1-4-1 0,6 0 1 0,-6 4-1 0,7-4 0 0,-7 0 1 15,6 0 0-15,0-4 1 0,1 4 1 0,0 0 0 0,-7-4 1 16,7 0-1-16,-1 1 1 0,1 3 0 0,-1-3 0 0,0-1-2 0,1 0 0 16,0-3-1-16,-1 3 0 0,1 1 1 0,0-1-1 0,-8 0-1 0,8 1 0 15,-7-5-2-15,7 5 1 0,-8-1 0 0,8 0-2 0,-7 1 0 16,1-1 0-16,-2 0 1 0,1 4 0 0,0-3-1 0,-6-1 0 15,5 0 0-15,2 1 1 0,-8 3 0 0,7-4-1 0,-6 1 3 0,-1-1-1 16,1 0 1-16,-1 1 0 0,8-1 1 0,-8 0 1 0,0 1 0 16,1-2 1-16,0 2 1 0,-1-4 1 0,0 3 2 0,1-3-1 15,-1-1 2-15,1 4-1 0,0-3-1 0,-1 0-1 0,8 0 2 0,-8-1-1 16,0 1 1-16,0 0-2 0,1 0 0 0,0-1-1 0,-1 1-1 16,1 0-1-16,-1-1-1 0,-6 1 0 0,6 4 1 0,2-5 0 0,-2 1 2 15,0-1 1-15,-6 1 1 0,6 4 2 0,1-5 2 0,-7 0 1 16,0 5 4-16,7-5 2 0,-7 1 1 0,6 4 4 0,-6-5 1 0,0 5 1 15,7-5-1-15,-7 4 0 0,0 1 1 0,0-4-1 0,0 3 0 16,0-3-1-16,0 3-3 0,0-3-2 0,-7 3-1 0,7-3-3 16,0-1-1-16,0 5-3 0,-6-4-2 0,6-1 0 0,-7 5-1 0,0-5 0 15,7 0-1-15,-6 1-1 0,0 0-1 0,0 0-1 0,-2-1 1 16,2-3-1-16,0 4 0 0,-1 0 1 0,1-1-1 0,-8-3 0 16,8 4 0-16,-6-4-1 0,4 4 0 0,-4-4-1 0,5 4 0 0,-6-4-1 15,0 3 0-15,7-3 0 0,-8 5-1 0,2-3 1 0,5 2 0 0,-6 0-1 16,0-1 1-16,6 1-1 0,-6 0 2 0,1 3-1 0,4-3 1 15,-4 3-1-15,-1-4 1 0,6 5-1 0,-6-4 1 0,1 3-1 16,4-3-1-16,-4 3 0 0,-2 1 0 0,1-1-1 0,7 0-1 0,-7-3-2 16,0 3-3-16,0 1-8 0,0-1-9 0,0 1-14 0,0-2-14 15,0 2-18-15,-7-1-21 0,7 0-25 0,-6 1-26 0,6-1-54 0,-7 0-63 16,0 1-85-16,1-1-96 0,-7 4-64 0,6-3-51 0,1 3-18 16,-7-4-4-16,6 4 6 0,1-4 11 0,-7 4 17 0,6-3 20 0,7-1 24 15,-6-4 28-15,6 1 51 0,6 0 65 0</inkml:trace>
  <inkml:trace contextRef="#ctx0" brushRef="#br0" timeOffset="-57431.34">2344 3527 54 0,'0'-3'121'0,"-6"-1"11"0,6-3 9 0,-7 3 12 0,7 1 11 0,0-1 16 0,-7-3 16 16,7 3 6-16,0 4-4 0,0-4 4 0,-6 4 5 0,6-3 6 16,0 3 5-16,0 0 7 0,0 0 7 0,0 3 13 0,0-3 17 0,0 0 4 15,-7 4-2-15,7 0-9 0,0-1-11 0,0 1-14 0,7 3-15 0,-7 1-16 16,0 2-18-16,0 5-17 0,6-4-14 0,-6 7-15 0,7 1-15 15,-7 3-21-15,7 0-25 0,-1 0-15 0,0 3-9 0,-6 4-6 16,14-2-4-16,-8 2-4 0,0 0-6 0,1 0-6 0,0 1-4 0,6-1-6 16,-7 0-1-16,8 1-3 0,-2-5-1 0,2 1-2 0,-2-1-2 15,-5-2 0-15,6-1-2 0,6-4 1 0,-5 0-1 0,-2-3 1 0,8-4 0 16,-1-1 3-16,1-2 3 0,0-4 4 0,-1-1 3 0,1-3 3 16,6 0 3-16,-7-3 4 0,7-5 5 0,0 1 3 0,1-4 2 0,-1-4 3 15,0 1 1-15,-7 0 2 0,7-5 2 0,0-3 1 0,1 0 1 16,-1 0-2-16,-1-7 0 0,1 3-1 0,0-7-1 0,1 3-2 0,-1 1-2 15,-7-4-3-15,7 0-3 0,0 1-2 0,0-6-2 0,-6 5-4 16,5-3-2-16,-5 3-4 0,0 0-3 0,-1-3-3 0,1 3-1 0,-7 0-2 16,0 3-3-16,0-3-2 0,0 4-1 0,0 4-1 0,-7-5-1 15,2 8-1-15,-2 0-2 0,0 4-3 0,1-1-4 0,-7 5-7 16,6-1-8-16,-6 4-9 0,0 4-8 0,0 0-12 0,0 3-15 0,0 0-21 16,0 1-26-16,0 3-36 0,0 0-44 0,-6 0-52 0,6 3-56 0,-7 5-47 15,7-1-39-15,-6 4-34 0,0-1-31 0,-2 6-21 0,2-2-16 16,0 4 0-16,-1 2 7 0,0 1 18 0,7 1 24 0,-6 0 37 15,-1 0 41-15,1 0 55 0,6 0 56 0,0-3 51 0,0-1 185 0</inkml:trace>
  <inkml:trace contextRef="#ctx0" brushRef="#br0" timeOffset="-57198.37">3542 3593 88 0,'0'0'179'0,"0"0"13"0,0 0 10 0,0 4 12 0,0-4 16 0,-6 4 15 0,6-4 17 0,-6 4 16 16,6-4 18-16,-7 3-17 0,7 1-32 0,-7-4-30 0,7 4-28 0,0 0-16 15,-6-1-11-15,6 4-10 0,-6 1-10 0,6-1-11 0,0 4-14 16,-7 0-16-16,7 3-15 0,0 1-16 0,-7 3-15 0,7 1-13 16,0 3-10-16,0 0-9 0,-6 3-5 0,6-3-3 0,0 4-2 0,0-1-2 15,0-2-1-15,0 2-1 0,0 1-2 0,0-4-1 0,0 0-5 0,0 0-14 16,6-4-19-16,-6 1-30 0,0-1-36 0,7-3-37 0,-7-1-37 16,0-3-32-16,7-4-30 0,-7 1-31 0,6-1-33 0,-6-7-22 15,0 0-17-15,6 0-6 0,1-7-2 0,0 3 11 0,-7-7 16 0,6 0 30 16,-6-3 34-16,0-1 37 0,6 0 37 0</inkml:trace>
  <inkml:trace contextRef="#ctx0" brushRef="#br0" timeOffset="-57015.16">3471 3399 109 0,'0'-11'187'0,"0"0"16"0,0 4 14 0,0 3 12 0,0 1 13 0,0-1 9 15,0 4 8-15,0 0 6 0,0 0 6 0,0 0-30 0,0 0-46 16,0 0-35-16,0 0-31 0,0 0-22 0,0 0-18 0,6 0-24 15,-6-3-28-15,7 3-35 0,-1 0-41 0,-6 0-40 0,7 0-40 0,0 0-45 16,-1 0-47-16,0 0-30 0,1 0-18 0,-7 3-9 0,7-3-5 16,-1 4-2-16,-6-1 0 0,0 5 8 0,0-1 13 0,0 0 24 15,0 1 27-15</inkml:trace>
  <inkml:trace contextRef="#ctx0" brushRef="#br0" timeOffset="-56631.8">3646 3620 135 0,'0'10'180'0,"0"1"9"0,0 4 13 16,0-4 14-16,0 3 17 0,0 5 19 0,0-5 16 0,0 5 19 16,0-4 18-16,8 3-18 0,-8 0-38 0,0 0-12 0,6 1-1 0,-6-1 8 15,0-3 13-15,6 3 4 0,-6 1-2 0,6-5-11 0,-6 1-12 0,7 3-18 16,-7-7-16-16,0 4-17 0,7-5-19 0,-7 1-16 0,6 0-18 16,-6-3-23-16,0-2-25 0,0 2-25 0,7-4-26 0,-7 0-14 15,0 0-9-15,6-4-5 0,-6 0-3 0,7 0-1 0,0-4 0 0,-1 0-1 16,0-3 0-16,0-1-1 0,2 1 1 0,-2-4 0 0,7-4 1 15,0-3 2-15,0 4-1 0,-7-8 2 0,8 3 0 0,-2-2 1 16,2-2 1-16,-1 1 1 0,-1 4 0 0,2-4 1 0,-2 4 2 0,2 0 1 16,-1 2 2-16,-7 2 1 0,8-1 0 0,-8 4 2 0,0 4 1 15,8-4 0-15,-8 7 1 0,0-3 0 0,1 3 1 0,-1 1-1 0,1-1 1 16,0 4 0-16,-1 0 1 0,0 0 1 0,0 4 0 0,2-1 1 16,4 1 4-16,-5-1 0 0,0 5 0 0,-1-1 1 0,1 4 2 0,-1-4 1 15,0 5-1-15,1 3 0 0,0-1 0 0,-1 1-1 0,0-1-2 16,1 5-2-16,-7-5-3 0,7 5-4 0,-7-1-2 0,6 0-8 15,-6-3-12-15,7 3-16 0,-7-3-20 0,6 0-23 0,-6-1-29 0,6 1-42 16,1-4-49-16,-7 0-61 0,7-4-68 0,-7 0-51 0,6-3-43 16,-6 0-41-16,6-4-39 0,2 0-14 0,-2-4-1 0,-6 0 10 0,6-3 13 15,1-4 22-15,-7-3 26 0,6 3 41 0,1-8 47 0,-1 5 61 16,-6-5 68-16</inkml:trace>
  <inkml:trace contextRef="#ctx0" brushRef="#br0" timeOffset="-56432.15">4278 3531 0 0,'0'-11'175'0,"7"4"103"0,-7 3 25 0,0-3 29 0,0 3 28 16,0 4 32-16,6-3 32 0,-6 3 23 0,7-4 17 0,0 4 14 0,-1-4 13 16,0 4-43-16,8 0-68 0,-2-3-55 0,1 3-48 0,1 0-29 15,-2-4-21-15,2 4-24 0,5 0-26 0,-6 0-30 0,0 0-31 0,7 0-23 16,-7 0-16-16,6 4-13 0,-6-4-13 0,1 0-11 0,-2 0-8 16,2 3-17-16,-2-3-18 0,1 0-26 0,-6 0-27 0,6 4-38 15,-7-4-42-15,2 0-53 0,-2 0-59 0,-6 0-66 0,6 4-71 0,-6-4-57 16,0 0-50-16,-6 3-25 0,6 5-10 0,-6-5 3 0,-2 5 12 15,2-1 16-15,0 0 22 0,-1 1 33 0,-6-1 40 0,6 0 52 0,-5 0 57 16</inkml:trace>
  <inkml:trace contextRef="#ctx0" brushRef="#br0" timeOffset="-56248.28">4376 3663 36 0,'-6'4'235'0,"-8"3"22"0,8 0 17 0,6-3 9 0,-7 0 8 0,1-1 6 16,6 1 4-16,-6 0 14 0,6-4 17 0,6 3 22 0,-6 1 25 0,6-4-21 15,1 3-45-15,-1-3-35 0,1 4-27 0,6-4-18 0,1 4-14 16,-2-4-8-16,1 4-5 0,0-4-5 0,6 3-4 0,1-3-12 0,0 0-17 15,-1 0-35-15,1 0-44 0,0 0-37 0,-8 0-32 0,8 0-30 16,-1-3-29-16,1 3-39 0,-7 0-47 0,7-4-60 0,-8 4-71 16,2-4-59-16,-2 4-56 0,-5 0-46 0,6-4-41 0,0 4-22 0,-6 0-9 15,6 0 2-15,-7-3 6 0,0-1 17 0,8 4 17 0,-8-3 36 16,7 3 42-16,-6-4 60 0,6 0 68 0</inkml:trace>
  <inkml:trace contextRef="#ctx0" brushRef="#br0" timeOffset="-55713.19">5033 3143 0 0,'-6'-8'90'0,"6"5"132"0,0-1 21 15,0 4 18-15,-6 0 15 0,6 0 13 0,0 0 13 0,0 0 17 16,-6 4 16-16,6-4 31 0,0 7 39 0,0 0-12 0,0 1-34 0,0 3-29 16,6 0-26-16,-6 7-17 0,0-3-14 0,6 7-13 0,-6-1-9 15,0 5-8-15,6 0-6 0,2 4-10 0,-8-1-10 0,6 0-31 16,0 4-37-16,1-3-28 0,0 2-19 0,-1-2-14 0,-6 3-7 0,13-4-7 15,-7 0-5-15,1 1-2 0,0-5-3 0,-1 1-4 0,0-1-6 16,8-2-6-16,-8-1-4 0,7-1-5 0,-7-2-4 0,8-1-6 0,-8-3-4 16,8-1-5-16,-2-3-4 0,-5 0-3 0,6 1-1 0,0-5 0 15,-1 1 3-15,2-5 4 0,5 0 5 0,-6-3 3 0,7 4 5 0,-7-8 1 16,7 4 3-16,-7-6 2 0,6 2 6 0,0-4-18 0,-5-3-26 16,5-1 0-16,-6-2 0 0,6 3 0 0,-5-3 0 0,5-5 0 0,-6 5 0 15,0-4 0-15,1-1 0 0,-2 5 0 0,2-5 0 0,-8 1 0 16,7-1 0-16,0 1 0 0,-6-4 0 0,-1 4 0 0,8 0 0 15,-8-5 0-15,6 5 0 0,-5-4 0 0,0 4 0 0,-1-4 0 0,1 0 0 16,-1 0 0-16,0 3 0 0,2-2 0 0,-2-1 0 0,0 3 0 16,0-2 0-16,-6 2 0 0,7 5 0 0,0-5 0 0,-7 4 0 15,6 4 0-15,-6-3 0 0,0 2 0 0,0 5 0 0,0-3 0 0,7 2-108 16,-7 5-85-16,0-5-34 0,0 5-54 0,0-1-62 0,0 4-67 16,0 0-69-16,0 0-50 0,0 0-38 0,0 0-12 0,0 0 4 0,0 0 13 15,6 0 17-15,0 4 20 0,-6-4 22 0,8 3 32 0,-2-3 36 0,0 3 56 16,0 2 67-16</inkml:trace>
  <inkml:trace contextRef="#ctx0" brushRef="#br0" timeOffset="-55298.27">5822 3700 183 0,'0'0'228'16,"0"3"14"-16,0-3 11 0,0 4 13 0,0-4 13 0,0 3 26 15,6-3 32-15,-6 0 41 0,7 0 49 0,0-3-3 0,5 3-28 0,-5-4-29 16,6 4-32-16,0-3-24 0,1 3-23 0,-2 0-9 0,1-4-7 0,7 4-6 16,0-4-8-16,-2 4-21 0,2 0-27 0,0 0-41 0,-1-3-47 15,1 3-30-15,0 0-23 0,-1 0-13 0,1 0-13 0,-1 0-4 16,1 0-5-16,-1 0-5 0,0-4-4 0,-5 4-8 0,-1 0-11 0,6 0-13 16,-6 0-14-16,-7 0-16 0,8 0-16 0,-1 0-23 0,-7 0-26 0,1 0-34 15,0-4-41-15,-7 4-63 0,6 0-74 0,-6 0-69 0,0 0-67 16,0 0-38-16,-6-4-27 0,6 1-5 0,-7-1 2 0,0 1 10 15,1-4 15-15,-1 3 20 0,-5-3 25 0,4-1 35 0,2 1 40 0,-7-4 62 16,7 0 125-16</inkml:trace>
  <inkml:trace contextRef="#ctx0" brushRef="#br0" timeOffset="-55132.03">6167 3374 0 0,'-6'-8'16'0,"6"8"178"0,-7-3 15 16,1 6 14-16,6-3 15 0,-7 8 17 0,7-1 20 0,-7 4 20 0,7-1 20 15,0 6 25-15,-6-2 28 0,6 9-8 0,0-5-23 0,-6 4-21 16,6 3-18-16,0 1-13 0,-7 3-11 0,7-3-13 0,0 3-13 15,0-3-19-15,0 3-21 0,0-4-36 0,0 2-41 0,7-2-66 0,-7-3-77 16,6 0-104-16,-6 0-114 0,6-4-92 0,1 0-81 0,0-2-43 16,-1-1-19-16,1-5-11 0,-7 5-5 0,6-4-2 0,0-4 1 0,1 0 16 15,0 1 21-15,-1-1 39 0,0-3 51 0,2-1 69 0,-8 1 248 16</inkml:trace>
  <inkml:trace contextRef="#ctx0" brushRef="#br0" timeOffset="-54698.17">6629 3484 0 0,'0'-4'235'0,"0"4"52"0,0-4 17 16,0 4 11-16,0 0 4 0,0 0 13 0,0 0 18 0,0-3 35 0,7 3 49 15,0-3 28-15,-1 3 20 0,0-4-41 0,1 4-72 0,6 0-56 16,-6-4-46-16,5 0-24 0,2 4-12 0,-2-3-2 0,8 3 3 0,-7 0-8 16,1-5-11-16,5 5-34 0,0 0-46 0,-6 5-29 0,7-5-21 15,0 0-15-15,-1 0-11 0,-6 3-8 0,6-3-6 0,1 0-13 0,-7 4-13 16,0-4-22-16,6 4-24 0,-5-4-25 0,-2 0-26 0,2 0-39 16,-8 4-45-16,7-4-65 0,-6 0-74 0,0 0-72 0,-1 0-74 0,6 0-47 15,-4 0-36-15,-2 0-11 0,-6 0 0 0,6 0 9 0,1 0 14 16,-7 0 18-16,6 0 20 0,-6-4 37 0,7 4 43 0,0-4 65 15,-1 0 71-15</inkml:trace>
  <inkml:trace contextRef="#ctx0" brushRef="#br0" timeOffset="-54248.56">7294 2956 0 0,'0'-7'58'0,"0"-1"186"0,0 1 36 0,0 4 21 16,-6 3 15-16,6 0 16 0,0 0 16 0,0 0 31 0,0 7 37 15,0-4 31-15,0 8 28 0,0-3-19 0,6 6-44 0,-6 1-40 0,0 3-42 16,0 0-30-16,0 5-28 0,0 2-13 0,0 1-6 0,6 0-8 16,-6 3-9-16,0 4-23 0,7-1-32 0,-7 1-26 0,6 4-20 0,1 0-13 15,-7 0-11-15,7-1-7 0,-1 2-5 0,0-2-6 0,8 0-8 16,-8 1-5-16,7-4-6 0,-6-4-66 0,6 1-8 0,-1-1 0 0,8-4 0 15,-7-3 0-15,7-3 0 0,-7-1 0 0,6-3 0 0,-5-1 0 16,5-3 0-16,0-3 0 0,-6-1 0 0,7 0 0 0,0-7 0 16,-8 4 0-16,8-4 0 0,-7-4 0 0,0 1 0 0,6-1 0 0,-5-7 0 15,-1 0 0-15,-1 0 0 0,8-3 0 0,-7-5 0 0,0 1 0 16,0-4 0-16,1-1 0 0,5-2 0 0,-6 0 0 0,0-1 0 0,0 0 0 16,0 1 0-16,-7-5 0 0,8 1 0 0,-2 4 0 0,-5-2 0 15,6 2 0-15,-6-1 0 0,-1 1 0 0,0 3 0 0,2-4 0 16,-2 8 0-16,0-4 0 0,-6 3 0 0,6 5 0 0,-6-4 0 0,7 7 0 15,-7 0 0-15,0 0 0 0,0 3 0 0,7 1 0 0,-7 3-113 0,0 1-56 16,0-1-32-16,-7 1-45 0,7 3-55 0,0 0-63 16,0 0-68-16,-7 3-60 0,7-3-53 0,0 4-23 0,-6 3-6 0,6 0 6 15,0 1 11-15,0-1 18 0,0 4 21 0,0-1 30 0,6 2 35 0,-6-1 50 16,7-1 59-16,0 2 70 0,-1 2 232 0</inkml:trace>
  <inkml:trace contextRef="#ctx0" brushRef="#br0" timeOffset="-53898.24">8063 3649 0 0,'-7'0'217'0,"7"0"73"0,0 3 18 0,0-3 20 0,0 0 20 0,0 4 32 0,7-4 42 16,-1 4 29-16,-6-4 26 0,6 0 19 0,0 0 16 0,8 0-39 15,-8 0-67-15,1 0-50 0,6 0-40 0,-6 0-19 0,5 0-7 0,-5-4-11 16,6 4-12-16,0 0-28 0,0 0-36 0,0-4-27 0,0 4-24 16,0 0-18-16,1 0-17 0,-2 0-15 0,8-3-16 0,-7 3-17 0,-1 0-69 15,2 0 0-15,-1 0 0 0,0 0 0 0,-6 0 0 0,5 3 0 16,2-3 0-16,-8 0 0 0,0 0 0 0,1 0 0 0,0 0-43 0,-7 0-76 15,6 0-34-15,-6-3-54 0,0 3-65 0,0 0-85 0,0 0-95 16,0 0-68-16,0 0-57 0,0 0-21 0,0 0-6 0,-6 0 8 16,-1 0 14-16,0 3 19 0,1-3 24 0,0 4 29 0,-1-4 33 0,0 4 52 15,-5-4 66-15</inkml:trace>
  <inkml:trace contextRef="#ctx0" brushRef="#br0" timeOffset="-47798.56">2123 4967 48 0,'0'-3'120'0,"-7"3"11"0,7-3 11 0,-7 3 11 0,7 0 11 0,0 0 14 16,-6-5 13-16,6 5 3 0,0 0-6 0,0 0-3 0,0 0-3 15,0 0 3-15,0 0 1 0,0 0 6 0,0 0 7 0,0 0 5 16,-6 5 3-16,6-5 6 0,0 0 4 0,0 0 7 0,0 0 10 0,0 0 3 16,0 3-1-16,0-3-7 0,0 3-10 0,0-3-10 0,0 4-11 0,0-4-7 15,0 4-5-15,0 3-4 0,6-3-3 0,-6 3-4 0,0 0-6 16,6 4-13-16,-6 1-15 0,7 2-10 0,-7 4-11 0,7-3-4 0,-1 7-4 16,-6 0-4-16,6 0 0 0,-6 3-6 0,8 1-5 0,-8 0-10 15,6-1-9-15,-6 5-10 0,6-1-9 0,-6 1-7 0,0 2-7 0,7-2-5 16,-1 2-5-16,-6 1-3 0,7 1-5 0,-1-5-3 0,1 0-3 0,-1 0-4 15,0 1-2-15,8-1-3 0,-8-3-2 0,8-1-2 0,-8 1-1 0,7-4-2 16,0 0 0-16,-6-4 0 0,5 1-4 0,2-5-1 0,-2 1 0 16,1 0 0-16,-6-5 0 0,6 1 0 0,1-3 0 0,-8-1 0 15,6 0 0-15,2-3 0 0,-1 0 0 0,-7 0 0 0,8-1 0 0,-2-3 0 16,2 0 0-16,-2-3 0 0,1 3 0 0,1-4 0 0,-2 0 0 0,2-3 0 16,-2-1 0-16,1 1 0 0,7-4 0 0,-6 0 0 0,-2 0 0 15,1-3 0-15,7-5 0 0,-8 5 0 0,8-8 0 0,-7 4 0 16,0-5 0-16,7 1 0 0,-7-3 0 0,7-1 0 0,-8 4 0 0,1-3 0 15,7-1 0-15,-8-4 0 0,2 5 0 0,-1-1 0 0,0-3 0 0,-6 3 0 16,5 1 0-16,-5-1 0 0,6-3 0 0,-7 0 0 0,1 3 0 16,0-4 0-16,-1 5 0 0,1-4 0 0,-1 3 0 0,-6 0 0 0,7 0 0 15,-7 4 0-15,7-3 0 0,-7 3 0 0,0 0 0 0,6 3 0 16,-6 1 0-16,0 4 0 0,0-5 0 0,0 5 0 0,0 3 0 0,0-4 0 16,0 4 0-16,0 4 0 0,0 0 0 0,0-1 0 0,-6 1 0 15,6 3 0-15,0 1 0 0,0-2-36 0,-7 5-276 0,7 0-55 0,-7 5-66 16,1-5-52-16,6 7-48 0,-7-3-35 0,1 7-29 0,-1-4-2 15,0 4 9-15,7 3 18 0,-6 2 21 0,6 1 27 0,-6 2 31 0,6-1 41 16,0 1 48-16,0-1 66 0,6 0 74 0</inkml:trace>
  <inkml:trace contextRef="#ctx0" brushRef="#br0" timeOffset="-47098.55">2963 5521 0 0,'-7'-4'68'0,"7"4"82"0,-6-4 11 0,0 4 12 0,6 0 11 0,0 0 14 0,-8 4 11 0,8-4 13 16,0 4 10-16,-6-1-7 0,6 1-18 0,0 0-16 0,0-1-14 16,0 8-10-16,0-4-8 0,0 4-4 0,0 0-2 0,0 4-6 0,6 0-6 15,-6 3-6-15,8-3-5 0,-2 3-6 0,-6 0-4 0,6 4-4 16,1-3-3-16,-1-1-4 0,8-4-5 0,-8 5 6 0,0-4 12 0,8-1 6 15,-8-3 2-15,7 0-1 0,-6 0 0 0,6 0-2 0,-1-4-4 16,2-3-2-16,-8 3-4 0,7-3-4 0,0-4-6 0,0 4-3 0,0-8-5 16,0 4-13-16,1-4-17 0,-2 1-11 0,1-5-6 0,0 5-4 15,0-8-3-15,1 4-1 0,-8-4-1 0,7-4-2 0,0 0-2 0,-7 1-1 16,1-1-2-16,6-4-1 0,-6-2 0 0,-1 2-1 0,7-3 1 0,-13 0-1 16,7 1 0-16,-1-1 0 0,0-4-1 0,1 7 0 0,-7-3 1 15,0 1 1-15,0 2 3 0,0 1 0 0,-7 0 2 0,1 0 0 16,0 2 0-16,-1 2 0 0,0-1-3 0,-5 4-1 0,-2 0-1 0,1 4-2 15,1-4-1-15,-2 7-3 0,2-3-3 0,-2 3-3 0,1 1-4 16,-6 3-4-16,6-4-3 0,-1 4-7 0,2 4-9 0,-2-4-12 16,2 3-12-16,-1-3-16 0,6 4-17 0,-6 0-22 0,0-1-25 0,6 5-37 15,1-5-44-15,0 1-58 0,-1 3-63 0,1-3-57 0,-1 3-52 16,7 1-46-16,0-5-40 0,-7 5-15 0,7-1 0 0,0 0 8 0,0 0 13 16,7 1 19-16,-7-4 24 0,7 3 36 0,-1 1 44 0,1-5 57 0,-7 4 64 15</inkml:trace>
  <inkml:trace contextRef="#ctx0" brushRef="#br0" timeOffset="-46680.99">3354 5473 15 0,'6'4'172'0,"-6"-4"12"0,0 3 11 0,6 1 19 16,-6 0 24-16,8-1 27 0,-8 1 27 0,0 3 28 0,6 1 26 0,0-1 11 15,1 0 3-15,-1 4-9 0,1 0-14 0,-1 0-9 0,1 0-8 16,-1 4-6-16,0-4-6 0,2 0-16 0,4 4-22 0,-5-4-23 0,-1 0-25 15,7 3-23-15,-6-3-24 0,-1 0-31 0,8-4-33 0,-8 4-26 16,0-3-22-16,8-1-14 0,-8 0-10 0,0-3-5 0,7 0-4 0,-6-1-2 16,6-3-2-16,-7 0-4 0,8 0-1 0,-8-3-3 0,0-5-3 15,8 1-3-15,-8 0-3 0,7-4-2 0,-7-4-1 0,8 4-1 16,-8-7-1-16,0 3-2 0,1-3-1 0,0 3-3 0,-1-3 0 0,1-1-2 16,-1 5-1-16,1-1 0 0,-7 1-1 0,7-1 2 0,-7 4 0 15,0 0-1-15,0 0 1 0,6 0 0 0,-6 8 2 0,0-5 0 0,0 5 1 16,-6-1 4-16,6 0 2 0,0 0 3 0,0 4 2 0,0 0 3 15,0 0 0-15,0 0 1 0,0 4 0 0,0 0 1 0,6 3 1 16,-6 1 2-16,0-1 2 0,0 0 1 0,6 4 1 0,-6 4 1 0,6-4 0 16,-6 3 0-16,8 1-1 0,-8-1-2 0,6 5 0 0,-6-5-1 15,6 5 1-15,1-4-3 0,-7 3 0 0,6-4-2 0,-6 1-3 0,7 0-2 16,-7-1-2-16,7-3-9 0,-1 0-11 0,-6-3-13 0,6 2-15 0,0-5-17 16,-6 1-19-16,8-1-27 0,-8-2-31 0,6-3-41 0,-6 0-47 15,0-3-59-15,6-2-65 0,-6 2-51 0,0-5-46 0,0 1-36 16,0 0-30-16,7-4-8 0,-7 0 3 0,0 4 13 0,0-4 16 0,0 0 25 15,0 0 31-15,0 0 40 0,0 4 47 0,0-4 59 0,0 3 65 16</inkml:trace>
  <inkml:trace contextRef="#ctx0" brushRef="#br0" timeOffset="-46447.94">3822 5425 190 0,'0'-4'260'0,"0"4"25"0,0 0 16 0,0 0 29 15,0 0 33-15,0 0 41 0,0 0 43 0,7 0 32 0,-7 4 23 16,7-4-11-16,-1 4-28 0,1-1-41 0,-1-3-44 0,7 4-36 0,-6-4-29 15,5 4-20-15,2-4-12 0,-1 4-24 0,-1-4-29 0,2 0-37 16,6 0-42-16,-8 0-29 0,8 0-24 0,-7 0-17 0,7 0-15 0,-8 0-12 16,2 0-10-16,5 0-8 0,-6 0-7 0,0 0-13 0,0-4-15 15,0 4-17-15,0 0-20 0,0 0-18 0,-6-4-22 0,5 4-26 0,-4 0-29 16,-2-4-41-16,0 1-44 0,1-1-63 0,-1 4-73 0,-6-4-62 16,0 1-60-16,0-1-39 0,0 1-28 0,0-5-7 0,-6 5 6 0,6-5 12 15,-7 5 16-15,1-5 23 0,0 1 28 0,-2-4 39 0,2 4 45 16,0-1 63-16,-1-2 73 0</inkml:trace>
  <inkml:trace contextRef="#ctx0" brushRef="#br0" timeOffset="-46248.83">4057 5165 0 0,'0'-11'1'0,"-6"7"208"0,6 1 24 0,-7 0 21 0,7 3 16 0,0 3 24 15,-7 0 27-15,7 1 35 0,0 3 40 32,0 5 41-32,0-1 40 0,0 3-6 0,0 1-31 0,7 7-28 0,-7 0-29 0,0 3-17 0,7 1-11 0,-7 4-10 0,0 2-6 0,6 1-14 0,-6 0-19 0,0 4-30 15,7 0-37-15,-1-1-37 0,-6-3-40 0,6 0-27 0,1 0-23 0,6 0-37 16,-7-7-75-16,1-1 0 0,6 1 0 0,-6-8 0 0,5 1 0 0,2-5 0 15,-2-3 0-15,2 0 0 0,-1-3 0 0,6-5 0 0,-6-3 0 16,7 0 0-16,-7-3-128 0,0-5-31 0,6 5-30 0,-5-8-43 16,-2 0-50-16,8 0-61 0,-7-4-66 0,0 1-54 0,0-5-47 0,-7 4-31 15,8 1-22-15,-1-5-1 0,-7 1 12 0,7 0 19 0,0 3 23 0,-7-3 28 16,8 0 31-16,-8-1 43 0,7 1 50 0,0 3 62 0,-6-3 78 16</inkml:trace>
  <inkml:trace contextRef="#ctx0" brushRef="#br0" timeOffset="-45997.86">4585 5257 33 0,'-14'7'309'0,"8"-3"53"15,-1 3 47-15,1-3 36 0,0-1 28 0,-1 1 20 0,0 0 14 16,7 0 11-16,-6-4 9 0,6 0 11 0,0 0 11 0,0 0-53 16,0 0-84-16,0 0-66 0,0 0-57 0,6 0-48 0,1 0-41 0,0-4-31 15,5 4-27-15,-5-4-18 0,6 0-13 0,0 1-12 0,1-5-8 16,-2 5-11-16,1-1-11 0,0 0-12 0,0 1-14 0,7-1-13 15,-8 0-10-15,2 1-18 0,-1-1-19 0,-7 0-23 0,8 4-21 0,-2-3-24 16,-6-1-24-16,8 4-34 0,-8 0-38 0,1-3-49 0,-1 3-56 16,-6 0-68-16,7 0-76 0,-7 0-65 0,0 0-60 0,0 0-21 0,0 3 0 15,-7 1 9-15,7 3 17 0,-6-3 20 0,6 3 23 0,-7 0 33 16,1 1 36-16,0-1 51 0,-2 0 54 0</inkml:trace>
  <inkml:trace contextRef="#ctx0" brushRef="#br0" timeOffset="-45814.94">4617 5414 88 0,'-6'7'258'0,"-8"4"26"0,8-7 18 0,0 4 17 15,-1-1 15-15,0-4 17 0,7 2 19 0,-6-5 29 0,6 3 35 16,0-3 14-16,6 0 4 0,-6 4-32 0,7-4-49 0,0 0-38 16,-1 0-29-16,0 0-16 0,8 0-11 0,-2 0-14 0,2 0-12 0,-1 0-15 15,7 0-18-15,-8 0-29 0,8 0-35 0,-1 0-28 0,1 0-27 0,-8 0-28 16,8 0-29-16,0 3-30 0,-1-3-33 0,-5 0-37 16,5 4-39-16,-6-4-62 0,0 4-72 0,1-4-90 0,-8 3-97 0,6-3-68 15,-5 4-51-15,0 0-26 0,-1-1-13 0,1 1-2 0,-1 0 5 0,-6-1 13 16,6 1 19-16,-6 0 27 0,0-4 33 0,0 0 57 0,0 0 71 15</inkml:trace>
  <inkml:trace contextRef="#ctx0" brushRef="#br0" timeOffset="-44931.87">5372 4836 12 0,'0'-12'223'0,"-6"1"28"0,6 1 22 15,0 2 18-15,0 5 15 0,-6-1 19 0,6 0 21 0,0 4 26 16,0 0 29-16,0 0 18 0,0 0 10 0,0 0-18 0,0 0-37 0,0 8-31 15,6-5-29-15,-6 5-17 0,0 2-14 0,6 5-9 0,-6 0-8 0,7 3-11 16,0 7-14-16,-7 2-22 0,6 2-25 0,0 4-28 0,2 3-31 16,-8 5-20-16,6-1-17 0,0 4-13 0,-6 0-12 0,0 0-8 15,7 3-8-15,-7-2-9 0,0 2-8 0,0 1-6 0,0-5-7 0,0 5-11 16,0-4-10-16,0 0-19 0,-7-3-17 0,7-1-24 0,0-4-23 16,0-2-36-16,-6-5-40 0,6-4-58 0,0-3-72 0,0-3-82 15,0-9-87-15,0 1-63 0,0-7-48 0,0-4-21 0,0-4-4 0,0-7 6 16,0 1 13-16,6-9 18 0,-6-3 23 0,0-3 32 0,7-9 36 15,-7 2 60-15,6-5 71 0</inkml:trace>
  <inkml:trace contextRef="#ctx0" brushRef="#br0" timeOffset="-44448">5347 4905 0 0,'-7'-22'30'16,"0"0"240"-16,1 4 48 0,0 3 33 0,-1 4 24 0,0 4 24 16,7 0 28-16,-6 3 23 0,6-3 20 0,0 3 18 0,0 0 18 0,6 1-17 15,1-1-33-15,0-3-51 0,-1 3-59 0,7 0-46 0,0 1-39 16,0-5-24-16,0 5-17 0,6-5-18 0,1 4-20 0,0 1-16 0,5 0-17 15,-5-2-15-15,6 2-14 0,-6-1-14 0,13 0-14 0,-8 4-11 16,1-3-9-16,0 3-10 0,1-4-35 0,-1 4-27 0,6 0 0 16,-5 4 0-16,-9-4 0 0,9 3 0 0,-7-3 0 0,-1 4 0 0,0 0 0 15,1-1 0-15,-7 5 0 0,1-5 0 0,-2 4 0 0,1-2 0 16,-6 2 0-16,-1 0 0 0,1 1 0 0,-7-1 0 0,6 0 0 0,-12 4 0 16,6-3 0-16,0 2 0 0,-7 1 0 0,-6 4 0 0,6-4 0 15,-5 4 0-15,-2 0 0 0,-5 3 0 0,-1 0 0 0,1 0 0 16,0 1 0-16,-1-1 0 0,-7 0 0 0,9 0 0 0,-9-2 0 0,1 2 0 15,0-4 0-15,7-3 0 0,-7 4 0 0,6-4 0 0,0-4 0 16,7 1 0-16,1-1 0 0,-2-4 0 0,2 1 0 0,5 0 0 0,0-1 0 16,1-3 0-16,6 0 0 0,-7 0 0 0,7 0 0 0,0 0 0 15,0 0 0-15,0 0 0 0,7 0 0 0,-7 0 0 0,6 0 0 0,1 0 0 16,0 0 0-16,-1 0 0 0,7 0 0 0,0 4 0 0,0-4 0 16,7 0 0-16,-8 4 0 0,8-1 0 0,0 2 0 0,-1 1 0 15,-5-2 0-15,4 3 0 0,2 1 0 0,-1-1 0 0,1-3 0 0,0 7 0 16,-7-4 0-16,7 1 0 0,-8-1 0 0,2 0 0 0,-2 1 0 0,-5-1 0 15,6 0 0-15,-6 0 0 0,-1 1 0 0,0-1 0 0,-6-3 0 16,8 3 0-16,-8-3 0 0,0-1 0 0,-8 5 0 0,8-4 0 16,-6-1 0-16,0 4 0 0,-1 0 0 0,-6 1 0 0,6 3 0 0,-12 0 0 15,6 0 0-15,-7 0 0 0,1 0 0 0,-7 0 0 0,0 0 0 0,-1 0 0 16,9-4 0-16,-15 4 0 0,7-4 0 0,0-3-184 0,-1 4-358 16,8-4-71-16,-7-1-58 0,6-3-17 0,1 3 3 0,6-3 14 15,-1-3 19-15,-5 3 26 0,13-3 32 0,-1-1 36 0,1 0 37 16,-1-4 59-16,7 5 69 0,0-5 89 0,0 1 277 0</inkml:trace>
  <inkml:trace contextRef="#ctx0" brushRef="#br0" timeOffset="-43631.7">6284 4703 0 0,'0'-3'90'0,"0"-1"138"0,-6 4 22 0,6 0 16 0,0 0 13 0,-6 4 15 16,6-1 16-16,0 1 24 0,0 0 25 0,0 7 35 0,0-3 37 0,0 5-15 15,0 3-42-15,6 6-28 0,-6 0-22 0,6 3-15 0,-6 4-12 16,7 0-5-16,-7 5-6 0,6 2-7 0,1 1-10 0,0 4-16 16,-1-5-20-16,0 4-29 0,1 0-34 0,0 1-25 0,5-4-24 0,-5 3-18 15,6-4-13-15,-6-2-11 0,-1-2-10 0,7 1-9 0,0-4-7 16,-7-2-9-16,8-2-5 0,-1-3-6 0,0 0-5 0,-7-4-5 15,7-3-6-15,1-1-17 0,-2-3 0 0,1 1 0 0,0-5 0 0,-6 0 0 16,6-3 0-16,-6 0 0 0,5-4 0 0,2-4 0 0,-8 0 0 16,7-3 0-16,0 0 0 0,-6-8 0 0,5 4 0 0,2-8 0 0,-2 1 0 15,2-7 0-15,-1-1 0 0,-1-4 0 0,8 1 0 0,-7-4 0 16,0 0 0-16,0-3 0 0,1-1 0 0,-2 4 0 0,2-3 0 0,-2-1 0 16,1 1 0-16,-6 2 0 0,6-2 0 0,-7 3 0 0,8-1 0 15,-8 5 0-15,0 0 0 0,-6 0 0 0,7 3 0 0,-7 1 0 0,7 2 0 16,-7 5 0-16,0 0 0 0,0 3 0 0,-7 1 0 0,7-1 0 15,0 8 0-15,-7-4 0 0,7 3-124 0,-6 4-34 0,0 1-38 0,-1 0-55 16,0 3-62-16,1 0-67 0,0 0-68 0,-1 6-61 0,0-2-53 16,1 4-19-16,-1 3-2 0,1 3 7 0,0-3 14 0,6 8 22 15,-7-5 25-15,0 5 33 0,7-1 37 0,0 4 55 0,0-4 63 0</inkml:trace>
  <inkml:trace contextRef="#ctx0" brushRef="#br0" timeOffset="-43397.93">7131 5187 0 0,'0'8'70'0,"0"-5"171"0,0 5 25 0,0-5 18 16,0 5 11-16,0-5 19 0,0 5 20 0,0-1 28 0,0 0 34 15,0 0 34-15,0 1 33 0,0 3-18 0,0-4-41 0,7 8-39 16,-7-4-37-16,0-1-25 0,0 6-18 0,0-2-13 0,0 1-11 0,0-1-14 16,0 5-18-16,0-5-29 0,0 4-33 0,0-3-33 0,0 3-33 0,-7 1-26 15,7-1-20-15,-7 1-22 0,7-5-21 0,-6 4-23 0,6-3-20 16,-6 0-25-16,6-4-27 0,-7 0-37 0,7-4-48 0,-7 1-62 15,7-5-72-15,0-3-67 0,-6 0-61 0,6-3-49 0,0-1-41 16,0-3-13-16,0-5-4 0,0-2 9 0,0-5 11 0,0 1 20 0,6-4 21 16,-6-3 37-16,7-1 44 0,0-4 62 0,-1 1 72 0</inkml:trace>
  <inkml:trace contextRef="#ctx0" brushRef="#br0" timeOffset="-43248.43">7138 4865 18 0,'0'-22'199'0,"-7"3"24"0,7 8 16 0,0 1 14 0,0-1 11 0,0 7 7 16,0 0 9-16,-7 1 5 0,7 3 7 0,0 0-16 0,0 0-25 0,0 0-36 15,0 0-43-15,7 0-34 0,-7 3-30 0,7-3-23 0,-7 4-19 16,6-4-22-16,-6 7-27 0,6-3-34 0,1 0-36 0,0-1-35 16,-7 4-36-16,6 1-37 0,1 3-39 0,-7-4-35 0,6 4-35 0,-6 0-19 15,6 0-10-15,-6 0-4 0,7 0-2 0,-7 4 10 0,7 0 15 16,-7-5 25-16,6 5 28 0,-6-3 30 0,6-2 99 0</inkml:trace>
  <inkml:trace contextRef="#ctx0" brushRef="#br0" timeOffset="-42914.86">7294 5099 138 0,'6'11'191'0,"-6"-4"20"0,0 8 20 15,7-8 24-15,-7 8 24 0,0-4 26 0,6 4 26 0,-6 0 31 16,0-4 31-16,7 3-2 0,-7 4-21 0,7-3-15 0,-7 0-11 0,6 3-5 16,-6 0 2-16,6 1-9 0,-6-1-12 0,7 0-16 0,-7 1-18 15,7-5-20-15,-7 5-21 0,6-1-26 0,-6 1-29 0,6-5-30 16,-6 1-30-16,7-1-22 0,-7 1-19 0,7-4-17 0,-7 0-17 0,0-4-11 16,6 0-10-16,-6-3-8 0,7 3-6 0,-7-7-6 0,6 4-6 15,0-8-3-15,-6 4-4 0,7-3-2 0,0-5-2 0,5 1-2 16,-5-4-3-16,0-3-2 0,6-1-1 0,-7 0-1 0,7-3-2 0,0 0 1 15,-7-1 0-15,8 1 0 0,-8 0-1 0,7 3 0 0,-6 0 1 0,-1 1 0 16,1-1 0-16,-1 4 1 0,0 0 4 0,2 4 1 0,-2 0 1 16,0 3 1-16,-6-4 0 0,7 5 0 0,-7 3 0 0,7-4 1 15,-7 4 0-15,6 0 2 0,-6 0-1 0,6 4 2 0,-6-1 2 0,7 1 3 16,-1 0 3-16,-6 3 3 0,7 0 4 0,0 0 3 0,-1 5 2 16,-6-1 1-16,6 0 1 0,-6 3 0 0,7-3 0 0,-7 4-4 0,7 0-8 15,-7-1-17-15,0 1-21 0,0 0-31 0,0-5-33 0,6 5-50 16,-6-4-59-16,0 0-76 0,0 0-86 0,0-3-77 0,0-1-74 15,0 0-37-15,0 1-19 0,6-5-4 0,-6 1 2 0,0-4 13 0,0 0 18 16,7 3 27-16,0-3 31 0,-7-3 47 0,6 3 56 0,1-4 73 16,-1-3 231-16</inkml:trace>
  <inkml:trace contextRef="#ctx0" brushRef="#br0" timeOffset="48668.45">9938 4824 105 0,'-7'4'189'0,"7"0"22"0,-6 0 28 16,6-4 26-16,0 3 28 0,-7-3 29 0,1 4 27 0,6-4 32 15,0 0 33-15,-6 3-8 0,6-3-28 0,0 0-19 0,0 0-16 16,0 0-15-16,0 4-14 0,0-4-17 0,0 0-19 0,0 0-18 0,6 0-18 16,0 0-19-16,1 0-19 0,-1 0-23 0,8 0-23 0,-2 0-18 15,2 0-14-15,5-4-10 0,1 1-7 0,0 3-5 0,-2-4-3 0,2 4-3 16,7 0-4-16,-9-3-7 0,9-1-9 0,-7 4-8 0,0-4-8 15,5 0-7-15,-5 4-9 0,0-3-7 0,5 3-7 0,-5-4-6 0,0 0-4 16,-2 4-4-16,2-3-4 0,-7-1-1 0,7 4-11 0,-8-3-2 16,8-1 0-16,-6 0 0 0,-1 4 0 0,-1-3-12 0,-5-1-23 15,0 4-17-15,-1-4-21 0,0 1-22 0,1-1-24 0,0 4-42 0,-7-4-49 16,0 1-63-16,0-1-68 0,0 0-64 0,-7 1-63 0,0-5-48 16,7 5-43-16,-6-2-13 0,0-2 2 0,-8 1 11 0,8 1 17 0,-7-2 21 15,7 0 23-15,-8-1 41 0,2 1 49 0,-2 0 62 0,2 0 69 16</inkml:trace>
  <inkml:trace contextRef="#ctx0" brushRef="#br0" timeOffset="48918.28">10205 4330 182 0,'-7'4'205'0,"7"-4"16"0,0 3 11 0,-6 5 21 16,6-5 23-16,0 1 28 0,0 0 29 0,0 3 36 0,6 4 41 15,-6 0-9-15,7 0-30 0,-7 0-22 0,7 3-20 0,-7 1-9 16,6 4-8-16,-6-1-6 0,7 0-5 0,-7 4-14 0,0-4-16 0,0 4-24 15,0 4-24-15,-7-4-34 0,7 7-38 0,-6-3-28 0,-1 4-24 0,0-2-17 16,1 1-15-16,-6 5-11 0,-2-5-10 0,1 4-8 0,0-3-7 16,0 3-9-16,-1-4-9 0,2 1-14 0,-8-2-15 0,7 2-17 15,-7-1-21-15,8-3-23 0,-8-4-28 0,7 3-37 0,0-2-45 0,-6-6-52 16,5-2-56-16,2 0-53 0,-2 0-54 0,8-8-51 0,-7 0-52 0,7-7-18 16,-1 0-4-16,0-3 9 0,7-5 14 0,-6 1 22 15,6-4 24-15,0-4 37 0,6 0 44 0,-6-2 52 0,7-6 57 0</inkml:trace>
  <inkml:trace contextRef="#ctx0" brushRef="#br0" timeOffset="49101.65">10048 4927 0 0,'8'0'169'0,"4"4"25"16,-5-1 23-16,-1 1 31 0,1 3 37 0,0-3 37 0,-1 3 41 0,6 1 37 15,-4-1 36-15,4 4 5 0,-5-4-12 0,6 4-15 0,0 0-17 16,1 1-15-16,-2-1-11 0,8-1-14 0,-7 5-14 0,-1-4-26 0,8 0-30 16,-7 4-33-16,7-1-36 0,-7-3-36 0,6 4-35 0,-5-4-26 15,5 0-22-15,-6 0-16 0,6 0-14 0,-5 0-13 0,-2-4-11 16,2 1-13-16,5-1-17 0,-6 0-24 0,0 1-24 0,0-5-32 0,0 1-33 15,0-4-49-15,-6 3-56 0,6-6-69 0,-1 3-75 0,-4-4-73 16,4 1-72-16,-5-5-43 0,6 5-25 0,-7-8-8 0,1 3 1 0,-1-3 12 16,0 0 18-16,-6 4 26 0,8-4 30 0,-8 0 45 0,6 0 55 15,-6 0 68-15,6 0 150 0</inkml:trace>
  <inkml:trace contextRef="#ctx0" brushRef="#br0" timeOffset="52301.77">15331 3677 0 0,'0'-3'18'0,"0"-4"193"0,0 3 29 0,0-3 24 0,-6 3 19 0,6 1 23 15,0-5 22-15,0 5 23 0,-8 3 25 0,8-4 22 0,0 0 22 16,0 1-24-16,-6 3-48 0,6 0-38 0,0 0-34 0,0 0-29 15,0 0-28-15,0 0-19 0,6 0-15 0,-6 3-18 0,8-3-19 0,-2 4-20 16,-6 0-24-16,6-1-20 0,0 1-20 0,8 0-14 0,-8-1-10 16,1 5-5-16,5-5-3 0,-4 4-2 0,-2-3-2 0,6 3-5 0,-4-3-3 15,-2 3-3-15,0-3-5 0,1 3-4 0,-1-3-4 0,1-1-14 16,0 5-18-16,-7-4-31 0,6-1-36 0,-6 5-49 0,0-4-52 0,-6-1-60 16,6 0-60-16,-7 2-58 0,0-2-59 0,1 1-27 0,-7 0-15 15,-1-1-4-15,8 1-2 0,-6-4 10 0,-2 4 16 0,1-1 29 0,-7-3 37 16,8 0 46-16,-2 4 53 0</inkml:trace>
  <inkml:trace contextRef="#ctx0" brushRef="#br0" timeOffset="52502.03">15070 3891 126 0,'-13'7'182'0,"1"0"14"15,-2 0 19-15,1 1 15 0,6-5 15 0,1 2 11 0,0-2 10 16,-1 0 19-16,7 1 21 0,0-4-4 0,7 4-20 0,-1-4-2 0,0 3 2 16,8-3 5-16,-2 0 4 0,2 0-4 0,5-3-6 0,1 3-8 15,6-4-6-15,0 0-4 0,-1 1-6 0,9-5-14 0,-9 5-18 0,15-8-27 16,-8 3-33-16,1 2-29 0,6-6-30 0,-7 1-22 0,1 3-17 15,-1-2-13-15,1 2-10 0,-1 1-11 0,-6-4-13 0,1 4-16 0,-1-1-18 16,-6 5-23-16,-1-5-27 0,-6 5-34 0,0-1-42 0,-1 0-38 16,-4 1-38-16,-2 3-53 0,-6-4-59 0,0 4-56 0,0 4-54 15,-6-4-38-15,-2 3-25 0,-4-3-6 0,-1 4 4 0,0 3 17 0,-6 1 19 16,-1-5 33-16,0 5 37 0,-6-1 38 0,1 0 38 0,5 1 52 16,-7-1 117-16</inkml:trace>
  <inkml:trace contextRef="#ctx0" brushRef="#br0" timeOffset="53001.25">15207 4007 0 0,'-6'11'143'0,"6"-3"42"0,0-1 16 0,0 1 23 16,0 3 26-16,0-4 29 0,0 0 29 0,0 5 34 0,0-5 36 16,6 3 9-16,-6 1-1 0,0-3-15 0,6 3-21 0,-6-1-16 0,0 2-14 15,7-1-14-15,-7-4-13 0,0 4-20 0,6-3-24 0,-6-1-28 16,0 4-29-16,7-8-33 0,-7 5-35 0,0-5-29 0,7 5-26 0,-7-8-20 16,0 4-16-16,0-1-13 0,0-3-10 0,0 0-12 0,0 0-9 15,0 0-11-15,0-3-10 0,0 3-12 0,6-4-12 0,-6-4-14 16,0 1-15-16,6 0-12 0,1 0-12 0,0-4-7 0,-7-5-7 0,12 6 0 15,-5-5 0-15,0 0 4 0,6 1 6 0,-7 3 7 0,8-4 7 16,-2 5 10-16,1-2 13 0,0 1 13 0,0 4 14 0,1 0 13 0,-2-1 9 16,2 5 11-16,5-1 7 0,-6 4 10 0,6 0 8 0,1 0 12 15,-7 4 13-15,7-1 10 0,-8 1 12 0,8 0 10 0,-7 3 9 0,7 0 9 16,-8 1 8-16,2-1 8 0,-2 1 6 0,-4-1 5 0,4 3 4 16,-5-2 2-16,-1 3-2 0,-6 0-5 0,7-4-6 0,-7 4-9 15,0-4-8-15,0 5-9 0,-7-1-7 0,7 0-9 0,-6 0-8 0,-7-1-8 16,7-2-6-16,-2 3-5 0,-4 0-7 0,-2 0-5 0,2-4-6 15,-1 0-8-15,-1 4-8 0,-4-4-9 0,-2 1-7 0,7-5-8 0,-7 5-7 16,0-5-5-16,1 5-5 0,-1-5-5 0,0 1-3 0,2-1-3 16,-2 2 0-16,0-2-2 0,1-3 1 0,5 4 2 0,2-4 4 0,-1 0 6 15,-1 4 8-15,2-4 6 0,5 0 4 0,0-4 5 0,1 4 5 16,6 0 3-16,-6 0 2 0,6 0 1 0,0 0 1 0,0 0 0 16,0-4 1-16,6 4 0 0,0 0 0 0,-6-3-1 0,14 3-1 0,-8-5 0 15,7 5-1-15,-6-3 2 0,6 3 3 0,-1-4 0 0,2 4 1 16,-2-3 2-16,8 3 0 0,-7 0-1 0,1-3 0 0,-2 3-12 0,2-5-17 15,-2 5-23-15,-5 0-29 0,6-3-31 0,-6 3-34 0,-1 0-35 16,0-4-38-16,0 4-36 0,-6 0-36 0,0 0-34 0,0 0-32 0,-6 0-32 16,6 4-35-16,-6-4-5 0,-7 3 9 0,0-3 20 0,6 8 26 15,-5-5 31-15,-8 1 32 0,6-1 36 0,-5 5 36 0,6-4 36 0,-6 3 100 16</inkml:trace>
  <inkml:trace contextRef="#ctx0" brushRef="#br0" timeOffset="53400.74">15155 4407 119 0,'-13'7'140'0,"0"4"15"0,0-4 14 0,-1 4 19 0,8 1 20 16,-7-1 21-16,7 3 23 0,-1 1 5 0,1 3-5 0,-1-3 5 15,1 3 8-15,0 4 14 0,-2 0 17 0,2 0 10 0,0 0 8 0,6 4 3 16,-7 0-2-16,0-1-8 0,1 0-13 0,6 1-18 0,-6 0-18 16,-1-1-23-16,1 1-22 0,6-4-24 0,-7 0-26 0,7-3-30 0,0-1-30 15,-7-4-31-15,7 1-29 0,0-3-34 0,0-2-35 0,0-3-41 16,0 1-42-16,0-5-37 0,7-3-33 0,-7 0-41 0,0-3-41 0,7-1-39 16,-1-7-36-16,1 4-29 0,-7-8-27 0,6 0-14 0,7-3-11 15,-6 0 8-15,-1-4 15 0,0 0 28 0,8 0 36 0,-8-4 35 16,1 4 37-16,6 0 48 0,-7 0 49 0,1 0 49 0,-1 0 45 0,8 4 43 15,-8-4 42-15,0 4 34 0,1 3 33 0,6-3 27 0,-7 3 25 16,7-3 21-16,1 3 21 0,-2 0 15 0,2 1 13 0,-2 3 11 16,1-3 9-16,7-1 6 0,0 4 8 0,-1 0 5 0,1 3 6 0,6-3 6 15,-7 4 8-15,7-1-1 0,-6 1-5 0,6 3-9 0,0 1-9 0,-1-1-13 16,2 4-12-16,-1 0-12 0,-6 4-14 0,6-1-11 0,-1 1-13 16,-5 0-13-16,0 3-14 0,-1 0-17 0,1 1-18 0,0 3-10 15,-8 0-9-15,1 0-3 0,1 4-6 0,-8-5-3 0,7 5-4 0,-6 0-2 16,-1 3 0-16,0-3-4 0,-6 3-2 0,0 1-3 0,0-1-4 15,0 0-5-15,0 0-4 0,-6 1-5 0,6-5-6 0,-6 4-6 16,-1-2-6-16,0 2-9 0,1-4-13 0,0-3-18 0,-1 0-19 0,0 0-26 16,1-3-26-16,-1-1-37 0,-5-4-42 0,4 1-46 0,-4 0-48 15,-1-4-48-15,0-4-51 0,0 4-39 0,-7-4-33 0,8-3-24 0,-8 4-18 16,7-5-15-16,-7 1-15 0,0-4 7 0,-5 4 15 0,5-4 31 16,0 0 38-16,-6-1 44 0,7 1 47 0,-7-3 49 0,6 3 49 0,1-3 40 15,-1 2 116-15</inkml:trace>
  <inkml:trace contextRef="#ctx0" brushRef="#br0" timeOffset="53734.82">15266 4618 0 0,'-14'-6'14'0,"8"-1"108"0,0 3 13 0,-1 1 12 15,7 3 9-15,-7 0 8 0,7-5 5 0,0 5 6 0,0 5 5 0,0-5-8 16,0 0-18-16,0 3-9 0,0-3-2 0,7 4-1 0,0 0 4 16,-7-4 2-16,6 3 3 0,0 1 0 0,1 3 3 0,0-3 3 0,-1-1 3 15,0 5 1-15,1-5 0 0,0 1-4 0,-1 0-4 0,7-1-10 16,-7 1-13-16,8-4-13 0,-8 4-16 0,7-4-11 0,0 0-13 0,0 0-12 16,1-4-9-16,-2 4-9 0,2-4-7 0,-2 1-8 0,1-1-5 15,1 0-5-15,-2 1-4 0,2 3-3 0,-8-4-1 0,0 0 5 0,1 4 7 16,0-3 10-16,-1 3 11 0,1 0 13 0,-1 0 12 0,-6 0 12 15,0 3 13-15,0 1 9 0,6 0 12 0,-6-1 7 0,0 1 5 16,-6 3 5-16,6 1 4 0,0-1-1 0,-6 0-2 0,6 5-6 0,-7-5-6 16,1 3-8-16,-1-2-10 0,0 3-9 0,-5 0-9 0,4-4-6 15,2 4-8-15,-6-3-3 0,5 3-4 0,-6-4-3 0,6 0-3 16,-5 1-5-16,4-1-6 0,-4-3-2 0,-2 3-6 0,8-4-4 0,-7 1-5 16,0-4-4-16,6 4-4 0,-5-4-4 0,6 0-6 0,-2-4-5 15,-4 0-6-15,5 4-10 0,1-7-8 0,-1 4-8 0,-6-5-9 0,7 1-9 16,-1 0-12-16,0-4-13 0,1 3-14 0,0-3-25 0,-1 3-29 15,0-2-40-15,1-1-44 0,6 0-53 0,-7 0-58 0,1 0-53 0,0 0-49 16,-1 0-39-16,0 0-35 0,1-4-11 0,6 4-1 0,-6-1 8 16,6 3 13-16,0-7 23 0,-8 2 27 0,8 3 40 0,0-4 44 0,8-2 57 15,-8 1 60-15</inkml:trace>
  <inkml:trace contextRef="#ctx0" brushRef="#br0" timeOffset="58534.75">15246 5007 0 0,'6'-7'80'0,"8"4"76"0,-8-1 16 0,0 0 21 16,1 4 21-16,-7-3 27 0,7 3 27 0,-7 0 30 0,0 0 27 15,0 0 12-15,0 3 3 0,0-3 3 0,0 4 3 0,0-4 1 0,0 4-3 16,-7 3-5-16,7-4-6 0,-7 1-11 0,1 8-15 0,0-6-20 15,-1 6-23-15,0-1-23 0,-5 0-24 0,-2 7-31 0,1-3-33 0,1 3-28 16,-8 0-24-16,6 4-19 0,-5-3-15 0,0 3-13 0,0 0-11 0,-1-1-11 16,0 1-12-16,1 0-16 0,-7 0-21 0,6 1-21 0,1-5-26 15,-1 0-33-15,0 0-37 0,7-3-38 0,-6-4-39 0,6 0-47 16,-1 0-52-16,8-4-47 0,-7-3-45 0,13-4-43 0,-6-4-38 0,6 0-16 16,0-3-3-16,6-4 11 0,1 0 16 0,-1-3 30 0,8-5 33 15,-2 1 36-15,1 0 38 0,7-5 47 0,-7 6 51 0</inkml:trace>
  <inkml:trace contextRef="#ctx0" brushRef="#br0" timeOffset="58701.46">15096 5213 1 0,'14'4'156'0,"-8"3"19"0,0 0 19 16,1 0 22-16,-7 8 25 0,6-4 24 0,-6 0 27 0,0 0 24 0,-6 0 26 16,6 3 5-16,0-2-6 0,0 3-4 0,-7-1-4 0,7 1-4 15,-6 3-5-15,6-3-10 0,-6 3-12 0,6 0-16 0,-8 0-17 16,2 1-22-16,0 3-24 0,-1 0-24 0,-6 0-24 0,7 0-28 0,-1 0-31 16,-5 4-26-16,-2-4-24 0,8-1-17 0,-8 1-14 0,2 0-21 15,5 0-22-15,-6-4-32 0,6-2-36 0,1-2-43 0,0 1-45 0,-1-4-56 16,0-4-59-16,1-3-57 0,6-1-55 0,0-3-46 0,0 0-41 15,0-7-18-15,6 0-9 0,-6-4 7 0,7-4 11 0,6-4 25 0,-7 1 30 16,8-7 39-16,-1-1 44 0,6-7 52 0,0 4 59 0</inkml:trace>
  <inkml:trace contextRef="#ctx0" brushRef="#br0" timeOffset="58901.02">15650 5107 0 0,'20'-8'8'0,"-8"5"196"0,2-1 30 0,-8 0 34 15,0 4 35-15,1 0 45 0,-1 0 51 0,-6 4 38 0,0 0 34 16,0-1 27-16,-6 5 24 0,6-5-19 0,-7 4-39 0,1 4-29 15,-8 0-23-15,8 0-25 0,-6 4-26 0,-8 0-31 0,1 3-33 0,-1 1-45 16,0-1-48-16,1 4-39 0,-7 0-34 0,0 0-29 0,-7 0-25 16,7 0-31-16,0 0-33 0,-1-4-36 0,1 0-34 0,1 0-38 0,5-3-41 15,0-3-53-15,1-6-56 0,6 2-62 0,0-4-65 0,0-1-52 16,6-6-48-16,1-1-43 0,0 1-41 0,6-5-11 0,0-3 5 0,0-4 16 16,6 4 22-16,0-3 30 0,1-1 36 0,6 0 48 0,0 1 56 15,-6-1 60-15,6 1 64 0</inkml:trace>
  <inkml:trace contextRef="#ctx0" brushRef="#br0" timeOffset="59234.08">15382 5290 0 0,'8'4'147'0,"-2"-1"43"15,-6 4 23-15,6 5 25 0,-6-1 27 0,0 0 27 0,0 3 28 0,-6-3 31 16,6 4 31-16,-6 3 13 0,6 0 4 0,-8 0-13 0,2 1-18 16,6 3-15-16,-6 0-11 0,-1 0-13 0,1 0-10 0,-1 0-18 0,0 0-21 15,1 4-22-15,6-4-23 0,-6-1-30 0,0 1-31 0,-2 0-30 16,8 0-30-16,-6-4-23 0,6 1-20 0,-6-1-13 0,6 1-12 16,0-5-10-16,0-3-9 0,0 4-13 0,6-4-11 0,-6-4-12 0,6-3-10 15,-6 3-9-15,8-3-9 0,-2-4-8 0,0 0-9 0,0 0-14 16,1-4-13-16,6-3-21 0,-6-1-25 0,5 1-25 0,2-4-28 0,-8-3-20 15,0-1-14-15,8 0-8 0,-8 1-6 0,1-4 2 0,-1 2 3 16,1 2 6-16,-7-1 7 0,0 4 12 0,0-3 14 0,0 6 21 16,0-3 24-16,0 8 30 0,-7-5 32 0,1 5 28 0,6-1 26 0,0 4 17 15,-7 0 14-15,7 0 7 0,0 0 4 0,0 0 3 0,0 0 1 16,0 0 5-16,7 0 4 0,-7 0 6 0,6 0 8 0,1 0 5 16,6 0 3-16,-1-3 0 0,2-1-1 0,-1 0-1 0,7-3 2 0,0 0 0 15,-2-1 1-15,2-3 1 0,-1 0 2 0,1 4-4 0,0-4-5 16,-1 0-6-16,1 0-6 0,0 0-9 0,-1 0-7 0,-6 4-10 0,0-4-8 15,7 3-18-15,-14 1-21 0,7 0-31 0,0-1-35 0,-6 1-41 16,-1 3-41-16,0-3-39 0,-6 4-38 0,0-2-38 0,7 2-39 0,-14-4-18 16,7 3-10-16,0 0-1 0,-6 0 4 0,0 4 12 0,6-3 19 15,-7-1 29-15,1 0 34 0,-1 4 38 0,0-3 63 0</inkml:trace>
  <inkml:trace contextRef="#ctx0" brushRef="#br0" timeOffset="59501.6">15637 5367 133 0,'-6'0'211'0,"-2"0"21"15,8 3 18-15,0-3 19 0,-6 4 22 0,6 0 24 0,0-1 30 0,6 5 35 16,-6-5 37-16,0 8 0 0,8 0-20 0,-8 0-22 0,0 4-23 16,6-1-14-16,0 9-10 0,-6-5-7 0,7 8-5 0,-1-5-8 15,-6 5-11-15,7 4-17 0,0-5-20 0,-1 4-29 0,0-3-34 0,0 0-26 16,2 3-23-16,-2-7-19 0,0 0-16 0,1 0-14 0,6-4-14 16,-6 1-13-16,5-1-13 0,2-4-11 0,-2 1-41 0,2-7-7 0,-1 3 0 15,6-4 0-15,-6-3 0 0,7 3 0 0,-7-7 0 0,6 0 0 16,-6 0 0-16,7-4 0 0,-1 1 0 0,-6-1 0 0,7-3 0 0,-7-1 0 15,0-3-8-15,0 4-71 0,0-4-22 0,0 0-27 0,-6 0-32 16,-1-4-39-16,0 4-46 0,1 0-52 0,0-3-55 0,-7 3-52 0,0-4-47 16,0 4-43-16,0 0-40 0,0 0-13 0,-7 0-2 0,0 0 12 15,1 4 16-15,0-1 25 0,-8 5 29 0,8-5 40 0,-7 5 44 16,7 3 52-16,-8-4 56 0</inkml:trace>
  <inkml:trace contextRef="#ctx0" brushRef="#br0" timeOffset="59687.09">15617 5879 235 0,'-6'4'291'0,"0"4"37"0,6-5 32 0,-8 1 29 0,8 0 29 0,-6-1 25 16,6 1 25-16,0 0 20 0,0-1 19 0,0 1-11 0,0 0-29 15,6-1-44-15,-6 5-55 0,0-1-45 0,8 0-41 0,-2 0-32 16,-6 4-31-16,6-3-28 0,0 3-27 0,2 0-25 0,-8 0-24 0,6 0-27 16,0 0-28-16,1-4-34 0,-1 4-41 0,1 0-47 0,0-3-52 0,-1-1-63 15,0-4-69-15,-6 1-72 0,6 0-76 0,2-1-65 0,-8-3-62 16,6 0-30-16,0 0-16 0,1-3-2 0,-7-1 5 0,6-3 16 15,-6 3 23-15,7-3 35 0,-7 0 41 0,0-1 57 0,0 1 64 16</inkml:trace>
  <inkml:trace contextRef="#ctx0" brushRef="#br0" timeOffset="120767.68">20880 3949 71 0,'0'0'175'0,"0"0"19"0,0 0 17 0,0 0 17 15,0 0 19-15,0 0 16 0,0 0 18 0,0 0 14 0,0 0 14 0,0 0-12 16,0 0-25-16,0 0-17 0,0 0-15 0,0 0-11 0,0 0-9 0,0 4-10 16,0-4-11-16,0 3-10 0,0-3-11 0,0 0-10 0,0 4-9 15,0-4-7-15,0 4-4 0,0-1-4 0,0 1-2 0,0 3-3 16,0-3-2-16,0 7-5 0,0-4-4 0,0 3-4 0,0 6-2 0,0-1-6 16,-7-1-4-16,7 5-6 0,0-1-6 0,-6 0-9 0,6 0-12 15,-7 4-12-15,7-4-14 0,-7 5-9 0,1 2-10 0,0-3-7 16,0 4-7-16,-8-1-4 0,8 1-4 0,-1 0-1 0,0 0-3 0,1 3-2 15,-1-4-2-15,-5 1-3 0,4 0-4 0,8 0-6 0,-6-5-10 0,0 1-12 16,0 0-16-16,6-4-20 0,-7-2-25 0,7-2-37 0,0 1-45 16,0-4-43-16,0-4-48 0,7-3-44 0,-7-1-45 0,0-3-41 15,6 0-37-15,0-7-31 0,0 0-26 0,2-1-4 0,4-6 5 0,-5 3 18 16,6-8 20-16,-6 1 37 0,-1 0 43 0,8-1 44 0,-8-3 46 16,0 1 46-16,0-1 88 0</inkml:trace>
  <inkml:trace contextRef="#ctx0" brushRef="#br0" timeOffset="121134.57">20808 4099 0 0,'0'-4'119'0,"7"1"42"0,-7-1 17 0,6 1 17 0,-6-4 19 16,6 3 20-16,2 0 22 0,-8 0 20 0,12 1 23 0,-6-5-5 16,1 5-19-16,6-4-12 0,0 3-12 0,1-4-4 0,-2 1 2 0,1-1-3 15,0 0-5-15,7 2-7 0,-7 2-11 0,7-3-15 0,-1-1-16 16,-6 5-19-16,6-5-18 0,-5 5-17 0,5-1-15 0,-6 1-14 15,6-1-13-15,-5 4-13 0,-2-4-17 0,8 4-12 0,-7 0-11 0,0 0-9 16,-6 4-6-16,5-4-4 0,2 4-1 0,-8-1-2 0,1 1-1 0,-1-1 2 16,1 1 3-16,-1 0 6 0,-6 3 6 0,7 0 9 0,-7 1 6 15,0-2 9-15,0 2 7 0,0 4 6 0,-7-5 8 0,7 4 2 16,-6 0 2-16,-1 0 1 0,1 4 1 0,-1-5-3 0,-5 5-1 0,4-4-4 16,-4 3-7-16,-2 1-8 0,8 0-7 0,-7-4-7 0,0 4-8 15,0-1-8-15,0 1-7 0,0-4-4 0,0 4-5 0,0-4-3 16,-6 3-5-16,5-3-1 0,2 0-1 0,-2-4-2 0,1 4-2 0,1-4-5 15,-2 1-7-15,2 0-11 0,5-1-14 0,-6-3-18 0,0-1-19 16,6-3-26-16,-6 0-31 0,1 0-40 0,4-3-44 0,-4 3-55 0,5-8-58 16,1 5-49-16,-8-5-42 0,8 0-38 0,0 1-36 0,0 4-19 15,-2-8-11-15,2 3 6 0,6 1 13 0,-6 0 23 0,6 3 29 0,0-3 39 16,0 0 46-16,6 3 53 0,-6-3 58 0,6 3 47 0,2 0 193 0</inkml:trace>
  <inkml:trace contextRef="#ctx0" brushRef="#br0" timeOffset="121534.71">21206 4411 42 0,'0'0'177'0,"0"0"14"0,0 3 12 0,6-3 16 0,-6 4 16 16,0-1 22-16,6-3 24 0,-6 4 25 0,0 3 25 0,7-3 1 15,-7 3-13-15,0 1-9 0,0-1-9 0,0 3-8 0,6 6-7 0,-6-5-4 16,0 3-3-16,-6 5-9 0,6-1-12 0,0 0-17 0,-7 4-19 0,7 1-22 15,-6-2-23-15,0 5-26 0,-2 0-25 0,2-1-24 0,0 1-25 16,-1 0-15-16,0-1-14 0,-5 1-10 0,5 0-8 0,1-5-7 16,-1 2-7-16,0-5-10 0,1 0-18 0,0-3-19 0,-1-1-23 0,7-3-32 15,-7 0-35-15,7-3-36 0,0-1-36 0,0-3-44 0,0-4-50 16,0 0-44-16,7-4-42 0,-7 0-40 0,7-3-42 0,-7-3-18 16,6-2-4-16,0-3 11 0,1 1 16 0,0-4 28 0,-1-1 35 0,1-3 33 15,-1 0 36-15,0 0 44 0,1-3 49 0</inkml:trace>
  <inkml:trace contextRef="#ctx0" brushRef="#br0" timeOffset="121751.31">21277 4499 90 0,'6'-4'156'16,"1"-3"18"-16,0 7 18 0,-7-4 22 0,6 4 21 0,7 4 24 0,-7-1 24 15,1 1 20-15,0 4 19 0,5-2 4 0,2 5-4 0,-1-3 0 16,-1 3 2-16,8 3 1 0,-6 1-3 0,-2-1-8 0,8 2-11 0,-7 2-16 16,-1-4-17-16,8 5-19 0,-7-1-21 0,0 1-27 0,0-2-25 15,7 2-32-15,-7-5-32 0,0 5-26 0,0-4-20 0,-7 3-17 0,8-3-10 16,-2-1-10-16,2-3-6 0,-8 4-6 0,7-4-9 0,-6 0-12 15,-1 0-16-15,1-4-20 0,-1 1-24 0,0-5-33 0,-6 5-36 0,8-5-38 16,-8 1-39-16,6-4-49 0,-6 0-52 0,0 0-47 0,0 0-42 16,0 0-40-16,-6-4-39 0,6 1-10 0,0-5 2 0,-8 0 14 15,8 2 20-15,-6-5 30 0,6-1 35 0,0 1 38 0,-6 1 37 0,6-5 48 16,0-3 54-16</inkml:trace>
  <inkml:trace contextRef="#ctx0" brushRef="#br0" timeOffset="121934.51">21687 4480 0 0,'0'0'149'0,"0"4"31"0,0 0 17 0,-6-1 23 16,6 5 23-16,0-1 23 0,0 4 23 0,-7 0 24 0,7 0 24 0,0 3 3 16,0 1-7-16,0 3-9 0,0 1-11 0,0-1-9 0,0 0-11 0,0 1-14 15,7 3-18-15,-7-4-19 0,0 4-22 0,0-4-24 0,0 1-21 16,0-1-28-16,0 0-26 0,0-3-41 0,0-1-48 0,0 1-54 16,0 0-56-16,0-8-58 0,0 4-58 0,0-3-53 0,0-2-48 0,0 2-49 15,0-4-48-15,0-4-30 0,0 4-21 0,0-4-7 0,0 0-2 16,0 0 12-16,0 0 21 0,6 0 30 0,-6-4 35 0,6 0 46 0,2 1 49 15</inkml:trace>
  <inkml:trace contextRef="#ctx0" brushRef="#br0" timeOffset="122900.83">23374 3864 42 0,'6'-4'168'0,"1"4"13"0,-7 0 11 0,0 0 16 0,7 0 17 0,-7 0 25 0,0 4 28 16,6-4 29-16,-6 4 30 0,0 0 6 0,0 4-5 0,0-5-5 15,0 9-4-15,0-2-3 0,0 1-4 0,7 4-4 0,-7-1-3 16,0 5-9-16,0 2-10 0,-7-2-19 0,7 7-25 0,0-4-26 0,0 0-26 15,-6 3-32-15,6 1-34 0,-7-4-27 0,7 4-22 0,-7-1-17 16,7-3-13-16,-6 4-11 0,0-4-7 0,6-1-7 0,-7 5-7 0,7-7-10 16,-7 3-16-16,1-4-18 0,6 0-20 0,-6 1-34 0,6-5-37 15,-7 1-51-15,7-4-54 0,-7-4-65 0,7 3-69 0,-6-5-64 16,6-1-66-16,0-4-31 0,0 0-16 0,0 0-2 0,0-4 6 0,-7-3 12 16,7-1 18-16,7-3 30 0,-7-4 36 0,0 1 48 0,0-1 53 15,6-3 65-15,-6 0 251 0</inkml:trace>
  <inkml:trace contextRef="#ctx0" brushRef="#br0" timeOffset="123184.08">23413 3964 130 0,'0'-11'208'0,"6"0"25"0,1 3 24 0,-7 2 26 0,7 1 26 0,-1 2 28 15,8-1 32-15,-8 0 27 0,7 1 29 0,0-1-12 0,6 0-28 0,-5 4-28 16,5-3-30-16,-6 3-21 0,6-3-18 0,1 3-19 0,0 0-18 16,-1 0-21-16,1 0-21 0,-8 3-24 0,8-3-28 0,0 3-23 15,-7 1-23-15,7 0-15 0,-1 3-9 0,-6 0-7 0,6 1-7 0,-5-1-2 16,5 0 0-16,-6 4-2 0,0 0-3 0,0 0 0 0,0 0 0 0,0 0 0 15,0-1 4-15,0 2 1 0,-6-1 1 0,6 1 0 0,-7-2-2 16,0 1 3-16,-6-3 5 0,8 3 5 0,-8-4 5 0,0 4 3 16,0-4-48-16,0 0-43 0,-8 1 0 0,2-5 0 0,0 4 0 0,-1 1 0 15,-6-4 0-15,0 3 0 0,0-3 0 0,-6 3 0 0,-1-4 0 16,1 2 0-16,-7-2 0 0,6-3 0 0,-6 4 0 0,-1-4 0 16,-5 0 0-16,6 0-83 0,-7 0-302 0,8-4-97 0,-8 1-100 0,7-2-50 15,0 2-28-15,0 0-5 0,0-5 7 0,7 4 18 0,-1-3 23 0,0-1 31 16,7 1 33-16,0 0 43 0,6 0 46 0,-5-4 75 0,5 3 104 15</inkml:trace>
  <inkml:trace contextRef="#ctx0" brushRef="#br0" timeOffset="168401">19707 3062 76 0,'0'4'221'0,"0"-4"21"0,-6 0 17 0,6 0 14 0,-7 0 14 0,7 0 14 0,0 0 17 0,-7-4 16 0,7 4 18 0,0 0 3 15,0 0-2-15,0 0-27 0,7 0-36 0,-7-3-24 0,0 3-17 16,7-4-10-16,-1 1-6 0,1-1-6 0,6 4-8 0,0-4-8 16,-1 1-10-16,8-1-10 0,0-3-12 0,-1 2-16 0,7-1-22 0,-6 2-18 15,13-4-16-15,-7 5-12 0,7-1-10 0,-1-3-7 0,1 3-8 0,-1-3-8 16,-6 3-6-16,7 0-6 0,-1 1-5 0,1-1-7 0,-1 0-4 15,-6 1-7-15,1-5-5 0,-1 8-5 0,-1-3-4 0,-5-1-3 16,0 4-5-16,-1-4-9 0,-6 4-14 0,0 0-14 0,1-3-15 0,-8 3-18 16,0 0-18-16,1 0-35 0,-7 0-44 0,-7 0-57 0,1 0-64 15,0 0-57-15,-8 0-53 0,1 0-42 0,0 0-37 0,-6 3-24 0,-1-3-18 16,0 0-1-16,-5 4 7 0,5-4 13 0,-6 0 16 0,0 0 35 16,-1 4 41-16,1-4 59 0,1 0 63 0,5-4 57 0,-6 4 155 0</inkml:trace>
  <inkml:trace contextRef="#ctx0" brushRef="#br0" timeOffset="168600.28">19876 3012 11 0,'-6'10'177'0,"-7"-2"19"0,7 3 16 0,-1 0 22 0,-6-1 22 16,-1 5 26-16,8 0 26 0,-6-1 29 0,5 1 30 0,-6 3 10 15,6 5-4-15,-5-5-14 0,-2 7-21 0,8-3-17 0,-7 3-15 0,6 1-13 16,-6 0-12-16,7 4-18 0,-1-5-21 0,-6 4-23 0,7 1-26 16,0-1-27-16,-2 0-32 0,2-3-29 0,0 3-30 0,-1 0-21 0,7-2-15 15,-6-2-13-15,-1 1-13 0,7-1-18 0,-7 1-19 0,7-5-30 16,0 2-36-16,-6-1-37 0,6-4-42 0,0 0-48 0,0-3-51 0,0 0-43 15,0-1-40-15,0-3-41 0,0-3-43 0,0-2-25 0,0 2-16 16,0-4 2-16,0-4 10 0,0 0 24 0,0 0 32 0,6-4 36 16,-6 0 40-16,0-3 47 0,0-4 50 0</inkml:trace>
  <inkml:trace contextRef="#ctx0" brushRef="#br0" timeOffset="168783.91">19616 3681 61 0,'0'-7'164'0,"0"-4"15"0,0 4 12 0,0-4 17 0,6 4 19 0,-6-1 24 15,7-2 22-15,0 2 24 0,-1-3 22 0,7 3-4 0,1-3-15 16,-2 0-5-16,1 0 0 0,7 1 1 0,0-1 1 0,-8-1-5 0,8 5-7 15,-1-4-11-15,1 4-15 0,0-4-19 0,-1 7-22 0,1-3-21 16,0 0-21-16,-2 4-25 0,2-1-29 0,-7 0-27 0,1 4-27 0,4 0-18 16,-4 0-13-16,-1 0-9 0,0 0-6 0,0 4-10 0,-1-4-11 15,2 4-16-15,-8-1-18 0,8 0-30 0,-8 1-34 0,7 0-37 0,-7-1-41 16,1 1-45-16,-7 0-48 0,7-1-42 0,-7 1-40 0,0 3-42 16,0-3-43-16,-7 0-24 0,7 3-11 0,-7 0 5 0,-5 1 10 0,5 3 25 15,-13-4 34-15,8 4 35 0,-2-4 40 0,-5 5 44 0,-1-2 47 16</inkml:trace>
  <inkml:trace contextRef="#ctx0" brushRef="#br0" timeOffset="168967.21">19746 3700 0 0,'-19'10'14'0,"-1"-2"189"0,-6-1 24 0,6 1 24 0,8-1 26 16,-8-4 25-16,7 5 24 0,1-4 20 0,4 0 17 0,2-4 14 15,0 3 12-15,-1-3-19 0,7 4-35 0,0-4-27 0,7 4-17 0,-1-1-15 16,0-3-12-16,2 4-17 0,4-1-17 0,1 1-19 0,7-4-19 16,-8 4-13-16,14-1-13 0,-6 1-11 0,0-4-11 0,5 4-18 0,2-4-20 15,-1 3-19-15,0-3-17 0,-6 0-13 0,5 4-9 0,1-4-16 16,1 0-21-16,-1 0-28 0,-6 0-34 0,5 0-50 0,-5 0-62 0,0 0-72 15,-1 0-75-15,1 0-77 0,-8 4-74 0,8-4-39 0,-7 0-18 16,0 0-9-16,-6 3-6 0,5 1 5 0,-5 0 11 0,0-4 22 16,-1 3 27-16,0 1 45 0,2 0 57 0,-8 3 69 0,6-3 214 0</inkml:trace>
  <inkml:trace contextRef="#ctx0" brushRef="#br0" timeOffset="169883.91">21922 5645 0 0,'0'0'101'0,"6"0"54"0,-6 0 12 0,0 0 14 0,6 4 16 0,-6-1 20 0,0 1 22 0,0 0 22 15,7-1 21-15,-7 5-1 0,0-1-13 0,7 4-11 0,-7-4-9 0,0 4-2 16,0 0 0-16,0 4 5 0,6-1 2 0,-6 2 0 0,0 2-4 16,0 0-12-16,0 4-13 0,0 0-16 0,0 0-15 0,0 4-16 15,0 3-15-15,0-3-15 0,0 3-16 0,-6 4-13 0,6-4-17 0,0 4-14 16,-7-4-16-16,7 4-13 0,-7-4-11 0,7 1-11 0,-6-1-7 15,6 1-8-15,-6-5-7 0,6-3-10 0,-6 4-12 0,6-8-16 0,0 1-19 16,-8-1-27-16,8-4-35 0,0-3-35 0,0-3-42 0,-6-1-46 16,6-7-51-16,0 0-42 0,0 0-38 0,6-7-39 0,-6-1-41 0,0-3-18 15,0-3-6-15,8-4 6 0,-8-4 15 0,6 0 24 0,-6-8 31 16,6 5 37-16,-6-5 41 0,6-3 45 0,1 1 52 0</inkml:trace>
  <inkml:trace contextRef="#ctx0" brushRef="#br0" timeOffset="170350.7">21993 5784 181 0,'6'-14'214'0,"-6"-1"19"0,0 4 16 0,0 0 20 15,0 4 21-15,0 3 24 0,8 0 22 0,-8-3 32 0,6 3 33 0,0 4-7 16,1-3-24-16,6-1-21 0,0 4-19 0,-1-4-14 0,8 4-11 0,0-3-12 16,-1 3-11-16,1 0-15 0,6 0-18 0,0 0-21 0,1 0-23 15,-2 3-28-15,1-3-32 0,0 4-29 0,7 0-27 0,-13-1-19 16,6 5-15-16,-1-5-11 0,-5 5-10 0,0-1-6 0,-1 1-5 0,-6 3-3 16,6-4-4-16,-5 0 2 0,-8 0 0 0,7 1 3 0,-6 3 2 15,-1-4 3-15,1 0 3 0,-1 1 3 0,-6-1 3 0,0 0 4 0,0 1 2 16,0 2 2-16,-6-2 2 0,-1-1 2 0,1 4 3 0,-1-4 0 15,-6 5 1-15,1-1-2 0,-2-4-3 0,-5 4-5 0,6-4-4 0,-6 4-5 16,-1 0-2-16,0-4-5 0,-6 4-3 0,0-3-5 0,0 3-2 16,6-4-3-16,-6 0-4 0,0 1-1 0,1-1-5 0,-2 0 0 15,8-3-2-15,-8 4 0 0,8-5-1 0,6-3 0 0,0 4-1 0,0 0 1 16,0-4 0-16,7 3 2 0,-2-3 0 0,2 0 0 0,6 0-2 16,0 0-2-16,0 0 0 0,0 0 0 0,0 0-1 0,0 0 0 0,0 0 0 15,6 3 1-15,2-3-1 0,-2 0 1 0,7 5-1 0,0-5 0 16,0 3 0-16,7 1 0 0,-1 0 2 0,1-1 2 0,-1 4 0 0,0 1 0 15,8-1 1-15,-7 0 1 0,-2 1 0 0,9-1 0 0,-7 4-1 0,-1 0 1 16,-6-4 2-16,7 4-1 0,-7-4 1 0,-1 4 3 16,2 1 2-16,-2-5 4 0,-4 4 5 0,-2-4-15 0,0 4-3 0,1-3 0 15,-1 3 0-15,-6-4 0 0,0 4 0 0,0-4 0 0,0 0 0 0,0 4 0 16,-6 0 0-16,-1-3 0 0,1 3 0 0,0-4 0 0,-8 4 0 16,1 0 0-16,0 0 0 0,-6 0 0 0,-1 0 0 0,0 0 0 15,1 0 0-15,-1 0 0 0,-6 0 0 0,0 0 0 0,1 0 0 0,-9 0 0 16,9-3 0-16,-8 3 0 0,7-5 0 0,-6-1 0 0,6 2 0 15,-1-4 0-15,1-3 0 0,0 0 0 0,0 0 0 0,7-3-52 16,-1-4-552-16,1-1-64 0,-1 1-43 0,7-8-6 0,0 4 10 0,7-4 18 16,-8-3 23-16,8 0 29 0,-1 0 33 0,1-4 40 0,6-4 41 15,-6 0 66-15,6 0 78 0</inkml:trace>
  <inkml:trace contextRef="#ctx0" brushRef="#br0" timeOffset="171550.81">24937 3271 91 0,'7'-4'185'0,"5"-3"17"0,-4 3 14 0,-2-3 23 0,0 3 26 0,0 1 33 15,1-4 33-15,0 3 42 0,-1-3 45 0,-6-1 5 0,7 5-17 0,-7-1-8 16,6-3-4-16,-6 3-4 0,0 0-2 0,0 1-1 0,0 3 1 16,0-4-12-16,-6 4-14 0,-1-4-25 0,1 4-29 0,-1-3-34 15,0 3-38-15,1 0-30 0,-14-4-25 0,8 4-62 0,-1 4-119 0,-7-4 0 16,-6 3 0-16,6 5 0 0,-5-1 0 0,-1 0 0 0,-1 4 0 16,1 4 0-16,-6 3 0 0,6 0 0 0,-7 4 0 0,0 8 0 0,1-1 0 15,6 0 0-15,-7 8 0 0,7-1 0 0,-6 1 0 0,5 3 0 16,8 1 0-16,-7-1 0 0,6 1 0 0,8-5 0 0,-8 1 0 0,14 0 0 15,-8-5 0-15,14-2 0 0,-6-1 0 0,6-4 0 0,6 1 0 16,1-7 0-16,0 3 0 0,5-4 0 0,2-4 0 0,-2 1 0 16,8-4 0-16,-1-1 0 0,7 2 0 0,1-4 0 0,-1-5 0 0,6 5 0 15,1-8 0-15,-7 0 0 0,6 0 0 0,7-4 0 0,-6 0 0 0,-1 1 0 16,1-5-184-16,-1-4-227 0,-5 6-94 0,5-5-66 0,-12 3-52 16,6 1-19-16,-6-4-2 0,-1 4 9 0,1 0 17 0,-8 3 22 15,2-3 25-15,5 3 31 0,-13 0 33 0,14 1 55 0,-14-5 64 0,8 5 90 16,5-1 292-16</inkml:trace>
  <inkml:trace contextRef="#ctx0" brushRef="#br0" timeOffset="177333.57">25784 3652 0 0,'0'0'140'0,"0"0"38"0,-7 0 13 0,7 0 16 0,0 4 18 0,0-4 19 0,0 0 20 0,0 0 23 16,0 0 24-16,0 0 2 0,0 0-6 0,0 0-6 0,0 0-3 0,0 0-1 15,0 0 3-15,0 0 1 0,0 0 1 0,0 0-1 0,0 0-4 0,0 0-8 16,0 0-10-16,0 0-13 0,0 0-14 0,-6 0-17 0,6 0-18 15,0 0-21-15,0 0-22 0,0 0-20 0,0 0-18 0,0 0-16 16,0 0-14-16,0 0-13 0,0 0-11 0,0 0-11 0,0 0-11 0,0 0-11 16,0 4-10-16,0-4-9 0,6 0-6 0,-6 3-2 0,7-3 2 15,-1 0 5-15,7 4 5 0,0-1 5 0,1-3 1 0,5 4 1 0,0-4-15 16,8 3-26-16,-1-3 0 0,6 4 0 0,1-4 0 0,-1 4 0 16,1-4 0-16,6 0 0 0,0 0 0 0,0 0 0 0,6 0 0 15,-6 0 0-15,1 0 0 0,5 4 0 0,-6-4 0 0,1 0 0 0,-1 3 0 16,-7-3 0-16,1 0 0 0,-1 4 0 0,1-4 0 0,-7 4 0 15,0-4 0-15,0 3 0 0,-7-3 0 0,1 0 0 0,0 4 0 16,-1-4 0-16,-6 3 0 0,0-3 0 0,1 0 0 0,-2 0 0 0,1 0 0 16,0 0 0-16,-6 0 0 0,-1 0 0 0,0 0 0 0,2 0 0 15,-2 0 0-15,0 0 0 0,-6-3 0 0,0 3 0 0,0 0 0 0,0 0 0 16,0 0 0-16,0 0 0 0,0 0 0 0,0 0 0 0,0 0 0 16,0 0 0-16,0 0 0 0,0 0 0 0,0 0 0 0,0-4 0 0,0 4 0 15,0 0 0-15,0 0 0 0,0-3 0 0,0 3 0 0,0 0 0 16,-6-4 0-16,6 4 0 0,-6-4 0 0,6 4 0 0,-8-3 0 0,2-1 0 15,0 0 0-15,-1-3 0 0,1 3 0 0,-1-3 0 0,1 4 0 16,-7-5 0-16,7 1 0 0,-2 3 0 0,-4-3 0 0,5 0 0 16,-6 0 0-16,7-1 0 0,-7 1 0 0,6-1 0 0,-6 1 0 0,7-1 0 15,-1 1 0-15,-6 0 0 0,7-1 0 0,-1 1 0 0,1 0 0 0,-1 0 0 16,-6-1 0-16,7 1 0 0,-2 0 0 0,2-1 0 0,0 5 0 16,-1-5 0-16,7 5 0 0,-6-5 0 0,-1 5 0 0,1-1 0 15,6 0 0-15,-7 1 0 0,7 0 0 0,-6 3 0 0,6-4 0 0,0 4 0 16,-6 0 0-16,6 0 0 0,0-4 0 0,0 4 0 0,0 0 0 15,0 0 0-15,0 0 0 0,0 0 0 0,0 0 0 0,0 0 0 16,0 0 0-16,0 0 0 0,0 0 0 0,0 0 0 0,0 4 0 0,6-4 0 16,-6 4 0-16,6-1 0 0,1 0 0 0,-1 1 0 0,1 3 0 15,6-3 0-15,-1 3 0 0,-4 1 0 0,11 3 0 0,-6-4 0 0,0 0 0 16,7 4 0-16,-1 0 0 0,1-4 0 0,-1 4 0 0,0 0 0 16,-5 0 0-16,5 1 0 0,1-1 0 0,0 0 0 0,-1 0 0 0,0-4 0 15,1 4 0-15,-1 0 0 0,-5-1 0 0,5 2 0 0,-6-1 0 16,0-4 0-16,1 4 0 0,-2 0 0 0,1-3 0 0,0 3 0 15,0-4 0-15,1 4 0 0,-8-4 0 0,6 0 0 0,-4 1 0 0,-2-5 0 16,0 5 0-16,1-1 0 0,-1-3 0 0,1-1 0 0,0 1 0 16,-7 0 0-16,6-1 0 0,-6 1 0 0,0-4 0 0,0 4 0 0,0-4 0 15,0 0 0-15,0 3 0 0,0 1 0 0,-6-4 0 0,6 4 0 16,-7-1 0-16,-6 5 0 0,6-2 0 0,-5 2 0 0,-2-1 0 0,-6 5 0 16,1-1 0-16,-1 3 0 0,2-3 0 0,-9 4 0 0,-5 3 0 0,6-3 0 15,-7-1 0-15,7 5 0 0,-7-5 0 0,1 5 0 0,-1-4 0 16,7-1 0-16,0-2 0 0,-6 2 0 0,12-7-578 0,1 0-128 15,-1 1-30-15,0-8 1 0,7 0 18 0,7-4 24 0,0 0 26 0,6-3 31 16,0-4 35-16,0 1 42 0,0-2 45 0,12-2 65 0,-5-1 77 16</inkml:trace>
  <inkml:trace contextRef="#ctx0" brushRef="#br0" timeOffset="177900.58">28180 3385 0 0,'0'-8'15'0,"0"1"178"0,-6 3 15 0,6 1 10 0,-6-1 8 0,6 1 10 0,0 3 11 0,0 0 17 15,0 0 19-15,0 0 23 0,0 3 26 0,0 1-12 0,0 3-32 16,6 0-14-16,-6 4-3 0,6 0-3 0,-6 4 1 0,7 3-1 0,-1 0-2 15,1 5-6-15,0-1-7 0,-7 3-14 0,6 5-16 0,0-5-21 16,-6 5-24-16,0-1-27 0,8 0-28 0,-8 0-27 0,0 1-26 0,0-4-19 16,0 3-15-16,0-4-15 0,0 1-13 0,0-4-22 0,0 0-27 15,0-3-43-15,0-1-54 0,0 1-64 0,0-5-68 0,-8-3-61 16,8-4-55-16,0 0-45 0,8 0-42 0,-8-7-19 0,0 0-10 0,0-3 0 16,0-1 5-16,0-3 16 0,6 0 21 0,-6-8 42 0,6 0 50 15,-6 1 61-15,0-4 69 0</inkml:trace>
  <inkml:trace contextRef="#ctx0" brushRef="#br0" timeOffset="178300.21">28284 3363 0 0,'0'-7'68'0,"8"-1"144"0,-2 5 9 0,-6-1 15 16,6 0 17-16,0 1 24 0,1 3 25 0,0-4 35 0,6 4 37 16,0-4 35-16,0 4 37 0,-1-3-20 0,8-1-47 0,-7 4-30 15,13-4-21-15,-6 1-6 0,6 3 1 0,0-4-1 0,0 4-3 0,7-4-13 16,0 4-17-16,-1 0-27 0,7-4-32 0,-6 4-32 0,5 0-34 15,8-3-21-15,-7 3-18 0,0 0-11 0,7 0-9 0,-1 0-11 16,-6 0-10-16,7 0-12 0,-7 0-14 0,0 3-14 0,1-3-44 0,5 4 0 16,-5-4 0-16,-8 4 0 0,7 0 0 0,0-1 0 0,-7 1 0 0,1 0 0 15,-1-1 0-15,1 5 0 0,-7-5 0 0,6 5 0 0,-5-5 0 16,-1 5 0-16,0-5 0 0,0 4 0 0,-1 1 0 0,-5-5 0 16,7 5 0-16,-8-1 0 0,0-3 0 0,-5 2 0 0,5 2 0 0,1-4 0 15,-8 3 0-15,2 1 0 0,-1-5 0 0,0 4 0 0,0-3 0 0,-7 3 0 16,8 1 0-16,-8-4 0 0,0 4 0 0,1-2 0 0,0-2 0 15,-1 3 0-15,-6-3 0 0,6 3 0 0,-6 1 0 0,0-1 0 16,0 0 0-16,-6 0 0 0,6 1 0 0,-6 3 0 0,-8 0 0 0,8 0 0 16,-8 0 0-16,2 0 0 0,-1 0 0 0,-7 4 0 0,0-1 0 15,1 1 0-15,0 0 0 0,-1-1 0 0,-6 4 0 0,7-3-109 16,-8 0-84-16,1 3-52 0,7-3-60 0,-7 0-69 0,0-1-74 0,6-3-62 16,-6 0-59-16,7 0-24 0,-7 0-4 0,6 0 9 0,1-4 17 0,-7 4 24 15,6-4 26-15,1 1 31 0,-7 3 35 0,6-3 51 0,-7-4 61 16,9 2 68-16,-9 2 221 0</inkml:trace>
  <inkml:trace contextRef="#ctx0" brushRef="#br0" timeOffset="178567.76">28565 4015 0 0,'-20'-5'63'0,"0"2"167"0,8 0 25 0,-2-1 22 0,2 4 18 16,5-4 18-16,1 1 19 0,-1 3 24 0,0-4 26 0,7 4 27 0,-6-4 26 15,6 4-23-15,0 0-51 0,0-3-36 0,0 3-31 0,6-4-19 16,-6 4-14-16,7-4-10 0,6 4-8 0,0-3-7 0,0 3-11 0,0-4-10 15,7 4-14-15,6-3-16 0,-7 3-20 0,7-4-11 0,7 4-6 16,-7-4-7-16,7 4-8 0,-1 0-9 0,1-3-9 0,-1 3-9 16,1 0-8-16,5 0-8 0,-4-4-11 0,-2 4-72 0,7 0-7 0,-6 0 0 15,6 0 0-15,-7 0 0 0,1 0 0 0,-1 0 0 0,1 0 0 16,-1 0 0-16,2 0 0 0,-9 0 0 0,1-4 0 0,0 4 0 0,0 0 0 16,1-3 0-16,-9 3 0 0,2-4-84 0,-7 4-68 0,7-4-44 15,-8 4-50-15,-4-3-64 0,4 3-71 0,-5-3-69 0,-7-2-66 0,0 5-41 16,0 0-25-16,0 0-5 0,-7 0 11 0,1 0 16 0,0 0 20 15,-8 0 25-15,2 0 29 0,-2 5 42 0,-5-2 51 0,-1 0 63 16,1 1 70-16</inkml:trace>
  <inkml:trace contextRef="#ctx0" brushRef="#br0" timeOffset="179451.28">28265 4458 0 0,'-13'8'133'0,"6"-1"22"0,-5 0 12 0,-2-3 15 0,8 3 17 0,0-3 22 16,-8 0 25-16,14 0 22 0,-6-4 22 0,-1 3-8 0,7-3-20 16,-6 0-13-16,6 0-6 0,0 0-3 0,0 0 0 0,0 0 6 0,0 0 8 15,6-3 4-15,-6-1 2 0,7 0-4 0,-1 0-6 0,1 1-9 16,0-5-12-16,5 1-10 0,2 0-10 0,-2-1-9 0,2-3-6 0,-1 4-6 15,7-8-3-15,-2 1-10 0,2-1-12 0,0 0-15 0,5-3-16 16,2 0-15-16,-1-4-12 0,0-4-10 0,7 4-7 0,-7-7-4 0,6-1-5 16,1 1-7-16,-1-4-8 0,1 0-9 0,-1-3-9 0,7-1-6 15,-6-4-7-15,-1 5-3 0,2-4-5 0,-2-4-2 0,1 3-4 16,-1-3-4-16,1 1-4 0,-1-2-5 0,-6 1-6 0,7-3 0 0,-7 3 0 16,-1-4 0-16,2 4 0 0,-1-4 0 0,0 5 0 0,0-1 0 15,0 0 0-15,-7 0 0 0,7 4 0 0,-6-1 0 0,7 1 0 0,-9 3 0 16,9 4 0-16,-7-3 0 0,-2 3 0 0,2 0 0 0,0 3 0 0,-1 1 0 15,1 4 0-15,-7-5 0 0,7 4 0 0,-8 5 0 16,8-5 0-16,-7 0 0 0,0 4 0 0,0 0 0 0,1 0 0 0,-2 4 0 16,2-4 0-16,-2 4 0 0,-5 0 0 0,6 3 0 0,-6 0 0 0,-1 0 0 15,6 1 0-15,-4 3 0 0,-2 0 0 0,0 0 0 0,1 0 0 16,0 4 0-16,-7-1 0 0,6 1 0 0,1 0 0 0,-7 3 0 0,0 0 0 16,6 1 0-16,-6 3 0 0,0-4 0 0,0 4 0 0,0 0 0 15,0 0 0-15,0 0 0 0,0 0 0 0,0 0 0 0,0 0 0 0,0 0 0 16,0 0 0-16,0-4 0 0,0 4 0 0,0 0 0 0,0 0 0 15,-6 4 0-15,6-4 0 0,0 0 0 0,0 0 0 0,-7 0 0 0,7 0 0 16,-6 0 0-16,-1 0 0 0,7 4 0 0,-7-4 0 0,-5 0 0 16,4 0 0-16,-4 0 0 0,-1 0 0 0,0 3 0 0,-6-3 0 0,-1 4 0 15,0 3 0-15,-6-3 0 0,1 3 0 0,-2 1 0 0,1 3 0 0,-6-1 0 16,-1 5 0-16,1-4 0 0,-1 7 0 0,1-3 0 0,-1 4 0 16,1-1 0-16,-2 0 0 0,2 0 0 0,-1 1 0 0,1-5 0 15,5 4 0-15,2-3 0 0,5 0 0 0,0 0 0 0,8-8 0 0,-2 4 0 16,1-4 0-16,7-3 0 0,0 3 0 0,-1-7 0 0,7 3 0 0,0-3 0 15,0 0 0-15,0 0 0 0,0 0 0 0,7 0 0 0,-1-3 0 0,0 3 0 16,1 0 0-16,6-3 0 0,-6-1 0 0,13 0 0 16,-8-3 0-16,8 3 0 0,-1-3 0 0,7 0 0 0,0-4 0 0,1-1 0 15,-1 1 0-15,6 0 0 0,-5-3 0 0,5 3 0 0,1-4 0 0,-1 4 0 16,1-4 0-16,-7 1 0 0,6 3 0 0,1 0 0 0,-1-3 0 16,-5 2 0-16,5 1 0 0,-7 0 0 0,1 0 0 0,1 0 0 0,-1 0 0 15,0 4 0-15,0-4 0 0,-7 4 0 0,1 0 0 0,6-1 0 16,-13 5 0-16,7-5 0 0,-8 5 0 0,8-1 0 0,-7 0 0 15,-6 0 0-15,6 4 0 0,-7 0 0 0,0-3 0 0,2 3 0 0,-2 3 0 16,0-3 0-16,1 0 0 0,0 4 0 0,-7 4 0 0,6-5 0 0,-6 5 0 16,6-1 0-16,1 4 0 0,-7 0 0 0,6 3 0 0,-6 1 0 15,0 0 0-15,7 3 0 0,-7 1 0 0,0 3 0 0,-7-4 0 0,7 4 0 16,0 0 0-16,-6 0 0 0,6-1 0 0,-7 2 0 0,7-5 0 16,-6 4 0-16,6-4 0 0,-6 1 0 0,6 2 0 0,0-1 0 0,-7-3 0 15,7-2 0-15,0 3 0 0,-7-3 0 0,7 3 0 0,0-3 0 16,-6 3-228-16,6-3-274 0,0-4-106 0,0 4-47 0,-6-1-18 0,6-3 2 15,0 0 11-15,0 0 21 0,0 0 24 0,0-4 27 0,0 4 30 16,0-7 37-16,6 3 39 0,0-3 69 0,1 0 84 0</inkml:trace>
  <inkml:trace contextRef="#ctx0" brushRef="#br0" timeOffset="180251">30557 3209 146 0,'7'-4'198'0,"-7"-3"15"0,0 3 11 0,7 1 19 16,-7-1 22-16,6 0 27 0,-6-3 28 0,13 3 30 0,-7 1 29 0,2-4-2 16,4 2-18-16,2-2-18 0,5 3-16 0,-6-3-7 0,6 3-3 0,7-3-2 15,-6 4 1-15,6-1-13 0,0 0-16 0,0 4-22 0,0 0-23 16,0-3-27-16,7 6-26 0,-7-3-30 0,0 0-29 0,0 4-21 0,0 0-18 15,0 3-13-15,-6-4-12 0,6 5-10 0,-7-5-10 0,1 5-7 16,0 3-5-16,-8-4-4 0,8 1-4 0,-7 3-2 0,0 0-1 0,-6 0 0 16,5 0 0-16,-5 0-2 0,6-1-1 0,-7 1-1 0,-6 4-1 15,7-4-1-15,-7 0-1 0,6 4 0 0,-6 0 0 0,0-4 0 0,-6 3 0 16,6 1-1-16,-7-1-3 0,1 1-1 0,0 3-2 0,-8-3-1 0,8-1-1 16,-7 2 1-16,-7 2-2 0,7-4-1 0,-6 1-4 0,-1 0-5 15,1-1-6-15,-1 1-4 0,0-1-6 0,-6 1-5 0,7 0-7 16,-7-4-5-16,0 0-7 0,0 0-6 0,-1 0-6 0,8 0-4 0,-7-4-4 15,0 1-1-15,6-1 1 0,-5 0 3 0,5-4 4 0,0 5 4 0,1-4 4 16,-1-1 6-16,8 1 6 0,-8-4 7 0,7 4 7 0,6-4 7 16,-6 0 6-16,7 0 8 0,0 0 6 0,6 0 3 0,-8 0 3 0,8-4 2 15,0 4 0-15,0 0 1 0,0 0 0 0,0 0 2 0,0 0 2 16,8 0 5-16,-2-4 6 0,0 4 6 0,7 0 5 0,1 0 2 0,-2 0 4 16,8 0 1-16,0 0 4 0,5 0 2 0,-5 0 2 0,6 0 1 15,0 0 3-15,1 0-1 0,-2 4-1 0,1-4-4 0,0 0-6 0,-6 0-5 16,6 0-7-16,-7 0-5 0,1 4-4 0,-1-4-4 0,-5 0-5 15,6 0-1-15,-8 0-3 0,-5 3-5 0,6-3-6 0,-7 0-11 0,1 0-10 16,-1 0-13-16,-6 0-14 0,6 0-21 0,-6-3-28 0,0 3-45 0,-6 0-56 16,6-4-70-16,-6 0-79 0,-1 1-72 0,1-5-67 0,-7 4-41 15,0-3-29-15,-1 0-9 0,2 0 2 0,-2 0 6 0,-5-1 12 0,6-3 21 16,-6 4 25-16,-1 0 46 0,0-4 55 0,1 3 70 0,-1-2 91 16</inkml:trace>
  <inkml:trace contextRef="#ctx0" brushRef="#br0" timeOffset="180484.26">30811 3289 105 0,'0'0'213'0,"0"0"15"0,0 0 12 0,0 4 21 16,0 0 24-16,0 3 35 0,0-3 37 0,0 3 45 0,0 4 45 0,0 0 11 15,0 0-9-15,-6 7-20 0,6-3-25 0,-6 6-15 0,-1 2-8 0,1-1-2 16,-8 4-1-16,8-1-8 0,-7 4-16 0,0 4-25 0,-6-3-31 16,5 3-36-16,-6 4-42 0,2-5-32 0,-2 5-143 0,1 0-45 15,-1-4 0-15,0 3 0 0,1 1 0 0,-7-4 0 0,6 4 0 0,1-5 0 16,-1 1 0-16,0 1 0 0,1-5 0 0,6 0 0 0,-6-3 0 15,5-1 0-15,2 1 0 0,-2-4 0 0,1-4-43 0,7 1-194 0,-1-5-51 16,-6 1-68-16,7-4-72 0,0 0-62 0,6 0-51 0,-8-8-32 16,2 5-21-16,6-5 3 0,0-3 11 0,0 0 20 0,0 0 23 0,0 0 26 15,0-3 30-15,6-5 44 0,2 1 52 0,-2-4 67 0,0 0 77 16</inkml:trace>
  <inkml:trace contextRef="#ctx0" brushRef="#br0" timeOffset="180684.08">30486 4045 143 0,'6'-4'185'0,"8"0"19"0,-14 4 26 0,13 0 30 0,-7 4 38 0,0-4 45 15,8 7 50-15,-8-3 41 0,14 3 36 0,-7 0-8 0,-1 5-32 16,8 2-15-16,0 0-9 0,-1 1-4 0,1 3-1 0,0-3-12 16,-1 7-17-16,7-3-28 0,-6 2-31 0,-1-2-46 0,1 3-48 0,6-4-40 15,-6 0-36-15,-1 0-27 0,0 1-24 0,0-4-21 0,1-1-22 16,0 1-21-16,-1-4-22 0,-5 0-23 0,5 0-23 0,-6-4-24 0,0 4-25 16,0-7-34-16,0 3-36 0,1-3-55 0,-8-4-62 0,0 3-75 15,1-3-78-15,-1 0-64 0,-6 0-58 0,7-3-21 0,-7 3-5 0,0-4 8 16,0 0 11-16,0 1 19 0,0-1 20 0,-7-3 30 0,1 3 37 15,-1-3 53-15,1 3 63 0</inkml:trace>
  <inkml:trace contextRef="#ctx0" brushRef="#br0" timeOffset="209434.12">25803 4707 161 0,'0'-4'198'0,"0"1"19"0,-6 3 18 0,6-4 22 0,0 4 26 0,-7 0 28 16,7 0 30-16,-6 0 33 0,6 0 33 0,0 0-11 0,-7 4-31 0,7-4-25 15,0 3-24-15,0 1-9 0,-6 0-7 0,6 3-5 0,0 0-5 16,0 4-11-16,-6 4-15 0,6 0-21 0,-8 3-23 0,8 4-25 0,-6 4-27 16,0-1-20-16,-1 4-16 0,7 1-11 0,-6-1-4 0,-1 4-7 15,1 0-8-15,-1 0-9 0,1 0-11 0,-1 0-8 0,0 1-8 16,1 2-6-16,0-3-7 0,-1 0-4 0,7-4-4 0,-7 4-5 0,7 0-3 15,0-4-4-15,-6 1-4 0,6-5-5 0,6 4-10 0,-6-3-14 16,0 0 0-16,7-4 0 0,-7 0 0 0,7 0 0 0,-1-4 0 0,0 1 0 16,1-5 0-16,6 1 0 0,-6-1 0 0,6-3 0 0,-7-3 0 15,7-1 0-15,1 0 0 0,-2 1 0 0,1-5 0 0,7-3 0 16,-8 0 0-16,8 0 0 0,0-7 0 0,-1 3 0 0,1-7 0 0,0 0 0 16,5 0 0-16,1-3 0 0,0-4 0 0,-6-4 0 0,7-1 0 15,5-2 0-15,-6-1 0 0,0-3 0 0,0 0 0 0,6-1 0 16,-6-3 0-16,1 0 0 0,5 1 0 0,-6-2 0 0,7-2 0 0,-7 3 0 15,0 0 0-15,-1 0 0 0,2 0 0 0,-1 0 0 0,-6 0 0 16,6 0 0-16,-7 0 0 0,1 4 0 0,0-1 0 0,-8 1 0 0,8 4 0 16,-7-1 0-16,-1 0 0 0,2 8 0 0,-1-4 0 0,-6 4 0 15,-1 3 0-15,1 0 0 0,5 4 0 0,-12 1 0 0,7-2 0 0,0 5 0 16,-7 3 0-16,0 0 0 0,6-3 0 0,-6 7 0 0,0-3 0 0,0 3 0 16,0 0-211-16,0 0-113 0,0 0-68 0,0 0-62 0,0 3-62 15,0-3-44-15,0 4-36 0,0 3-10 0,6 0 5 0,-6 4 15 16,0 0 20-16,0 4 27 0,0 0 27 0,0 3 37 0,0 1 44 0,-6 2 61 15,6-2 71-15</inkml:trace>
  <inkml:trace contextRef="#ctx0" brushRef="#br0" timeOffset="209700.7">26722 5389 0 0,'0'7'148'0,"0"-7"103"0,0 4 15 0,0-1 11 0,0-3 9 0,0 4 18 0,0-4 21 0,0 4 39 15,0-1 45-15,0 4 34 0,0-3 32 0,0 7-30 0,0-3-58 0,0 2-42 16,0 2-36-16,0 2-17 0,0 1-13 0,0 3-7 0,-7-3-4 16,7 3-16-16,0 4-20 0,0 0-36 0,-7-3-42 0,1 6-35 15,0-3-29-15,6 4-22 0,-14-1-18 0,8 1-12 0,0 0-9 0,-1 3-5 16,-6-3-6-16,6-4-7 0,1 3-10 0,0 1-11 0,-2-4-13 16,2-4-13-16,0 1-14 0,-1-1-16 0,7-4-18 0,0-3-24 0,0 0-26 15,0-3-35-15,0-1-40 0,0-3-38 0,0-1-41 0,7-3-36 16,-1 0-35-16,-6-3-23 0,6-5-20 0,2 1-15 0,-2-4-13 0,7-4-13 15,-6 1-10-15,-1-4 11 0,7-4 19 0,-7 0 32 0,8-1 36 16,-8-2 39-16,0-1 40 0,1 1 40 0,0-1 40 0</inkml:trace>
  <inkml:trace contextRef="#ctx0" brushRef="#br0" timeOffset="210200.66">26761 5466 51 0,'0'-30'143'16,"0"5"15"-16,6-1 18 0,0 0 20 0,-6 5 23 0,8-6 25 0,-2 6 26 16,7 2 16-16,-7 1 11 0,7 0 2 0,0 0 0 0,1 7 9 15,-2-4 14-15,8 4 8 0,-7 0 6 0,7 0 1 0,-1 3 1 0,7 2-8 16,-6 1-12-16,0 2-16 0,5-1-18 0,-5 4-18 0,6 0-17 15,-6 0-20-15,5 4-24 0,-5-1-24 0,6 2-25 0,-7-2-19 16,7 4-17-16,-6-3-13 0,0 3-13 0,5 1-11 0,-5-1-9 0,0 0-6 16,-1 1-6-16,1 3-6 0,-8-4-6 0,8 0-3 0,-7 4-5 0,1-4-5 15,-2 4-3-15,2-3-3 0,-2 3-11 0,-5 0-20 16,0-4 0-16,-1 4 0 0,1-4 0 0,-1 5 0 0,-6-1 0 0,0 0 0 16,0-4 0-16,0 4 0 0,-6 0 0 0,-1 0 0 0,1 0 0 0,-8 3 0 15,2 1 0-15,-2-4 0 0,2 4 0 0,-8 0 0 0,-7 3 0 16,9-4 0-16,-9 5 0 0,1-5 0 0,0 1 0 0,0 3 0 15,1-3 0-15,-2-4 0 0,1 4 0 0,6-4 0 0,-6 0 0 0,7 0 0 16,-1-4 0-16,8 0 0 0,-8-3 0 0,7-1 0 0,6 1 0 16,-6-4 0-16,7 4 0 0,0-4 0 0,-2 0 0 0,2 0 0 0,0-4 0 15,6 4 0-15,0 0 0 0,0 0 0 0,0 0 0 0,0 0 0 16,0 0 0-16,0-4 0 0,6 4 0 0,0 0 0 0,2 0 0 0,-2 4 0 16,6-4 0-16,2 4 0 0,-1-4 0 0,7 7 0 0,-2-3 0 15,-4 3 0-15,12 0 0 0,-7 1 0 0,1 3 0 0,6 0 0 16,-7 0 0-16,1-1 0 0,6 1 0 0,-7 5 0 0,1-2 0 0,-7-3 0 15,7 4 0-15,-7-4 0 0,6 3 0 0,-5 1 0 0,-8-1 0 0,7-3 0 16,-7 4 0-16,1 0 0 0,-7-4 0 0,7 4 0 0,-7-1 0 16,0 1 0-16,0-4 0 0,0 3 0 0,-7 1 0 0,7-4 0 0,-7 4 0 15,1-4 0-15,-7 0 0 0,-1 4 0 0,2-4 0 0,-1-1 0 16,0 1 0-16,-7 0 0 0,1 0 0 0,-1 0 0 0,-6 0 0 0,7-3 0 16,-7-1 0-16,-1 0 0 0,1 0 0 0,0-2 0 0,1 1 0 15,-1-2 0-15,-1-4 0 0,1 4 0 0,0-4 0 0,0-4 0 0,0 0 0 16,0 4-372-16,0-6-357 0,6 1-24 0,-6-6 5 0,13 4 18 15,-6-4 28-15,6 0 26 0,-1 0 30 0,2 0 33 0,-1-3 39 16,6 3 46-16,1-7 49 0,6 3 84 0,-7 0 149 0</inkml:trace>
  <inkml:trace contextRef="#ctx0" brushRef="#br0" timeOffset="-206629.3">28115 6147 0 0,'0'0'56'0,"0"0"59"0,0 0 5 0,0 3 5 0,0-3 6 16,0 4 7-16,0-4 5 0,7 0 2 0,-7 0-3 0,0 4-12 16,0-4-21-16,0 0-8 0,0 0-4 0,0 0 1 0,0 0 4 0,6-4 8 15,-6 4 11-15,0 0 9 0,7-4 7 0,-7 1 8 0,7 3 8 16,-7-4 6-16,6-3 7 0,0 3 7 0,-6-3 8 0,7 3 6 0,0-7 8 15,-1 4 7-15,0-4 5 0,1 0 5 0,-1-3 6 0,8-2 2 0,-8 2 1 16,8-4-3-16,-2-4-7 0,-6 0-8 0,8 0-9 0,-1-4-11 16,-1 1-12-16,2-1-12 0,-2-4-16 0,2 1-15 0,-1 0-15 15,0 0-18-15,0-4-18 0,-1 3-15 0,2-3-13 0,-1 4-8 0,0-4-5 16,0 0-4-16,-1 4-2 0,2 0-1 0,-1-4-2 0,0 4-1 16,6-1-1-16,-12 1 2 0,6 3-1 0,0-3 0 0,0-1-1 0,0 5 1 15,-6-1-1-15,6 1 1 0,-7 3 0 0,0-4 1 0,2 4 0 16,-2 0 1-16,0 3 1 0,1-2 2 0,-1 2 2 0,1 1 0 0,-7 3-1 15,7 0 2-15,-1 1 0 0,-6 3 2 0,0 0 2 0,6 0 2 16,-6 0 0-16,0 4 2 0,0-1 1 0,6 5 0 0,-6-1 1 16,0 0 0-16,0 1-1 0,0-1 1 0,0 4-1 0,0 0-8 0,0 0-35 15,0 0 0-15,0 0 0 0,0 0 0 0,0 0 0 0,0 0 0 16,0 0 0-16,0 0 0 0,0 0 0 0,0 0 0 0,-6 0 0 0,6 0 0 16,0 0 0-16,0 4 0 0,0-4 0 0,0 0 0 0,0 0 0 15,-6 3 0-15,6-3 0 0,0 0 0 0,-6 0 0 0,-1 4 0 16,7-4 0-16,-7 4 0 0,1-1 0 0,-1 2 0 0,-5-2 0 0,-2 4 0 15,2 0 0-15,-2 1 0 0,1 3 0 0,-7-1 0 0,1 2 0 16,0-2 0-16,-1 5 0 0,-7 4 0 0,2-1 0 0,-1 0 0 16,0 0 0-16,-7 9 0 0,7-6 0 0,-6 5 0 0,-1 0 0 0,1-1 0 15,-1 1 0-15,-6 0 0 0,13-1 0 0,-6-3 0 0,5 4 0 0,1-4 0 16,0-4 0-16,6 0 0 0,7-3 0 0,1-4 0 0,-2 0 0 16,8 0 0-16,0-7 0 0,-1 3 0 0,7-3 0 0,-7-4 0 15,7 0 0-15,0 0 0 0,0 0 0 0,7 0 0 0,0-4 0 0,-1 0 0 16,0-3 0-16,1 0 0 0,6 0 0 0,6-8 0 0,-5 3 0 15,12-6 0-15,-7 0 0 0,7 0 0 0,0-4 0 0,0-4 0 16,7 0 0-16,-7 1 0 0,0-1 0 0,7 4 0 0,-7-3 0 0,-1-1 0 16,1 0 0-16,1 4 0 0,-1 4 0 0,0-4 0 0,0 0 0 0,-7 4 0 15,7 0 0-15,-6 3 0 0,-1-4 0 0,1 5 0 0,0-1 0 16,-1 0 0-16,-5 4 0 0,4 0 0 0,-4 1 0 0,-1-1 0 16,0 3 0-16,-6-3 0 0,5 3 0 0,-6 5 0 0,2-4 0 0,-2 3 0 15,0 1 0-15,1-1 0 0,0 0 0 0,-7 4 0 0,0 0 0 16,6-4 0-16,-6 4 0 0,0 0 0 0,0 0 0 0,0 0 0 0,7 0 0 15,-7 4 0-15,0-4 0 0,6 0 0 0,-6 4 0 0,0-4 0 16,6 4 0-16,-6-1 0 0,7 1 0 0,-7 3 0 0,7-4 0 0,-1 5 0 16,-6 0 0-16,6 3 0 0,1 0 0 0,0-1 0 0,-1 1 0 15,1 0 0-15,-1 4 0 0,0 0 0 0,1-1 0 0,0 5 0 0,-1-4 0 16,-6 3 0-16,6 0 0 0,2 0 0 0,-8 1 0 0,6-1 0 16,-6 1 0-16,6-2 0 0,-6 2 0 0,0-1 0 0,7 1 0 0,-7-5 0 15,0 4 0-15,6-3 0 0,-6 0 0 0,0 0 0 0,7-5 0 16,-7 5 0-16,0-7 0 0,0 3 0 0,6-4 0 0,-6 0 0 0,0 0 0 15,0 1 0-15,7-5-31 0,-7 1-168 0,0 0-43 0,0-1-64 16,6 1-72-16,-6-4-65 0,0 4-62 0,0-4-43 0,6 0-34 16,-6 0-7-16,0 0 4 0,8 0 15 0,-2-4 20 0,0 4 22 15,-6-4 26-15,7 1 38 0,-7-5 43 0,0 5 64 0,7-5 71 0</inkml:trace>
  <inkml:trace contextRef="#ctx0" brushRef="#br0" timeOffset="-205396.14">29737 5191 93 0,'7'-11'166'0,"-1"-4"19"0,0 4 24 0,1-4 29 0,0 1 33 0,6-1 34 0,-7 1 34 0,14-1 35 16,-8 0 37-16,2-3 7 0,5 4-11 0,1-1-8 0,6-4-6 16,-6 5-6-16,5-1-7 0,1 0-14 0,1 4-15 0,-1 0-23 15,0 4-27-15,6 0-28 0,-5 3-28 0,-2 1-34 0,8 3-36 0,-7 3-29 16,0 1-25-16,6 0-15 0,-6 3-11 0,1 0-5 0,-1 4-7 0,0 1-5 15,0-2-7-15,-7 5-4 0,7-4-6 0,1-1-13 0,-9 6-48 16,2-5 0-16,0 3 0 0,-7-3 0 0,7 0 0 0,-8 4 0 0,2-4 0 16,-1-4 0-16,-7 4 0 0,0-4 0 0,2 4 0 0,-2-4 0 15,-6 1 0-15,0-1 0 0,-6 0 0 0,-2 1 0 0,2 3 0 0,0-4 0 16,-7 1 0-16,-7-1 0 0,0 4 0 0,1-4 0 0,-1 1 0 16,-6-1 0-16,0 4 0 0,-7-4-56 0,1 0-45 0,-1 1-9 0,1-1-9 15,-7 0-6-15,0 1-2 0,7-1 1 0,-14 0 4 0,13 0 6 16,-6 1 11-16,7 0 12 0,-1-5 12 0,1 5 14 0,6-5 13 0,6 1 11 15,1-1 11-15,-1-3 10 0,6 4 8 0,2-4 4 0,5 0 3 16,7 0 3-16,0 0 1 0,0 0 6 0,7 0 3 0,-1 0 6 16,8 0 7-16,-2 0 5 0,2 0 3 0,5 0 4 0,-6 0 4 0,13 0 7 15,-6 0 6-15,-1 4 6 0,8-4 6 0,-2 3 5 0,-5-3 2 16,6 4 1-16,0-4-3 0,-7 4-5 0,7-1-5 0,-6 1-4 0,-1 0-4 16,1-4-3-16,0 3-6 0,-8-3-4 0,2 4-7 0,-1 0-8 15,-1-4-8-15,-4 0-12 0,-2 3-13 0,0-3-14 0,0 0-14 0,-6 4-22 16,0-4-24-16,0 0-39 0,0 0-46 0,0-4-60 0,-6 4-66 0,0 0-60 15,0-3-55-15,-8 3-45 0,8 0-41 0,-7-4-24 0,-1 4-13 16,2-4 0-16,-8 1 7 0,7 3 16 0,0-8 22 0,-6 5 39 16,5-1 45-16,-5 0 61 0,6-3 65 0,-7 0 59 0,7-4 205 0</inkml:trace>
  <inkml:trace contextRef="#ctx0" brushRef="#br0" timeOffset="-205029.53">29971 5059 114 0,'0'-7'185'0,"0"-1"16"0,0 5 16 0,0-1 28 0,0 4 33 0,0 0 41 0,0 4 44 0,0-1 46 0,0 1 46 0,0 7-2 0,0-4-24 0,0 8-18 0,0 0-16 0,-6 3-7 0,6 4-4 0,-6 0-4 16,-1 4-5-16,0 3-18 0,-6 0-25 0,1 4-35 0,-8 0-38 0,6 4-41 16,-11-1-43-16,5 4-30 0,0 1-25 0,-6-4-16 0,1-1-14 0,-1 1-14 15,6 0-59-15,-6-1-17 0,7-3 0 0,-1-4 0 0,0 0 0 16,7-2 0-16,1-6 0 0,-2 1-62 0,2-3-66 0,4-8-47 16,2 3-56-16,6-7-56 0,0 1-56 0,0-5-48 0,6 1-42 0,2-8-28 15,-2 4-21-15,6-7-9 0,2 0-2 0,-1-4 10 0,7 0 17 16,-2-4 24-16,2-3 30 0,0 0 47 0,6-4 56 0,-7-1 65 0,8 5 69 15,-8-4 61-15,0 4 59 0,1 0 51 0,-7 0 49 0,7 3 46 16,-8 4 49-16,2 0 39 0,6 4 36 0,-8-1 42 0,-5 4 42 16,6 1 39-16,0 3 35 0,7 0 17 0,-7 0 5 0,-1 0 2 15,2 3 1-15,-2 5-8 0,8-1-10 0,-7 1-16 0,7 3-23 0,-8 0-23 16,8 0-22-16,-7 3-33 0,7 1-36 0,-7-1-36 0,6 1-35 16,-5 3-24-16,5-3-18 0,-6-1-15 0,0 2-15 0,7-2-14 0,-8 1-14 15,2-1-19-15,-1-3-26 0,-1 4-24 0,2-4-32 0,-8 0-36 16,7-4-39-16,0 0-58 0,-6 1-69 0,6-1-85 0,-6-3-94 0,5 0-72 15,-6-1-63-15,2 1-32 0,4-4-13 0,-5 0 0 0,6 0 8 0,-6 0 18 16,5-4 22-16,2 1 28 0,-8-5 33 0,14 1 56 0,-7-1 66 16,-1-3 83-16,2 0 278 0</inkml:trace>
  <inkml:trace contextRef="#ctx0" brushRef="#br0" timeOffset="-204496.34">31703 4927 56 0,'14'-11'210'0,"-8"-3"23"0,-6 6 23 0,7 0 22 0,0 2 23 0,-7-2 30 0,6 5 32 16,-6-1 42-16,0 4 46 0,7-4 9 0,-7 4-13 0,6 0-23 16,-6 4-26-16,0-4-25 0,6 7-21 0,-6-3-13 0,0 3-10 0,7 4-12 15,-7 0-13-15,7 4-20 0,-7 3-21 0,6 5-33 0,-6 2-39 0,0 4-23 16,0 4-15-16,0 4-12 0,0 3-8 0,-6 0-132 0,6 4-1 16,-7 0 0-16,0 4 0 0,-5-4 0 0,5 3 0 0,-6 1 0 0,6 0 0 15,-5-1 0-15,-2-3 0 0,8 0 0 0,-7 0 0 0,6-4 0 16,-6-3 0-16,7 0 0 0,0-4 0 0,-2-4 0 0,2-4 0 0,0 1 0 15,0-4 0-15,-2 0 0 0,8-7 0 0,-6-1 0 0,6-3 0 0,0 0 0 16,-6-3-97-16,6-1-135 0,0-3-44 0,-7-1-62 0,7-3-69 16,0-3-60-16,0-1-55 0,0-3-35 0,0-1-23 0,0-3-2 0,7 0 11 15,-7-3 16-15,0-4 20 0,6-1 23 0,0-3 25 0,-6 0 39 16,8-4 46-16,-2-3 66 0,-6 4 77 0</inkml:trace>
  <inkml:trace contextRef="#ctx0" brushRef="#br0" timeOffset="-204046.35">31691 4949 0 0,'6'-7'147'0,"-6"-1"19"0,6 5 13 15,-6-1 21-15,0 1 22 0,8-1 27 0,-8 0 30 0,0 4 33 0,0 0 38 16,0 0 18-16,0 0 9 0,0 0 1 0,0 0-3 0,0 0-2 16,0 0-2-16,-8 4-5 0,8 0-4 0,-6-1-14 0,0 1-17 0,0 3-21 15,-1 4-20-15,-6 1-29 0,0-2-31 0,-1 8-37 0,-4 0-38 0,-2 1-26 16,0 3-21-16,1 4-13 0,-1-1-11 0,-6-3-8 0,7 4-8 0,-1 0-5 15,0-1-4-15,1-3-8 0,-1 0-7 0,8-4-7 0,-2 1-7 0,1-4-8 16,0-1-10-16,6 1-15 0,1-8-16 0,0 1-20 0,6-1-20 16,0-4-23-16,-6 1-22 0,6-4-23 0,0 0-24 0,6-4-37 15,0 1-44-15,0-1-55 0,1-3-61 0,6-4-53 0,-6-1-47 0,5-2-33 16,2-1-27-16,-2-3-11 0,8-4-6 0,-7 4 8 0,1-4 18 0,-2 0 18 16,8 0 22-16,-7 3 36 0,0-3 44 0,6 4 71 0,-5 0 81 15,-2 0 76-15,8-1 74 0,-7 4 58 0,1 1 56 0,-2-1 45 0,8 4 42 16,-7 0 31-16,0 0 29 0,6 5 30 0,-5-6 31 0,5 5 26 15,-6 3 25-15,6-3 12 0,-5 3 7 0,-2 1 15 0,8-1 23 0,-1 0 7 16,-5 4 4-16,-2 0-4 0,8 0-4 0,-7 0-9 0,0 0-13 0,6 4-17 16,-5 0-20-16,-1 3-15 0,0-4-14 0,0 5-18 0,0-1-20 15,-6 5-30-15,5-2-35 0,-5 1-21 0,6 4-12 0,-6-5-13 0,5 6-8 16,-5 2-10-16,0-4-9 0,-1 1-10 0,0 0-9 0,2-1-10 16,-2 4-12-16,0-3-18 0,-6-3-22 0,7 2-29 0,-7 1-32 0,6-4-40 15,-6 3-42-15,0-3-69 0,0-3-82 0,0 3-88 0,0-4-90 0,0 0-62 16,0 0-46-16,-6 1-24 0,6-1-10 0,-7-3 3 0,1 3 11 0,0-3 21 15,6-1 24-15,-8 5 34 0,2-4 37 0,-7-1 65 0,6 1 78 16</inkml:trace>
  <inkml:trace contextRef="#ctx0" brushRef="#br0" timeOffset="-202462.53">28089 6422 0 0,'-6'-4'8'16,"6"0"37"-16,0 1-4 0,0-1-5 0,-6 0-8 0,6 1-6 15,0-1-5-15,0 0 0 0,-8-3 0 0,8 3 4 0,0-3 6 0,-6 4 4 16,6-5 7-16,0 1 6 0,-6 0 5 0,6 3 7 0,-7-3 10 16,7-1 8-16,-6 1 10 0,6 0 10 0,0 3 9 0,-7-4 12 15,7 5 10-15,0-5 15 0,0 8 16 0,-7-7 15 0,7 7 17 0,0-4 15 16,0 4 15-16,0 0 17 0,0 0 15 0,0 0 23 0,0 0 25 0,0 0 16 15,0 0 8-15,0 4 1 0,-6-4-1 0,6 4-9 0,0-1-10 16,0 5-13-16,-6-1-12 0,6 1-11 0,0 2-11 0,-6 5-14 16,-2 0-15-16,8 0-25 0,-6 6-28 0,0 1-19 0,-1 0-16 0,0 4-11 15,1 0-10-15,-7-1-7 0,7 5-8 0,-1-1-7 0,-6 0-8 16,7 1-8-16,-8-2-30 0,1 2-50 0,7 3 0 0,-7-3 0 16,0 2 0-16,-1-2 0 0,8 3 0 0,-7-3 0 0,0-5 0 0,7 4 0 15,-7-3 0-15,7-1 0 0,-2-3 0 0,2 1 0 0,0-5 0 16,-1 0 0-16,7-3 0 0,-7-1 0 0,7-3 0 0,0 0 0 0,-6-4 0 15,6 1 0-15,0-1 0 0,0-3 0 0,0-4 0 0,0 0 0 16,0 0 0-16,0 0 0 0,0 0 0 0,0-4 0 0,0 0 0 0,0-3 0 16,0 3 0-16,0-7 0 0,0 4 0 0,0-7 0 0,0 3 0 15,-6-4 0-15,6-3 0 0,0 0 0 0,-7-1 0 0,7-3 0 0,-6 3 0 16,6-2 0-16,-7-5 0 0,0 4 0 0,1-4 0 0,0 1 0 16,-8-1 0-16,8 4-29 0,0-3-15 0,-1-1 3 0,1 5 1 0,-8-2 4 15,8 1 5-15,0 4 3 0,-2-1 3 0,2 1 5 0,6 3 5 16,-6 0 2-16,0 4 4 0,6 0 1 0,-7 4 3 0,7 4 0 15,0-5 1-15,-7 5 0 0,7 3 1 0,0 0-1 0,0 0 1 0,0 0 0 16,0 3 1-16,0 1-1 0,7 0 1 0,-7 6 4 0,0-2 1 16,0 3 5-16,7 0 4 0,-7 4 4 0,6 3 6 0,-6 0 4 15,6 1 5-15,-6 2 4 0,6 1 4 0,-6 0 3 0,8 4 2 0,-8-4 3 16,6 4 0-16,-6-4-44 0,6 3-3 0,-6-2 0 0,7-1 0 16,-7-1 0-16,7-2 0 0,-7-1 0 0,6 0 0 0,1-3 0 0,-7 3 0 15,6-6 0-15,0 2 0 0,-6-3 0 0,7-4 0 0,0 4 0 16,-1-7 0-16,0 3 0 0,1-4 0 0,0 2 0 0,-1-5 0 0,7 0 0 15,-7-5 0-15,8 2 0 0,-8 0 0 0,8-5 0 0,-2-3 0 16,8 4 0-16,-7-4 0 0,-1-3 0 0,8-2 0 0,-6 2 0 16,5-1 0-16,-6 0 0 0,6 1 0 0,-5-5 0 0,5 5 0 0,-6 0-65 15,0 3-136-15,7-5-66 0,-8 2-78 0,2 3-82 0,-1-4-82 0,-1 4-53 16,8 0-38-16,-6 4-10 0,5-4 1 0,1 4 12 0,6-1 19 16,-7 5 23-16,7-4 25 0,0-1 38 0,7 1 41 0,-1 0 66 15,7-1 79-15</inkml:trace>
  <inkml:trace contextRef="#ctx0" brushRef="#br0" timeOffset="-200279.25">31671 6308 0 0,'0'-4'106'0,"0"1"89"0,0-1 15 0,-6 4 15 0,6 0 17 0,0-4 19 0,0 4 23 0,0 0 24 0,0 0 24 15,0 0 18-15,0 0 14 0,0 0-5 0,0 0-15 0,-7 4-17 0,7-4-16 16,0 0-13-16,0 4-9 0,0-4-11 0,0 3-10 0,-6 1-16 16,6 4-17-16,0-1-19 0,0 0-19 0,-6 4-26 0,6 0-28 0,-8 4-26 15,8 3-25-15,-6-3-15 0,0 7-9 0,0 0-4 0,-8 0-2 0,8 0-2 16,-7-1-3-16,6 5-1 0,-6 0-1 0,1-1-4 0,-2 1-1 15,1 0-2-15,7 0-1 0,-8-1-2 0,2 1-1 0,-2-1-1 16,2-2-1-16,-2 2-2 0,1-3-2 0,1 0-1 0,-2 4-2 0,8-7-2 0,-8 2-3 16,2-3-2-16,5 0-3 0,-6-3-3 0,6 0-1 0,-5 0 0 15,6-1-2-15,-2-3-2 0,2-4-1 0,6 4-1 0,-6-3-2 0,-1-4-1 16,7 3 1-16,-6-7-2 0,6 4 0 0,0-1 1 0,0-3-2 16,0 0-1-16,0 0-1 0,0 0-2 0,0-3-2 0,0-1 0 0,0 4-2 15,0-7 0-15,0 3-1 0,0-4-2 0,0-3-1 0,0 4-4 16,0-8-6-16,0 1-5 0,0-4-7 0,0-1-6 0,0 1-5 0,6-7-5 15,-6 2-5-15,0-2-3 0,0-1-3 0,0 0-3 0,0 1 0 0,-6 3 0 16,6-4 0-16,0 4 5 0,-7 0 6 0,7 3 4 0,-7 2 7 0,1 2 5 16,6 0 6-16,-6 4 6 0,6 0 4 0,-7 0 6 15,7 7 5-15,-7-3 4 0,7 4 3 0,0-1 4 0,-6 4 1 0,6-4 2 16,0 4 1-16,0 0 2 0,0 4 0 0,0-4 2 0,-6 4 1 0,6-4 3 16,0 7 3-16,0-4 2 0,0 8 4 0,0-3 3 0,0 3 3 15,0 4 2-15,-7 3 3 0,7-3 2 0,0 7 5 0,0-1 3 0,0 1 3 16,0 0 3-16,0 4 3 0,0 0 1 0,0-1-50 0,0 5-13 15,0-5 0-15,0 1 0 0,0 0 0 0,0 3 0 0,0-7 0 0,0 3 0 16,0-3 0-16,0 1 0 0,0-1 0 0,7-5 0 0,-7 2 0 0,6-1 0 16,0-3 0-16,-6 1 0 0,7-3 0 0,0-1 0 0,-1-1 0 15,7 0 0-15,-6-4 0 0,6 0 0 0,-7-3 0 0,8 3 0 0,-2-7 0 16,1 4 0-16,0-4 0 0,6 0 0 0,-5-4 0 0,6 0 0 16,-8 1 0-16,8-4 0 0,-1-1 0 0,1-3 0 0,0 0 0 0,-1-4 0 15,1 4 0-15,-1-3 0 0,1-1 0 0,0-3 0 0,6 0 0 16,-7-1 0-16,1 5 0 0,-2-8 0 0,2 3 0 0,0 1 0 0,-1 3-86 15,-5-3-227-15,-2 0-79 0,8 3-82 0,-7-3-83 0,0 3-45 0,0 1-24 16,1 2-4-16,-2-2 8 0,1 3 16 0,0 0 22 0,6 3 26 16,-11-3 29-16,4 4 43 0,1 0 48 0,1-1 70 0,-2 5 78 0</inkml:trace>
  <inkml:trace contextRef="#ctx0" brushRef="#br0" timeOffset="-108513.18">29985 13576 94 0,'0'-7'117'0,"0"3"5"0,0 1 6 16,-7-1 8-16,7-3 11 0,0 3 10 0,0 1 9 0,-7-5-8 16,7 5-18-16,-6-5-13 0,0 5-9 0,6-5 0 0,-7 5 4 0,7-1 4 15,-7-3 5-15,1 3 6 0,-1 0 5 0,1 1 5 0,0-1 4 16,-8 0 7-16,8 0 4 0,-8 1 12 0,2 0 14 0,-1-2 16 16,0 2 19-16,-6-1 1 0,-1 4-9 0,0-4-4 0,1 4-4 0,-7 0-6 15,6 0-11-15,-6 4-8 0,-7-4-8 0,7 4-10 0,-7 4-11 16,1-5-15-16,-1 4-17 0,1 1-21 0,-1-1-22 0,1 0-8 0,-1 4-2 15,1 0 0-15,-1 0 1 0,1 0 0 0,6 0 1 0,-7 4 0 16,7-1-1-16,0 1-1 0,7 4-2 0,-1-5-2 0,0 5-1 0,1-1-1 16,6 0-4-16,0 4-2 0,7-4-2 0,-2 4-4 0,2 1-1 15,6-2-1-15,0 5-1 0,0-4-3 0,6 3-4 0,-6 2-2 0,14-2-3 16,-8 1 0-16,7-1-4 0,-6-3-2 0,6 4-3 0,0-4-2 16,0 4-2-16,0-8-2 0,6 4-3 0,-6 0-2 0,1-4-2 0,6 0-1 15,-2-3-1-15,-4-1 0 0,5 1-3 0,1 0-1 0,-1-4 1 16,1 0-1-16,6-4 0 0,-6 1 0 0,5-1 0 0,1-3 0 15,0-4-1-15,1 0 0 0,-1 0-1 0,0-4-1 0,7 0 0 0,-7-3-1 16,6 0 1-16,1-5-2 0,-7 2 1 0,6-1-1 0,1-4-1 16,-8 1-1-16,9-2-1 0,-9 2 0 0,1-4 0 0,0 3 1 0,-6-3 0 15,6-1 0-15,-7 1-1 0,1 3-1 0,-7-7 1 0,7 4-1 16,-8 0-2-16,2-1-1 0,-1-2-1 0,0 2-1 0,0 1-2 0,-7-4-1 16,0 3-2-16,2 1-1 0,-2 0-1 0,-6 0-1 0,6 3 0 15,-6-3-2-15,-6 3-2 0,6 1-5 0,-6-2-3 0,-2 6-5 16,2-5-8-16,0 4-7 0,-7 0-8 0,6 0-11 0,-6 0-12 0,1 0-14 15,-8 0-18-15,6 4-27 0,-5-4-36 0,-1 0-47 0,-6 4-50 16,7-5-53-16,-7 5-57 0,0 0-44 0,0-1-38 0,-1 1-26 0,1 3-17 16,-6-3 0-16,6 3 6 0,0 1 12 0,-6-1 17 0,-1 0 28 15,7 1 36-15,-6-1 47 0,-1 1 54 0,7-1 57 0,-7 0 167 16</inkml:trace>
  <inkml:trace contextRef="#ctx0" brushRef="#br0" timeOffset="-107246.4">23465 13203 0 0,'0'-4'75'0,"0"-3"39"0,0 7 10 0,0-4 11 0,0 0 15 0,0 4 14 0,0 0 13 0,0 0 5 0,0 0-1 0,0 0-7 15,0 4-12-15,-6-4-5 0,6 0-4 0,0 4-1 0,0-4 1 16,-6 4 1-16,6-1 3 0,0 1 2 0,0 7 2 0,0-4 0 0,0 4 0 16,0 4 5-16,0 3 7 0,0-3 14 0,-8 7 17 0,8-1 8 15,0 6 4-15,0-6 1 0,0 5-2 0,0 0-5 0,0 3-8 0,0-4-11 16,0 5-9-16,0-4-11 0,0 3-12 0,0-4-15 0,0 5-17 15,0-4-23-15,0-1-25 0,8-3-15 0,-8 0-11 0,6 0-6 16,-6-4-4-16,6 1-2 0,1-5-2 0,-1 1-1 0,7-8-4 0,-6 4-1 16,5-3 0-16,2-5 1 0,-1-3-1 0,6 0-1 0,-6-3 0 15,7-1-1-15,0-7 0 0,-1 0-1 0,1-4-3 0,6-3-2 0,0-4-2 16,-1-4-2-16,2 1-2 0,-1-1-1 0,6-3-4 0,-6-4-3 16,1 3-2-16,-1-2-2 0,6-1-1 0,-5-1-1 0,-2 1 0 0,-5 1-3 15,6-5 0-15,-6 4 0 0,5 0-1 0,-5 0 0 0,-8 4 1 16,8-4-2-16,-7 7-1 0,1-3-1 0,-8 3-5 0,7 1-5 15,-6 3-7-15,-7 0-10 0,6 4-10 0,-6 2-16 0,0-2-17 16,0 7-29-16,0-3-34 0,-6 6-49 0,6-3-53 0,-7 4-56 0,0 3-59 16,-5 1-42-16,5-1-33 0,-6 4-32 0,0 0-31 0,7 4-9 0,-8 3 1 15,2 0 11-15,-2 1 15 0,1 3 28 0,1 3 34 0,-2 1 47 16,2-1 54-16,-2 2 57 0,8 2 81 0</inkml:trace>
  <inkml:trace contextRef="#ctx0" brushRef="#br0" timeOffset="-106946.89">23966 13313 98 0,'0'10'136'0,"7"1"17"0,-7 5 18 0,0-5 20 15,7 3 20-15,-7-3 25 0,0 4 24 0,6-1 3 0,-6 1-6 16,0 3 2-16,7-3 4 0,-7 3 8 0,0-3 12 0,6 3 12 16,-6 1 16-16,6-1 1 0,2 0-5 0,-8-3-13 0,6 3-19 0,-6 1-20 15,6-5-22-15,0 5-22 0,2-5-18 0,-2-3-20 0,0 4-19 16,1-8-21-16,-1 4-22 0,8-4-27 0,-8-3-30 0,6 0-18 16,2-1-10-16,-1-3-7 0,0 0-3 0,0-3-2 0,7-5-2 0,-8 5-2 15,2-8-3-15,5 0 0 0,-5 0-2 0,-2-4 0 0,8 1-1 16,-7-5 1-16,0 1-2 0,0-1 0 0,-1 1-1 0,-4 0-1 0,-2 0 1 15,0-1-1-15,1 5 1 0,-7-5-1 0,0 4 0 0,-7 1 0 16,7-1-2-16,-6 1 0 0,-8 3-3 0,8-4-1 0,-6 4-2 0,-2 4-1 16,1-4-2-16,1 3-3 0,-2 1-4 0,2 4-8 0,-2-5-6 0,1 8-11 15,0-3-12-15,0 3-20 0,0 0-22 0,0 0-29 0,7 0-35 16,-1 3-42-16,-6 1-47 0,13 0-42 0,-7-1-41 0,1 1-29 16,0 3-27-16,6 0-26 0,0-3-26 0,0 3-6 0,6 1 3 0,0 3 17 15,1-8 20-15,-1 5 30 0,8-1 35 0,-8 0 43 0,7 0 48 0,0 1 46 16,7-5 114-16</inkml:trace>
  <inkml:trace contextRef="#ctx0" brushRef="#br0" timeOffset="-106596.15">24358 13511 13 0,'6'7'121'16,"-6"-3"17"-16,6 3 17 0,-6 0 21 0,0 1 24 0,0-1 25 0,0 0 25 15,0 4 12-15,0 0 4 0,0 0 1 0,0 4 3 0,-6-4 4 16,6 3 7-16,0 1 11 0,0 0 11 0,0-1 7 0,0 1 3 16,0 0-11-16,0-1-13 0,6-3-20 0,-6 4-23 0,0-4-22 0,7 0-20 15,0 0-20-15,-7 0-21 0,6-4-20 0,7 1-19 0,-6-5-24 16,-1 5-23-16,7-5-22 0,-7-3-20 0,8 0-14 0,-2-3-8 0,2-1-7 15,5 0-7-15,-6-3-7 0,0-4-8 0,7 0-7 0,-7-3-8 16,6 2-7-16,-6-6-5 0,1 3-5 0,5-3-3 0,-12 3-3 16,5-3 0-16,1 4 0 0,-6-1 0 0,0 0 2 0,-1 4 3 0,0-4 5 15,-6 4 8-15,0 4 7 0,0-4 9 0,0 4 8 0,0 3 9 16,0-3 8-16,-6 3 7 0,6 4 7 0,0-3 9 0,-6 3 3 0,6-4 5 16,-7 4 2-16,7 4 1 0,-7-4 1 0,7 0 0 0,-6 3 1 0,6 1 0 15,0 3-1-15,0 0-1 0,-7 1-2 0,7 3-3 0,0-4-2 16,0 8-6-16,0-4-2 0,7 3-2 0,-7-2-2 0,0 2-1 0,6 1-1 15,-6-1 1-15,7-3-3 0,0 4 0 0,-7-4-3 0,6 0-1 16,0 0-6-16,-6 0-5 0,7-3-11 0,0-1-11 0,-1 0-19 16,1-4-23-16,-1 1-33 0,1 0-34 0,-7-4-42 0,6 0-41 0,1 0-44 15,-1 0-45-15,-6-4-34 0,6 0-32 0,-6 1-23 0,8 0-21 16,-8-1-18-16,6 0-18 0,-6-4 2 0,0 5 14 0,6-1 26 16,-6 0 33-16,0 1 40 0,0-1 41 0,0 4 44 0,0-3 43 0,0 3 36 15,0-8 147-15</inkml:trace>
  <inkml:trace contextRef="#ctx0" brushRef="#br0" timeOffset="-106346.71">24774 13477 180 0,'0'-3'222'0,"-6"0"20"0,6-2 17 0,-7 2 24 0,7 3 23 0,0-4 37 0,7 0 43 0,-7 4 32 0,0-3 23 0,6-1-16 0,1 4-38 15,-1-4-34-15,1 1-30 0,5-1-23 0,2 1-20 0,-1 3-16 16,0-4-13-16,6 0-19 0,1 4-22 0,-7-3-35 0,6 3-42 0,1-4-29 15,-1 4-25-15,1 0-17 0,0 0-14 0,-1 0-11 0,-5 0-5 0,4 0-7 16,-4 0-5-16,5 4-7 0,-5-4-7 0,-2 0-13 0,2 0-12 16,-2 0-16-16,-5 3-17 0,-1-3-25 0,1 0-27 0,0 0-39 15,-1 0-43-15,-6-3-59 0,0 3-66 0,0 0-50 0,0-4-45 0,0 4-39 16,-6-4-34-16,6 1-10 0,-7 3 2 0,0-4 8 0,1 4 15 16,-1-4 21-16,1 1 26 0,0-1 38 0,-2 4 44 0,2-4 59 15,0 1 76-15</inkml:trace>
  <inkml:trace contextRef="#ctx0" brushRef="#br0" timeOffset="-106163.08">25047 13357 0 0,'-6'4'143'0,"6"-1"17"0,-6 1 17 0,6 3 24 0,-6 0 28 0,-2 1 29 16,8-1 28-16,-6 8 31 0,6-4 33 0,-6 3 13 0,-1 4 3 0,1 4 4 15,-1 1 0-15,0-1-1 0,1 3-2 0,0 4-6 0,0 1-9 16,-8-1-19-16,8 4-23 0,-7 0-27 0,-1-4-25 0,8 5-30 0,-7-5-32 16,6 4-40-16,-5-8-45 0,5 1-34 0,7-4-28 0,-7 0-26 15,7-7-25-15,0-1-24 0,0-3-27 0,7 0-29 0,0-4-33 16,-1-3-48-16,0-4-54 0,8 0-67 0,-2-4-69 0,2 1-67 0,-1-8-62 15,-1 4-27-15,2-4-9 0,-2-4 3 0,8 4 8 0,-7-4 14 16,1 0 17-16,-2 1 25 0,2-1 27 0,-2 4 46 0,-5 0 53 16,6-3 63-16,0 3 254 0</inkml:trace>
  <inkml:trace contextRef="#ctx0" brushRef="#br0" timeOffset="-104880.02">25491 13375 0 0,'0'-11'80'0,"-7"0"110"0,0 4 28 0,7-5 33 0,-6 6 37 0,0-2 43 16,-1 1 46-16,7-1 33 0,-7 5 27 0,7-1 2 0,0 4-9 0,-6-4-17 15,6 4-23-15,6 0-19 0,-6 4-16 0,0 0-16 0,7 3-18 16,0 0-25-16,5 0-26 0,-5 9-37 0,6-5-42 0,0 3-28 16,0 4-23-16,0 1-16 0,1-1-13 0,5 0-10 0,-6 4-12 0,0-4-11 15,7 5-12-15,-8-5-12 0,2 0-10 0,-1 0-12 0,-1 1-13 16,2-5-16-16,-2 1-19 0,-5 0-19 0,6-1-21 0,-6-2-23 15,-1-1-28-15,1-4-42 0,-1 4-49 0,1-8-68 0,-7 5-77 0,0-5-67 16,6 1-63-16,-6-4-42 0,0 0-28 0,0 0-8 0,0 0 6 0,-6-4 12 16,-1 4 14-16,7-3 21 0,-6-5 24 0,6 5 42 0,-7-4 50 15,7-1 66-15,0-3 102 0</inkml:trace>
  <inkml:trace contextRef="#ctx0" brushRef="#br0" timeOffset="-104697.16">25822 13331 0 0,'0'-15'22'0,"8"1"220"16,-8 3 46-16,0 0 48 0,0 3 48 0,0 5 37 0,0-1 30 0,0 4 25 15,-8 0 22-15,2 4 17 0,0 3 17 0,-1 0-22 0,-6 4-40 16,0 0-41-16,-7 4-42 0,1 4-41 0,0-1-39 0,-1 4-44 16,-6 0-45-16,0 3-35 0,0 1-30 0,-7-1-24 0,7 5-20 0,0-4-17 15,-6 3-16-15,5-4-19 0,1 1-21 0,7 0-25 0,-1-4-26 0,1 0-29 16,6 0-30-16,0-8-34 0,0 1-35 0,6-1-53 0,1-6-62 16,6 0-73-16,0-5-77 0,6 1-69 0,1-4-64 0,6 0-29 15,0-4-9-15,0-4 5 0,6 1 13 0,1 0 19 0,-1-4 23 0,7-4 29 16,1 4 31-16,-1-3 51 0,6-1 62 0,-6-3 70 0,7 3 254 15</inkml:trace>
  <inkml:trace contextRef="#ctx0" brushRef="#br0" timeOffset="-104363.3">26110 13353 0 0,'-7'0'201'0,"7"-3"112"0,0 3 42 0,-7 0 33 15,7 0 27-15,-6-4 23 0,6 4 21 0,0 0 21 0,-7-4 18 0,7 4 15 16,0-3 16-16,7 3-38 0,-7-5-62 0,6 2-56 0,1 3-50 16,6-3-36-16,0-2-29 0,0 2-19 0,6-1-16 0,1 1-13 15,6-1-11-15,7 4-11 0,-1-4-10 0,1 4-10 0,5-3-132 0,2 3-36 16,5 3 0-16,1-3 0 0,0 0 0 0,0 4 0 0,5-4 0 16,-5 4 0-16,6-4 0 0,-6 0 0 0,6 3 0 0,-7-3 0 0,8 0 0 15,-8 0 0-15,1 0 0 0,-7-3 0 0,7 3 0 0,-7 0 0 16,-7 0 0-16,1-4 0 0,-1 4 0 0,-6-4 0 0,1 4 0 0,-9 0 0 15,2-3 0-15,-7 3 0 0,1-4 0 0,-2 4 0 0,-6 0 0 16,2-4 0-16,-8 4 0 0,0 0 0 0,0-3-80 0,-8-1-205 16,2 4-42-16,0-4-50 0,-7 4-55 0,-7-3-43 0,0 3-38 0,2 0-30 15,-9 0-25-15,1 0-4 0,0 0 8 0,-7 3 17 0,1 1 21 16,-7 0 26-16,7 3 26 0,-8-3 45 0,1-1 52 0,0 5 64 16,-7-5 70-16</inkml:trace>
  <inkml:trace contextRef="#ctx0" brushRef="#br0" timeOffset="-103963.75">26343 13452 0 0,'-18'3'46'0,"4"5"172"16,1-5 22-16,7 2 17 0,-8-2 11 0,8 0 15 0,0 1 18 0,6 0 44 16,0-4 56-16,0 0 37 0,6 0 29 0,0 0-20 0,2 0-45 15,4 0-35-15,1 0-29 0,1 0-21 0,4 0-15 0,2 0-8 0,0 0-4 16,5 0-6-16,2-4-11 0,-1 4-38 0,0 4-49 0,7-4-35 16,-7 0-25-16,0 4-18 0,0-4-16 0,-1 3-9 0,-5 1-10 15,7 0-6-15,-8 3-9 0,-6-3-6 0,7 3-9 0,-7-3-7 0,0 3-7 16,-7 0-5-16,1 1-6 0,-1-1-5 0,-6 0-3 0,6 0-2 15,-12 1-2-15,6 3-1 0,-6-4-1 0,-1 4-3 0,1 0-4 0,-7 0-6 16,0 0-6-16,-7 0-11 0,7 0-9 0,-6 0-10 0,-1 0-10 0,1 0-9 16,-1-4-11-16,0 4-6 0,-5-3-6 0,5-1-5 15,-6 0-5-15,-1 1 1 0,8-5 3 0,-7 4 4 0,0-3 7 0,6 0 8 16,-6-1 10-16,7 2 9 0,-1-2 9 0,8-3 10 0,-8 4 11 0,7-4 6 16,7 0 8-16,-2 0 4 0,2 0 4 0,0 0 2 0,0 0 2 15,6 0 1-15,6-4 0 0,-6 4 1 0,6-3 0 0,0 3 3 16,2-5 2-16,-2 5 3 0,7-3 3 0,0 3 4 0,0-4 1 0,-1 4 2 15,8 0 2-15,-7-4 1 0,7 4-1 0,0 0 2 0,-1 0-2 16,-6 0 1-16,6 0-1 0,1 0-2 0,-7 4-3 0,7-4-7 16,-7 0-10-16,0 0-16 0,-1 0-15 0,-4 0-23 0,-2 0-22 0,0 0-41 15,1 0-50-15,-7 0-66 0,0 0-74 0,0-4-62 0,0 1-57 16,-7 3-40-16,1-4-32 0,0 1-12 0,-2-1-3 0,2 4 8 0,-7-4 12 16,0 1 20-16,7-1 20 0,-7 0 40 0,-1 1 48 0,2-1 66 15,-2 0 116-15</inkml:trace>
  <inkml:trace contextRef="#ctx0" brushRef="#br0" timeOffset="-103645.96">26370 13584 0 0,'0'-8'119'0,"0"1"56"0,0 3 14 0,0 1 21 0,0-1 24 0,0 4 36 16,0 0 43-16,0 0 50 0,0 4 55 0,0-1 16 0,0 5-4 15,-7 3-13-15,7-4-16 0,-6 4-13 0,6 4-12 0,-6-1-10 0,-8 5-6 16,8-1-14-16,-7 0-18 0,0 4-32 0,-6 4-38 0,5-4-48 16,-6 3-54-16,1 1-33 0,-1 4-27 0,2-5-17 0,-2 1-16 0,-7 0-12 15,8-4-13-15,0 3-17 0,5-7-18 0,-5 1-20 0,5-1-21 16,2-3-21-16,-2 0-23 0,8-5-30 0,0-2-34 0,-1-1-37 15,7-7-37-15,0 4-35 0,7-4-32 0,-7-4-26 0,6 4-18 0,0-7-5 16,8-1 5-16,-2 1 9 0,-4 0 14 0,4-1 16 0,1-3 20 0,-6 4 27 16,6 0 34-16,0-1 38 0,0 1 45 0,0 3 51 0,0 1 55 15,-6 3 52-15,5 0 51 0,-4 0 43 0,4 0 40 0,1 3 26 16,-6 5 23-16,6-5 15 0,-1 5 10 0,-4-1 7 0,4 0 4 0,2 1-3 16,-8-1-5-16,7 1-15 0,-7 2-22 0,8-2-26 0,-2-1-28 15,-6 1-32-15,8-1-33 0,-8 0-28 0,7-3-26 0,-6 3-31 0,0-3-33 16,5-1-45-16,-6 1-49 0,2 0-59 0,-2-4-64 0,-6 0-54 15,6 0-48-15,1 0-42 0,-7 0-38 0,7-4-19 0,-7 0-9 16,6 1-1-16,-6-5 4 0,7 5 14 0,-1-5 22 0,0 1 38 16,-6 0 44-16,7-4 58 0,6 3 64 0</inkml:trace>
  <inkml:trace contextRef="#ctx0" brushRef="#br0" timeOffset="-103462.84">26670 13917 0 0,'0'0'13'0,"6"-3"193"15,-6 3 25-15,6 3 31 0,-6-3 32 0,7 4 49 0,-7 3 56 0,0 1 36 16,7-5 25-16,-7 8 16 0,0-3 12 0,0 3-29 0,6-1-51 15,-6 5-36-15,0-4-31 0,0 4-23 0,0-1-20 0,0 1-26 0,0 0-29 16,0 0-45-16,-6-1-55 0,6 4-33 0,-7-3-26 0,7 3-17 16,-7-3-10-16,1-1-11 0,6 2-10 0,-6-5-16 0,-1 3-21 0,7-3-24 15,-6 0-27-15,6-4-37 0,-7 1-44 0,7-5-61 0,0 1-70 16,0 0-67-16,0-4-68 0,0 0-53 0,0 0-46 0,0-4-21 16,0-3-10-16,7-1 4 0,-1 1 11 0,-6-4 16 0,7 0 21 0,-1-3 33 15,0-2 39-15,1 2 59 0,0-4 67 0</inkml:trace>
  <inkml:trace contextRef="#ctx0" brushRef="#br0" timeOffset="-103279.66">26800 13958 14 0,'6'-11'225'0,"-6"3"39"0,7 1 34 0,-1 3 49 0,1 1 52 16,-7-1 36-16,6 0 28 0,8 1 22 0,-8 3 17 0,0-4-2 0,1 4-15 15,6-4-31-15,0 4-42 0,0-4-39 0,0 4-40 0,7 0-35 16,-8 0-31-16,1 0-45 0,7 0-54 0,-6 0-34 0,4 0-27 0,-4 0-22 16,5 0-18-16,-5 0-13 0,4 0-11 0,-4 0-10 0,-1 0-13 15,0 0-15-15,0 0-18 0,0-3-18 0,-6 3-19 0,5 0-21 0,-5 0-21 16,-1-3-31-16,1 3-36 0,0-5-47 0,-1 2-55 0,-6-1-60 15,0 0-62-15,6 1-53 0,-6-1-45 0,0-3-25 0,-6 3-15 16,6-3 3-16,0 3 9 0,-6-3 15 0,-1 0 19 0,0-1 30 0,7 5 34 16,-6-5 48-16,-1 1 55 0,1 0 59 0,0-4 183 0</inkml:trace>
  <inkml:trace contextRef="#ctx0" brushRef="#br0" timeOffset="-103113.05">27053 13646 174 0,'-6'-7'194'0,"0"3"16"0,6 0 18 0,-7 4 28 0,1 4 32 15,6 0 45-15,0 0 53 0,-7 3 32 0,7 4 24 0,0 0-19 16,0 0-42-16,-7 3-29 0,7 5-24 0,0-1-13 0,0 4-10 0,-6 0-11 15,0 0-13-15,6 4-24 0,-6-1-31 0,-8 1-44 0,8-1-51 16,-1 5-34-16,0-4-25 0,1-1-19 0,-7 1-15 0,7-4-19 16,-1-1-20-16,0-2-36 0,1-1-45 0,6-3-69 0,-6-4-79 0,6-4-73 15,0-3-73-15,6 0-52 0,0-4-45 0,1-4-22 0,0 0-12 16,-1-7-3-16,0 0 1 0,7 0 7 0,1-3 14 0,-2-5 31 16,2 1 39-16,-2 0 64 0,2-4 75 0</inkml:trace>
  <inkml:trace contextRef="#ctx0" brushRef="#br0" timeOffset="-102729.69">27236 13741 0 0,'7'-7'70'0,"6"0"199"16,-7-1 43-16,0 5 35 0,2-1 34 0,-2 0 30 0,6 1 25 16,2-1 19-16,-1 0 16 0,0 1 10 0,0-1 8 0,-1 0-32 0,2 4-49 15,5-3-59-15,1-1-63 0,-8 4-46 0,8 0-40 0,0 4-35 16,-7-4-34-16,7 3-27 0,-1 1-25 0,-6 0-19 0,7-1-15 0,-7 5-10 16,-1-5-8-16,2 5-6 0,-1-5-5 0,0 5-3 0,-6-1-2 15,5 0-3-15,-6 0-2 0,2 1-2 0,-2 3 0 0,0-3 0 0,-6-2-2 16,0 2-1-16,0-1 1 0,0 1-1 0,0-1 0 0,-6 0-2 15,0 1-1-15,-2-1-1 0,-4 0-3 0,6 1-2 0,-8-1-5 0,1 0-3 16,1 0-3-16,-2 1-4 0,1-5-3 0,-6 5-5 0,6-5-2 16,-7 2-3-16,0-2-3 0,8 0 0 0,-8-3 0 0,1 4 1 15,-1-4 2-15,7 4 5 0,-7-4 3 0,8 4 7 0,-8-4 3 0,7 0 5 16,6 0 4-16,-6 0 5 0,7 3 2 0,-1-3 4 0,7 0 1 16,0 0 5-16,0 0 4 0,0 4 6 0,7-4 5 0,-7 4 3 0,6-4 4 15,7 3 1-15,-6 1 2 0,0 0-1 0,5-1 1 0,2 1 1 16,-8 0 0-16,7-1-1 0,0 1 0 0,0 0-2 0,-1-1-6 15,-4-3-4-15,4 8-5 0,2-5-6 0,-8 1-5 0,1-4-11 16,-1 3-9-16,0 1-13 0,1-4-13 0,0 4-17 0,-7-4-16 0,6 0-25 16,-6 0-32-16,0 0-37 0,6 0-42 0,-6 0-47 0,0-4-50 0,-6 0-38 15,6 4-29-15,0-3-21 0,-6-1-13 0,-1-3-10 0,7 3-9 16,-7-3-2-16,1 3 2 0,0-3 19 0,-1 0 26 0,1-4 37 16,-1 3 41-16,-6 1 47 0,7-1 49 0,-2-3 39 0,-4 0 98 0</inkml:trace>
  <inkml:trace contextRef="#ctx0" brushRef="#br0" timeOffset="-102546.29">27379 13815 0 0,'-6'-15'3'0,"0"-4"126"16,6 9 18-16,0-5 19 0,-8 4 21 0,8 0 27 0,0 4 29 15,0-1 41-15,0 5 46 0,0-1 29 0,0 4 21 0,0 0 6 16,8 4 2-16,-8-1-4 0,0 1-5 0,6 3-4 0,-6 4-6 0,0 0-9 16,0 4-10-16,0-1-18 0,0 5-21 0,0-1-33 0,0 1-38 15,-6 2-40-15,-2 1-40 0,2 4-26 0,0 0-20 0,-7 0-14 0,0 3-11 16,0-4-11-16,-1 5-8 0,2-4-10 0,-8-1-8 0,7 1-13 16,0-1-12-16,-6-6-19 0,5 2-24 0,2-2-23 0,-2-4-26 0,8-1-31 15,-7-3-36-15,7-3-63 0,-1-5-73 0,0 1-80 0,7 0-84 16,0-4-60-16,0-4-48 0,7 0-22 0,-7-7-7 0,7 4 6 15,5-4 11-15,-5 0 18 0,6-3 19 0,0-2 29 0,7 5 33 0,-8-3 60 16,8-1 72-16</inkml:trace>
  <inkml:trace contextRef="#ctx0" brushRef="#br0" timeOffset="-102396.01">27347 14068 0 0,'6'-4'52'0,"8"0"183"15,-8 0 33-15,-6 4 41 0,6-4 44 0,1 4 41 0,-1 4 42 0,-6-4 30 16,7 4 21-16,0-4 15 0,-1 4 11 0,-6 0-34 0,6-1-56 0,8-3-48 16,-14 8-44-16,12-5-36 0,-5 1-32 0,0-1-39 0,-1 5-43 15,1-5-42-15,-1 5-41 0,0-5-31 0,8 5-24 0,-14-5-25 16,6 5-25-16,0-5-27 0,1 1-30 0,0 0-50 0,-1-1-59 0,-6 1-70 15,7 0-77-15,-7-4-70 0,6 3-67 0,-6-3-36 0,0 0-20 16,0 0-10-16,0 0-2 0,0 0 8 0,7 0 12 0,-7 0 21 0,6-3 28 16,1 3 44-16,-7-4 55 0,6 4 70 0,0-4 210 0</inkml:trace>
  <inkml:trace contextRef="#ctx0" brushRef="#br0" timeOffset="-102096.79">27633 14137 0 0,'6'0'33'0,"-6"0"144"15,8 0 20-15,-2-4 28 0,-6 4 32 0,6-3 32 0,1 3 33 0,0-4 37 16,-1 4 39-16,1-4 17 0,-1 1 4 0,0-1-18 0,8 0-31 15,-8 1-22-15,0 3-18 0,8-4-13 0,-8 4-12 0,1 0-19 16,5 0-22-16,-5 0-26 0,0 4-27 0,-1-1-30 0,0 1-34 0,2 0-21 16,-2-1-14-16,0 5-9 0,1-1-5 0,-7 0-5 0,6-3-6 15,-6 7-6-15,0-7-5 0,7 3-6 0,-7 0-6 0,0 0-5 0,-7 1-5 16,7 0-4-16,0-5-4 0,-6 4-5 0,6 1-4 0,-7-5-5 16,1 5-3-16,0-1-4 0,-2 0-3 0,2-3-3 0,0 3-4 0,-8-3-2 15,8 3-2-15,0 1-4 0,-1-5-2 0,1 1-1 0,-8 3-3 16,8 0 0-16,6-3-2 0,-6 3 0 0,-1-3 0 0,7 0-3 15,0 3-2-15,0-3-4 0,0 4-5 0,0-5-8 0,7 4-9 0,-7-3-9 16,6 3-9-16,0-3-11 0,1 0-12 0,0-1-16 0,-1 1-16 0,1-4-22 16,-1 4-27-16,0-4-35 0,1 3-42 0,6-3-48 0,-7-3-50 15,2 3-43-15,-2-4-37 0,-6 4-38 0,6-4-38 0,1 1-15 16,-1-5-3-16,-6 5 7 0,7-5 13 0,-7 5 21 0,0-4 25 0,6 2 37 16,-6-2 43-16,0 0 51 0,0-1 57 0</inkml:trace>
  <inkml:trace contextRef="#ctx0" brushRef="#br0" timeOffset="-101396.28">26708 12543 7 0,'7'-7'180'0,"-7"0"23"0,0 0 21 0,7 3 28 0,-1-3 31 0,1-1 41 0,-1 1 45 15,7 0 36-15,-6-1 28 0,5-3-2 0,2 4-17 0,5-1-26 16,-6 1-26-16,0 0-24 0,7-1-19 0,0 1-17 0,-1 3-16 0,1 1-24 16,-8 0-26-16,8 3-38 0,-1 0-43 0,1 0-30 0,0 3-28 15,-1-3-19-15,-6 3-12 0,6 5-9 0,-5-5-7 0,-2 5-6 16,2-5-7-16,-1 5-4 0,0-1-5 0,0 0-5 0,-7 1-2 0,1-1-3 16,0 1-5-16,-7-1-3 0,6 0-2 0,-6 1-1 0,0-1-2 15,-6 0 0-15,6 0-3 0,-7 1-3 0,0 3-4 0,-5-4-3 16,5 1-7-16,-6 2-7 0,0-2-7 0,-7-1-5 0,8 4-5 0,-8-4-3 15,0 0-2-15,7 5-4 0,-7-5-1 0,1 0-2 0,-1 1 0 16,1-1 1-16,0 0 3 0,-1-3 4 0,1 3 5 0,5-3 6 0,2 3 8 16,-2-3 5-16,1 0 6 0,7-1 3 0,-1-3 3 0,1 4 1 15,6-4 3-15,-7 0 0 0,7 0 2 0,7 4 2 0,-7-4 3 0,6 0 1 16,-6 3 3-16,13-3 1 0,-6 0 1 0,-1 4 1 0,8-4-1 16,-2 0 1-16,2 3 0 0,-2-3 0 0,1 0 1 0,1 4-1 0,-2-4 0 15,2 0 0-15,5 0-2 0,-6 0-4 0,0 0-2 0,1 0-8 16,-2 0-6-16,-6 0-14 0,8 0-16 0,-1 0-27 0,-7 0-34 0,0 0-40 15,2-4-41-15,-2 4-53 0,-6 0-58 0,6-3-46 0,-6 3-40 16,0 0-39-16,-6-4-38 0,6 1-15 0,-6-1-2 0,-2 0 7 0,2 4 13 16,0-3 27-16,-7-1 33 0,6 0 38 0,-6 4 42 0,1-3 54 15,-2-1 64-15</inkml:trace>
  <inkml:trace contextRef="#ctx0" brushRef="#br0" timeOffset="-101046.06">26832 12547 61 0,'-6'-15'111'0,"6"8"9"16,0 0 9-16,0 0 16 0,0 3 17 0,0 4 17 0,0 0 17 15,0 0 10-15,0 7 7 0,0-3 7 0,6 7 6 0,-6 0 14 16,0 0 17-16,0 4 21 0,-6 3 23 0,6 0 9 0,0 4 4 0,-7-4-8 16,1 4-14-16,-1 0-16 0,-6 4-21 0,7-4-24 0,-8 0-28 15,8 0-23-15,-7 0-21 0,7 0-27 0,-7-4-27 0,0 4-29 0,6-7-30 16,0 3-18-16,-5-4-16 0,5 2-14 0,0-5-13 0,1-1-19 16,6 1-25-16,-6-7-25 0,6 3-30 0,0-3-30 0,0-4-28 0,0 4-28 15,0-8-28-15,6 4-17 0,0-4-15 0,1 1-6 0,0-5-2 16,-1 5 2-16,0-5 8 0,1 1 18 0,6-4 21 0,-6 4 27 15,6 0 29-15,0-4 30 0,-7 3 31 0,0 1 41 0,8 3 42 0,-8-3 41 16,1 3 38-16,-1 4 34 0,7-4 30 0,-6 4 30 0,-1 0 30 16,0 0 26-16,2 0 21 0,-2 4 14 0,0-4 14 0,8 4 5 0,-8 3 4 15,0-3-8-15,1-1-13 0,6 1-19 0,-6 4-25 0,-1-2-22 16,0-1-27-16,8 2-27 0,-8-3-30 0,0 3-26 0,1-3-22 16,-1 3-23-16,1-4-24 0,0 1-36 0,-1 3-37 0,-6-7-50 0,6 4-53 15,2-4-54-15,-8 4-54 0,6-4-46 0,-6 0-41 0,0 0-33 16,0 0-32-16,0 0-13 0,6-4-7 0,-6 4 4 0,0-4 11 0,6 1 25 15,-6-1 33-15,0 0 44 0,7 1 50 0,-7-1 52 0,0-3 137 16</inkml:trace>
  <inkml:trace contextRef="#ctx0" brushRef="#br0" timeOffset="-100713.08">27132 12807 29 0,'6'0'156'0,"1"0"18"15,6 0 20-15,-7 4 32 0,1-4 35 0,6 4 36 0,0-4 37 0,-7 3 33 16,8 1 34-16,-2 0-5 0,8-1-27 0,-7 1-19 0,1-1-17 15,-2-3-10-15,1 4-6 0,7 0-14 0,-7-1-13 0,0 1-27 0,-7 0-30 16,8-1-32-16,-2 1-34 0,-5-4-33 0,6 4-30 0,-6-1-21 16,-1 1-17-16,-6-4-8 0,6 4-6 0,0-4-6 0,-6 3-4 15,0 1-4-15,0 0-7 0,0-1-4 0,0 1-4 0,-6-4-4 0,0 8-2 16,6-5-3-16,-13 5-1 0,6-1-2 0,-6-3 0 0,1 3-1 16,-2 4-3-16,2-4-1 0,-2 0-4 0,1 1 0 0,-7 3 0 0,8-4 0 15,-2 0-1-15,2 1 3 0,-1-1 2 0,-1 4 2 0,2-8 1 16,6 5 0-16,-8-5 1 0,14 1-1 0,-6 0 1 0,-1-1 0 15,7 2 1-15,0-5 2 0,0 3 3 0,7 1 0 0,-1-4 0 0,-6 0 0 16,14 0-3-16,-8 0-1 0,0 0 0 0,7 0-1 0,-6 0 1 16,6 0-1-16,-1-4 0 0,2 4 0 0,-2-3-2 0,2 3-5 0,-1-5-7 15,0 5-10-15,0-3-11 0,-7 3-18 0,8-4-20 0,-8 4-35 16,7 0-40-16,-7-4-58 0,1 4-68 0,0 0-63 0,-1 4-64 0,-6-4-53 16,6 4-47-16,0-4-21 0,-6 3-7 0,0 2 3 0,8-2 7 15,-8 4 16-15,6-3 19 0,-6 3 32 0,6 1 41 0,1-1 57 16,0 0 67-16</inkml:trace>
  <inkml:trace contextRef="#ctx0" brushRef="#br0" timeOffset="-99847.25">27412 13316 18 0,'-6'0'90'0,"6"0"6"0,0 4 7 0,-7-4 5 0,7 0 6 0,-7 0-2 16,7 0-5-16,0 0-7 0,-6 3-7 0,6-3-6 0,-7 0-7 16,7 0 0-16,-6 0-1 0,6 0 4 0,0 0 2 0,-6 0 2 0,6 0 3 15,-8 5 5-15,8-5 4 0,0 0 6 0,0 0 7 0,-6 0 4 16,6 0 5-16,0 0 5 0,-6 3 4 0,6-3 5 0,0 0 3 0,0 0 7 16,0 0 9-16,-6 0 9 0,6 3 9 0,0-3 6 0,-7 0 7 15,7 0 3-15,0 0 1 0,0 0-1 0,0 0-4 0,0 0-4 16,0 0-3-16,0 0-6 0,0 0-5 0,0 0-12 0,0 0-11 0,0 0-14 15,0 0-15-15,0 0-13 0,0 0-15 0,0 0-10 0,0 0-8 16,0 0-2-16,0 0-2 0,0 0-3 0,0 0-3 0,7 0-1 0,-7 0-2 16,6 0 0-16,-6 0-2 0,0 0 0 0,6 0 3 0,-6 0 0 15,6 0 4-15,2 0-1 0,-8 0 0 0,6 0-2 0,0 0-1 16,1 0-1-16,-1 0 1 0,1 0 1 0,0 0 0 0,5-3 0 0,-6 3-2 16,8 0-3-16,-8 0-3 0,8 0-4 0,-1 0-5 0,-1-3-3 15,2 3-4-15,-2-5-3 0,2 5-4 0,-1 0-4 0,0 0-4 0,0-3-3 16,-1 3-3-16,2-4-3 0,-1 4-2 0,0-3-1 0,0 3-3 15,-7 0 1-15,8-4-2 0,-8 4-1 0,7-4-2 0,-6 4-4 16,-1 0-6-16,1 0-10 0,-1-3-10 0,0 3-14 0,1 0-12 0,-7 0-18 16,7 0-16-16,-7 0-28 0,0 0-33 0,0 0-57 0,0 0-68 15,0 0-69-15,0 0-72 0,0 0-57 0,-7 0-46 0,0-4-18 0,1 4-3 16,0 0 7-16,6 0 9 0,-7 0 15 0,1 0 16 0,-1 0 28 16,0 0 33-16,1 0 56 0,0 0 68 0</inkml:trace>
  <inkml:trace contextRef="#ctx0" brushRef="#br0" timeOffset="-92997.33">25015 13998 0 0,'14'-8'65'0,"-2"1"188"0,-6 0 49 0,8 0 44 0,-8-1 41 16,1 5 34-16,-7-1 29 0,6 4 24 0,-6-4 24 0,7 4 20 15,-7 0 19-15,0 0-27 0,-7 0-50 0,7 0-48 0,-6 4-46 0,-1-4-44 16,1 4-45-16,0-1-42 0,-8 5-40 0,2-1-34 0,-2 0-29 16,1 0-25-16,-7 4-21 0,2 0-21 0,-2 0-19 0,0 4-13 15,1-4-12-15,-7 4-7 0,6 0-5 0,-6-1-6 0,-1-3-9 0,8 4-12 16,-7-4-13-16,0 0-16 0,7 0-16 0,-1 0-17 0,0-4-19 0,8 0-21 15,-8 0-23-15,7-2-32 0,0-2-41 0,0 0-38 0,7-3-41 16,-8 0-29-16,8 0-22 0,-1 0-4 0,1 0 4 0,6 0 11 16,-7 0 13-16,7 0 16 0,-6 0 19 0,6 0 21 0,0 0 22 15,0 0 42-15,0 0 50 0,0 0 64 0,0 0 71 0,0 5 67 0,6-2 63 16,-6 0 51-16,0 1 47 0,7 4 29 0,-7-5 21 0,6 5 15 16,1-1 12-16,-1 0 9 0,1 4 8 0,0 0 0 0,-1 0-4 0,0 0-18 15,1 0-27-15,0 0-31 0,-1 0-35 0,7 1-36 0,-7-2-37 16,1 1-23-16,6 0-19 0,-7 0-14 0,1-3-12 0,6 2-10 15,-6-2-10-15,6-1-13 0,-7 0-14 0,1 1-19 0,-1-5-22 0,8 1-29 16,-8 0-34-16,0-1-53 0,1-3-63 0,-1 4-67 0,-6-8-72 16,7 4-63-16,-7-3-56 0,6-1-28 0,-6 0-14 0,7-3-1 0,-7 0 4 15,6-1 13-15,-6-3 16 0,6 4 28 0,-6-4 30 0,8 0 52 16,-8 0 61-16</inkml:trace>
  <inkml:trace contextRef="#ctx0" brushRef="#br0" timeOffset="-92846.71">24917 14273 17 0,'0'0'263'0,"0"3"33"0,0-3 23 0,0 4 21 0,-6-1 21 0,6 1 26 15,0 0 31-15,-6-1 21 0,6 1 18 0,0 3 5 0,0-3-1 16,0 0-50-16,0 3-75 0,0 0-60 0,6-2-52 0,-6 2-32 0,6 0-23 16,1-3-22-16,0-1-22 0,-1 5-35 0,1-5-41 0,-1 1-47 15,0 0-50-15,2-1-59 0,-2-3-62 0,6 4-61 0,-5-8-61 0,0 4-50 16,-1-3-40-16,7 3-38 0,-7-4-35 0,2 0-15 0,-2 1-8 16,6-1 4-16,-4 0 9 0,4-3 23 0,-5 3 33 0,6 4 46 15,-6-3 53-15,5-1 57 0,2 1 106 0</inkml:trace>
  <inkml:trace contextRef="#ctx0" brushRef="#br0" timeOffset="-92696.28">25211 14332 168 0,'6'0'238'0,"1"3"32"0,-1-3 31 0,0 4 39 0,-6-1 46 16,8 1 34-16,-8 0 26 0,0-1 21 0,0 1 14 0,0 0-22 16,0-1-39-16,0 1-40 0,0-4-36 0,0 4-36 0,0-1-32 0,-8 1-32 15,8-4-31-15,-6 4-40 0,0-4-47 0,6 3-40 0,-7 0-33 16,-6 1-34-16,6-4-33 0,-5 4-41 0,-2 0-47 0,2-1-55 0,-2 1-57 16,1 0-59-16,-7 3-57 0,8-3-47 0,-8-1-41 0,1 5-32 15,-1-1-31-15,0-3-10 0,-5 3 0 0,5 4 9 0,-6-4 17 16,7 5 30-16,-7-1 38 0,0 0 48 0,-1 3 55 0,1-3 56 0,6 0 133 15</inkml:trace>
  <inkml:trace contextRef="#ctx0" brushRef="#br0" timeOffset="-92496.49">24696 14598 43 0,'-13'9'153'0,"0"-2"23"0,-7-1 20 0,14-2 27 0,-7 4 30 16,7-5 30-16,-1 1 29 0,0-4 33 0,7 4 33 0,-6-4 2 0,6 0-15 15,6 3-14-15,-6-3-13 0,7 0-8 0,6 0-6 0,-7 0-10 16,7 0-11-16,7 0-18 0,0 0-22 0,-1 0-23 0,1 0-23 0,6 0-26 16,0 0-28-16,7 0-23 0,-7 0-22 0,6 0-15 0,1 0-11 15,-1 0-11-15,1 0-8 0,-1 0-9 0,1 0-8 0,-1 0-7 0,1 0-6 16,-7 0-8-16,7 4-6 0,-7-4-8 0,0 0-8 0,-1 0-12 15,1 4-14-15,-6-4-16 0,0 0-14 0,-7 3-20 0,-1-3-17 0,2 0-24 16,-8 4-28-16,7-4-43 0,-13 0-52 0,7 0-59 0,-7 0-65 16,0 0-53-16,-7 0-49 0,1 0-30 0,-1 0-21 0,1 0-6 15,0 0 6-15,-8-4 13 0,2 4 15 0,5-3 25 0,-6-1 26 0,0 0 42 16,-7 1 51-16,8-5 60 0,-2 1 119 0</inkml:trace>
  <inkml:trace contextRef="#ctx0" brushRef="#br0" timeOffset="-92295.83">25021 14408 0 0,'-6'-4'133'15,"0"4"138"-15,-1 0 32 0,1 4 20 0,-1 3 17 0,7 1 27 16,-7-1 37-16,7 8 27 0,-6-1 27 0,6 1 19 0,0 4 15 0,0 2-34 16,-6 5-61-16,6 0-52 0,-6 3-50 0,-2 0-35 0,8 4-27 0,-6 0-16 15,0 4-11-15,-1 0-27 0,1-1-33 0,-1 4-27 0,-6 2-24 16,7-6-20-16,-1 0-15 0,-6 4-12 0,7-7-10 0,-1 5-12 16,0-10-11-16,1 1-18 0,-1 1-23 0,1-8-24 0,0-1-30 0,6-1-48 15,-7-6-55-15,7 0-76 0,0-6-81 0,0-1-74 0,0-3-69 0,0-4-34 16,7-4-17-16,-7-3-4 0,6-1 1 0,0-3 11 0,1 1 15 15,-1-9 21-15,1 1 25 0,6-4 45 0,-7 0 56 0,8 0 70 16,-2 0 245-16</inkml:trace>
  <inkml:trace contextRef="#ctx0" brushRef="#br0" timeOffset="-92146.47">24989 14910 0 0,'7'-15'84'15,"-7"8"203"-15,0-4 54 0,0 7 39 0,0 1 33 0,-7-1 24 16,0 4 22-16,1 0 18 0,0 0 15 0,0 4 11 0,-8-4 10 0,1 7-32 16,0-2-53-16,0 1-64 0,0 1-69 0,-6 5-58 0,5-6-52 15,-5 9-40-15,-1-3-32 0,0-2-27 0,1 5-23 0,-7 0-27 0,6-1-24 16,1 1-31-16,0-1-30 0,6-3-43 0,-7 4-53 0,7-4-62 15,-7 0-68-15,14-3-60 0,-7-1-56 0,6-3-48 0,1 3-43 0,6-7-20 16,0 0-9-16,0 0 3 0,6-4 8 0,1 1 16 0,0-1 20 16,5-3 38-16,1-1 48 0,7 2 62 0,0-6 67 0</inkml:trace>
  <inkml:trace contextRef="#ctx0" brushRef="#br0" timeOffset="-91996.86">24885 14983 112 0,'20'0'199'0,"-8"0"34"0,8 0 36 16,-7 4 51-16,7 3 58 0,-8-4 42 0,2 5 34 0,5 3 24 15,-5-4 21-15,-2 4-18 0,8-3-39 0,-7 3-30 0,7 1-27 0,-8-6-25 16,8 5-21-16,-1-3-30 0,1 3-36 0,-6 0-50 0,4-4-58 0,2 0-42 15,-1 4-34-15,-5-4-26 0,6 1-22 0,-8-1-22 0,8 0-23 16,-1-3-29-16,-5 0-28 0,-2 2-46 0,8-1-58 0,-7-5-72 16,0 3-81-16,0-3-76 0,0 0-75 0,0-3-37 0,-6-2-18 0,5 2-9 15,2 0-3-15,-2-1 9 0,-5 0 12 0,6-3 20 0,0 0 24 16,0-1 43-16,0-3 53 0,1 0 71 0,-2 1 220 0</inkml:trace>
  <inkml:trace contextRef="#ctx0" brushRef="#br0" timeOffset="-91746.09">25757 14730 227 0,'-12'0'417'0,"5"0"42"0,-6 0 24 0,7 0 15 0,-1 0 8 0,1 0 12 16,-1 0 12-16,0 0 15 0,7 0 18 0,0 0 16 0,7 0 14 0,-7 0-80 16,13 0-130-16,-6 0-93 0,6 0-77 0,0 0-39 0,7 0-22 15,-8 0-13-15,14 0-10 0,-7 4-9 0,1-4-11 0,6 0-58 16,-6 0-51-16,-1 0 0 0,7 0 0 0,-6 0 0 0,-1 0 0 0,1 0 0 15,-7 0 0-15,7 0 0 0,-8 0 0 0,2 0-122 0,-2 0-29 16,-4-4-32-16,4 4-39 0,-12 0-53 0,7-3-61 0,-7-1-68 0,6 4-72 16,-6 0-51-16,0-7-40 0,-6 3-9 0,6-3 6 0,-7 3 16 15,1-3 20-15,6 0 23 0,-6-1 25 0,-2 1 33 0,2-1 36 0,0-2 54 16,0 2 61-16</inkml:trace>
  <inkml:trace contextRef="#ctx0" brushRef="#br0" timeOffset="-91546.21">25907 14309 0 0,'-6'-4'121'0,"0"4"135"0,-1 0 23 0,0 4 22 16,7 0 20-16,-6 7 32 0,6-3 39 0,0 6 28 0,0 1 24 0,0 3 15 16,0 0 10-16,0 4-39 0,0 4-64 0,0-1-51 0,6 5-46 15,-6-1-25-15,0 4-19 0,0 0-16 0,0 4-17 0,0 3-29 0,0-4-37 16,-6 5-26-16,6 0-21 0,-7 2-15 0,7-6-11 0,-6 3-7 16,6 0-6-16,-6-3-7 0,6-4-6 0,-7 0-17 0,7-4-19 0,-7 1-23 15,7-9-27-15,0-2-44 0,-6-1-48 0,6-3-68 0,0-5-75 16,0-2-67-16,-6 0-65 0,6-8-38 0,0 0-30 0,0 0-11 15,0-8-7-15,0 0 5 0,0-2 13 0,0-1 18 0,6-8 22 0,-6 5 40 16,6-5 46-16,-6-2 66 0,7-1 140 0</inkml:trace>
  <inkml:trace contextRef="#ctx0" brushRef="#br0" timeOffset="-91397.29">25901 14862 0 0,'0'-11'5'0,"0"0"256"16,-6 4 55-16,6 3 43 0,-7-3 36 0,0 7 25 0,1-4 21 0,-1 4 15 16,1 4 13-16,-7 0 7 0,6-1 6 0,-5 5-28 0,-2-1-44 15,1 4-59-15,-6-4-67 0,6 4-59 0,-1 4-56 0,-5-4-45 16,0 3-36-16,6-2-37 0,-1 3-36 0,-5-5-47 0,6 1-51 0,0 0-56 15,0-3-58-15,0-1-56 0,7 0-55 0,-2-4-43 0,2 2-36 16,6-5-34-16,0 0-32 0,0 0-13 0,6-5-7 0,2 2 5 0,-2-4 15 16,7 3 30-16,0-3 37 0,0-4 52 0,0 4 61 0,6-1 75 15,-5 1 80-15</inkml:trace>
  <inkml:trace contextRef="#ctx0" brushRef="#br0" timeOffset="-91263.51">25765 14925 21 0,'19'-4'90'0,"0"1"32"16,-6 3 28-16,7-5 27 0,-7 5 29 0,6 5 33 0,-6-2 36 16,1 1 32-16,5-1 31 0,-6 5 12 0,0-1 1 0,0 0-1 15,0 1-5-15,1-1-8 0,-2 4-9 0,1-4-15 0,0 1-17 0,0-2-23 16,1 2-26-16,-2-1-34 0,2-3-35 0,-8 0-48 0,7-1-51 15,0 1-65-15,0-4-72 0,0 0-76 0,-6-4-80 0,5 1-69 16,-5-1-62-16,6-3-45 0,-6 0-32 0,-1-1-17 0,0 1-7 0,2-4-4 16,-2 0 0-16,0-4 9 0,0 1 14 0,1-1 31 0,0 1 42 0,-1-5 59 15,1 1 110-15</inkml:trace>
  <inkml:trace contextRef="#ctx0" brushRef="#br0" timeOffset="-91079.93">26325 14386 162 0,'-7'-3'399'0,"0"3"46"15,7 0 22-15,-6 0 12 0,6 0 5 0,-7 0 12 0,7 0 13 16,0 0 17-16,0 0 18 0,0 0 14 0,7 3 13 0,-7-3-76 16,6 3-117-16,1 1-98 0,0 0-88 0,-1 0-44 0,0-1-23 0,8 1-11 15,-8 0-6-15,7-1-16 0,-7 1-21 0,1 0-31 0,6-1-36 0,-7-3-37 16,0 4-38-16,8 0-50 0,-8-1-61 0,1-3-75 0,-7 4-84 16,7-4-78-16,-1 0-76 0,1 0-42 0,-1 0-28 0,0 4-9 15,1-4 0-15,0 0 11 0,-1 0 17 0,7-4 22 0,-6 4 25 0,6-4 42 16,0 4 53-16,0-7 71 0,7 3 141 0</inkml:trace>
  <inkml:trace contextRef="#ctx0" brushRef="#br0" timeOffset="-90747.23">26813 14327 112 0,'0'5'377'0,"0"-5"49"15,0 7 29-15,-7-4 23 0,7 1 19 0,-6 3 17 0,-1-3 15 16,1 3 12-16,0-3 10 0,-2 3 3 0,-4 1 2 0,-1-2-69 16,0 2-104-16,6-1-96 0,-13 4-91 0,8 0-49 0,-2 0-28 0,-5 0-25 15,-1 0-21-15,0 0-22 0,1 1-20 0,0-1-24 0,0 0-24 16,-1 3-20-16,0-3-19 0,-6-4-23 0,7 4-25 0,-1 0-32 0,-6 0-33 15,7-3-30-15,-1 2-25 0,0 1-15 0,7-2-11 0,-7-2-2 16,8 3 2-16,-1-6 7 0,0 3 11 0,6 1 13 0,1-5 11 16,0 5 18-16,6-5 22 0,0 1 27 0,0-1 33 0,0 1 29 0,6 0 29 15,-6 0 25-15,6-1 29 0,1 1 26 0,-1-4 28 0,8 4 27 16,-8-1 27-16,6-3 18 0,2 4 16 0,-1-4 10 0,7 3 6 0,-8-3 5 16,8 0 5-16,0 0 1 0,-1 0 2 0,1 0-8 0,-1 0-11 15,7 0-21-15,-6 0-21 0,0 0-23 0,-1-3-24 0,0 3-15 0,0-4-13 16,1 4-8-16,0-3-6 0,-7 3-5 0,7-4-5 0,-8 0-5 15,2 4-5-15,-8-3-7 0,7-1-11 0,-6 0-15 0,-1 0-14 0,1 1-27 16,-7-1-29-16,0-3-45 0,0 3-53 0,0 1-57 0,0-1-59 16,0 0-49-16,-7 1-44 0,1 3-30 0,-1-4-21 0,1 0-6 0,-1 4 2 15,1 0 9-15,-8 0 15 0,8 0 24 0,-7 4 29 0,0-4 46 16,0 4 52-16,0-1 57 0,-6 5 208 0</inkml:trace>
  <inkml:trace contextRef="#ctx0" brushRef="#br0" timeOffset="-90563.2">26455 14723 0 0,'-20'11'71'0,"1"0"165"0,-1 1 20 0,7-2 20 16,0 1 15-16,0 1 23 0,-1-2 26 0,8-2 35 0,0-1 42 0,0 0 25 15,6 0 18-15,-7-3-32 0,14 0-56 0,-7-1-46 16,6-3-45-16,6 4-28 0,-4-4-22 0,11 0-15 0,-6 0-17 0,0-4-21 16,7 4-27-16,-1-3-35 0,1-1-41 0,6 0-25 0,-7 1-18 0,7-1-13 15,-6 0-11-15,0 1-17 0,5-1-19 0,-12 1-30 0,6-1-34 16,1 4-38-16,-6-4-42 0,-1 4-47 0,-1-3-51 0,-5 3-37 16,0-4-32-16,-1 4-24 0,-6 0-20 0,0 0-15 0,0 0-11 0,0 0 0 15,0 4 3-15,-6-4 15 0,6 3 20 0,-7-3 30 0,0 4 31 0,-5 0 42 16,5-1 48-16,1 1 38 0,-8-1 33 0,2 1 34 0,-2 3 41 15</inkml:trace>
  <inkml:trace contextRef="#ctx0" brushRef="#br0" timeOffset="-90380.58">26572 14847 0 0,'-20'8'35'0,"1"-1"51"16,-1 4 30-16,0 0 29 0,-6 0 29 0,7 4 31 0,-7-4 30 0,6 4 32 16,1-1 32-16,-1-3 20 0,0 4 14 0,2-4 11 0,4-1 8 15,8 2 0-15,-7-5-2 0,7 0-7 0,6-3-8 0,0 3-12 16,0-3-15-16,6 0-22 0,0-4-27 0,7 3-29 0,1-3-32 0,-2 0-30 16,2 0-32-16,5 0-28 0,1-3-30 0,-2 3-18 0,9-4-15 15,-7 4-12-15,6-4-10 0,-7 0-7 0,7 4-6 0,-6-3-7 0,0 3-4 16,-1-4-13-16,0 4-13 0,0 0-17 0,-5 0-20 0,-1 0-26 15,0 0-29-15,-6 0-30 0,5 0-29 0,-5 0-36 0,0 0-41 0,-7 0-35 16,6 0-36-16,-6 0-27 0,0 0-25 0,0 0-18 0,0-3-14 16,0 3-6-16,0-4 0 0,-6-3 15 0,6 3 23 0,0 1 27 0,-7-5 28 15,7 1 36-15,-7 0 41 0,7-1 35 0,-6-3 36 0</inkml:trace>
  <inkml:trace contextRef="#ctx0" brushRef="#br0" timeOffset="-90163.6">26572 14635 0 0,'-6'-3'36'0,"6"-1"208"0,-8 0 38 0,2 4 36 0,6 0 32 16,-6 4 37-16,6 3 38 0,0 1 29 0,0-1 23 0,0 7 17 16,-7 1 15-16,7 0-25 0,0 3-44 0,0 4-46 0,0 4-46 0,0 0-40 15,0 3-34-15,-6 0-30 0,6 4-27 0,0 0-30 0,-7 0-32 16,1 4-22-16,6-1-19 0,-7 1-12 0,1 0-12 0,-1-1-10 16,7 4-9-16,-7-3-7 0,1 3-7 0,0-3-7 0,-1-1-6 0,0-2-15 15,1 2-17-15,0-3-28 0,6-4-30 0,-7 1-40 0,7-8-42 0,-6 0-58 16,6 0-66-16,-7-8-81 0,7-3-86 0,0 0-68 0,0-3-58 15,-7-5-28-15,7-3-14 0,0 0 4 0,0-3 8 0,0-5 18 16,0-3 24-16,0-3 33 0,7-1 36 0,-7 1 54 0,0-5 62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5:22:22.3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23491 13441 16 0,'-6'0'138'0,"-1"0"4"0,-6 0 3 0,7-4 6 15,0 4 8-15,-8-3 9 0,8-1 10 0,-8 0 6 0,8 1 7 0,0-5-26 16,-7 1-44-16,6 0-26 0,0-1-21 0,1-3-11 0,0 0-6 15,-1 1-4-15,7-1-3 0,-7-5-5 0,7 2-7 0,0-1-7 16,0-3-6-16,0 3-2 0,7-3-2 0,-7-4 2 0,7 4 3 0,-1-4 6 16,0 0 6-16,8 0 9 0,-8-4 7 0,7 4 10 0,0-3 8 15,0-4 9-15,7 2 7 0,-1 2 5 0,-6-4 3 0,6 3 3 16,8 1 2-16,-8-1 0 0,1 0 2 0,6 4-4 0,0 0-2 0,0 4-6 16,0 0-5-16,0 3-6 0,1 4-8 0,-2 0-4 0,7 7-4 15,-5 0-1-15,-1 4 1 0,0 0 3 0,6 4 7 0,-5 4 8 0,-1-1 8 16,-7 4 7-16,7 0 8 0,-6 4 6 0,0 3 5 0,5-3 3 15,-5 3 0-15,-8 4 0 0,8-4-3 0,0 4-6 0,-7-3-5 0,0 2-9 16,0 1-11-16,0 0-10 0,7 0-13 0,-14 0-10 0,8 0-9 16,-2 0-8-16,-6 0-6 0,8 0-3 0,-8 0 0 0,1 0-2 0,-1 0 0 15,-6 0-1-15,7 0 2 0,-7 0 0 0,0 0 2 0,0 0 1 16,0 0 1-16,-7-3 4 0,7 3 2 0,-6-4 2 0,-1 0 4 0,-5 0 1 16,4 1 4-16,-4-5 3 0,-2 4 3 0,2-3 4 0,-1 0 0 15,-1 0 0-15,-5-1-1 0,6 1-1 0,-7-1-2 0,1 1-3 16,-1-4-4-16,1 0-3 0,-7 0-3 0,6 0-6 0,-6-3-4 0,7-1-7 15,-7 0-5-15,0-3-5 0,-1 0-2 0,1-4-3 0,0 0-4 16,1-4-3-16,-1-4-1 0,-1 1-5 0,8 0-6 0,-8-4-6 0,2 0-8 16,5-4-10-16,0-3-11 0,8 3-8 0,-8-3-10 0,7 0-12 15,0-1-14-15,6 1-26 0,1-1-32 0,0 1-40 0,-1 0-49 0,7 0-49 16,0 3-55-16,0 0-44 0,7 1-39 0,-7-1-29 0,6 1-25 16,0 2-6-16,8-2 0 0,-8-1 8 0,7 0 13 0,0 1 24 15,6-1 33-15,-5 1 41 0,5-1 49 0,1-3 54 0,0 3 96 16</inkml:trace>
  <inkml:trace contextRef="#ctx0" brushRef="#br0" timeOffset="783.53">25074 12196 144 0,'0'-5'198'0,"0"2"14"0,0 0 12 0,0-2 15 0,0 5 15 15,6 0 16-15,-6 0 18 0,0 0 17 0,0 5 15 0,0-5-13 0,0 3-28 16,0-3-9-16,0 3 0 0,7 4 3 0,-7-2 4 0,0 6 2 16,7 0 2-16,-7 0 1 0,6 3-3 0,-6 5-4 0,6-1-8 0,-6 4-7 15,6 0-7-15,-6 4-14 0,8-1-15 0,-8 1-23 0,6 3-27 16,-6 0-19-16,6 1-15 0,-6-1-12 0,7 0-11 0,-7 4-10 0,6-4-11 16,-6 1-8-16,7-1-7 0,0-3-7 0,-1 3-13 0,0 0-61 15,2-3 0-15,-2 0 0 0,0-4 0 0,-6 0 0 0,13 0 0 0,-6-4 0 16,-1-4 0-16,7 2 0 0,-7-5 0 0,8-1 0 0,-8-6 0 15,8 3 0-15,-2-7 0 0,1 0 0 0,1-3 0 0,-2-5 0 16,8-2 0-16,-7-5 0 0,7 0 0 0,-1-7 0 0,0-4 0 0,1-3 0 16,-1 0 0-16,7-4 0 0,-6-4 0 0,6 1 0 0,-7-1 0 15,1-4 0-15,0 5 0 0,-1-1 0 0,1 1 0 0,-7 3 0 0,0 3 0 16,-6 2 0-16,-1 2 0 0,0 0 0 0,1 8 0 0,0 0-62 16,-7-1-122-16,0 4-40 0,0 4-47 0,0 0-56 0,-7 4-63 15,7 0-57-15,0 3-56 0,-7 0-37 0,7 1-27 0,0 3-4 16,-6 0 8-16,0 3 18 0,6-3 19 0,-7 8 24 0,7-5 24 0,0 5 38 15,0-1 48-15,-6 4 61 0,6-4 66 0</inkml:trace>
  <inkml:trace contextRef="#ctx0" brushRef="#br0" timeOffset="1099.3">25751 12605 84 0,'0'16'185'0,"0"-2"19"0,-6 1 17 0,6-1 24 0,0-3 27 16,0 4 28-16,0-4 28 0,0 3 37 0,0-3 40 0,0 0 1 0,0 1-18 15,0-2-18-15,0 2-20 0,0 2-14 0,0-3-9 0,0 4-11 16,6-4-11-16,-6 0-18 0,0 3-23 0,0-3-24 0,6 4-26 0,-6-4-34 15,0 0-37-15,8-3-28 0,-2-2-25 0,-6 6-16 0,6-8-16 16,1-1-9-16,-1 1-7 0,7 0-7 0,-6-4-5 0,5-4-6 16,2 4-3-16,-1-7-4 0,0-4-2 0,6 0-3 0,-5-1-1 0,5-6-3 15,0 0 0-15,1-1 0 0,-1-2 0 0,1-5 0 0,0 4-1 16,-7-4 1-16,7 0 2 0,-8 5 3 0,2-5 4 0,-2 4 3 0,1 4 4 16,-6-5 5-16,0 5 4 0,-7 0 5 0,0 3 3 0,0 1 2 15,-7-1 3-15,7 4-1 0,-13 0 2 0,6 4-3 0,-5 0-2 0,-2-1-2 16,-6 1-4-16,8 3-4 0,-8 0-4 0,1 4-7 0,-1 0-7 15,0 0-8-15,1 0-10 0,-1 4-13 0,1 0-14 0,-1 3-18 0,1-3-20 16,0 3-21-16,5 1-22 0,1-1-27 0,-6 0-30 0,12 1-40 16,-5-1-46-16,4 4-59 0,2-4-63 0,0 0-53 0,6 5-48 0,-7-5-32 15,14 0-26-15,-1 0-3 0,0-3 10 0,2 4 15 0,4-5 20 16,-5 0 26-16,12 1 29 0,-6-4 40 0,7 0 46 0,0 0 59 16,-1 0 65-16</inkml:trace>
  <inkml:trace contextRef="#ctx0" brushRef="#br0" timeOffset="1432.82">26136 12616 79 0,'12'8'187'0,"-5"0"25"15,-1 2 27-15,1-2 35 0,0 3 38 0,-1 0 47 0,-6 0 52 0,0 0 38 16,6 3 31-16,-6-3-5 0,0 4-21 0,-6 0-21 0,6-1-19 16,0 1-13-16,0 0-9 0,0 3-16 0,0-3-17 0,0 3-29 0,0-4-30 15,0 1-44-15,0 3-49 0,6-3-36 0,-6 0-30 0,8 0-25 16,-8-5-20-16,6 1-18 0,0 0-13 0,0-3-12 0,1-1-12 0,6-3-11 16,-6-1-29-16,5 1-1 0,2-8 0 0,-2 1 0 0,-4-1-14 15,11-3-27-15,-13-1-15 0,14-3-14 0,-8-3-12 0,2-1-11 16,-1-4-9-16,0 5-6 0,0-4-5 0,-1-1-1 0,2 5-1 0,-1-4 3 15,-6 3 4-15,-1 4 10 0,1 0 8 0,-1 0 14 0,0 4 14 16,1-1 14-16,-7 4 14 0,0 1 11 0,0 3 12 0,0 0 9 16,0 0 10-16,0 0 10 0,0 3 9 0,0 1 9 0,0 0 8 0,0 3 8 15,7 1 10-15,-7 3 6 0,0-4 6 0,0 4 5 0,0 4 2 0,0-5 3 16,0 5 2-16,6-4-3 0,-6 4-3 0,0-1-7 0,0 1-7 16,0 0-7-16,6 3-9 0,-6-7-8 0,0 4-8 0,0-1-9 15,7 1-7-15,-7-4-16 0,0 0-16 0,0-3-21 0,0 2-23 0,0-3-26 16,7-2-28-16,-7 2-36 0,0-7-45 0,0 3-58 0,0-3-67 0,6-3-70 15,-6-1-71-15,0 1-50 0,0-5-40 0,0-3-14 0,7 3 1 16,-7-6 14-16,0-1 17 0,6-3 22 0,-6 3 26 0,7-3 37 16,-1-4 42-16,-6 4 59 0,7-4 67 0</inkml:trace>
  <inkml:trace contextRef="#ctx0" brushRef="#br0" timeOffset="1616.7">26578 12726 208 0,'7'0'268'0,"-7"-3"30"16,0 3 27-16,0 0 25 0,0 0 28 0,0 0 30 0,0 0 32 0,0 0 27 15,6 0 24-15,-6 0-9 0,7 0-26 0,-1 0-36 0,1 3-39 16,-1-3-35-16,8 0-33 0,-2 0-26 0,2 0-23 0,-1 0-23 0,-1 0-25 15,2 0-30-15,5 0-31 0,1 0-26 0,-7 4-24 0,6-4-22 16,-5 0-21-16,5 0-20 0,-6 0-20 0,6 4-23 0,-5-4-24 0,-2 0-26 16,2 0-25-16,-2 0-32 0,1 0-34 0,-6-4-47 0,0 4-56 15,5-4-69-15,-5 1-73 0,-7-1-69 0,7 0-64 0,-7 1-30 16,6-4-15-16,-6 3 4 0,0-3 10 0,-6-1 18 0,6 1 21 0,0-4 29 16,-7 4 31-16,7-4 48 0,-7 0 55 0,1 0 67 0,0-4 215 0</inkml:trace>
  <inkml:trace contextRef="#ctx0" brushRef="#br0" timeOffset="1783.6">26852 12489 202 0,'-6'3'253'0,"6"-3"28"0,-8 4 26 16,8 3 39-16,-6-3 49 0,0 3 40 0,6 4 38 0,-7 0 27 0,7 0 25 16,-6 4-14-16,-1-1-33 0,1 5-34 0,-1-1-37 0,1 4-27 15,0 0-20-15,-8 4-19 0,8-1-15 0,-1 4-37 0,1 1-44 0,-1-1-38 16,1 1-37-16,-1-1-27 0,1-4-24 0,6 4-65 0,0-6-54 16,0 2 0-16,0-6 0 0,6-1 0 0,1-3 0 0,6 0 0 15,-7-9-135-15,7 2-70 0,7-5-77 0,-7-3-104 0,6 0-117 0,8-7-64 16,-8 0-38-16,7-4-16 0,0-4-1 0,6 1 8 0,-5-5 15 0,5-3 19 15,1 4 26-15,-1-4 29 0,1 0 32 0,-1 0 61 16,1 0 74-16</inkml:trace>
  <inkml:trace contextRef="#ctx0" brushRef="#br0" timeOffset="2216.53">27523 12474 0 0,'6'0'91'0,"1"-4"147"0,-7 4 24 0,6 0 13 0,-6 0 10 0,0 4 18 0,7-4 21 0,-7 4 39 0,6-1 44 16,-6 1 38-16,7 3 30 0,-1 1-22 0,0-1-48 0,2 4-40 16,4 3-32-16,-5 1-20 0,6 4-12 0,0-1-3 0,-1 0-2 0,2 1-10 15,-1 2-14-15,0 1-35 0,6 4-42 0,-5-4-35 0,-2 3-30 0,2-3-22 16,5 4-18-16,-6-4-14 0,0 0-12 0,1 0-15 15,-2 0-16-15,-5-4-20 0,6 0-26 0,-7-2-25 0,7-2-28 0,-7 1-28 16,2-4-30-16,-2-4-36 0,0 4-40 0,1-7-48 0,-7 3-49 0,7-3-63 16,-7-1-67-16,0-3-58 0,0 0-52 0,0 0-18 0,0-3 0 15,0-5 10-15,0 1 19 0,-7 0 23 0,7-4 24 0,-7-4 35 16,7 1 40-16,-6-5 46 0,6 1 50 0</inkml:trace>
  <inkml:trace contextRef="#ctx0" brushRef="#br0" timeOffset="2399.46">27888 12540 28 0,'0'-8'243'0,"0"1"32"15,0 4 26-15,-7-1 35 0,7 4 37 0,-7-4 42 0,7 4 43 16,-6 4 31-16,6-4 27 0,-6 0 10 0,-2 4 1 0,2 3-38 0,0-4-57 16,-1 5-40-16,-6 3-32 0,0 0-24 0,1 3-16 0,-2 1-30 15,-6 3-33-15,1 5-40 0,-1-2-42 0,1 1-32 0,-7 4-26 0,6 3-23 16,-6-3-21-16,0 3-64 0,7-3-9 0,-7 3 0 0,6-3-11 16,-6-1-82-16,7 1-41 0,5-4-59 0,-5 0-70 0,6-4-87 15,0-3-96-15,7 0-71 0,-2-5-58 0,2 1-27 0,0-3-9 0,6-5 3 16,6 2 13-16,-6-5 20 0,6 0 26 0,8 0 30 0,-8-5 33 15,14 2 53-15,-7-1 67 0</inkml:trace>
  <inkml:trace contextRef="#ctx0" brushRef="#br0" timeOffset="2933.12">28695 12375 0 0,'-6'4'116'0,"-1"-4"89"0,0 3 11 16,7-3 9-16,-6 0 7 0,6 4 13 0,0-4 19 0,0-4 23 16,0 4 26-16,0 0 27 0,0 0 30 0,6-3-5 0,1-1-21 0,0 4-12 15,6-4-9-15,-1 1-1 0,8-1 3 0,-7 0 7 0,13 4 7 16,-6-3-3-16,12-1-5 0,-6-1-14 0,7 5-17 0,6-2-27 0,-7 2-32 15,14 0-27-15,-7-4-24 0,6 4-19 0,1 0-13 0,7 0-10 16,-2-4-131-16,2 4-17 0,5 0 0 0,1 0 0 0,6 0 0 0,-6-3 0 16,6 3 0-16,0-4 0 0,6 4 0 0,-6-3 0 0,1-2 0 15,5 2 0-15,-5 3 0 0,-1-4 0 0,0 0 0 0,-7 4 0 16,1-3 0-16,0 3 0 0,-7-4 0 0,7 4 0 0,-8 0 0 0,2-4 0 16,-8 4 0-16,7-3 0 0,-13 3 0 0,7-4 0 0,-7 4 0 15,0-3 0-15,-7 3 0 0,-6-4 0 0,-6 4 0 0,0 0 0 0,-1 0 0 16,-5 0 0-16,-8 0 0 0,-6 0 0 0,0 0 0 0,0 4-143 15,-6-4-290-15,-2 3-72 0,-4-3-70 0,-8 4-38 0,1-4-21 0,-1 3-1 16,-6-3 9-16,-7 4 16 0,1 0 20 0,-1-1 24 0,-5 5 28 16,-1-5 40-16,-7 2 44 0,1 2 69 0,-8 0 81 0</inkml:trace>
  <inkml:trace contextRef="#ctx0" brushRef="#br0" timeOffset="3399.46">28825 12888 84 0,'7'-4'168'16,"-7"4"10"-16,6-7 11 0,1 3 17 0,-1 0 19 0,7 1 24 16,1-1 27-16,-2 0 27 0,2 1 29 0,-2-1-8 0,8 0-22 0,-1 4-4 15,7-3 4-15,-6 3 3 0,-1 0 3 0,8 0-1 0,-1 3-1 16,-6-3-9-16,5 4-14 0,-5 3-20 0,6 1-23 0,-6-1-26 0,-1 0-26 15,1 1-27-15,0-1-26 0,-8 4-27 0,1 0-29 0,0-3-17 16,0 3-15-16,-7-1-11 0,2 1-8 0,-8 0-7 0,6 0-6 0,-12 0-4 16,6 4-4-16,-8-4-3 0,-4 3-2 0,-1-3-2 0,-1 4-2 15,-4 0-2-15,4 0-4 0,-12-1-3 0,7 1-4 0,-7 0-4 0,-1-1-1 16,1 1-2-16,0-1-3 0,-6 1 1 0,5-4 0 0,1 0 0 16,1 0 2-16,-1 0 1 0,6 0 1 0,1-4 4 0,-1 1 3 15,0-5 3-15,7 5 4 0,0-5 1 0,0 1 3 0,7-4-1 0,0 0 1 16,6 4 0-16,0-4 0 0,0 0-1 0,0-4 2 0,6 4-1 15,7 0 1-15,-7 0 2 0,7-4 1 0,0 4-1 0,7-3 2 0,0 3 0 16,-1-4 0-16,1 4 2 0,-1-4 2 0,7 4 2 0,-6 0 0 16,0-3 0-16,-1 3-1 0,0 0 1 0,0 0-1 0,1 0-1 15,-7 0-2-15,0 0-6 0,0 0-6 0,1 0-8 0,-8 3-12 0,0-3-15 16,1 0-17-16,-7 0-29 0,0 0-38 0,0 0-39 0,0 4-40 0,-7-4-41 16,1 0-44-16,0 0-36 0,-8 0-32 0,1 0-29 0,0 0-24 15,0 0-21-15,1-4-17 0,-2 1 1 0,1 3 9 0,0-8 26 16,0 5 35-16,1-4 39 0,4-1 39 0,-4-3 41 0,5 0 42 0,0-3 38 15,7-1 162-15</inkml:trace>
  <inkml:trace contextRef="#ctx0" brushRef="#br0" timeOffset="3699.77">29020 13019 0 0,'8'-10'14'0,"-2"-1"127"0,0 3 19 0,1 5 23 0,-1-1 31 0,-6 4 29 15,7 0 33-15,-7 4 30 0,0 3 28 0,-7 0 14 0,7 4 2 16,-6 4 1-16,-1-1-2 0,1 1-5 0,-8 7-2 0,8 0-6 0,-14 4-10 16,7-1-18-16,-6 5-22 0,0-1-25 0,-1 4-28 0,-6 0-23 15,7 0-27-15,-8 0-25 0,1 4-29 0,6-4-23 0,-6-1-21 0,1 1-17 16,-1 1-13-16,6-1-10 0,-6-4-11 0,7 0-10 0,-1-3-11 15,0 0-15-15,7-5-17 0,-7 1-23 0,8-3-25 0,6-5-38 16,-1 1-42-16,0-4-36 0,1-3-33 0,6-5-27 0,0-3-22 0,6 0-12 16,1 0-8-16,0-8 1 0,5 1 3 0,2 0 7 0,-2 0 11 0,1-4 17 15,7 0 24-15,-8 0 34 0,8 0 43 0,0 3 38 0,6-3 35 16,-7 4 30-16,1 0 29 0,-1 3 19 0,1 4 13 0,0-3 12 16,-1 6 10-16,1-3 10 0,0 4 10 0,-8 3 8 0,8-3 6 0,-1 3 5 15,-5 4 2-15,5-4 1 0,-6 4-1 0,6-3-5 0,-5 3-5 16,-2 0-6-16,2-1-6 0,-1 1-8 0,-7-3-9 0,7 3-15 15,-6 0-17-15,-1-4-24 0,0 1-28 0,2-5-32 0,-2 5-34 0,-6-5-31 16,6 1-31-16,-6 0-30 0,7-4-31 0,-7 0-29 0,0 0-28 16,0 0-14-16,0-4-6 0,0 0 2 0,6-3 8 0,1 0 14 0,-1-1 20 15,-6 1 28-15,13-4 29 0,-6 0 31 0,0-4 147 0</inkml:trace>
  <inkml:trace contextRef="#ctx0" brushRef="#br0" timeOffset="3866.67">29275 13631 102 0,'13'-3'151'15,"-7"3"16"-15,0-4 15 0,2 8 22 0,-8-4 24 0,6 3 21 16,-6 5 21-16,0-4 7 0,6 7 2 0,-6-4-15 0,0 4-24 0,0 0-12 15,0 0-9-15,0 3-3 0,0 1-2 0,0 0-4 0,0-1-5 16,-6 5-13-16,6-1-14 0,-6 0-18 0,6 1-17 0,-8-1-18 16,8-4-17-16,-6 5-23 0,6-5-28 0,-6 1-33 0,6 0-36 0,0-4-43 15,0-4-47-15,-7 1-49 0,7-1-47 0,7-3-46 0,-7-4-42 16,0 0-43-16,0-4-43 0,6 0-19 0,0-7-8 0,2 4 6 0,-2-8 14 16,0 4 21-16,0-7 24 0,8-1 34 0,-1 1 37 0,0-4 37 15,0-3 41-15</inkml:trace>
  <inkml:trace contextRef="#ctx0" brushRef="#br0" timeOffset="4050.41">29568 13452 0 0,'6'-15'133'0,"-6"4"129"0,6 0 25 0,-6 0 21 0,8 4 20 0,-8 0 27 16,6 3 32-16,-6-3 31 0,6 3 31 0,0 0 23 0,2 1 18 15,-2-4-36-15,7 3-62 0,0 0-52 0,0 1-46 0,-1 3-28 0,2-4-21 16,6 0-18-16,-7 1-17 0,6 3-25 0,0 0-31 0,1-5-31 16,-1 5-30-16,1 5-23 0,0-5-19 0,-1 0-13 0,1 3-11 0,-8-3-14 15,8 4-14-15,-6 0-20 0,-2-4-18 0,1 3-27 0,1 1-32 16,-2-4-37-16,2 0-44 0,-8 0-51 0,1 0-57 0,-1 0-52 15,-6-4-52-15,6 1-50 0,-6 3-46 0,0-8-18 0,0 5-3 0,0-5 6 16,-6 0 12-16,6 1 23 0,-6-4 27 0,-1 4 36 0,7-4 42 16,-6 0 50-16,-1 0 57 0</inkml:trace>
  <inkml:trace contextRef="#ctx0" brushRef="#br0" timeOffset="4249.5">29848 13067 156 0,'0'8'191'0,"0"-1"15"0,-7 4 17 0,7 0 21 16,0 0 26-16,-6 4 29 0,6-1 27 0,0 4 32 0,0 4 33 0,0-3-6 15,-6 7-26-15,6-1-19 0,0 1-14 0,-8 7-7 0,2-4-1 16,0 4-7-16,-1 0-7 0,-6 0-19 0,7 0-23 0,-7 4-25 0,6-4-29 16,-6-1-31-16,7 1-36 0,-8-3-36 0,8-4-36 0,0-1-39 15,-1-7-38-15,1 1-45 0,-1-5-49 0,7-3-55 0,0-4-54 16,0-2-57-16,0-5-57 0,0 0-52 0,0-8-48 0,7 0-40 0,-1-6-34 16,1-1-10-16,5-3 1 0,2-4 13 0,-2 0 19 0,2-4 33 15,5-3 37-15,1-4 45 0,0 4 47 0,-1-4 51 0,-6 0 88 0</inkml:trace>
  <inkml:trace contextRef="#ctx0" brushRef="#br0" timeOffset="4632.89">30186 13027 170 0,'14'-11'249'0,"-8"4"20"0,0-1 15 15,1 1 15-15,6 0 18 0,-6-1 30 0,5 1 38 0,-4 0 32 0,4 3 30 16,1-3-8-16,0-1-27 0,0 5-40 0,7-1-47 0,-8-3-31 0,8 7-26 16,-7-4-12-16,1 4-8 0,4-3-9 0,-4 6-12 0,-1-3-27 15,7 4-33-15,-8 0-29 0,2-1-28 0,5 4-18 0,-6 1-14 16,0-1-8-16,1 0-11 0,-2 4-7 0,-6-3-8 0,8 3-6 0,-8 0-7 15,7-1-7-15,-13 1-4 0,6 0-4 0,2 4-5 0,-8-4-2 16,0 4-2-16,0-4-3 0,0 4-1 0,-8-1-3 0,2 1-3 0,0-4-2 16,-1 3-4-16,-6 1-4 0,0 0-5 0,1 0-7 0,-2-1-5 15,-5-3-7-15,-1 4-7 0,6-1-4 0,-11 1-5 0,5-4-4 0,0 0-1 16,-5 4 0-16,5-8-1 0,-6 4 2 0,6-3 3 0,1-1 3 16,-1 0 6-16,2-3 4 0,4 0 7 0,1-4 6 0,6 3 6 0,1-3 6 15,-1 0 3-15,7-3 6 0,0 3 0 0,7-4 4 0,-1 4 0 16,1-4 2-16,6 1 0 0,1-1 2 0,-2 0-1 0,1 1 1 0,7-2 1 15,-8 2 0-15,8 3 0 0,-7-3 0 0,7 3 1 0,0-5-1 16,-8 5 0-16,8 0-3 0,-7 0-3 0,0 0-7 0,0 5-8 0,-1-5-12 16,-4 0-15-16,-2 0-19 0,0 3-21 0,1-3-24 0,0 0-21 0,-7 0-25 15,0 0-29-15,0 0-34 0,0-3-39 0,-7 3-33 0,7-5-33 16,-7 5-23-16,1-3-21 0,-8-1-13 0,8 1-11 0,-6-1-4 16,5 0 2-16,-6 1 13 0,0-5 17 0,-1 1 23 0,8 3 26 0,-6-3 35 15,-2 0 37-15,1-4 38 0,7 3 34 0</inkml:trace>
  <inkml:trace contextRef="#ctx0" brushRef="#br0" timeOffset="4815.55">30259 13067 0 0,'0'-11'21'0,"0"4"115"0,0-1 15 0,0 8 21 0,-8-3 21 0,8 3 28 16,0 3 27-16,0 2 26 0,8 2 25 0,-8 0 8 0,0 4-2 15,0 0 8-15,0 4 13 0,0-1 10 0,0 5 8 0,0-1 3 16,0 4 1-16,0 4-6 0,-8-1-11 0,8 4-14 0,-6-3-18 0,0 7-17 16,-8-3-18-16,8 2-21 0,-7 1-26 0,7 0-28 0,-8 1-35 15,2-5-28-15,-2 4-24 0,1-4-25 0,0 0-27 0,0-3-28 16,1 0-30-16,-2-4-31 0,8-1-32 0,-7-2-41 0,6-5-45 0,-6 1-47 15,7-4-48-15,0 0-56 0,-2-3-59 0,2-5-53 0,6-3-45 16,0 0-31-16,0 0-21 0,0-8-2 0,0 1 9 0,6-4 16 0,2 0 20 16,4 0 31-16,1-3 37 0,0-1 43 0,0 0 45 0,1 1 54 15,5-4 115-15</inkml:trace>
  <inkml:trace contextRef="#ctx0" brushRef="#br0" timeOffset="4966.51">30369 13507 154 0,'6'0'214'0,"-6"4"22"0,7-4 24 0,0 3 24 0,-7 1 24 0,6 0 24 16,-6 3 22-16,6-3 17 0,-6-1 16 0,6 1-24 0,2 3-42 0,-8-3-38 15,6-1-34-15,-6 1-29 0,6 0-22 0,1-1-36 0,-7 1-42 16,6-4-54-16,-6 4-57 0,0-4-68 0,7 3-69 0,-7-3-65 0,0 0-60 16,0 0-54-16,0 0-51 0,0-3-27 0,7-1-15 0,-7 0-5 15,0 1-3-15,6-1 12 0,-6-3 17 0,0 0 28 0,6-1 35 0,-6 1 42 16,6 0 49-16</inkml:trace>
  <inkml:trace contextRef="#ctx0" brushRef="#br0" timeOffset="5283.13">30551 13434 171 0,'6'0'243'0,"-6"0"29"15,0 3 28-15,7-3 35 0,0 4 41 0,-1-4 38 0,1 3 37 16,-1-3 25-16,8 0 21 0,-8 4-12 0,6-4-29 0,2 4-35 16,-8-4-39-16,7 3-27 0,1 1-24 0,-2-4-20 0,2 4-21 0,-2 4-31 15,2-5-35-15,-8 0-36 0,7 1-35 0,0 4-25 0,0-5-18 0,0 5-17 16,-6-5-16-16,6 5-11 0,-7-5-13 0,0 1-10 0,8 3-9 0,-8-3-8 16,0 0-6-16,2-1-6 0,-2 5-4 0,-6-5-3 0,6 1-2 15,-6-1-1-15,0 1-1 0,0 0-1 0,0 3 0 0,0-3 0 16,-6 3 0-16,0-3-1 0,-2 3 1 0,2 0 0 0,0 1-1 0,-8-1 0 15,8 1 0-15,-7 2 0 0,0 2-1 0,0-5 1 0,0 4-1 16,-6 0 1-16,6 0-2 0,-1 0 1 0,2 0 1 0,-2 0-2 0,2 0 0 16,5-4 0-16,-6 4 1 0,6-4-2 0,7 0-1 0,0-2 1 0,0 2-2 15,0-3-1-15,0-1-4 0,7 0-5 0,-1 1-6 0,8 0-9 16,-8 0-11-16,6-4-12 0,-4 3-12 0,4 1-12 0,2-4-11 0,-1 0-13 16,-1 0-12-16,-5 4-12 0,6-4-14 0,0 0-19 0,-6 0-23 15,6 0-34-15,-7 0-37 0,0 0-47 0,1 0-54 0,0 0-47 16,-1 0-46-16,-6 0-26 0,0-4-20 0,0 4-3 0,0 0 6 0,0-4 9 15,0-3 13-15,0 3 20 0,-6 0 26 0,6-2 37 0,-7-2 44 0,7 0 57 16,-7 1 119-16</inkml:trace>
  <inkml:trace contextRef="#ctx0" brushRef="#br0" timeOffset="6632.66">29326 11122 147 0,'0'-4'170'0,"0"4"20"0,0-3 21 0,7-1 24 0,0 0 27 16,-1-3 24-16,1 3 26 0,6-3 17 0,-6 0 14 0,5 0 1 15,2-1-2-15,5 1-6 0,-6-5-4 0,0 9-5 0,7-5-3 0,-8 5-10 16,8-4-14-16,-7 3-17 0,7 4-19 0,-1-4-19 0,1 4-19 16,0 4-22-16,-2-4-24 0,2 4-26 0,0-1-29 0,-1 1-18 15,1-1-13-15,0 5-11 0,-1-5-9 0,1 5-7 0,-1 0-4 0,1-1-7 16,-1 0-4-16,0 0-5 0,-5 1-5 0,5-1-4 0,-6 0-6 15,0 1-3-15,1-1-3 0,-8 0-4 0,7 1-2 0,-6-1-3 0,-1-4-2 16,-6 5-3-16,0-1-2 0,0 0-2 0,0 4-2 0,-6-3-3 16,-1-1 0-16,0 4-4 0,-5 0-2 0,-2 0-6 0,-5 0-6 0,-1 4-6 15,0-4-6-15,1 3-6 0,-7-3-7 0,0 4-4 0,0-5-5 16,0 6-2-16,-7-5-3 0,7 4 0 0,1-4-1 0,-9-1 2 0,9 1 2 16,-1 0 5-16,0-3 6 0,-1-1 7 0,7 0 6 0,2 1 6 15,4-5 5-15,1 1 4 0,1-1 3 0,4 1 2 0,2-4 1 16,6 0 2-16,0 0 3 0,0 0 1 0,6 0 3 0,2 0 2 15,4 0 0-15,-5 0 2 0,13 0 1 0,-8 0 0 0,2 0 4 0,5 0 0 16,1 0 1-16,0 0 2 0,-2 0 1 0,9 0 0 0,-7 0-2 0,-2 0 0 16,2 0-3-16,7 0-2 0,-9 0-2 0,-4 0-3 0,6 0-3 15,-1 4-9-15,-6-4-11 0,0 0-14 0,0 0-14 0,-6 0-15 16,-1 0-18-16,1 0-32 0,-7 0-42 0,0 0-58 0,0 0-66 0,-7 0-61 16,7 0-60-16,-13-4-50 0,6 4-44 0,-5-4-14 0,-2 4-1 15,2-3 7-15,-1-1 11 0,6 1 15 0,-12-1 15 0,5 0 33 0,2-3 42 16,-2 0 57-16,1 3 66 0</inkml:trace>
  <inkml:trace contextRef="#ctx0" brushRef="#br0" timeOffset="6999.51">29438 11137 151 0,'6'7'192'0,"-6"4"16"0,0 1 18 0,6-2 30 0,-6 5 33 0,0-1 36 0,-6 1 39 0,6 3 38 15,0 0 34-15,-6 4-10 0,-1 0-36 0,0 4-24 0,1 0-19 0,-7-1-12 16,-1 1-7-16,2 3-13 0,-8 0-15 0,1 5-26 0,-1-5-33 0,0 4-36 15,1-4-40-15,-7 4-36 0,6-3-37 0,-6-1-24 0,7 0-22 16,-1-3-20-16,1 0-23 0,-1-4-20 0,1-1-19 0,6-6-22 16,-1 0-21-16,2-1-30 0,5-3-34 0,1-4-37 0,-1-3-38 0,7 0-34 15,0-4-32-15,7-4-22 0,-7 0-15 0,6-3-4 0,7 0 2 16,-7 0 9-16,14-4 12 0,-7-4 15 0,0 5 18 0,0-2 29 0,7 1 34 16,-7-1 40-16,6 2 43 0,-6 3 44 0,7-1 45 0,-6 5 37 15,4-2 33-15,-4 2 30 0,-1 6 28 0,-1-3 24 0,2 5 22 16,-2 2 29-16,2 1 32 0,-1-1 33 0,-7 4 31 0,8 0 18 0,-8 0 14 15,6 0 1-15,-4 0-6 0,-2 0-9 0,7 0-11 0,-7 0-16 16,1-1-19-16,0 1-19 0,-1 0-19 0,0-3-27 0,0 3-33 0,2-4-32 16,-2 1-33-16,0-1-24 0,1-3-21 0,-7 3-21 0,7-3-20 15,-7-1-21-15,6 1-25 0,-6-4-36 0,7 4-43 0,-7-4-62 16,0-4-70-16,0 4-63 0,0-4-60 0,0 1-47 0,6-1-40 0,-6 0-18 16,0-3-7-16,0 0 3 0,0-4 11 0,6 4 16 0,-6-5 19 0,0 1 34 15,8 0 42-15,-2 0 60 0,0 0 69 0</inkml:trace>
  <inkml:trace contextRef="#ctx0" brushRef="#br0" timeOffset="7399.39">29854 11609 18 0,'7'4'192'0,"6"-4"21"0,-7 4 20 0,8-4 28 0,-8 3 31 16,7-3 37-16,0 5 38 0,0-5 37 0,0 0 33 0,0 0 6 0,0 0-10 15,0 3-27-15,6-3-34 0,-5 0-23 0,-2 3-16 0,2 1-14 16,5-4-11-16,-6 7-21 0,0-3-25 0,1 0-31 0,-2 3-35 0,1-3-33 15,7 3-30-15,-7 0-22 0,0 1-17 0,0-1-13 0,-6 0-10 16,5 4-9-16,1-4-8 0,-6 1-9 0,6 3-7 0,-7-5-7 16,2 2-4-16,-2 4-6 0,-6-5-2 0,0 4-5 0,0-4-3 0,0 4-1 15,0 1-3-15,-6-2 0 0,-2 5-1 0,2-4-1 0,0 3 0 16,-8-3-2-16,1 4 0 0,1-1-1 0,-2 1-1 0,2 0 0 0,-8 0 0 16,0 0 0-16,7-1 1 0,-7-3-1 0,8 3 0 0,-8-3 0 15,7 0-1-15,1 0 1 0,-2-3 0 0,8-1 0 0,-1 1-1 0,0-5-1 16,1 5-1-16,0-8 0 0,6 3 0 0,0-3-2 0,0 0 0 15,0 0 0-15,6 0 2 0,-6-3 4 0,6 3 6 0,1 0 4 0,6-4 2 16,-7 0 4-16,8 1 2 0,-1-2 3 0,0-2 0 0,0 4 2 16,7-5 0-16,-8 5 1 0,1-1-1 0,7-3-1 0,-7 3-2 15,0 0-8-15,0 1-10 0,0-1-15 0,0 4-17 0,0-4-17 0,0 4-19 16,-7-3-20-16,8 3-23 0,-8 0-35 0,0 0-44 0,1 0-57 16,0 0-65-16,-1 0-73 0,-6 0-75 0,0 0-51 0,0 0-41 0,7 3-12 15,-7-3 1-15,0 4 10 0,0-4 12 0,0 0 20 0,6 4 20 16,-6-4 35-16,0 0 43 0,0 0 58 0,0 3 65 0</inkml:trace>
  <inkml:trace contextRef="#ctx0" brushRef="#br0" timeOffset="31599.94">13311 11177 137 0,'0'0'203'0,"0"0"22"0,0 0 22 0,0 0 26 0,0 0 27 0,0 0 32 16,-6-4 39-16,6 4 40 0,0 0 39 0,0 0-6 0,-6 0-31 15,6-4-26-15,0 4-23 0,-6 0-19 0,6 0-14 0,0 0-18 16,-8 0-18-16,8 0-22 0,0 0-23 0,0 0-32 0,0 0-37 0,0 0-38 16,0 0-42-16,0 0-24 0,0 0-17 0,0 0-9 0,8 4-5 15,-8-4-1-15,6 4-2 0,-6-4 1 0,6 3 3 0,0-3 1 0,8 5 1 16,-8-2 2-16,7 1 4 0,-7-1 5 0,8 2 4 0,-2-2 1 16,2 0 2-16,-1 1-1 0,0 3 0 0,0-3-3 0,-7 0-4 0,14 3-4 15,-14-3-52-15,8 3-3 0,5 0 0 0,-6 0 0 0,0 1 0 16,0-1 0-16,0 4 0 0,6-4 0 0,-5 4 0 0,-2 0 0 15,8 0 0-15,-7 1 0 0,7-1 0 0,-8 0 0 0,8 0 0 0,0 3 0 16,-7-3 0-16,7 0 0 0,-8 0 0 0,8 0 0 0,-7 3 0 16,0-6 0-16,0 3 0 0,1 0 0 0,-2 0 0 0,1-3 0 0,-6 3 0 15,6-4 0-15,-1 0 0 0,-4 4 0 0,-2-7 0 0,0 3 0 16,1 0 0-16,-1-3 0 0,-6 3 0 0,7-3 0 0,-7 0 0 0,6-1 0 16,-6-3 0-16,0 4 0 0,0-1 0 0,0-3 0 0,0 4 0 15,0 0 0-15,-6-1 0 0,6 1 0 0,-7-1 0 0,1 1 0 0,-1 0 0 16,1 3 0-16,-8 1 0 0,8-1 0 0,-7 1 0 0,0 3 0 15,-6-4 0-15,5 8 0 0,-12-4 0 0,14 0 0 0,-15 3 0 16,8 1 0-16,0-1 0 0,-8 0 0 0,7 2 0 0,-5-1 0 0,-1-1 0 16,6 1 0-16,0-1-33 0,-5 1-311 0,5-4-92 0,0 0-85 15,1-4-85-15,6 0-33 0,0-3-10 0,7 0 4 0,-2-1 11 0,2-3 23 16,6 0 25-16,0 0 31 0,0 0 32 0,0 0 45 0,0-3 52 16,0 3 79-16,6 0 189 0</inkml:trace>
  <inkml:trace contextRef="#ctx0" brushRef="#br0" timeOffset="53415.95">10967 8367 0 0,'-6'0'18'0,"6"-4"59"0,-7 4 1 0,7-3-1 15,0 3 0-15,-7 0-1 0,7-4 0 0,-6 4-14 0,6 0-22 16,0 0-17-16,0 0-17 0,0 0-13 0,0 0-10 0,0 0-15 16,0 0-16-16,0 0-11 0,0 0-10 0,0 0-4 0,6 0-1 0,-6 0-2 15,0-3 0-15,7 3 1 0,-7 0 71 0</inkml:trace>
  <inkml:trace contextRef="#ctx0" brushRef="#br0" timeOffset="57349.54">10485 13027 30 0,'-7'-3'107'0,"7"3"10"0,0-5 12 0,-6 2 12 0,6 3 14 0,-6-4 10 0,6 4 9 0,0-3 0 15,-7-1-6-15,7 4 1 0,0 0 4 0,-7 0 8 0,7-4 7 0,0 4 7 16,0 0 5-16,0 0 2 0,0 0 0 0,0 0-6 0,0 0-4 16,0 0-7-16,0 0-9 0,0 0-10 0,0 0-15 0,0 0-9 15,0 0-8-15,7 0-6 0,0 0-2 0,-1 0 4 0,0 0 10 0,8 0 5 16,-1 0 3-16,0 0 1 0,6 0 0 0,-5 4-1 0,11-4 0 16,-5 0 2-16,0 0 1 0,6 0-2 0,-1 0-6 0,8 0-10 15,-7 0-10-15,6 0-20 0,-5 0-23 0,5 0-17 0,1-4-12 0,-7 4-9 16,6 0-7-16,1 0-6 0,-7-3-3 0,6 3-5 0,-5 0-6 0,5-4-3 15,-6 4-3-15,-6 0-3 0,6-4-4 0,0 4-7 0,-6 0-10 16,-8 0-15-16,8 0-20 0,-7 0-31 0,0 0-35 0,0 0-50 16,-7 0-52-16,2 0-66 0,-8 0-68 0,0 0-61 0,0 0-59 0,0 0-29 15,0 0-13-15,0 0-1 0,-8 0 7 0,-4 0 13 0,5 0 17 16,-6 0 30-16,0 0 36 0,1 4 48 0,-8-4 52 0</inkml:trace>
  <inkml:trace contextRef="#ctx0" brushRef="#br0" timeOffset="57932.98">10661 12672 0 0,'6'-8'84'0,"-6"1"40"0,7 0 6 0,-7-1 9 0,7 5 11 0,-7-1 9 0,0 1 12 0,0-1 9 15,0 4 11-15,0 0-19 0,-7 0-32 0,7 0-15 0,0 0-6 16,0 0 1-16,-7 0 2 0,7 0 1 0,-6 4 1 0,6-4-3 0,0 3-3 15,-6 1-2-15,6-4-3 0,-7 3-3 0,7 5-3 0,-6-5-1 16,6 5 2-16,-7-1 1 0,0 0 3 0,7 1 5 0,-6 3 9 0,0-4 16 16,-2 4 22-16,2 0 8 0,0 0 4 0,-1 0-1 0,-6 3-1 15,7-2-6-15,-7 2-5 0,7 1-6 0,-8 0-8 0,1 3-9 0,0-4-10 16,-6 5-14-16,5-1-15 0,2 1-23 0,-2-1-27 0,-5-3-12 16,6 3-8-16,-6-4-6 0,5 1-2 0,2 0-1 0,-2-4-1 15,1-1-2-15,1 1 0 0,4 0-1 0,2-3 0 0,0-1-1 0,0-3 1 16,-1 0-2-16,7 3-1 0,0-3-3 0,0-1-3 0,0 1-1 15,7-4-2-15,-7 7 0 0,6-3 2 0,0 0 3 0,8 3 3 16,-8 0 3-16,7 1 6 0,0-1 3 0,6 0 3 0,-5 4 4 0,5-4 3 16,1 4 3-16,-1 0 1 0,0-3 1 0,1 3 3 0,0 0-3 15,5-4-2-15,-5 4-4 0,0-3-2 0,-1 3-4 0,1-4-6 0,0 4-2 16,-1-4-2-16,1 4-3 0,-1-4-3 0,-6 4-3 0,6-3-1 16,-5-1-2-16,-2 0-1 0,2 5-2 0,-1-6 1 0,0 2-3 15,0 0-2-15,-7-1-10 0,8-3-15 0,-8 3-23 0,0-4-28 0,1 1-39 16,0 0-48-16,-7-4-62 0,6 3-70 0,-6-3-64 0,0 0-63 0,0 0-44 15,0 0-33-15,0-7-16 0,0 3-6 0,0-3 5 0,-6 0 13 16,-1 0 22-16,7-4 26 0,-7 3 39 0,1-7 46 0,0 1 63 16,-2-1 87-16</inkml:trace>
  <inkml:trace contextRef="#ctx0" brushRef="#br0" timeOffset="59799.1">11664 10082 0 0,'-6'3'91'16,"6"-3"8"-16,-7 4 8 0,0-4 9 0,1 4 10 0,0-4 9 0,-2 0 11 15,8 0-5-15,-12 0-13 0,5 0-3 0,1 0 3 0,-1 0 6 16,1-4 8-16,-1 0 11 0,1 4 8 0,0-3 7 0,-2-1 9 16,2 0 2-16,0-3-1 0,-1 0 1 0,7 3-2 0,-7-7 5 15,1 3 6-15,0-3 10 0,-1 4 14 0,1-8 3 0,-1 5-1 0,7-5-7 16,-7 0-7-16,1 1-10 0,0-5-9 0,6 1-6 0,-7-4-8 0,7 4-7 15,-7-8-8-15,1 4-13 0,6-3-14 0,-6 3-21 0,6-8-27 16,0 4-14-16,-7 1-9 0,7-1-8 0,0-3-3 0,-6-1-3 16,6 5-2-16,0-4-2 0,-7-1-1 0,7 1-1 0,0-1 0 0,0 1 0 15,7 4 0-15,-7-4 0 0,0 3-2 0,6 0-1 0,1 0 0 16,-7 1-1-16,12-1-1 0,-5 4-1 0,0-3-1 0,5 3-1 0,-5-1 0 16,6 2 1-16,0-1 1 0,7 0-2 0,-8 4-1 0,8-4 1 15,0 3-1-15,5-3 0 0,-5 4 1 0,7-1-1 0,-1 1 0 0,0 0 0 16,6 0 0-16,1 3 2 0,-1-4-1 0,7 5 0 0,0-1 0 15,-6 4 0-15,13-3-1 0,-8 3-1 0,1 3-2 0,1-3 0 16,-7 8-1-16,5-5 0 0,1 5 0 0,-6 3 1 0,7-4 2 0,-8 4 2 16,1 4 3-16,-1-4 1 0,1 3 0 0,-1 1 1 0,1 0-1 0,-1-1-1 15,1 5 0-15,-1-5-1 0,-6 5-1 0,7-1 1 0,-7 0-1 16,7 1-2-16,-7-1-3 0,0 0-4 0,-1 4-2 0,1-3-3 16,1 2-1-16,-8 2 2 0,8-1 0 0,-8-4 0 0,0 4 1 0,1 0 1 15,-7 4 1-15,7-5-1 0,-8 1 1 0,8 0 0 0,-7 5-1 16,1-6 0-16,-8 1-1 0,6 4 0 0,2-4 0 0,-8 4 0 15,1-1-8-15,-1 1-7 0,8-4 0 0,-8 3 0 0,-6 1 0 0,6 0 0 16,1-1 0-16,-1 1 0 0,1 0 0 0,-7-1 0 0,6-3 0 16,-6 4 0-16,7 0 0 0,-7-1 0 0,6 1 0 0,-6-1 0 0,0 2 0 15,7-2 0-15,-7 1 0 0,0-1 0 0,0 1 0 0,0 3 0 16,0-3 0-16,0-1 0 0,0 5 0 0,0-5 0 0,0 1 0 16,-7 4 0-16,7-5 0 0,0 4 0 0,-6-3 0 0,6 3 0 0,-7-3 0 15,1 0 0-15,6-1 0 0,-7 4 0 0,1-3 0 0,6 0 0 16,-7 0 0-16,1-1 0 0,0 5 0 0,-2-5 0 0,8 1 0 0,-6 3 0 15,0-3 0-15,-1 0 0 0,1-1 0 0,-1 5 0 0,0-5 0 16,-5 1 0-16,6-1 0 0,-2 5 0 0,2-5 0 0,0 1 0 0,-8 0 0 16,8-5 0-16,-7 5 0 0,7 0 0 0,-8-4 0 0,8 4 0 15,-7-4 0-15,0 3 0 0,0-3 0 0,0 0 0 0,0 4 0 0,-7-4 0 16,7 0 0-16,0 0 0 0,-6 0 0 0,5 0 0 0,2 0 0 16,-8 0 0-16,7-4 0 0,-7 4 0 0,8 0 0 0,-8-4 0 15,7 4 0-15,0-3 0 0,-6 3 0 0,5-4 0 0,-5 0 0 0,6 1 0 16,-6-1 0-16,5 1 0 0,1-5 0 0,0 5 0 0,-6-5 0 15,5 4 0-15,2-3 0 0,-8 0 0 0,7-1 0 0,0 1 0 0,0 0 0 16,-1-4 0-16,2 3 0 0,-1 1 0 0,0-4 0 0,0 0 0 16,7 4 0-16,-8-4 0 0,2 0 0 0,-2 0 0 0,1 0 0 0,0 0 0 15,0 0 0-15,7 0 0 0,-14 0 0 0,14 0 0 0,-7 0 0 0,-1 0 0 16,2 0 0-16,-2 0 0 0,2 0 0 0,-2-4 0 0,1 4 0 16,1-4 0-16,-2 4 0 0,2-3 0 0,-8 3 0 0,7-4 0 15,-1 0 0-15,2 1 0 0,-2-1 0 0,-5 0 0 0,6 1 0 0,0-1 0 16,-7 1 0-16,8-5 0 0,-2 5 0 0,1-1 0 0,-6-3 0 15,6 3 0-15,0-4 0 0,0 1 0 0,0 4 0 0,0-5 0 16,0 1 0-16,-1 3 0 0,2-3 0 0,5 3 0 0,-6-3 0 0,0-1 0 16,1 1 0-16,4 0 0 0,-4 0 0 0,-2-1 0 0,8 1 0 15,-7 0 0-15,7-4 0 0,-8 3 0 0,8 1 0 0,-7-4 0 0,6 0 0 16,-5 3 0-16,5-3 0 0,1-3 0 0,-1 3 0 0,-6 0 0 16,7 0 0-16,-2-4 0 0,2 4 0 0,-7 0 0 0,7-3 0 15,-1 2 0-15,1 2-120 0,-1-5-252 0,1 4-92 0,0 4-77 0,-2-4-70 16,2 3-26-16,0 1-10 0,-1 0 7 0,0-1 14 0,1 1 21 15,0 3 27-15,6 1 32 0,-7-4 34 0,1 3 50 0,6-3 56 0,-7 3 80 16,7-3 228-16</inkml:trace>
  <inkml:trace contextRef="#ctx0" brushRef="#br0" timeOffset="63399.95">12687 10774 49 0,'0'0'161'0,"0"0"12"0,0 0 12 0,0 0 14 0,0-4 13 0,0 4 16 16,0 0 19-16,0 0 18 0,0 0 20 0,0 0-13 0,0 0-28 0,0 0-8 15,0 0 6-15,0 0 9 0,0 0 11 0,0 0 4 0,0 0 1 16,0 0-2-16,0 0-4 0,6 0-8 0,-6 0-8 0,0 4-13 16,6-4-10-16,-6 0-10 0,0 0-7 0,7 0-15 0,-7 4-19 0,7-4-17 15,-7 0-19-15,6 3-8 0,0-3-6 0,-6 0-5 0,7 4-3 16,0-4-4-16,-7 4-5 0,6-4-5 0,1 3-5 0,-1-3-5 0,-6 0-4 16,6 4-3-16,1-4-3 0,0 3-4 0,-1-3-3 0,0 4-5 15,2-4-7-15,-2 0-2 0,7 0-6 0,-7 4-52 0,1-4 0 0,6 0 0 16,-1 0 0-16,-4 0 0 0,4 0 0 0,1 0 0 0,0 0 0 15,0 0 0-15,-6 0 0 0,6-4 0 0,0 4 0 0,0 0 0 0,0 0 0 16,0 0 0-16,0-4 0 0,-7 4 0 0,8 0 0 0,-2-3 0 16,2 3 0-16,-1 0 0 0,-7-4 0 0,8 4 0 0,-8-3 0 15,7 3 0-15,0 0 0 0,-7-4 0 0,1 4 0 0,-1 0 0 0,8-4 0 16,-8 4 0-16,-6 0 0 0,6-3 0 0,1 3 0 0,-7 0 0 16,0 0 0-16,0 0 0 0,0 0 0 0,0 0 0 0,0 0-296 0,0 0-100 15,0 3-96-15,-7-3-70 0,7 4-59 0,-6 0-20 0,0 3-2 16,-1-4 9-16,0 5 17 0,1 3 23 0,-1 0 26 0,1 0 32 15,-1 3 37-15,-6-3 57 0,7 4 68 0</inkml:trace>
  <inkml:trace contextRef="#ctx0" brushRef="#br0" timeOffset="93816.05">6011 3114 14 0,'6'0'150'0,"-6"3"5"0,7-3 2 16,-7 0 2-16,0 0 0 0,0 0 0 0,0 0 1 0,0 0 0 16,0 0 0-16,0 0-27 0,0 0-40 0,0 0-30 0,0 0-24 0,0 0-13 15,-7 0-9-15,7 0-3 0,0 0-1 0,0 0 7 0,-6 0 11 16,6 4 8-16,-7-4 8 0,1 0 13 0,0 4 14 0,-2-4 19 15,2 0 19-15,0 3 15 0,-8-3 12 0,8 4 11 0,-7-4 12 0,7 3 14 16,-8-3 16-16,2 4 7 0,-2 0 4 0,2-4 5 0,-1 3 3 0,-1 1-3 16,2-4-9-16,-8 4-12 0,7-4-18 0,0 3-10 0,-6-3-10 15,-1 5-9-15,6-5-10 0,-5 3-14 0,-1-3-16 0,2 4-14 16,-2-4-14-16,7 3-11 0,-7-3-13 0,0 4-8 0,1-4-5 0,-1 4-5 16,1-4-4-16,0 3 0 0,-1 1-2 0,0 0-2 0,1-1-3 15,-7 1 1-15,6-4 2 0,-5 7-1 0,5-3 0 0,-6 0 0 16,-1-1 1-16,8 0 0 0,-7 5 1 0,0-4 0 0,0 0 2 0,0-1-1 15,-1 1 1-15,1-1-1 0,7 1 3 0,-7-1-1 0,0-3-3 16,0 4 1-16,-1 0 0 0,9-4-1 0,-9 4 0 0,1-4 0 0,0 0 0 16,7 0-2-16,-7 0 0 0,0 0-2 0,6 0 0 0,-7 0-1 15,2-4-3-15,5 4-2 0,-6-4 0 0,7 4-2 0,-7-4 0 0,6 4-2 16,0-3 0-16,-5 3-1 0,5-4-1 0,0 1 2 0,1 3 3 16,-7-4 1-16,6 1 0 0,1-1 0 0,-1 0 0 0,-6 1 0 0,6-2 1 15,1 2-1-15,0 0 0 0,0-1 1 0,-1-3 1 0,6 3 0 16,-5 0 0-16,-1-3-2 0,8 3-2 0,-8-3-1 0,7 0-3 15,0 3 0-15,-6-4 0 0,5 1-1 0,1 0 1 0,0-1-1 0,0 1 0 16,1 0-1-16,-2-4 0 0,1 3 0 0,0 1-1 0,7-4 0 16,-7 4-1-16,-1-1 0 0,8-2-1 0,-7 3 0 0,0-4 0 0,7 3 0 15,-7-3-1-15,6 1-1 0,0 2 1 0,-5-3 0 0,4 3 1 16,2-3-1-16,0 0 0 0,0 0-1 0,-1 0 1 0,0 1-1 0,1-2-1 16,-1 2 0-16,7-5 0 0,-6 4 0 0,6-4 1 0,-6 4-1 15,6-4 0-15,0 4 0 0,0-3-1 0,-8-1 0 0,8 1 0 0,0-1 1 16,0 0-1-16,8 1 0 0,-8-1 1 0,0-4-1 0,6 5 1 15,0-4-1-15,1-1 0 0,-1 1 0 0,1-4 0 0,0 0 0 0,5 0 0 16,2-4 1-16,-8 1-2 0,14-1 0 0,-7 1 0 0,6-1-2 16,-6-4 1-16,7 5 0 0,5-4-1 0,-5-1 0 0,0 1 0 0,6 3 0 15,-1-3-2-15,2 0 0 0,-1 0 0 0,6-1 0 0,-6 4 0 0,7-3 0 16,0 4 0-16,-1-5-1 0,1 1 0 0,-1 3 0 0,8-3 1 16,-8 3 1-16,7-3 0 0,0 0 0 0,-7 3 1 0,8-3 2 0,5-1-1 15,-6 1 2-15,1 4-2 0,5-5 1 0,-6 4 1 0,7 1-1 16,-1 3 2-16,-5-4 0 0,5 5 0 0,0-2-1 0,1 1-1 0,-7 0 0 15,7 4-2-15,-1-4 2 0,-6 4-1 0,7 0 2 0,-7-1-1 0,7 4 1 16,-7-3 2-16,0 3-1 0,7-3 0 0,-7 4 0 0,-1-1 0 16,9 0 0-16,-2 4 1 0,-6-4 0 0,7 4-1 0,-1 0 0 0,1 0 1 15,-1 1-1-15,1 2 0 0,-1-3 0 0,8 4-1 0,-7-4 0 0,-1 4 0 16,7-1 0-16,-7 1 1 0,8 0 1 0,-8 3 1 0,7-3-1 0,-6 0 1 16,6 2 0-16,-6-1-1 0,-1 2 0 0,7 0 0 0,-6 0 0 15,0 1 1-15,-1-1-1 0,1 0-1 0,-1 4 0 0,-5-3 0 0,-1 3-1 16,6-4 1-16,-6 4-1 0,0 0 1 0,0-4 0 0,0 4 2 0,1 0 0 15,-1-3 1-15,-1 3-1 0,1 0 0 0,1 0 1 0,-1-4 0 16,6 4-1-16,-5 0-1 0,5 0 1 0,-6 0 1 0,7-4 0 0,-1 4 0 16,1 0-1-16,-1 4 1 0,1-4 0 0,-1 0 0 0,1 4 0 15,-7-4 0-15,7 3 1 0,-1 1 2 0,-6 0 1 0,1-1 3 0,5 1 1 16,-6 3 2-16,1-3 2 0,-1 4 0 0,-7-2 1 0,7 2 1 0,-7 0 0 16,8-1 0-16,-7 0 2 0,5 4 1 0,-5 0 0 0,-1 0 0 0,-5 0-2 15,5 0 0-15,1 0-1 0,-7 0-2 0,6 3-1 0,-5-3 0 0,-1 4-1 16,-1-4 0-16,1 4 1 0,0 0-1 0,1-4 0 0,-1 3 0 15,0 1-1-15,-1-1 0 0,1-3 2 0,-6 4 0 0,7 0-1 16,-9 0 0-16,9-4 0 0,-7 3 0 0,-1 1 0 0,0-1 1 0,1 1 0 16,-7 0 0-16,7-1 1 0,-1 1-1 0,1-1 0 0,-7 1-1 0,6 0 0 15,-5 3 1-15,5-3-2 0,1 3 0 0,-2 0 2 0,2-3-1 0,-6 3-2 16,5 1 0-16,1-4-1 0,-1 3-1 0,1 0 0 0,-1-3-1 0,0 3-1 16,1 0 0-16,0-3-2 0,-1-1 0 0,1 2 0 0,-7 2-1 15,6-4 1-15,-6 1-1 0,7 0 0 0,-7-4 1 0,0 3-1 0,0 1 0 16,0-1 0-16,0 2 1 0,1-2-1 0,-8 1 2 0,7-1 1 15,-7 1 0-15,7 0 1 0,-6-1 2 0,-1 1 2 0,8-1 2 0,-8 5 1 16,0-4 0-16,1-1 0 0,0 5 0 0,-1-5 1 0,0 1 0 16,1-1 0-16,-1 5 0 0,1-5 0 0,-7 1 0 0,7-1-1 0,-1 5-2 15,-6-4-2-15,6-1-2 0,1 5 0 0,-7-5-1 0,7 4 1 16,-7-3 0-16,6 3-1 0,-6-3 1 0,0 4-1 0,6-5 0 0,-6 5 0 16,0-1 0-16,7 0 1 0,-7-3-1 0,0 3 0 0,0-3 0 15,0 3 0-15,0-3-2 0,0 3 2 0,0-3-1 0,0-1 0 0,-7 1 0 16,7 0 1-16,0-5 1 0,-6 5 0 0,6 0 0 0,-6 0-1 15,6-4 2-15,0 0 0 0,-7 3 1 0,7-3 0 0,-7 0 1 0,7 0-1 16,0 0-1-16,-6 0 0 0,6 0-1 0,-6 0 0 0,6-4-1 0,-7 5-1 16,7-5-6-16,-7 4 0 0,1-4 0 0,6 0 0 0,-7 1 0 15,1-1 0-15,6 0 0 0,-6 1 0 0,-1-5 0 0,0 5 0 16,1-1 0-16,-8-3 0 0,8 3 0 0,-7-3 0 0,7 3 0 0,-7-3 0 16,0 3 0-16,-1-3 0 0,2-1 0 0,-2 2 0 0,2 2 0 15,-8-4 0-15,1 0 0 0,5 2 0 0,-5-2 0 0,-1 1 0 16,0-4 0-16,1 4 0 0,0-1 0 0,0 1 0 0,-1-4 0 0,0 4 0 15,1-4 0-15,-1 3 0 0,0-3 0 0,1 4 0 0,-1-4 0 0,-6 3 0 16,14-3 0-16,-8 4 0 0,1-4 0 0,-1 0 0 0,0 3 0 16,1-3 0-16,-1 0 0 0,8 4 0 0,-8-4 0 0,0 0 0 15,1 0 0-15,-1 0 0 0,7 4 0 0,-7-4 0 0,0 0 0 0,2 0 0 16,4 0 0-16,-5 0 0 0,-1 0 0 0,0 0 0 0,1 0 0 16,-1 0 0-16,2 0 0 0,4 0 0 0,-6 4 0 0,1-4 0 15,-1 0 0-15,1 0 0 0,-1 0 0 0,1 0 0 0,0 0 0 0,-1 0 0 16,0 0 0-16,1 0 0 0,-1 0 0 0,1 0 0 0,-1 0 0 0,0 0 0 15,1 0 0-15,-1 0 0 0,-6 0 0 0,6 0 0 0,8-4 0 16,-8 4 0-16,1 0 0 0,-1 0 0 0,1 0 0 0,6-4 0 16,-7 4 0-16,7 0 0 0,-7 0 0 0,1 0 0 0,6-4 0 0,-6 4 0 15,5 0 0-15,-5 0 0 0,-1-3 0 0,8 3 0 0,-8 0 0 0,0 0 0 16,1 0 0-16,-1 0 0 0,0 0 0 0,1 0 0 0,6 0 0 16,-6 0 0-16,-1 0 0 0,0 0 0 0,1 0 0 0,-1 0 0 15,1 0 0-15,-1 3 0 0,8-3 0 0,-8 0 0 0,0 4 0 0,7-4 0 16,-7 4 0-16,2-4 0 0,4 4 0 0,-5-4 0 0,-1 3 0 15,7-3 0-15,-6 4 0 0,-1 0 0 0,7-1 0 0,-7-3 0 16,0 4 0-16,8-1 0 0,-8-3 0 0,7 4 0 0,-7 0 0 0,8-4 0 16,-1 4 0-16,-7-4 0 0,7 3 0 0,0-3 0 0,-7 0 0 15,7 0 0-15,1 4 0 0,-8-4 0 0,6 0 0 0,2 0 0 0,-1 0 0 16,-7 0 0-16,8 4 0 0,-8-4 0 0,7 0 0 0,-7 0 0 16,7 0 0-16,-6 0 0 0,5 3 0 0,-5-3 0 0,6 0 0 0,0 0 0 15,-7 0 0-15,8 4 0 0,-8-4 0 0,7 0 0 0,-1 0 0 16,2 3 0-16,-8-3 0 0,7 0 0 0,1 0 0 0,-2 0 0 15,1 0 0-15,0 0 0 0,0 4 0 0,0-4 0 0,0 0 0 0,0 0 0 16,0 0 0-16,0 0 0 0,0 4 0 0,0-4 0 0,7 0 0 0,-8 0 0 16,2 0 0-16,-2 0 0 0,1 0 0 0,7 3 0 0,-8-3 0 15,2 0 0-15,-2 0 0 0,2 0 0 0,5 0 0 0,-6 0 0 16,0 4 0-16,7-4 0 0,-8 0 0 0,8 0 0 0,-7 0 0 16,7 0 0-16,-8 4 0 0,8-4 0 0,0 0 0 0,-8 0 0 0,8 3 0 15,0-3 0-15,-1 0 0 0,-6 0 0 0,6 0 0 0,1 0 0 16,0 5 0-16,-1-5 0 0,0 0 0 0,1 0 0 0,0 0 0 0,-2 0 0 15,-4 3 0-15,5-3 0 0,1 0 0 0,-1 0 0 0,0 0 0 16,1 0 0-16,0 4 0 0,0-4 0 0,-2 0 0 0,2 3 0 0,0-3 0 16,-1 0 0-16,-6 0 0 0,13 4 0 0,-13-4 0 0,13 0 0 15,-6 4 0-15,-1-4 0 0,0 0 0 0,1 3 0 0,0-3 0 0,-1 0 0 16,0 4 0-16,1-4 0 0,6 0 0 0,-7 4 0 0,1-4 0 16,0 0 0-16,-1 3 0 0,0-3 0 0,1 0 0 0,0 4 0 15,-1-4 0-15,0 0 0 0,1 4 0 0,-1-4 0 0,1 0 0 0,6 3 0 16,-7-3 0-16,7 0 0 0,-6 0 0 0,6 0 0 0,-7 4 0 15,7-4 0-15,0 0 0 0,0 0 0 0,0 0 0 0,0 0 0 0,-6 0 0 16,6 0 0-16,0 0 0 0,0 0 0 0,0 0 0 0,0 0 0 16,-6 0 0-16,6 0 0 0,0 0 0 0,0 0 0 0,0 0 0 15,-8 0 0-15,8 0 0 0,0 0 0 0,-6 0 0 0,6 4 0 0,-6-4 0 16,6 0 0-16,-7 0 0 0,1 0 0 0,6 0 0 0,-7 3 0 16,1-3 0-16,-1 0 0 0,7 0 0 0,-6 3 0 0,0-3 0 0,-2 0 0 15,2 5 0-15,0-5 0 0,-1 0 0 0,-6 3 0 0,7-3 0 16,-1 4 0-16,-6-4 0 0,6 4 0 0,1-4 0 0,-7 3 0 0,6-3 0 15,-5 4 0-15,5-1 0 0,-6-3 0 0,6 4 0 0,-5-1 0 16,-2 1 0-16,8 0 0 0,-7-4 0 0,6 4 0 0,-6-1 0 0,7-3 0 16,-8 4 0-16,2-4 0 0,5 4 0 0,-6-1 0 0,7-3 0 15,-7 4 0-15,6-4 0 0,-6 0 0 0,7 5 0 0,-1-5 0 16,-6 0 0-16,7 0 0 0,-1 0 0 0,1 0 0 0,-1 0 0 0,0 0 0 16,1 0 0-16,0 0 0 0,-2 0 0 0,2 0 0 0,0-5 0 0,0 5 0 15,-1 0 0-15,0 0 0 0,1 0 0 0,6 0 0 0,-7 0 0 16,1 0 0-16,0-4 0 0,-2 4 0 0,2 0 0 0,0 0 0 15,0 0 0-15,-2 0 0 0,2-3 0 0,0 3 0 0,-1 0 0 0,1 0 0 16,-1-4 0-16,0 4 0 0,7 0 0 0,-6 0 0 0,0-4 0 16,6 4 0-16,-6 0 0 0,6-3 0 0,-8 3 0 0,2 0 0 15,6 0 0-15,-6-4 0 0,6 4 0 0,-7 0 0 0,1 0 0 0,6-4 0 16,-7 4 0-16,7 0 0 0,-7 0 0 0,7 0 0 0,-6-4 0 0,6 4 0 16,-6 0 0-16,6 0 0 0,-7 0 0 0,7 0 0 0,0 0 0 15,-7 0 0-15,7 0 0 0,0 0 0 0,-6 0 0 0,6 0 0 16,-6 0 0-16,6 0-117 0,0 0-43 0,-7 0-54 0,7 0-66 0,0 0-88 15,-7 0-98-15,1 4-65 0,6-4-49 0,-7 4-17 0,-5 0-4 16,4-4 9-16,-4 3 13 0,-2 1 19 0,2 0 21 0,-8-1 27 0,7-3 31 16,-7 0 53-16,8-3 65 0</inkml:trace>
  <inkml:trace contextRef="#ctx0" brushRef="#br0" timeOffset="107381.98">11918 7605 134 0,'-6'-8'167'0,"-1"5"13"0,7-4 13 0,-7 3 23 0,1 0 28 0,-1 0 29 0,1 1 31 15,0-1 44-15,-1 1 49 0,7 3-8 0,-7-4-35 0,7 4-18 16,0 0-13-16,-6 4-5 0,6-4-5 0,0 0-9 0,0 3-15 0,0 1-15 15,6 3-17-15,-6 1-20 0,7-1-21 0,0 7-36 0,-1 2-42 16,0 2-25-16,1 0-17 0,6 4-9 0,-6 4-5 0,5-1-1 16,2 5 2-16,-2-1 2 0,1 0 2 0,1 4-4 0,-2-4-7 0,2 1-8 15,-2 3-8-15,2-8-6 0,-1 4-3 0,-1 1-5 0,2-2-3 16,-2-1-3-16,2-1-1 0,-1-1-4 0,0-3-4 0,-6 0-3 0,5 0-1 16,2-3-2-16,-8-1-3 0,7-4 0 0,-7 1-2 0,1-4 1 15,6 0-2-15,-7-4 0 0,2-3 1 0,4 0 2 0,-6-4 3 0,8 0 3 16,-1-8 3-16,-7 1 1 0,14-7 3 0,-8-1-1 0,8-7 1 15,0 0-33-15,-1-7-2 0,7-5 0 0,1-2 0 0,-1-4 0 16,6-5 0-16,-6 2 0 0,7-4 0 0,-8-1 0 0,9 0 0 0,-9 0 0 16,7 4 0-16,-5 4 0 0,-7 0 0 0,-1 3 0 0,0 4 0 15,1 3 0-15,-7 9-27 0,-7-1-67 0,1 4-21 0,0 3-28 0,-7 1-36 16,-7 6-56-16,7 1-70 0,-7-1-69 0,1 8-71 0,-7 0-56 16,0 0-50-16,0 8-17 0,0-1-5 0,-6 4 7 0,6 4 11 0,-7-1 16 15,6 4 20-15,2 1 29 0,-8 2 34 0,7-2 58 0,1 3 70 16</inkml:trace>
  <inkml:trace contextRef="#ctx0" brushRef="#br0" timeOffset="107716.24">12823 8041 41 0,'0'8'176'0,"7"-1"15"0,-7 0 16 0,6 0 18 0,-6 1 24 0,0-1 24 16,0 4 25-16,0-4 39 0,7 4 44 0,-7 1 8 0,0 2-10 15,0-3-19-15,6 3-24 0,-6-3-18 0,6 4-12 0,-6 0-12 0,8-4-11 16,-8 0-17-16,6 0-20 0,0 0-23 0,1 0-23 0,-1-4-38 15,1 1-43-15,-1-5-31 0,7 1-28 0,1-1-15 0,-8-3-11 16,14 0-5-16,-14 0-5 0,13-3-3 0,-5-4-3 0,-2-1-3 0,8 1-2 16,-7-4-2-16,0 0-1 0,6-4-2 0,-5 1-1 0,-1-5-1 15,0 4-1-15,0-3-1 0,-7 0 0 0,1 0-1 0,0-1-1 0,-1 5-1 16,-6-5 0-16,6 5 0 0,-12-4 0 0,6 2 0 0,0 2 2 16,-6-1 1-16,-1 4 0 0,0-3 1 0,-6 3 1 0,0 0 2 15,7 0 1-15,-7 4 1 0,-1-4-1 0,-5 2 2 0,6 3-2 0,0 2 2 16,1-3-1-16,-8 3 1 0,6 0-2 0,1 4-3 0,1 0-4 15,-8 0-7-15,7 0-10 0,0 0-15 0,0 4-20 0,0 0-33 0,0 0-40 16,7 3-52-16,-8-1-58 0,8-1-57 0,-7 6-58 0,6-4-49 16,7 1-47-16,-6-1-29 0,6 0-19 0,0 0-4 0,0 1 3 0,6-1 11 15,1 0 17-15,-1-3 31 0,7 0 39 0,-7-1 52 0,8-3 58 16,-1 4 57-16,6-4 209 0</inkml:trace>
  <inkml:trace contextRef="#ctx0" brushRef="#br0" timeOffset="108081.78">13143 8026 0 0,'6'7'21'0,"0"1"142"15,-6-4 17-15,7 3 23 0,0-1 28 0,-7 3 31 0,6-2 29 0,-6 0 34 16,6 5 33-16,1-5 31 0,-1 4 30 0,1 0-3 0,0-1-20 0,-1 1-17 16,0 4-10-16,2-3-11 0,-2 1-8 0,0 3-19 0,0-2-22 15,8 1-25-15,-8 0-27 0,1-1-30 0,-1 1-30 0,8-4-39 16,-2 3-44-16,-6-3-25 0,8 1-20 0,-1-6-12 0,7 6-9 0,-8-5-8 16,2-3-6-16,5 0-6 0,1-1-6 0,-8-3-4 0,8-3-4 15,0-1-4-15,-1 0-3 0,1-3-3 0,-8-5-1 0,8 2-2 0,-1-1-3 16,-5-4-1-16,-2 4-3 0,8-7-3 0,-7 3-3 0,-6 1-2 15,6-1 1-15,-7 0-1 0,0-4 0 0,2 6 0 0,-8 1 1 0,6-3 0 16,-6 4 0-16,0 1 1 0,-6 2 1 0,6-3 2 0,0 4 2 16,0 0 3-16,-8 3 3 0,8 0 3 0,0 1 1 0,-6-1 1 15,6 4 1-15,0 0 1 0,0 0 0 0,0 0 0 0,0 4-1 0,0-1 1 16,0 5 0-16,0-1 2 0,0 0 1 0,0 4 2 0,0 1 2 16,0-2 2-16,0 5 3 0,0-1 2 0,0 4 3 0,0 1 2 15,6-4 3-15,-6 3 1 0,0 0 1 0,0 1-1 0,0-5 1 0,8 5-2 16,-8-4-2-16,6-2-3 0,-6-1-7 0,0-1-13 0,6 0-15 0,-6-4-21 15,7 1-24-15,-7-1-31 0,0-3-38 0,7-1-55 0,-7-3-65 16,0 0-83-16,0 0-88 0,0 0-63 0,0-7-53 0,0 3-24 16,6-3-9-16,-6-4 3 0,0 0 9 0,0 0 16 0,0-1 18 0,7-1 30 15,-7-2 33-15,6 0 55 0,-6 4 65 0</inkml:trace>
  <inkml:trace contextRef="#ctx0" brushRef="#br0" timeOffset="108264.86">13806 8162 172 0,'0'0'273'0,"8"3"26"0,-8-3 20 0,0 0 30 0,0 0 38 0,0 5 38 16,0-5 39-16,6 3 30 0,-6-3 21 0,6 0-7 0,1 3-24 15,-1-3-49-15,1 0-62 0,-1 4-42 0,7-4-34 0,1 0-22 16,-8 0-16-16,7 0-30 0,0 0-36 0,6 0-39 0,-5 0-39 0,-2 0-29 16,2-4-22-16,-2 4-15 0,1 0-11 0,1-3-18 0,-2 3-22 15,2 0-23-15,-1-3-26 0,0 3-28 0,-7-5-30 0,7 5-45 16,-7-3-52-16,8-1-65 0,-8 4-74 0,1-4-62 0,-7 1-57 0,6-1-43 16,-6-3-35-16,7 3-8 0,-7 0 4 0,0-2 11 0,0 2 17 0,0-4 24 15,-7 1 27-15,7 0 42 0,0-4 52 0,0 3 65 0,-6-3 79 16</inkml:trace>
  <inkml:trace contextRef="#ctx0" brushRef="#br0" timeOffset="108416.42">14080 7946 0 0,'-6'-3'14'0,"-1"-1"186"0,1 4 20 16,-1 4 24-16,1-4 22 0,-1 6 28 0,1 2 29 0,0-1 39 0,-2 4 42 15,2 4 40-15,0-1 37 0,6 4-13 0,-7 1-37 0,0 3-28 16,1 4-22-16,-1 3-17 0,1 0-11 0,0 0-18 0,6 5-20 0,-7-1-26 16,7 0-30-16,0-1-39 0,7-2-45 0,-1-1-49 0,0-3-49 15,1-1-48-15,6-3-43 0,0-4-49 0,1-2-52 0,5-7-73 16,0 0-83-16,-6-6-80 0,7-3-82 0,-1 0-57 0,7-7-46 0,-6 0-23 15,0-4-9-15,5-1 4 0,-5-6 9 0,0 4 19 0,6-8 23 16,-7 0 33-16,1 0 40 0,-1-5 63 0,-6 2 74 0</inkml:trace>
  <inkml:trace contextRef="#ctx0" brushRef="#br0" timeOffset="108766.19">14400 7729 0 0,'0'0'147'0,"0"0"111"0,6 0 23 0,-6 0 31 16,0 4 34-16,6-4 46 0,-6 4 54 0,7-1 35 0,-7 2 26 0,6 2 20 16,1 1 19-16,0-2-34 0,-1 2-60 0,0 3-44 0,0 3-32 15,2-3-21-15,4 7-14 0,-5-3-21 0,6 3-28 0,-6 4-40 16,-1 1-47-16,8-1-30 0,-2-1-22 0,-6 5-46 0,8-4-107 0,-8 3 0 16,7-2 0-16,1-1 0 0,-8 0 0 0,6-4 0 0,-4 1 0 0,-2-2 0 15,7-2 0-15,-7-3 0 0,8 1 0 0,-8-5 0 0,0 0 0 16,8-1 0-16,-8-3 0 0,0-4 0 0,1 0 0 0,6-4 0 15,-6-3 0-15,-1-1 0 0,7-7 0 0,-6 1 0 0,5-5 0 0,-5 2 0 16,6-9 0-16,0 0 0 0,-7-3 0 0,8-4 0 0,-8 0 0 16,8-3 0-16,-8 1 0 0,7-1 0 0,-7 0 0 0,1-1 0 0,6 4 0 15,-7-4 0-15,0 8 0 0,8-3 0 0,-8 6 0 0,1 0-80 16,6 0-85-16,-7 4-22 0,1 4-26 0,-1 0-34 0,1 3-40 0,0 1-52 16,-1 6-58-16,-6 1-48 0,6 4-43 0,-6 3-27 0,0 0-22 15,0 0-3-15,-6 3 6 0,6 4 15 0,0 1 19 0,-6 3 26 16,6-1 30-16,0 1 39 0,-7 0 47 0,7 4 60 0,0-4 79 0</inkml:trace>
  <inkml:trace contextRef="#ctx0" brushRef="#br0" timeOffset="109166.02">15083 7740 28 0,'7'0'263'0,"-1"-3"31"0,0-1 24 0,2 0 45 0,4 0 57 0,1-3 37 15,0 4 29-15,0-8 21 0,1 7 19 0,-2-3 13 0,2 0 10 0,5 3-49 16,-6-3-76-16,6 3-50 0,-5 1-34 0,-2 3-26 0,2 0-20 15,-1 0-43-15,7 0-54 0,-8 0-34 0,1 3-24 0,0 1-19 16,0-1-17-16,-7 1-14 0,8 3-13 0,-2 1-19 0,-4-1-57 0,-2 0 0 16,0 0 0-16,1 4 0 0,-1-3 0 0,-6 3 0 0,7-4 0 0,-7 4 0 15,0 0 0-15,0-3 0 0,-7 3 0 0,7-4 0 0,-6 4 0 16,-1 0 0-16,1 0 0 0,-8 0 0 0,8 0 0 0,-6 0 0 16,-2 0 0-16,1 0 0 0,0 0 0 0,-6 0 0 0,5 0 0 0,-5-4 0 15,-1 5 0-15,8-6 0 0,-8 5 0 0,7-3 0 0,0-5-21 16,0 5-17-16,0-1-1 0,0-3 2 0,7-4 0 0,6 3 4 0,-8 1 4 15,8-4 5-15,0 0 6 0,8 0 3 0,-8 0 3 0,6-4 0 16,0 4 3-16,8 0 0 0,-8-3 0 0,7 3 2 0,0 0 2 0,0-4 3 16,0 4 4-16,0-4 1 0,0 4 3 0,0 0-1 0,0-3 1 15,1 3 0-15,-2 0 0 0,-6-4 0 0,1 4-1 0,6 0-2 16,-6 0 0-16,-7 0-1 0,6-4-1 0,0 4-4 0,-6 0-2 0,8 0-9 16,-8-3-12-16,0 3-16 0,0-4-19 0,0 4-23 0,0-4-24 15,-8 1-36-15,8-1-40 0,-6 0-48 0,0-2-52 0,-1 2-57 16,1-4-58-16,-1 5-44 0,0-5-38 0,1 5-29 0,-6-6-25 0,-2 3 0 15,8 2 10-15,-7-3 20 0,-1 3 20 0,2-3 34 0,-2-1 41 0,2 1 48 16,-2-4 52-16,1 4 56 0,1-4 98 0</inkml:trace>
  <inkml:trace contextRef="#ctx0" brushRef="#br0" timeOffset="109483.37">15148 7760 0 0,'-6'-8'82'0,"6"4"79"0,0-4 17 0,0 5 21 0,0 3 22 0,0 0 26 16,0 0 27-16,0 0 31 0,6 3 35 0,-6 2 19 0,7 2 14 16,-7 1 10-16,6 2 9 0,-6 1 0 0,6 0 0 0,-6 7-1 0,8-3-3 15,-8 7-6-15,0 0-11 0,0 0-14 0,-8 4-16 0,8 0-22 16,-6 2-24-16,-7 1-31 0,7 1-35 0,-7 3-31 0,0-3-31 15,-1 3-22-15,2-1-99 0,-8-2-46 0,7-1 0 0,1 0 0 0,-8 1 0 16,6-5 0-16,2 0 0 0,-1-2 0 0,6-5 0 0,-6 0 0 16,7-7 0-16,-1 4 0 0,7-8-85 0,-7 1-146 0,7-8-52 0,0 0-55 15,7 0-56-15,0-4-44 0,-7-3-34 0,12-1-11 0,-5-3-1 16,6 0 10-16,-6-3 18 0,5 3 26 0,2-4 29 0,-2 1 42 16,2 3 46-16,-1-1 63 0,-7 1 68 0,7 0 77 0,0 4 81 0,-7 4 70 15,8-1 61-15,-1 0 54 0,-7 0 49 0,7 4 46 0,0 0 48 16,1 4 29-16,-8 0 17 0,7 0 4 0,0 3-2 0,0 0-9 15,0 0-13-15,0 1-19 0,0 3-23 0,-6-1-22 0,5 2-23 0,2-1-31 16,-8-4-32-16,7 4-45 0,-7 0-50 0,8-4-44 0,-8 1-42 0,7-1-52 16,-6 0-58-16,-1-3-76 0,1 0-85 0,-1-4-82 0,-6 3-80 15,6-3-45-15,2-3-30 0,-2 3-12 0,0-8-9 0,-6 5 3 16,6-5 3-16,2 1 17 0,-2-4 19 0,7-4 37 0,-7 5 47 0,1-5 68 16,6 0 128-16</inkml:trace>
  <inkml:trace contextRef="#ctx0" brushRef="#br0" timeOffset="109716.67">15682 7839 0 0,'0'0'119'0,"0"0"199"0,0 0 50 0,0 4 36 0,6 0 25 0,-6-4 25 15,0 3 20-15,8-3 19 0,-2 0 20 0,0-3 20 0,1 3 20 16,6-4-21-16,0 0-39 0,0 1-67 0,0-5-78 0,0 5-56 0,0-1-45 16,6-3-32-16,-5 3-25 0,-2 1-21 0,8-1-21 0,-7 0-19 15,0 1-20-15,0-1-19 0,1 4-20 0,-2-4-17 0,1 1-31 0,-6 3-22 16,-1-4 0-16,7 4 0 0,-6 0 0 0,0-4-27 0,-1 4-32 15,-6 0-20-15,0 0-20 0,6-3-26 0,-6 3-30 0,0 0-45 16,0 0-54-16,-6-4-61 0,6 4-66 0,-6-4-48 0,-1 4-41 0,0 0-31 16,-6-3-24-16,7 3-10 0,-7 0-5 0,0 0 7 0,7 0 15 15,-14 0 23-15,7 0 28 0,0 0 46 0,0 0 52 0,-7 0 62 16,7 3 66-16</inkml:trace>
  <inkml:trace contextRef="#ctx0" brushRef="#br0" timeOffset="109867.06">15708 7781 80 0,'-6'4'176'15,"0"3"23"-15,-2-3 27 0,2 3 28 0,6 4 30 0,-6-4 32 0,6 4 31 16,-6 4 39-16,6-4 42 0,-7 3 5 0,7 5-18 0,-7-2-11 15,7 3-12-15,0 1-10 0,-6 5-8 0,-1-1-15 0,7 1-19 0,-6 0-26 16,6 3-28-16,-6-3-31 0,6 3-30 0,0-3-38 0,-8 0-44 16,8-1-37-16,0-3-37 0,0 0-35 0,0-7-35 0,8 3-38 15,-8-3-39-15,6-4-53 0,-6-4-62 0,6 1-72 0,-6-1-79 0,7-7-63 16,-7 4-60-16,6-8-40 0,-6 4-33 0,7-5-12 0,-7-2-2 0,7 1 11 16,-7-2 16-16,0-3 25 0,6 0 29 0,-6 0 45 0,6 0 55 15,-6-4 71-15,0 1 114 0</inkml:trace>
  <inkml:trace contextRef="#ctx0" brushRef="#br0" timeOffset="110049.07">15696 8147 138 0,'-8'-11'221'0,"8"4"29"15,0-4 24-15,0 4 26 0,0-1 27 0,8 1 36 0,-8 0 42 16,6-1 35-16,0 1 34 0,1 3-10 0,-1-3-27 0,1 0-32 16,6 3-34-16,-7-3-28 0,8 3-25 0,-2 1-25 0,2-2-24 0,-1 2-23 15,-1-1-25-15,2 4-36 0,-2-4-41 0,2 4-37 0,-1 0-31 0,0 0-21 16,0 4-16-16,-7-4-11 0,8 4-10 0,-8-1-9 0,0 2-12 16,1-2-13-16,-1 1-15 0,-6-4-17 0,0 7-20 0,7-3-32 15,-14-2-36-15,7 3-46 0,0-1-54 0,-6-1-56 0,-1 1-62 0,1 3-47 16,0-3-42-16,-2 0-33 0,-4 3-28 0,-1-3-6 0,6 3 3 15,-6 0 14-15,-7 1 16 0,8-1 30 0,-2 0 36 0,2 0 45 16,-8 1 53-16,1 3 56 0,-1-3 108 0</inkml:trace>
  <inkml:trace contextRef="#ctx0" brushRef="#br0" timeOffset="110183.34">15623 8228 0 0,'-6'7'116'15,"-6"1"118"-15,4-5 21 0,2 1 19 0,6-1 19 0,-6 1 24 0,12 0 26 16,-6-4 38-16,6 0 45 0,2 0 33 0,-2 0 24 0,6-4-25 16,-4 4-53-16,4-4-44 0,8 1-41 0,-7 3-26 0,7-4-18 0,-8 1-18 15,8 3-19-15,-7-4-25 0,7 4-26 0,-8 0-47 0,8 0-54 16,-7 0-56-16,0 0-58 0,0 0-65 0,1 0-74 0,-2 0-81 15,1 0-89-15,0 0-72 0,-6 0-62 0,5-4-31 0,2 1-15 0,-8-1-7 16,7-3-4-16,-6-1 6 0,6 1 9 0,0-4 21 0,0-1 25 16,0 2 50-16,0-5 61 0</inkml:trace>
  <inkml:trace contextRef="#ctx0" brushRef="#br0" timeOffset="110432.68">16183 7748 158 0,'-6'7'374'15,"0"-2"44"-15,-1 1 28 0,1-2 20 0,-1 0 13 0,7-1 17 16,0-3 17-16,7 0 22 0,-7 0 23 0,6 0 21 0,7 0 20 0,-7-3-64 16,8-1-106-16,6 0-82 0,-8 1-69 0,8 0-41 0,6-5-26 0,-7 4-16 15,1-4-15-15,-1 5-22 0,7-1-158 0,-6-4 0 0,-1 5 0 16,-5-1 0-16,6 1 0 0,-8 3 0 0,1-4 0 0,-6 1 0 16,6 3 0-16,-7-4 0 0,1 4 0 0,0 0 0 0,-7 0 0 0,6 0 0 15,-6-4 0-15,0 4 0 0,0 0 0 0,0 0-43 0,0 0-195 0,-6 0-66 16,-1-3-77-16,0 3-73 0,1 0-73 0,0 0-46 0,-8 0-34 15,8 0-9-15,-7 0 4 0,-1 0 17 0,-4 3 22 0,4-3 26 16,-5 0 30-16,5 4 44 0,-4-4 49 0,-2 0 67 0,0 0 77 16</inkml:trace>
  <inkml:trace contextRef="#ctx0" brushRef="#br0" timeOffset="110632.96">16158 7671 0 0,'0'4'134'0,"-7"-1"103"0,1 5 22 15,-1-5 28-15,7 5 30 0,-6-1 45 0,6 4 53 0,0 3 42 16,-6 2 37-16,6-1 27 0,0 6 18 0,-8 1-23 0,8 3-44 0,0 5-32 15,-6 3-24-15,6 0-17 0,-6 3-14 0,6 1-22 0,-7-1-26 16,7 5-40-16,-6-4-49 0,6 3-42 0,0-3-116 0,0-1-90 0,-7-3 0 16,7 0 0-16,0 0 0 0,-6 0 0 0,6-7 0 0,0 3 0 15,0-3 0-15,-7-5 0 0,7-2 0 0,0 3 0 0,0-7 0 0,0 3-36 16,0-7-157-16,-6 0-42 0,6 0-51 0,0-8-64 0,0 5-76 16,0-8-53-16,0 0-46 0,0 0-29 0,0-4-20 0,0-3 1 15,0-1 11-15,0-2 18 0,0-1 20 0,0-4 25 0,0 0 28 0,0-3 42 16,0 0 51-16,0-1 67 0,0-3 75 0</inkml:trace>
  <inkml:trace contextRef="#ctx0" brushRef="#br0" timeOffset="110832.07">16053 8246 0 0,'0'-14'16'0,"-6"3"222"0,6 0 41 0,-6 3 43 16,6-3 47-16,-7 8 39 0,7-5 39 0,0 4 29 0,0-2 25 15,7 1 24-15,-7 2 21 0,12-1-12 0,-5 0-30 0,6 4-34 0,7-3-35 16,-1-1-30-16,1 0-28 0,6 4-35 0,-7-3-39 0,7 3-36 16,7-4-34-16,-7 4-39 0,0-4-194 0,0 4 0 0,1 0 0 0,-9 0 0 15,2-3 0-15,-1 3 0 0,-5 0 0 0,-2 0 0 0,2 0 0 0,-8 0 0 16,7 0 0-16,-6 0 0 0,-7-3 0 0,7 3 0 0,-7 0 0 15,6-4 0-15,-6 4 0 0,0 0 0 0,-6 0 0 0,6-4-137 16,-7 4-296-16,0-4-90 0,1 4-79 0,-7 0-41 0,-1 0-16 0,8 0-5 16,-6 0 5-16,-8 4 14 0,7-4 17 0,-7 4 32 0,8-4 36 15,-15 7 52-15,7-4 61 0,1 1 91 0,-7 0 225 0</inkml:trace>
  <inkml:trace contextRef="#ctx0" brushRef="#br0" timeOffset="113882.32">14197 7836 19 0,'0'-4'79'0,"0"4"3"0,-6-4 5 16,6 4 4-16,0-3 4 0,-6-1-5 0,6 4-10 0,0-3-8 0,-7 3-9 16,7-4-4-16,0 4-2 0,-7-4 0 0,7 4 5 0,0-3 2 15,0-1 3-15,-6 4 2 0,6-4 4 0,0 4 3 0,0 0 4 0,0-3 5 16,-6 3 6-16,6 0 6 0,0 0 7 0,0 0 5 0,0 0 7 16,0 0 5-16,0 0 2 0,0 0 0 0,0 0 0 0,0 0 0 0,0 0-4 15,0 0-5-15,-7 0-5 0,7 0-7 0,0 3-5 0,0-3-1 16,0 0 4-16,7 4 2 0,-7-4 4 0,0 4-1 0,0-1-3 15,6-3-3-15,-6 4-4 0,6 0 10 0,1-1 16 0,0-3 14 0,-1 4 11 16,0-1 10-16,-6 1 8 0,13 0 0 0,-6-1-6 0,0 5-8 16,5-5-9-16,-5 1-4 0,6 0 2 0,-7 3-1 0,8-3-2 0,-1 2-12 15,-1 2-19-15,2-4-11 0,-2 4-11 0,2-1-8 0,-1-1-11 16,-1 3-6-16,8-2-7 0,-6 4-3 0,-2-3-3 0,1-2-3 16,1 5-7-16,-2-3-3 0,-6-1-1 0,8 4-3 0,-8-4 0 0,8 0-4 15,-8 5-4-15,1-2-2 0,-1-2-3 0,-6 0-3 0,6 3-2 16,-6-4 0-16,8 0 0 0,-8 4 0 0,0-4 1 0,0 1 1 0,0-1 0 15,6-3-1-15,-6 3 1 0,0-3-2 0,0 3 1 0,0-3-2 16,0 0 1-16,0-1-1 0,0-3-1 0,0 3 0 0,0-3-2 0,0 0-1 16,0 0-1-16,0 0-1 0,0 0 0 0,0 0-1 0,0 0 0 15,0 0 0-15,0 0-1 0,0 0 0 0,0 0 2 0,0 0 0 16,0 0-1-16,0 0 0 0,0 0 1 0,0 0-1 0,0 0 1 0,0 0 0 16,0 0 3-16,0 0 3 0,0 0 3 0,0 0 2 0,0 0 3 15,0 0 4-15,0 0 3 0,0 0 2 0,0 0 1 0,0 0 1 0,-6 4-1 16,6-4 0-16,-8 0 0 0,2 0-3 0,0 4 0 0,-1-4-3 15,1 3-4-15,-8 1-2 0,8 0-3 0,-8-1-3 0,2 1-5 0,-1 3-2 16,0-2-1-16,-6 1-2 0,5 1 0 0,2 5 0 0,-2-5 1 0,-5 4 1 16,5 0-1-16,-4 4 0 0,4-4 0 0,-5 3-5 15,5 1-6-15,-5-4-15 0,6 4-17 0,0 3-24 0,-7-3-28 0,8 0-51 16,-2-5-57-16,8 5-82 0,-7-4-89 0,6-4-73 0,1 4-64 16,6-3-33-16,-7-5-15 0,7-3-4 0,0 0 4 0,7 0 12 0,-1-3 15 15,1-5 24-15,6 1 29 0,-7-4 50 0,8 0 60 0,-2 0 79 16,-5-3 272-16</inkml:trace>
  <inkml:trace contextRef="#ctx0" brushRef="#br0" timeOffset="152348.29">21290 6132 118 0,'0'-7'188'0,"0"3"19"0,0-3 19 0,-7 3 21 16,7 1 21-16,0-1 23 0,-6 0 20 0,6 4 24 0,0 0 21 0,0 0 0 15,0 0-12-15,-6 4-12 0,6 0-10 0,0-1-9 0,6 1-11 0,-6 7-9 16,0-4-10-16,6 8-13 0,-6-1-16 0,7 5-14 0,-7-1-16 16,7 4-18-16,-7 4-19 0,0-1-31 0,6 5-34 0,-6-5-21 15,0 5-16-15,7-1-10 0,-7 0-10 0,0 1-8 0,-7-1-8 0,7 0-7 16,0 1-7-16,-6-5-5 0,6 1-6 0,0 0-7 0,-7-1-5 15,7-3-12-15,-7 0-13 0,7-4-16 0,-6 1-17 0,6-1-21 16,-6 1-23-16,6-5-34 0,0-3-39 0,0 0-50 0,-8-4-57 0,8 1-62 16,0-1-61-16,0-7-54 0,0 0-49 0,0 0-21 0,0 0-6 15,0-7 7-15,0-1 11 0,8-3 18 0,-8 1 21 0,0-1 33 16,0 0 38-16,6-4 51 0,-6 0 56 0</inkml:trace>
  <inkml:trace contextRef="#ctx0" brushRef="#br0" timeOffset="152716.09">21362 6271 0 0,'0'-10'143'0,"6"-1"55"0,1 3 16 0,-1-3 21 0,0 4 20 16,1 3 27-16,0-3 27 0,-1 3 43 0,0 1 54 0,8-5 18 0,-8 5 0 15,7-1-17-15,0 0-28 0,6 1-21 0,1-1-18 0,0 0-12 16,-1 0-8-16,7 4-14 0,7-3-15 0,-7 0-17 0,6-2-20 16,1 5-38-16,-1-3-46 0,1 3-30 0,7-4-20 0,-8 4-14 0,7-4-10 15,-6 4-8-15,-1 0-6 0,1 0-6 0,-1 0-5 0,1 0-5 16,-7 0-5-16,6 4-5 0,-5-4-6 0,-1 0-6 0,0 4-5 15,-1-1-4-15,-5-3-4 0,6 5-3 0,-6-2-4 0,-7 0-2 0,7 1-2 16,-8 0-1-16,1 0-1 0,1-1-4 0,-2 1-14 0,-5 0 0 16,6-1 0-16,-7 1 0 0,1 0 0 0,0-1 0 0,-1 1 0 0,-6 0 0 15,7-1 0-15,-1 5 0 0,0-5 0 0,-6 1 0 0,7 3 0 16,-7-3 0-16,7 0 0 0,-7 3 0 0,0 0 0 0,6 0 0 16,-6 4 0-16,-6-3 0 0,6 3 0 0,0 0 0 0,-7 0 0 0,0 4 0 15,1-1 0-15,0 1 0 0,-1-1 0 0,-6 5 0 0,0-5 0 0,0 5 0 16,0-5 0-16,0 5 0 0,0-4 0 0,-6 3 0 0,5-4 0 15,-5 1-15-15,-1 0-128 0,0-4-33 0,1 3-36 0,0-3-50 16,-1 0-58-16,1 0-62 0,-1-3-65 0,1-1-46 0,-1 4-36 0,0-4-21 16,-6-3-10-16,7 3 4 0,-1 1 14 0,-6-5 20 0,7 5 21 0,-7-5 32 15,6 1 35-15,-6 0 50 0,0-1 58 0,7 1 64 0,-8-1 156 16</inkml:trace>
  <inkml:trace contextRef="#ctx0" brushRef="#br0" timeOffset="152965.6">21466 6707 0 0,'-20'0'21'16,"1"0"132"-16,-1 0 14 0,0 4 17 0,8-4 19 0,-8 0 21 15,7 0 27-15,0 0 28 0,0 0 30 0,0 0 29 0,7 0 31 0,-1 0 4 16,0 0-6-16,1 0-7 0,0 0-6 0,-2 0-8 0,8 0-8 0,0 0-11 16,0 0-14-16,0 0-21 0,0 0-22 0,0 0-26 0,0 0-27 15,0 0-36-15,0 0-40 0,8 0-22 0,-2 0-12 0,7 4-4 16,0-4-2-16,0 0 2 0,7 0 1 0,-1 0 2 0,1 0 0 0,6 0 5 16,0-4 2-16,0 4 3 0,7 0 0 0,-1-4-5 0,1 1-8 15,-7-1-52-15,6 0-51 0,1 1 0 0,-1-1 0 0,1 0 0 0,-1-3 0 16,1 4 0-16,-7-1 0 0,7 0 0 0,-1 1 0 0,-6-2 0 15,1 2 0-15,-2 0 0 0,1-1 0 0,-6 0 0 0,6 4 0 16,-7-3 0-16,-5 3 0 0,4-4 0 0,-4 4-124 0,-1-4-137 0,-6 4-78 16,-1-3-84-16,1 3-84 0,-1-4-59 0,-6 4-43 0,0 0-16 15,0 0-3-15,0 0 12 0,0 0 20 0,-6 0 25 0,-1 0 30 0,1 4 39 16,-8-4 43-16,2 3 66 0,4 5 79 0</inkml:trace>
  <inkml:trace contextRef="#ctx0" brushRef="#br0" timeOffset="154015.94">21095 7352 0 0,'-7'4'3'0,"7"0"196"0,0-1 25 0,0-3 21 0,0 0 20 0,0 0 23 0,0 0 23 0,0 0 40 16,0 0 48-16,0 0 35 0,0 0 26 0,0-3-19 0,7 3-43 0,-7-4-33 16,0 0-27-16,6-3-21 0,-6 0-19 0,6-1-13 15,1 1-12-15,0-4-15 0,5 1-16 0,-5-6-32 0,6 2-40 0,0-1-28 16,7-3-20-16,-8-1-13 0,8-2-7 0,0-1-7 0,-1-1-3 0,7-2-4 15,-6-1-4-15,6-3-5 0,0 0-5 0,0-1-6 0,0-3-4 16,0 0-6-16,7 0-7 0,-7-4-4 0,0 1-6 0,7-1-4 16,-7 1-5-16,-1-5-3 0,9 1-26 0,-9 4-3 0,1-5 0 0,6-3 0 15,-5 4 0-15,-7 0 0 0,6-1 0 0,-1 1 0 0,-5 0 0 16,0 3 0-16,-1-3 0 0,1 3 0 0,0 1 0 0,-8 3 0 16,8-4 0-16,-7 8 0 0,7-1 0 0,-8-2 0 0,2 2 0 0,-2 4 0 15,8-3 0-15,-7 4 0 0,-1-1 0 0,8 0 0 0,-6 0 0 16,5 1 0-16,-6-1 0 0,6 4 0 0,-5-3 0 0,5 2 0 0,-6 2 0 15,6 2 0-15,-5-3 0 0,-1 4 0 0,0 0 0 0,0 3 0 16,-1-3 0-16,2 3 0 0,-8 4 0 0,7 0 0 0,-6 0 0 0,0 0 0 16,-1 4 0-16,0 3 0 0,-6-3 0 0,7 3 0 0,-7 1 0 15,7-1 0-15,-7 0 0 0,6 4 0 0,-6-3 0 0,0 3 0 16,0-4 0-16,6 4 0 0,-6-4 0 0,0 4 0 0,0-3 0 0,0 3 0 16,0 0 0-16,0 0 0 0,0 0 0 0,0 0 0 0,0 0 0 0,0 0 0 15,0 0 0-15,0 0 0 0,0 0 0 0,0 0 0 0,0 0 0 16,0 0 0-16,0 0 0 0,0 0 0 0,0 0 0 0,0 0 0 15,0 0 0-15,0 0 0 0,0 0 0 0,0 0 0 0,0 0 0 0,0 0 0 16,0-4 0-16,0 4 0 0,0 0 0 0,0-4 0 0,0 4 0 16,0-3 0-16,0 3 0 0,0 0 0 0,0 0 0 0,-6-4 0 0,6 4 0 15,0-4 0-15,0 4 0 0,0 0 0 0,0 0 0 0,-6-3 0 16,6 3 0-16,0 0 0 0,-7 0 0 0,0 0 0 0,7 0 0 0,-6 0 0 16,0 3 0-16,-8-3 0 0,8 0 0 0,-7 4 0 0,-1 0 0 15,-4 3 0-15,-2 0 0 0,1 1 0 0,-8 3 0 0,1-1 0 16,0 5 0-16,-6 0 0 0,-1 3 0 0,1 1 0 0,-1-1 0 0,-7 4 0 15,8-4 0-15,-7 4 0 0,6 0 0 0,-5 0 0 0,5 0 0 16,-6-4 0-16,13 4 0 0,-6-3 0 0,5-5 0 0,1 4 0 0,6-3 0 16,1-4 0-16,-1 0 0 0,8 0 0 0,-2-3 0 0,8-1 0 15,0-3 0-15,-1-1 0 0,0 1 0 0,7 0 0 0,0-4 0 16,0 0 0-16,0 0 0 0,0 0 0 0,0 0 0 0,0 0 0 0,0-4 0 16,7 4 0-16,-7-4 0 0,7 4 0 0,-1-3 0 0,-6-1 0 15,13 0 0-15,-6-3 0 0,5 0 0 0,1-1 0 0,1 1 0 0,6-4 0 16,-8 0 0-16,8 0 0 0,-1-4 0 0,7 1 0 0,-6-1 0 15,6 0 0-15,0 1 0 0,0-1 0 0,-6 1 0 0,6-1 0 0,0 0 0 16,-1 0 0-16,1 4 0 0,1-3 0 0,-1 3 0 0,-6-4 0 16,5 4 0-16,1 0 0 0,-6 0 0 0,6 4 0 0,0-4 0 0,-7 3 0 15,8 1 0-15,-8 0 0 0,0 3 0 0,1-3 0 0,0-1 0 16,-1 5 0-16,1-1 0 0,-7 0 0 0,7 1 0 0,-8-1 0 16,2 1 0-16,-2-1 0 0,8 4 0 0,-13-4 0 0,5 4 0 0,2-3 0 15,-2 3 0-15,-4-4 0 0,4 4 0 0,-5 0 0 0,-1 0 0 16,1-4 0-16,-1 4 0 0,1 0 0 0,-1 0 0 0,0 4 0 15,2-4 0-15,-8 0 0 0,6 0 0 0,-6 4 0 0,6-4 0 0,-6 3 0 16,0 1 0-16,7 0 0 0,-7-1 0 0,0 4 0 0,0 1 0 0,6 3 0 16,-6 0 0-16,-6 0 0 0,6 0 0 0,0 4 0 0,0-1 0 15,-7 5 0-15,7-1 0 0,-6-4 0 0,6 5 0 0,-6-1 0 0,-2-3 0 16,2 3 0-16,6 1 0 0,-6-1 0 0,-1-4 0 0,1 5 0 16,-1-5 0-16,7 4-188 0,-6-3-391 0,6 0-67 0,-7-4-49 0,7 4-12 15,0-4 7-15,0 0 20 0,0 0 23 0,7 0 32 0,-7-1 35 16,6-2 41-16,1-5 41 0,-1 5 64 0,1-5 75 0</inkml:trace>
  <inkml:trace contextRef="#ctx0" brushRef="#br0" timeOffset="164748.53">20456 8235 140 0,'-6'-3'182'0,"6"3"14"0,-7-4 16 0,7 4 22 0,-6 0 24 0,6 4 25 0,-7-4 24 0,1 0 25 16,6 0 26-16,0 3-3 0,-7 1-14 0,7 0-11 0,0-1-6 0,0 4-3 15,0 1 0-15,0 3-5 0,0 0-7 0,0 0-14 0,7 3-18 16,-7 4-19-16,0 1-19 0,6-1-20 0,-6 1-17 0,7 3-28 15,-1 0-34-15,1-4-21 0,-1 4-18 0,0-5-11 0,2 6-8 0,-2-4-9 16,0-1-6-16,8 0-4 0,-8 0-6 0,7-3-3 0,-7 0-5 16,8 0-5-16,-2-4-3 0,-5 0-4 0,6-4-3 0,0 0-1 15,0 0-1-15,0-3 0 0,1 0 0 0,-2-4 1 0,1 0 1 0,0-4 1 16,0 0 3-16,1-3 1 0,-2 0 2 0,8 0-33 0,-7-4-8 16,7-4 0-16,-8-4 0 0,8 5 0 0,-1-8 0 0,1 4 0 0,-6-8 0 15,11 0 0-15,-5 5 0 0,0-9 0 0,-8 4 0 0,8 1 0 16,-1-5 0-16,1 9 0 0,-8-5 0 0,8 0 0 0,-7 4 0 0,1-3 0 15,-2 6 0-15,2-3 0 0,-2 3 0 0,-5-2 0 0,6 2 0 16,0 5 0-16,-7-4 0 0,8 0 0 0,-8 3 0 0,0-5 0 0,1 7 0 16,0-2 0-16,-1 4 0 0,1-4 0 0,-1 1-36 0,-6 3-112 15,0 3-22-15,6-3-30 0,-6 4-38 0,0 0-45 0,0 4-53 0,0-5-52 16,0 8-52-16,-6-4-38 0,6 4-32 0,-6 4-16 0,-1 0-11 16,1 3 5-16,-1 0 12 0,0 4 18 0,1 0 19 0,0 4 31 15,-8 3 36-15,8-4 50 0,0 5 58 0,-7-2 61 0,6 3 172 0</inkml:trace>
  <inkml:trace contextRef="#ctx0" brushRef="#br0" timeOffset="164998.64">21198 8342 200 0,'8'0'243'0,"-8"0"26"0,6 0 20 0,-6 0 24 0,6 0 21 16,-6 0 41-16,0 0 50 0,7 3 37 0,-7-3 31 0,0 4-11 16,0 0-34-16,0-1-30 0,6 1-31 0,-6 3-27 0,0 4-27 0,7-4-18 15,-7 4-16-15,0 4-18 0,6 0-19 0,-6-1-36 0,7 4-45 16,-7 1-36-16,0 3-29 0,0 0-23 0,0 0-16 0,0 3-14 0,-7 1-13 15,7 0-8-15,-6 0-7 0,6-1-6 0,-7 5-6 0,1-5-5 16,-1 0-5-16,1 2-9 0,6-6-11 0,-6 1-13 0,-2 0-15 0,8-7-17 16,-6 3-19-16,6-3-21 0,-6-4-21 0,6 0-29 0,0-7-30 15,0 3-43-15,0-7-46 0,0 4-59 0,6-8-60 0,-6 0-47 0,6 1-35 16,-6-8-26-16,8-1-17 0,-2 2-9 0,-6-5-4 0,6-3 9 16,1-1 17-16,-1 1 24 0,1-4 29 0,-1 0 42 0,1-3 48 0,-1-1 58 15,0 4 61-15</inkml:trace>
  <inkml:trace contextRef="#ctx0" brushRef="#br0" timeOffset="165449.23">21277 8576 0 0,'6'-22'122'0,"-6"4"41"0,0-1 31 0,0 1 32 15,0 0 31-15,0 3 31 0,7 0 31 0,-7 1 40 0,0-5 43 0,7 8 16 16,-1-3 5-16,1-1-2 0,-1 0-2 0,7 5-7 0,-6-1-8 16,5 0-12-16,2 0-15 0,5-1-19 0,1 5-21 0,-8-4-24 15,8 4-24-15,0 3-34 0,5-3-36 0,-5 3-33 0,6 0-33 0,-6 1-23 16,-1-1-18-16,7 4-14 0,-6 0-11 0,-1 0-29 0,1 4-58 16,0-1 0-16,-1 1 0 0,1 4 0 0,-8-1 0 0,8 0 0 15,-7 4 0-15,1-4 0 0,-2 5 0 0,2-6 0 0,-2 10 0 0,-5-5 0 16,-1-4 0-16,1 4 0 0,0 0 0 0,-1 0 0 0,-6 0 0 0,0 0 0 15,0 0 0-15,-6-4 0 0,6 4 0 0,-14 0 0 0,8 0 0 16,-1 0 0-16,-5 0 0 0,-2 0 0 0,-5 0 0 0,6 0 0 16,-7 4 0-16,1-4 0 0,-1-1 0 0,-6 1 0 0,1 5 0 0,5-6 0 15,-7 1 0-15,1-3 0 0,0 3 0 0,0-4 0 0,7 0 0 16,-7-3 0-16,6 3 0 0,7-3 0 0,-7-4 0 0,8 4 0 0,5-4 0 16,-6 0 0-16,7 0 0 0,-1 0 0 0,7 0 0 0,-6 0 0 15,6 0 0-15,0 0 0 0,0 0 0 0,0 0 0 0,6 0 0 0,-6 3 0 16,7-3 0-16,-1 0 0 0,7 4 0 0,-6-1 0 0,5 1 0 15,2 3 0-15,5-3 0 0,-6 3 0 0,6 5 0 0,1-5 0 0,0 4 0 16,-1 4 0-16,1-4 0 0,0 3 0 0,-1 1 0 0,-6-1 0 16,6 1 0-16,1 3 0 0,-7-3 0 0,7 0 0 0,-14 3 0 15,8-3 0-15,-2 3 0 0,-6-3 0 0,8-1 0 0,-8 1 0 0,1-4 0 16,-7 3 0-16,6 1 0 0,-6-4 0 0,0 1 0 0,-6-2 0 16,6 5 0-16,-7-4 0 0,1-4 0 0,-1 4 0 0,0 0 0 0,-5-3 0 15,-2-1 0-15,2 4 0 0,-1-8 0 0,-7 5 0 0,8-5 0 0,-8 1 0 16,-7 0 0-16,8-4 0 0,-7 0 0 0,0-4 0 0,0 0 0 15,0 1 0-15,-7-5 0 0,1 5 0 0,-1-8 0 0,7 4 0 16,-6-1 0-16,-1-3-401 0,7 0-385 0,-7 4-17 0,7 0 8 0,0-1 26 16,7 4 36-16,-7-3 36 0,6 3 39 0,1 4 44 0,5-3 47 15,-6 3 63-15,8 0 71 0,-1 0 94 0,0 3 247 0</inkml:trace>
  <inkml:trace contextRef="#ctx0" brushRef="#br0" timeOffset="-211697.72">12113 578 45 0,'-6'0'131'0,"-1"4"13"0,1-4 11 0,-1 0 14 0,0 0 16 0,1 4 17 0,0-4 20 0,6 0 6 0,-6 4 3 0,6-4-7 0,-8 0-11 16,8 3-2-16,0-3 0 0,0 0-1 0,0 0-3 0,-6 0-4 0,6 0-2 15,0 0 2-15,0 4 4 0,0-4 8 0,0 4 9 0,0-2-1 16,6 3-6-16,-6-1-9 0,0 3-8 0,0 0-9 0,0 1-6 0,8-1-7 16,-8 0-4-16,0 4-6 0,6 1-4 0,-6-2-12 0,6 5-14 0,-6-4-24 15,6 3-25-15,-6-2-17 0,7 2-10 0,-7 1-6 0,7-1-7 0,-7 1-5 16,6 0-3-16,-6 0-3 0,7-1-4 0,-7 4-4 0,6-3-5 0,1 0-4 16,-7-4-3-16,7 3-3 0,-1 1-1 0,0 0-2 0,-6-4-2 0,7-1 0 15,0 2-1-15,-7-2-1 0,6 1-1 0,0-3 0 0,1-1-2 16,-1 1 0-16,-6-1 0 0,7-3 1 0,0 3-1 0,-1-7 2 0,-6 4 2 15,6-1 5-15,2-3 7 0,-2 0 4 0,6-3 4 0,-5-1 3 0,0 0 5 16,6-3 2-16,-1 0 3 0,2-4 0 0,5-1 0 0,-6-2 0 16,7-1 0-16,-1-7-1 0,7 4-3 0,1-4-6 0,-1-3-6 0,0-2-6 15,-1-1-3-15,8 2-4 0,-7-4-4 0,6 1-3 0,1 0-5 0,-1-1-7 16,-5 1-10-16,-1 4-9 0,0-1-10 0,0 4-9 0,-7 0-10 0,1 0-9 16,-6 4-9-16,5 3-10 0,-6-3-11 0,-7 7-12 0,7 0-12 15,-7-1-18-15,-6 6-20 0,8-2-29 0,-8 0-36 0,0 4-46 0,0 1-51 0,0 0-36 16,-8 3-32-16,8-4-25 0,-6 8-21 0,0-4-20 0,-1 3-21 0,1 0-3 15,-1 5 4-15,-6-1 15 0,7 4 20 0,-8 1 35 0,8-1 44 0,0 0 54 16,-8 3 61-16,8-3 47 0,0 4 146 0</inkml:trace>
  <inkml:trace contextRef="#ctx0" brushRef="#br0" timeOffset="-211331.25">12817 784 0 0,'0'3'84'0,"0"1"119"0,0-4 14 0,-7 0 12 15,7 4 10-15,0-4 10 0,-6 0 10 0,6 3 10 0,0-3 9 16,0 0 2-16,-6 0-2 0,6 0-34 0,0 4-51 0,0-4-38 0,0 4-30 16,0-4-20-16,0 3-15 0,0 1-11 0,0 0-10 0,0 0-10 15,0-1-9-15,0 4-10 0,0-3-9 0,0 3-9 0,6 0-8 0,-6-3-5 16,6 3-4-16,1 1-2 0,-7-5 1 0,6 2-1 0,1 2 0 0,-1-4 1 16,7 1 2-16,-7 0 0 0,2-4 3 0,-2 3 1 0,7-3 3 15,-7 0 3-15,7 0 2 0,-6-3 3 0,6 3 3 0,0-4 1 0,-7 0 3 0,8 1 5 16,-8-2 3-16,7-2 7 0,0 1 9 0,-6-2 4 0,5 0 2 15,-4-2 0-15,4 2 1 0,-6-2 0 0,1-2-2 0,0 1 2 0,-1 0 0 16,1-3-1-16,-1 3 1 0,0 0-4 0,-6 0-4 0,8-4-8 0,-8 4-9 16,0 0-5-16,0 0-3 0,-8 0-2 0,8 4 2 0,-6-4-3 15,0 0-1-15,-1 4-2 0,1 0-3 0,-8-1-4 0,8 1-2 0,0 3-2 16,-8-3-1-16,2 7 0 0,5-4-1 0,-6 4-3 0,0 0-3 0,7 0-8 16,-8 4-8-16,8-4-14 0,-7 3-17 0,6 5-22 0,-6-5-26 0,7 1-34 15,-1 4-41-15,1-1-40 0,-1-4-38 0,7 4-34 0,-6 1-31 0,6 0-29 16,0-2-30-16,0 2-10 0,0-1-2 0,6 0 10 0,1-3 13 15,-7 3 22-15,13-3 25 0,-7 0 35 0,7-4 41 0,1 3 39 0,-2-3 131 16</inkml:trace>
  <inkml:trace contextRef="#ctx0" brushRef="#br0" timeOffset="-210981.1">13149 707 0 0,'0'3'92'0,"0"1"73"0,0 3 9 0,0-3 11 16,0-1 13-16,0 5 17 0,0-4 17 0,0 3 16 0,0 1 14 15,0-5-3-15,0 4-8 0,0 1-24 0,0-1-30 0,0 0-20 0,0 1-15 16,0-1-8-16,6 0-6 0,-6-3-7 0,0 4-11 0,7-5-16 0,0 4-19 15,-7-3-15-15,6 3-13 0,0-3-15 0,1-1-13 0,-1 1-10 0,1-4-6 16,0 4-5-16,-1-4-3 0,8 0-6 0,-8 0-6 0,0-4-7 16,7 4-8-16,0-7-7 0,0 3-9 0,-7 1-10 0,8-5-8 0,-2 1-12 15,-5 0-10-15,6-1-8 0,-6-3-6 0,5 4-3 0,-4 0-1 16,-2-4 0-16,0 3 2 0,0 1 4 0,2 0 5 0,-2 0 8 0,0 3 9 16,-6 0 11-16,7 1 12 0,-7-2 16 0,6 2 16 0,-6 3 15 0,0 0 12 15,0 0 8-15,0 0 6 0,0 0 8 0,0 0 6 0,0 3 10 16,-6 2 8-16,6-2 9 0,0 1 8 0,0 0 7 0,0 3 7 0,0-3 5 15,-7 3 6-15,7 4 11 0,0-4 16 0,0 0 10 0,0 1 6 0,0 3-1 16,0-4-5-16,0 1-5 0,0-1-9 0,0 0-8 0,0 0-8 0,0 0-9 16,0-3-11-16,0 0-10 0,0 4-12 0,7-5-23 0,-7-3-27 0,0 3-26 15,6 2-25-15,-6-5-26 0,0 0-26 0,7 2-22 0,-7-2-20 16,7-2-28-16,-7 2-31 0,6-5-32 0,0 5-32 0,-6-3-31 16,6-5-31-16,2 5-20 0,-2-5-15 0,-6 5-9 0,6-4-7 0,1-1 2 0,0 1 2 15,-7 0 11-15,6-1 15 0,1-3 25 0,-7 4 29 0,6 0 32 16,-6 3 32-16,0-3 36 0,6-1 38 0</inkml:trace>
  <inkml:trace contextRef="#ctx0" brushRef="#br0" timeOffset="-210830.59">13507 747 0 0,'0'-3'105'0,"0"3"32"0,-7 0 15 0,7 0 11 16,0 0 7-16,0 0 5 0,0 0 3 0,0 0 6 0,0 0 6 0,0 0-2 16,7 0-6-16,-7 0-4 0,7 0-1 0,-1 0-4 0,0 0-4 15,8 0-2-15,-1-4-4 0,-1 4 0 0,2 0 1 0,-2 0-2 0,2-4 2 16,5 4-9-16,-5 0-13 0,4 0-15 0,-4-3-17 0,6 3-19 16,-7 0-20-16,-1 0-14 0,2 0-13 0,-2-5-17 0,2 5-18 0,-1 0-31 15,-7-3-36-15,0 3-37 0,1 0-39 0,0 0-43 0,-7-4-46 16,0 4-42-16,0 0-41 0,0 0-20 0,0 0-10 0,-7-3-5 0,7-1-2 0,-7 0 5 15,1-3 9-15,0 3 23 0,-1 1 30 0,1-5 32 0,-1 1 36 16</inkml:trace>
  <inkml:trace contextRef="#ctx0" brushRef="#br0" timeOffset="-210631.43">13735 549 41 0,'-6'4'178'16,"6"3"16"-16,-7-3 14 0,0 3 18 0,1 4 20 0,6-3 24 0,-6 3 22 15,-1 0 26-15,1 3 27 0,-1 1 14 0,7-1 4 0,-7 2-8 16,1 1-15-16,0 2-14 0,6-1-10 0,-8 1-11 0,2-1-12 0,6 0-17 15,0-3-19-15,-6 3-22 0,6-3-22 0,0-1-27 0,0 1-28 0,6-4-38 16,-6 4-42-16,6-4-32 0,-6 0-29 0,8-4-23 0,-2 0-22 16,0 1-23-16,1-1-24 0,6 0-33 0,-6-3-37 0,5 0-45 0,-5-1-48 15,6-3-45-15,-7 4-45 0,8-4-38 0,-8 0-34 0,7 0-29 0,0 0-28 16,0-4-6-16,-7 1 5 0,8-1 15 0,-1 0 19 0,0 1 30 16,0-5 36-16,-1 1 44 0,2 0 47 0,-1-1 47 0,0-3 104 0</inkml:trace>
  <inkml:trace contextRef="#ctx0" brushRef="#br0" timeOffset="-210114.14">14106 666 51 0,'-6'5'190'0,"0"-5"11"0,6 3 8 15,-8-3 3-15,8 3 3 0,0-3 11 0,0 0 17 0,0 0 19 16,0 0 22-16,8 0 7 0,-2 0 0 0,0 0-1 0,7 0-4 0,-6 0-3 0,6 0-4 15,7-3-2-15,-8 3 0 0,8-3 0 0,-1 3 2 0,1-5-7 16,-7 5-13-16,13-3-16 0,-6 3-20 0,0-4-29 0,-2 0-33 0,2 4-37 16,-1-3-40-16,1 3-23 0,-6-4-17 0,5 4-10 0,-6 0-6 0,6 0-5 15,-5 0-4-15,-2 0-5 0,2-3-2 0,-1 3-6 0,-7 0-8 0,8-4-11 16,-8 4-13-16,0 0-17 0,0-3-18 0,1 3-31 0,0 0-38 0,-1-4-49 16,-6 0-58-16,0 0-60 0,7 1-62 0,-7-1-54 0,0 0-49 0,-7-3-23 15,7 2-9-15,-6-1 4 0,6-1 9 0,-7-1 14 0,0 1 17 0,1-1 31 16,0-3 36-16,0 4 49 0,-2-4 59 0</inkml:trace>
  <inkml:trace contextRef="#ctx0" brushRef="#br0" timeOffset="-209748.18">14477 337 3 0,'0'-4'165'0,"0"4"18"15,0 0 19-15,0 4 21 0,0 0 24 0,0-1 26 0,0 4 27 0,0 1 36 16,0-1 42-16,0 4 14 0,0 0 2 0,-6 0-7 0,6 0-11 16,0 3-8-16,-6 2-9 0,-2-3-8 0,8 6-10 0,-6-3-13 0,-6 1-18 15,5 2-16-15,0 3-18 0,-6-4-30 0,7 4-37 0,-8 0-33 0,2 0-33 16,-2 0-22-16,-5 3-19 0,6 1-12 0,-6-4-12 0,-1 4-10 0,1-1-8 15,5-3-13-15,-5 1-17 0,0 2-19 0,-1-6-24 0,7 2-25 0,-7-2-24 16,14-1-23-16,-7-3-22 0,0-4-23 0,6-1-24 0,1 2-32 16,-1-5-34-16,1-4-49 0,6 1-52 0,0 0-45 0,0-4-40 0,0-4-21 15,0-3-9-15,6 3 2 0,1-3 8 0,-1-4 14 0,1 0 14 16,-1 0 20-16,1 0 21 0,6-4 30 0,-7 4 35 0,8 0 52 0,-8 1 60 16,7-1 59-16,-7 3 59 0,8 0 46 0,-8 1 41 0,7 4 31 0,-6-1 27 15,5 4 23-15,-5-4 22 0,6 8 24 0,-6-4 23 0,5 4 22 16,-4-1 19-16,4 1 17 0,1 3 14 0,0 0 19 0,0 1 23 0,7 2 8 15,-8-2 2-15,2 3-5 0,5 0-14 0,-5 4-12 0,4-4-15 0,-4 0-19 16,6 3-23-16,-7-2-19 0,7 2-19 0,-8-3-20 0,1 0-20 16,0 4-30-16,0-4-32 0,1-4-23 0,-2 4-16 0,-6-3-11 0,8 2-9 0,-8-2-13 15,1-5-17-15,-1 5-20 0,1-5-24 0,-7 2-34 0,7-5-37 16,-7 0-58-16,0 0-71 0,0 0-56 0,-7 0-48 0,0-5-41 0,1 2-37 16,-1-1-17-16,-5 0-7 0,-2 1 4 0,2-5 12 0,-8 5 16 15,7-4 22-15,-7 3 32 0,0-3 35 0,1-1 59 0,-1 1 85 0</inkml:trace>
  <inkml:trace contextRef="#ctx0" brushRef="#br0" timeOffset="-209577.1">14145 905 78 0,'-6'3'169'0,"6"1"12"0,0 3 14 15,0-3 19-15,0 3 20 0,6 1 19 0,1-5 21 0,-7 5 20 16,7-1 19-16,-1 0-13 0,0 1-28 0,-6-1-20 0,14 0-17 0,-8 4-4 16,0-3 3-16,1-5-4 0,6 5-6 0,-6-1-15 0,-1 0-18 0,7-3-21 15,-6 3-20-15,-1-3-34 0,7 0-39 0,-6-1-54 0,-1 1-63 0,1-4-69 16,-1 0-70-16,0 0-76 0,2 0-78 0,-2 0-42 0,0-4-26 15,0-3-12-15,1 3-7 0,0-3-2 0,-7 0 0 0,6-4 12 0,1 0 21 16,-1-1 35-16,0-2 45 0,2 3 55 0,-2-7 220 0</inkml:trace>
  <inkml:trace contextRef="#ctx0" brushRef="#br0" timeOffset="-209365.18">14731 446 0 0,'7'-3'136'0,"0"3"113"0,-7-3 11 0,6 3 8 0,0 0 3 0,1 0 12 15,-7 0 14-15,7 0 16 0,-1 3 14 0,1-3 19 0,5 3 20 0,-5-3-24 16,6 5-48-16,1-3-37 0,-8 3-29 0,7-2-14 0,0 1-8 0,-7 3-4 16,7-3-2-16,1 3-11 0,-8 1-15 0,7-5-14 0,-7 5-15 15,1-1-20-15,-1-3-26 0,1 3-32 0,-1 0-38 0,1 0-44 0,0-3-46 16,-7 4-44-16,0-5-44 0,6 4-54 0,-12-3-60 0,6 3-46 0,-7-3-43 0,7 0-40 16,-7-1-40-16,-6 5-19 0,7-4-6 0,-7-1 6 0,6 1 10 15,-5 0 22-15,-2-2 26 0,1 3 36 0,-6-5 39 0,6 4 52 0,-1-4 58 16</inkml:trace>
  <inkml:trace contextRef="#ctx0" brushRef="#br0" timeOffset="-209147.52">14647 648 61 0,'-7'4'165'0,"1"-4"15"0,-1 3 10 16,1-3 12-16,6 0 8 0,-6 0 10 0,6 4 10 0,0-4 13 15,0 0 16-15,0 0-11 0,0 0-22 0,0 0-7 0,6 0 2 0,0 0 17 16,1 0 24-16,6 0 12 0,-6 0 5 0,11 0 1 0,-4 0-3 0,-1 0-4 16,7 0-4-16,-1 0-10 0,0-4-10 0,1 4-18 0,-1 0-20 0,1 0-24 0,0 0-26 15,6-3-34-15,-7 3-39 0,1 0-24 0,-1-4-17 0,1 4-10 16,0 0-7-16,-8-3-6 0,8 3-6 0,-7-4-4 0,7 4-4 0,-8-3-2 15,2 3-2-15,-8-4-6 0,7 4-7 0,0 0-12 0,-6-4-11 0,-1 4-15 16,-6 0-16-16,6-4-24 0,2 4-28 0,-8 0-41 0,0-3-46 0,0 3-59 16,0 0-64-16,0-4-51 0,-8 0-43 0,2 1-32 0,6 3-28 0,-6-4-5 15,-7 4 4-15,6 0 11 0,1 0 13 0,-7 0 22 0,-1 0 29 0,2 4 40 16,5-4 45-16,-12 3 60 0,6 1 129 0</inkml:trace>
  <inkml:trace contextRef="#ctx0" brushRef="#br0" timeOffset="-208164.23">14868 663 0 0,'-6'8'126'0,"-7"-5"35"0,6 4 16 0,1-3 20 0,0 3 22 16,-2 0 21-16,8-3 24 0,-6 3 25 0,0 1 25 0,-1-5 1 0,7 4-13 15,-7 1 6-15,7 0 18 0,0-1 5 0,-6 0-1 0,6-3-5 0,0 7-6 16,0-8-16-16,0 5-18 0,0-1-19 0,0 0-22 0,0-3-24 16,0 3-25-16,0-3-24 0,0 4-24 0,0-5-35 0,0 1-39 0,0-1-24 15,0-3-16-15,0 4-14 0,0-4-11 0,0 0-12 0,0 0-11 0,6 0-13 16,-6 0-12-16,7-4-14 0,-7 4-18 0,13-3-18 0,-7-4-21 0,2 3-18 16,4-4-19-16,-5 1-13 0,6 0-12 0,0-4-4 0,-1 3-3 15,2 1 6-15,-1-4 8 0,0 8 8 0,0-5 11 0,0 1 14 0,0 3 15 16,0 1 20-16,-6 3 21 0,6-5 19 0,-7 5 16 0,7 0 15 0,-6 5 13 15,5-5 11-15,-4 3 13 0,-2-3 12 0,0 4 18 0,1 3 17 16,-1-3 17-16,1 0 15 0,-7-1 14 0,6 4 10 0,1 1 10 0,-7-5 8 16,0 5 9-16,0-5 6 0,0 5 6 0,0-5-1 0,0 1-1 15,0 3-11-15,0-3-13 0,0 0-16 0,-7 3-16 0,1-3-16 0,-1-1-11 0,1 5-12 16,-1-5-10-16,1 1-10 0,-8 3-7 0,8-3-7 0,-7-1-7 16,0 2-8-16,0-2-8 0,0 0-8 0,0 2-7 0,0-3-9 15,-7 3-9-15,7-2-8 0,0 1-11 0,-7 0-7 0,8-1-6 0,-1-3-4 16,0 4-2-16,0 0 1 0,-1-4-1 0,8 3 3 0,0-3 2 0,-1 0 2 15,0 4 1-15,1-4 5 0,6 0 6 0,-6 0 8 0,6 0 10 0,0 0 8 16,6 4 6-16,-6-4 3 0,0 3 2 0,0-3 0 0,6 0 0 0,-6 4 2 16,7-4 0-16,-7 0 3 0,7 4 6 0,-7-4 0 0,6 0-3 15,-6 3-9-15,6-3-15 0,-6 0-12 0,0 0-12 0,8 0-13 0,-8 0-13 16,0 0-15-16,0 0-16 0,0 4-17 0,-8-4-14 0,8 4-11 0,-6-1-7 16,6-3 0-16,-6 4 1 0,-1 0 10 0,0-1 14 0,1 1 14 15,0-1 13-15,-7 5 17 0,6-4 19 0,0-1 26 0,-5 4 31 0,5 1 31 16,0-5 31-16,-5 5 28 0,5-1 29 0,0 4 27 0,-6-3 26 0,7 3 25 15,0-4 23-15,-2 4 16 0,-4 3 11 0,6-3 7 0,-1 0 2 16,0 0-7-16,1 4-11 0,-1-4-12 0,1 0-14 0,0 0-17 0,-2 0-17 16,2 0-21-16,0 0-25 0,6-4-22 0,-6 4-22 0,6-3-16 0,0-1-15 15,-8 0-8-15,8-3-7 0,0 0-5 0,0 3-4 0,0-7-3 16,8 4-3-16,-8-1-2 0,0-3-2 0,0 0-3 0,6 0-2 0,0 0-2 16,-6 0-1-16,6-3-1 0,8-1-3 0,-8 0-2 0,7-3-6 0,1 0-3 15,-2-4-4-15,2 3-3 0,5-3-2 0,-6-3-1 0,6 2-2 0,1-2 1 16,0 3-1-16,-1-4 0 0,7 1 1 0,-6 0 2 0,-1 2 2 0,7-3 3 15,-6 5 4-15,6-1 4 0,-7 3 2 0,7-3 3 0,-6 4 3 16,6 0 2-16,-7-1 1 0,1 5 1 0,0-1 2 0,-1 4-1 0,1 0 1 16,-1 0 1-16,-6 0-1 0,6 4 4 0,-5-1 2 0,-1 5 5 15,0-1 6-15,0 0 5 0,-7 1 6 0,8 3 5 0,-8 0 7 0,0-1 6 16,1 1 5-16,0 0 6 0,-7 0 6 0,6 4 8 0,-6-4 7 0,0 4 5 16,0-4 5-16,0 4 1 0,-6-1 0 0,6-3-1 0,-7 0-4 0,7 4-4 15,-7-4-3-15,1 0-5 0,0 0-4 0,6-1-5 0,-7 1-6 0,0-3-8 16,1-1-6-16,-1 0-7 0,7-3-7 0,-6 0-5 0,0 3-4 15,6-7-3-15,-7 4-4 0,0 0-3 0,1-4-2 0,-8 0-5 0,8 0-5 16,0 0-4-16,-7 0-5 0,0-4-9 0,0 0-10 0,7 4-11 0,-14-3-10 16,7-1-10-16,0-4-11 0,0 5-8 0,-7-5-10 0,7 5-8 15,-6-5-10-15,-1 1-4 0,7 0-3 0,-7 0 0 0,7-4-2 0,-6 3 5 16,6-3 4-16,-1 0 7 0,2 0 9 0,-1 0 9 0,6 1 9 0,1-1 8 16,-1 0 10-16,7-1 9 0,-6 1 9 0,12 0 6 0,-6 4 6 0,7-4 4 15,-7 4 5-15,6-1 6 0,7-3 4 0,-6 8 3 0,5-5 2 0,-4 1 1 16,4 0 2-16,1 3 1 0,0 1 1 0,7-1 1 0,-7 0 2 15,0 4 1-15,7-3 1 0,-8 3 1 0,8 3 3 0,-6-3 2 16,-2 4 2-16,1 0 5 0,7 3 5 0,-14-3 3 0,8 3 4 0,-2 0 3 16,-5 0 6-16,6 4 4 0,-7 0 6 0,1-3 6 0,-7 3 4 0,6 0 6 15,0 0 3-15,-6 0 6 0,8-1 3 0,-8 2 2 0,0-1 1 0,-8-4 2 16,8 4 2-16,0-4 2 0,-6 4 2 0,0-3 0 0,6-1 0 0,-7 0-2 16,1 1-5-16,-1-5-2 0,1 4-6 0,-1-3-6 0,-5 0-6 15,4-1-6-15,2-3-7 0,-7 5-5 0,0-5-7 0,7 0-8 0,-7 0-9 16,-1 0-11-16,2-5-9 0,-2 5-15 0,2-3-15 0,5-5-16 15,-6 5-17-15,0-4-19 0,7-1-23 0,-8 1-28 0,8 0-29 0,-1-4-48 0,-6 3-57 16,7-3-69-16,-1 0-76 0,-5 4-64 0,4-4-59 0,2 3-22 16,0-2-3-16,-1 2 6 0,1 1 11 0,-1 3 18 0,1-3 20 0,-1 0 27 15,7 3 29-15,-6-3 48 0,0-1 57 0,6 5 70 0,0-5 263 16</inkml:trace>
  <inkml:trace contextRef="#ctx0" brushRef="#br0" timeOffset="-161198.59">11468 2183 0 0,'0'0'51'0,"0"0"44"0,0 0 1 0,0 0 1 0,0 0 2 0,0 0 2 15,0 0 0-15,0 0-8 0,0 0-14 0,0 0-15 0,0 0-12 16,0 0-7-16,0 0-3 0,0 0 2 0,0 0 3 0,0 0 7 16,7 0 6-16,-7 0 8 0,7 3 6 0,-7-3 6 0,6 0 6 0,0 0 6 15,-6 0 7-15,7 0 5 0,0 0 5 0,-1 0 3 0,1 0 4 0,-1 0 3 16,0 0 3-16,1 0 1 0,0 0-1 0,5 0-2 0,-4-3-1 15,-2 3 6-15,7 0 7 0,-7 0 9 0,7 0 9 0,0 0 8 0,-7 0 6 16,8-3 2-16,-1 3 1 0,0 0-4 0,0 0-2 0,0 0-5 16,-6 0-6-16,5 3-5 0,2-3-4 0,-1 0-10 0,-1 0-12 0,2 0-16 15,-2 3-16-15,-4-3-15 0,4 5-15 0,1-5-5 0,0 3-3 16,0-3-3-16,1 4-3 0,-2-4-2 0,8 4 1 0,-7-4 0 0,0 3 0 16,0-3 0-16,7 4-1 0,-8 0-1 0,8-4-1 0,-7 3 1 15,7 1 2-15,-8-4-4 0,8 3-3 0,-1 1-3 0,1-4-1 0,0 4-2 16,-7-4-2-16,7 3-2 0,-1-3-2 0,0 4-2 0,1-4-1 15,-7 4 0-15,7-4-1 0,-1 3-2 0,1 1-1 0,-8-4-1 0,8 4-2 16,0-4-1-16,-1 0 0 0,-5 3-1 0,4-3 0 0,2 0 0 16,0 4-1-16,-1-4 1 0,-5 0-1 0,5 4-1 0,1-4 0 0,-1 3 0 15,0-3 0-15,1 0 0 0,6 4 0 0,-7-4 1 0,1 4 3 0,-7-4 2 16,13 0 2-16,-6 3 1 0,0-3 2 0,-1 0 1 0,1 0 1 16,-1 4 3-16,1-4 0 0,6 4 2 0,-6-4 0 0,-1 0 1 15,7 0 0-15,0 3-2 0,-7-3-3 0,7 0-2 0,0 0 0 0,-6 4-2 16,6-4-2-16,1 0 0 0,-2 0-1 0,1 0-1 0,0 0-2 15,0 0-1-15,7 0-2 0,-7 0 0 0,0 0 0 0,1 0-2 0,5 0 2 16,-7-4-1-16,8 4-1 0,-7 0-2 0,6-3 0 0,-5 3-2 16,5-4 1-16,1 0-2 0,-7 4 1 0,6-3-1 0,1-1 2 0,-1 4-2 15,1-4 0-15,-7 1-2 0,14-1 1 0,-15 0 0 0,15 4-1 16,-15-3 0-16,15-1 0 0,-14 0 0 0,7 4 1 0,-1-3-1 0,1-1-1 16,-1 4 0-16,1-4-1 0,-1 1 0 0,-6 3 2 0,7-4 0 15,-1 4 1-15,1-4-1 0,-1 4 1 0,1-3 1 0,-1 3-1 0,1-4 1 16,-1 4 0-16,-5 0-1 0,5-3 0 0,1 3 0 0,-1 0 0 0,1 0 1 15,-1 0 0-15,1-4-1 0,7 4-1 0,-8 0 1 0,1-4 0 16,-1 4-1-16,1 0 0 0,-1 0 0 0,-6-3 0 0,7 3 0 16,-1 0 0-16,1-4 0 0,-7 4 0 0,6 0 1 0,1-4 2 0,-7 4 0 15,7 0 2-15,-7-3 2 0,6 3 2 0,-5 0 2 0,-2 0 3 16,7 0 1-16,-5-5 1 0,5 5 1 0,-6 0 2 0,0 0-1 0,7 0 0 16,-7 0 0-16,7-3 0 0,-7 3-2 0,6 0-1 0,1 0-1 15,-7-3-1-15,7 3-2 0,-1 0-1 0,-6-4-2 0,7 4 0 0,-7 0-1 16,7-4 0-16,-7 4 0 0,6 0 0 0,-6-3 1 0,0 3 1 0,6 0-1 15,-6-4 2-15,1 4-1 0,5-4 2 0,-6 4-1 0,0 0 2 16,1-4 0-16,-1 4 1 0,6-3 0 0,-6 3 1 0,0-4 0 0,0 4 1 16,0 0 0-16,0-4-1 0,1 4 1 0,5 0 0 0,-6-3-1 15,0 3-1-15,0 0-1 0,0-4-1 0,0 4 0 0,0 0 0 0,1 0-2 16,-1-4 1-16,-1 4-2 0,1 0-2 0,-6-3 0 0,6 3 0 0,1 0-3 16,-2 0-1-16,-5 0 1 0,6-4-1 0,0 4 1 0,-7 0-1 0,7 0 0 15,0 0 1-15,-6-4-1 0,6 4 1 0,0 0-1 0,0 0 1 16,0 0 0-16,-6-3 0 0,6 3 1 0,-1 0-1 0,2 0 0 0,-1-4 1 15,0 4-1-15,0 0 1 0,-7 0-2 0,7-4 1 0,1 4 0 16,-1 0 0-16,0-3 1 0,0 3-1 0,-7 0 0 0,7 0 1 0,0 0-1 16,-6 0 0-16,6-4 0 0,-7 4 1 0,1 0-5 0,7 0 0 0,-9 0 0 15,2 0 0-15,-1 0 0 0,1 0 0 0,0 0 0 0,-1 0 0 16,7 0 0-16,-6 0 0 0,-1 0 0 0,1 0 0 0,0 4 0 0,-1-4 0 16,1 0 0-16,0 0 0 0,-2 0 0 0,2 0 0 0,0 0 0 0,-1 0 0 15,1 0 0-15,-1 0 0 0,7 0 0 0,-6 0 0 0,0 0 0 16,-1 0 0-16,1 0 0 0,6 0 0 0,-7 0 0 0,1 0 0 0,0-4 0 15,5 4 0-15,-5 0 0 0,0 0 0 0,-1 0 0 0,7 0 0 0,-6 0 0 16,-1 0 0-16,1 0 0 0,-1 0 0 0,0-4 0 0,1 4 0 16,0 0 0-16,-1 0 0 0,1 0 0 0,0 0 0 0,-1 0 0 0,1 0 0 15,-1 4 0-15,0-4 0 0,1 0 0 0,-1 0 0 0,1 0 0 16,0 0 0-16,-1 0 0 0,7 0 0 0,-6 0 0 0,-1 0 0 0,7 0 0 16,-6 0 0-16,-1 0 0 0,7 4 0 0,-6-4 0 0,6 0 0 0,-7 0 0 15,7 0 0-15,1 0 0 0,-7 0 0 0,6 0 0 0,-1 0 0 16,1 0 0-16,-6 0 0 0,6 0 0 0,0 0 0 0,0 0 0 0,0 0 0 15,-6 0 0-15,6 0 0 0,-7 3 0 0,7-3 0 0,0 0 0 16,-6 0 0-16,6 0 0 0,-7 4 0 0,1-4 0 0,6 0 0 0,-7 0 0 16,8 0 0-16,-8 0 0 0,0 0 0 0,8 0 0 0,-8 4 0 0,1-4 0 15,-1 0 0-15,7 0 0 0,-6 0 0 0,-1 0 0 0,1 3 0 16,0-3 0-16,-1 0 0 0,1 4 0 0,0-4 0 0,-1 0 0 0,1 4 0 16,-1-4 0-16,0 3 0 0,1-3 0 0,-1 0 0 0,1 4 0 15,6-4 0-15,-7 4 0 0,1-4 0 0,0 3 0 0,-1-3 0 0,7 0 0 16,-6 4 0-16,-1-4 0 0,1 4 0 0,0-4 0 0,-1 3 0 0,1-3 0 15,-8 0 0-15,8 4 0 0,0-4 0 0,-1 0 0 0,1 4 0 16,-8-4 0-16,8 0 0 0,-7 4 0 0,7-4 0 0,-8 0 0 0,8 0 0 16,-6 3 0-16,5-3 0 0,-6 4 0 0,6-4 0 0,-5 4 0 15,-1-4 0-15,6 3 0 0,-6-3 0 0,7 0 0 0,-7 3 0 0,6-3 0 16,-6 5 0-16,1-5 0 0,5 0 0 0,-6 3 0 0,0-3 0 16,7 0 0-16,-8 4 0 0,2-4 0 0,-1 0 0 0,-1 0 0 0,2 0 0 15,-2 0 0-15,2 4 0 0,-1-4 0 0,0 0 0 0,0 0 0 16,-1 0 0-16,2 3 0 0,-8-3 0 0,8 0 0 0,-2 0 0 0,1 0 0 15,1 4 0-15,-2-4 0 0,-5 0 0 0,6 4 0 0,0-4 0 0,0 0 0 16,-6 3 0-16,5-3 0 0,2 0 0 0,-2 0 0 16,2 4 0-16,-8-4 0 0,7 0 0 0,1 0 0 0,-2 3 0 0,-6-3 0 15,8 0 0-15,-1 0 0 0,-7 0 0 0,8 4 0 0,-8-4 0 0,6 0 0 16,-4 0 0-16,4 0 0 0,-5 0 0 0,6 4 0 0,-6-4 0 0,5 0 0 16,-4 0 0-16,4 0 0 0,1 0 0 0,-6 0 0 0,6 3 0 15,-7-3 0-15,8 0 0 0,-2 0 0 0,-6 0 0 0,8 0 0 16,-1 0 0-16,-7 0 0 0,8 0 0 0,-2 0 0 0,-6 0 0 0,8 0 0 15,-8 0 0-15,7 0 0 0,-6 0 0 0,6 0 0 0,-7 0 0 0,8 0 0 16,-8 0 0-16,0 4 0 0,1-4 0 0,6 0 0 0,-6 0 0 16,-1 0 0-16,0 0 0 0,8 4 0 0,-8-4 0 0,0 0 0 0,1 0 0 15,6 0 0-15,-6 0 0 0,-1 0 0 0,7 3 0 0,-6-3 0 16,-1 0 0-16,0 0 0 0,8 0 0 0,-8 0 0 0,1 4 0 0,-1-4 0 16,7 0 0-16,-6 0 0 0,-1 0 0 0,8 0 0 0,-8 0 0 15,7 4 0-15,-6-4 0 0,6 0 0 0,-7 0 0 0,7 0 0 16,-6 3 0-16,5-3 0 0,2 0 0 0,-8 4 0 0,7-4 0 0,-7 0 0 15,8 0 0-15,-8 4 0 0,8-4 0 0,-8 0 0 0,7 0 0 0,-7 0 0 16,1 3 0-16,6-3 0 0,-7 0 0 0,0 0 0 0,2 0 0 16,-2 0 0-16,0 4 0 0,1-4 0 0,-1 0 0 0,1 0 0 0,-1 0 0 15,1 0 0-15,-7 0 0 0,6 0 0 0,1 0 0 0,0 0 0 16,-7 4 0-16,6-4 0 0,-6 0 0 0,6 0 0 0,-6 0 0 0,0 0 0 16,0 0 0-16,7 0 0 0,-7 0 0 0,0 0 0 0,0 0 0 15,0 0 0-15,0 0 0 0,0 0 0 0,-7 0 0 0,7 0 0 0,-6-4-310 16,0 0-99-16,-8 4-104 0,1-3-63 0,0-5-44 0,0 5-15 15,-7-1-2-15,1-3 7 0,0-1 11 0,0 1 19 0,-1 0 21 0,6-4 32 16,-5 4 36-16,13-4 66 0,-8 0 79 0</inkml:trace>
  <inkml:trace contextRef="#ctx0" brushRef="#br0" timeOffset="-136614.68">16946 410 46 0,'0'0'82'0,"0"0"5"0,-7 0 5 16,7 0 3-16,0 0 5 0,0 0-5 0,0-4-8 0,-6 4-10 0,6 0-8 15,0 0-3-15,0 0-2 0,0-3 2 0,-6 3 2 0,6 0 1 16,0-4 1-16,0 4-1 0,0 0 0 0,0-4 0 0,0 1 3 0,0-1 1 16,6 0 3-16,-6 1 2 0,0-1 3 0,0-3 4 0,6 3 3 0,-6-3 4 15,7 3 3-15,-7-3 6 0,6 0 7 0,1-1 5 0,-7 1 5 0,7 3 0 16,-1-3 0-16,0 0-3 0,0 2 0 0,8-1-3 0,-8 2-4 0,1 0-5 16,6-3-5-16,0 3-5 0,0 0-5 0,0 0-8 0,7 1-7 0,-7-4-6 15,6 3-4-15,0 0-3 0,1 1-4 0,0-1-3 0,-1 0-3 0,1 1-3 16,0-1 0-16,-1 4-1 0,1-4 2 0,-1 1 4 0,0-1 2 0,1 4 12 15,-1-3 15-15,-5 3 8 0,5 0 5 0,-6-4 0 0,6 4 1 0,-5 0-2 16,-1 0-2-16,0 0-2 0,0 4-2 0,0-4-4 0,-6 3-4 0,5-3-6 16,2 4-6-16,-8-1-13 0,0-3-16 0,7 4-10 0,-6 0-6 15,0-1-4-15,-1 1-1 0,8 0 0 0,-14 3-1 0,6-3 3 0,0 3 4 0,0-4 2 16,1 1 1-16,-7 4 1 0,7-1 1 0,-7 1 0 0,0-2-1 16,6 2 1-16,-12 3 1 0,6-3 1 0,0 6-1 0,-7-3 0 0,0 0-1 0,1 4-3 15,-6-4-4-15,4 3-2 0,-4 0-1 0,-2 6-3 0,1-7-2 16,-6 6-3-16,0-3-1 0,5 1-3 0,-5-2-2 0,-1 3 0 0,-6 0-1 15,7-3-2-15,-1 4 0 0,0-6-2 0,1 7 2 0,-1-5-2 0,-6-5 0 16,7 5-1-16,-1-4 0 0,8 0-1 0,-8 0 2 0,6 0-1 0,2-4 0 16,-1 0 0-16,0-3 1 0,0 4-1 0,7-5 1 0,-2-3 0 15,2 4 0-15,0-4 1 0,-1 0-1 0,7 0 1 0,-6 0 2 0,6 0-1 16,0 0 0-16,0 0-1 0,0 0-1 0,0 0-1 0,0 0 1 0,0-4 1 16,0 4-1-16,6 0-2 0,-6-3 0 0,7 3 0 0,-1 0 1 0,0-5 0 15,2 5 0-15,4-3-1 0,-5 3 1 0,6-4 2 0,0 4 0 16,-1 0 1-16,8-3 1 0,-6 3 1 0,5 0 2 0,-6-4 1 15,6 4 2-15,-5 0 1 0,5 0-1 0,-6 0 1 0,6-4 1 0,-5 4 0 16,-2 0 1-16,2 0-2 0,-1 0 1 0,-1 0-1 0,2 0 0 0,-1 0-2 16,-6 0-2-16,5 0-1 0,-5 0 0 0,-1 0-6 0,1 0-6 0,0 0-11 15,-1 0-14-15,0 0-17 0,-6 0-19 0,7 0-28 0,-7-3-30 0,0 3-49 16,0 0-59-16,0 0-54 0,0-4-52 0,-7 4-45 0,1-4-41 16,0 4-23-16,-1-3-16 0,0-1 2 0,-6 0 6 0,1 4 15 0,-2-3 19 15,2-1 26-15,-2 4 29 0,1-4 50 0,-7 1 57 0</inkml:trace>
  <inkml:trace contextRef="#ctx0" brushRef="#br0" timeOffset="-136331.86">17142 440 0 0,'0'0'126'0,"0"0"30"0,0 0 10 0,0 0 9 0,0 0 8 0,0 3 12 15,0-3 10-15,0 3 14 0,0-3 13 0,0 0-10 0,-8 0-22 0,8 0-15 16,0 5-13-16,0-5-7 0,0 2-5 0,0-2-6 0,0 0-6 0,0 5-2 15,-6-5 0-15,6 3 3 0,0 1 3 0,0 3 6 0,-6 1 5 0,6 3 4 16,-7-4-2-16,7 8 1 0,-6-1 1 0,-1-3 0 0,1 7 0 0,-1 1-1 16,1-1 0-16,-8 4-5 0,2 1-8 0,5 2-11 0,-6-3-14 0,-6 7-18 15,5-3-19-15,2 3-17 0,-8-3-13 0,7 7-15 0,-7-4-12 16,0 0-9-16,1 1-9 0,0-5-5 0,0 5-4 0,5-1-6 0,-6-7-7 16,8 4-12-16,-1-5-13 0,-1-2-24 0,2-5-30 0,5 1-36 0,0-4-38 15,7-4-49-15,-6-3-52 0,6 0-38 0,0-4-34 0,6 0-24 16,-6-4-22-16,7 0-15 0,6-3-11 0,-7-4-12 0,8 0-11 0,-8-4 10 15,7 1 23-15,0-4 30 0,6-1 39 0,-5-3 47 0,-1 4 51 0,0-1 39 16,6 1 32-16</inkml:trace>
  <inkml:trace contextRef="#ctx0" brushRef="#br0" timeOffset="-136148.85">17024 824 0 0,'13'-11'29'15,"-7"4"82"-15,1-1 10 0,-7 5 13 0,7-1 13 0,-1 4 13 0,0 0 14 16,-6 4 2-16,7-4-3 0,0 3 0 0,-1 1-1 0,1 3 2 0,6-3 3 16,-7 4 4-16,7-1 7 0,-7 0 4 0,8 0 2 0,-1 0 1 0,0 4 1 15,0-3-1-15,-1 2-5 0,2 2 5 0,-1-1 5 0,0 0 1 16,0 0-1-16,0 0-3 0,-6 0-3 0,5 3-9 0,2-2-9 0,-8-2-10 15,7 5-12-15,-6-4-13 0,-1 0-12 0,1 0-12 0,-1 0-10 16,0 0-22-16,2 0-28 0,-2-4-37 0,0 4-41 0,-6-3-46 0,6 0-48 16,-6-5-59-16,0 4-63 0,7-3-49 0,-7-1-43 0,0-3-46 0,0 4-49 15,0 0-24-15,-7-1-11 0,7-3 0 0,0 4 5 0,-6-4 22 16,6 0 28-16,0 0 34 0,0 0 36 0,-6 0 51 0,6-4 55 0</inkml:trace>
  <inkml:trace contextRef="#ctx0" brushRef="#br0" timeOffset="-135781.75">17910 663 125 0,'0'-4'186'0,"0"-3"19"16,0 3 19-16,0-3 28 0,0 4 33 0,0-1 46 0,0 4 52 15,-7-4 40-15,7 0 33 0,0 4-13 0,-6-3-35 0,6 3-25 0,-7 0-18 16,1-4-14-16,-1 4-12 0,0 0-15 0,1 0-16 0,-7 4-25 0,6-1-32 16,-5-3-44-16,-1 8-47 0,6-1-38 0,-12 0-28 0,5 4-17 0,2 4-11 15,-2-1-7-15,-5 1-8 0,5 3-3 0,2 5-5 0,-8-2-1 16,7 1-4-16,1 0-1 0,-2 4-1 0,2-1-3 0,4-2-3 0,-4 2-4 16,5 1-3-16,1-4-6 0,-1 0-5 0,7-4-5 0,-7 4-3 0,7-3-2 15,7-5-2-15,-7 1-1 0,7-4-1 0,-1 3 1 0,1-6 0 16,-1 3-4-16,0-4-7 0,8 0-8 0,-2-3-10 0,2 0-10 0,-1-1-11 15,0-3-13-15,0 0-12 0,-1-3-16 0,2-1-17 0,5 0-26 0,-5 1-30 16,5-5-37-16,-6 1-41 0,0-3-43 0,7 2-42 0,-8-3-34 16,-5 3-27-16,6-2-20 0,0-1-17 0,-6 0-16 0,6 0-20 0,-7 3 0 15,1-3 9-15,0 0 22 0,5 4 27 0,-6-4 37 0,2 0 41 0,-2 3 46 16,0-2 48-16,1-1 41 0,-1 0 131 0</inkml:trace>
  <inkml:trace contextRef="#ctx0" brushRef="#br0" timeOffset="-135398.4">18281 601 0 0,'0'0'154'0,"0"0"35"0,0 0 11 0,0 0 6 0,0 0 3 0,0 0 3 0,0 0 5 0,0 0 16 0,0 0 21 0,7 2 9 16,-7-2 6-16,6 0 3 0,-6 0 4 0,13 0-1 0,-6 0-5 0,-1 0-3 16,7 0 0-16,0 0 1 0,-6 0 2 0,5 5 2 0,2-5-2 0,5 0-12 15,-6 0-17-15,0 4-28 0,1-4-31 0,-2 0-37 0,8 3-43 0,-7-3-27 16,0 0-19-16,0 4-13 0,0-4-9 0,-6 4-6 0,5-4-6 0,1 0-4 15,-6 3-5-15,6-3-3 0,-7 0-3 0,2 0-5 0,-2 4-9 0,6-4-10 16,-12 0-11-16,7 0-16 0,0 0-17 0,-1 0-22 0,-6 0-25 0,0 0-35 16,0 0-37-16,0 0-51 0,0 0-59 0,0 0-46 0,0-4-42 0,-6 4-30 15,-1 0-29-15,0 0-12 0,1 0-5 0,-6 0 6 0,-2 0 13 0,8 0 20 16,-8 0 24-16,-5 0 33 0,6 4 37 0,0-4 52 0,-7 0 57 16</inkml:trace>
  <inkml:trace contextRef="#ctx0" brushRef="#br0" timeOffset="-135214.95">18255 688 0 0,'-6'4'82'15,"-1"3"63"-15,-6-3 13 0,7 3 15 0,-8 1 17 0,8-1 21 0,-1 4 23 16,-6 0 23-16,7 0 25 0,-1 4 2 0,-5-1-6 0,4 5 2 16,2-1 8-16,0 0 9 0,-7 5 13 0,6-2 3 0,1 5 1 0,-1 0-6 15,-6-1-9-15,6 1-16 0,1 0-18 0,0 3-20 0,-1-4-22 0,-6 5-23 16,7-5-25-16,-1 1-27 0,1 0-27 0,-1-4-25 0,0 3-25 0,1-3-18 16,6-4-14-16,-6 4-15 0,-2-3-18 0,8-1-23 0,-6-3-27 15,6 3-36-15,-6-7-40 0,6 4-57 0,0-4-65 0,0 0-59 0,-6-4-57 16,6 0-55-16,0 1-49 0,0-1-25 0,0-3-12 0,-7-1 1 0,7-3 7 15,0 0 15-15,0 0 21 0,0 0 32 0,0-3 40 0,0-4 53 16,0-1 61-16</inkml:trace>
  <inkml:trace contextRef="#ctx0" brushRef="#br0" timeOffset="-134981.62">18014 985 117 0,'6'-7'161'0,"1"-4"14"0,0 3 16 15,-1 1 25-15,1 0 26 0,5 3 28 0,2 1 26 0,-8-5 38 16,7 5 40-16,0-1 0 0,7 0-21 0,-7 4-12 0,-1-3-7 0,8 3-4 15,0-4-2-15,-7 4-6 0,7 0-11 0,-1 0-20 0,0 0-25 0,-6 4-25 16,7-4-24-16,0 3-38 0,-8-3-47 0,8 4-31 0,-1-4-23 0,-5 4-16 16,-1-4-14-16,6 3-11 0,-6-3-7 0,1 0-7 0,-2 0-6 15,2 4-5-15,-8-4-7 0,7 4-10 0,0-4-13 0,-6 0-15 0,-1 0-16 16,0 0-19-16,1 3-22 0,0-3-26 0,-7 0-32 0,6 0-44 0,-6 0-52 16,0 0-55-16,0 0-54 0,-6 0-41 0,-1 0-33 0,0 0-24 15,1 0-17-15,-7 4-1 0,6-4 8 0,-6 7 14 0,-6-3 19 0,6-1 26 16,-7 5 31-16,7-1 43 0,-6 0 54 0,0 1 52 0,-1 3 171 0</inkml:trace>
  <inkml:trace contextRef="#ctx0" brushRef="#br0" timeOffset="-134781.39">18059 1161 146 0,'-12'3'163'0,"5"5"9"0,1-4 7 0,6 0 15 0,-7-1 20 0,7-3 24 0,0 4 28 16,7-4 21-16,-7 3 19 0,6-3 10 0,1 4 5 0,5 0 5 0,-5-4 4 16,6 3-1-16,0-3 1 0,0 4 0 0,0-4 3 0,0 4-10 15,6-4-14-15,-5 3-19 0,5-3-24 0,-6 0-28 0,6 4-30 0,1-4-37 16,-6 4-42-16,5-4-30 0,1 0-25 0,-8 3-15 0,8-3-9 15,-7 0-10-15,7 0-8 0,-8 0-8 0,2 0-5 0,-1 4-12 0,6-4-14 16,-12 0-20-16,5 0-20 0,2 0-30 0,-1 0-33 0,-6 0-56 0,5 0-70 16,-5 0-66-16,-1 0-69 0,1 0-58 0,0 0-58 0,-1-4-27 15,0 4-14-15,1 0 1 0,-7-3 6 0,7 3 14 0,-1-4 19 0,0 0 26 16,1 1 32-16,-1-5 56 0,8 5 67 0</inkml:trace>
  <inkml:trace contextRef="#ctx0" brushRef="#br0" timeOffset="-51099">26872 5575 6 0,'0'-7'131'0,"6"3"5"0,-6-3 4 0,0 3 11 0,0-3 13 16,0 3 17-16,-6 1 17 0,6-1 18 0,0 4 20 0,0-3-14 16,0 3-30-16,0 0-15 0,0 0-7 0,0 0-4 0,0 0-1 0,0 0 3 15,0 0 7-15,0 0 12 0,0 3 15 0,0 1 13 0,0 3 9 16,0 0 2-16,0 1-5 0,0 3-4 0,6 3-6 0,-6 1-1 15,0 0-3-15,0 7 2 0,0-4 3 0,0 8-2 0,0-1-5 0,-6 1-18 16,6 4-22-16,-7-1-22 0,7 4-22 0,-7 3-16 0,1-3-9 16,0 4-9-16,-2 3-6 0,2 0-6 0,-7 0-5 0,7 5-5 0,-7-1-7 15,0 0-3-15,7 0-5 0,-8 3-5 0,1-3-5 0,0 0-4 16,0 0-5-16,0 0-2 0,0 0-2 0,0 0-1 0,-6-4-1 0,12 1-1 16,-6-5 1-16,0 1-1 0,-1-1 1 0,2-2 0 0,5-2-1 0,-6-2 1 15,0 3-1-15,7-7-2 0,-8 3 2 0,8-4-1 16,0-3-2-16,-1 4-2 0,1-8 0 0,-1 5-1 0,1-5-3 0,-1 0-2 15,1-3-3-15,6-1-1 0,-7 1 0 0,7-5-1 0,-7 2-1 0,7-5-1 16,0 0 0-16,0-3-2 0,-6 1 1 0,6-3-2 0,0 2 0 16,0-4 0-16,0 0 1 0,0 0-1 0,0 0 2 0,0 0-2 15,0-4 0-15,-6 2-2 0,6-3 1 0,0 1-1 0,-7 1-2 0,0-5-1 16,7 1-1-16,-6-4-1 0,0 0 0 0,-1 0-1 0,1-3-3 16,-1-1-1-16,0 0-1 0,-5-3-3 0,4-1 1 0,2-3-2 0,0 4-1 15,0-4 0-15,-1 0-2 0,0 1 0 0,1-6 2 0,-1 6-1 16,1-5 0-16,0 4 0 0,-2 0 2 0,2-3 2 0,0 6 2 0,6-3 0 15,-6 4 2-15,6-1 2 0,-7 1 1 0,7 4 1 0,0 3 2 16,-7 0 0-16,7 0 1 0,0 7-1 0,0-3 0 0,0 3 1 16,0 4-2-16,0 0 0 0,0 0 0 0,0 4-1 0,0-1 2 0,0 5-1 15,0 3 2-15,0 0 1 0,7 3 1 0,-7 1 4 0,7 7 2 16,-7-4 5-16,0 8 3 0,6-4 3 0,-6 3 3 0,6 5 3 0,-6-1 1 16,0-3 3-16,6 3 1 0,-6 0 2 0,0 1 4 0,8-1 0 15,-8 0 1-15,6 1-1 0,-6-5-1 0,0 1-3 0,6-1-1 0,1 1-13 16,-7-4-17-16,6 0 0 0,-6 0 0 0,7-4 0 0,0 1 0 15,-7-5 0-15,6 1 0 0,0-1 0 0,0 1 0 0,2-3 0 0,-2-2 0 16,0 1 0-16,1-3 0 0,0-1 0 0,-1 0 0 0,7-3 0 16,0 0 0-16,0-4 0 0,0 0 0 0,7 0 0 0,-7-8 0 15,12 5 0-15,-5-8 0 0,6 0 0 0,7-4 0 0,0-4 0 0,-1 1 0 16,1-4 0-16,5-3 0 0,-5 3 0 0,7-4-31 0,-8 0-106 16,1 4-32-16,-7-4-57 0,6 1-70 0,-5 3-79 0,-9 4-85 0,2-4-64 15,-1 7-53-15,-5-3-19 0,-2 3-1 0,2 0 9 0,-1 5 14 16,0-5 21-16,0 4 22 0,-7 0 30 0,8 0 32 0,-2 0 56 15,1-3 71-15</inkml:trace>
  <inkml:trace contextRef="#ctx0" brushRef="#br0" timeOffset="-23881.65">22820 12064 0 0,'0'-11'15'0,"7"3"138"0,-7 4 13 0,6-3 19 16,-6 3 24-16,0 1 28 0,0-1 33 0,0 4 39 0,0 0 41 15,0 0 24-15,0 0 17 0,0 0-8 0,0 0-16 0,-6 0-16 16,6 4-12-16,0-4-11 0,-7 3-9 0,7 5-12 0,0-1-16 0,0 1-21 16,-6 3-25-16,6 3-28 0,0 1-35 0,0 3-29 0,-6 0-31 15,6 8-15-15,0-4-10 0,-7 8-4 0,7-1-3 0,-7 4-2 16,1-1 0-16,0 2-5 0,-2 2-5 0,2 1-6 0,0-1-7 0,-1 5-7 16,-6-4-7-16,6-1-7 0,1 1-4 0,-6 0-5 0,4-5-6 0,-4 1-2 15,5 0-5-15,1-4-4 0,-8 1-2 0,8-4-3 0,0-5-3 16,0 5-1-16,-2-4-2 0,8-3-1 0,-6-5-1 0,0 1-1 15,-1-1-1-15,7-3 0 0,-7 0 1 0,7-3-1 0,-6-1 1 0,6-3 2 16,0-1-1-16,0-3 1 0,0 0 0 0,0 0 0 0,-7 0 0 16,7-3-1-16,-6-1-1 0,6-3 1 0,-6-1-2 0,6-3 0 0,-7-3-2 15,0-1-3-15,1 1-2 0,0-5-3 0,-1-3-4 0,7 0-3 16,-7-3-3-16,-6-1 0 0,7-3-2 0,6 3-1 0,-7-4 1 16,1 5 0-16,-1-1 0 0,1 1 0 0,0 2 2 0,6 6 1 0,-8-2 2 15,2 1 3-15,6 3 3 0,0 4 2 0,-6 0 3 0,6 4 2 16,-7 0 3-16,7-1 1 0,0 5 3 0,0 3 1 0,-6-4 0 0,6 4 2 15,0 0 2-15,0 4-1 0,0-1 2 0,6 5 1 0,-6-1 3 16,0 4 5-16,0 0 5 0,7 3 4 0,-7 5 6 0,6-1 4 16,-6 4 5-16,0 0 3 0,6 4 5 0,-6-1 2 0,8 1 3 0,-8-1 3 15,0 1-37-15,6 4-24 0,-6-5 0 0,0 1 0 0,6-1 0 0,-6 1 0 16,0-4 0-16,7 4 0 0,-7-4 0 0,0-4 0 0,6 4 0 16,-6-8 0-16,7 5 0 0,-7-4 0 0,6-1 0 0,-6 1 0 15,7-4 0-15,-7 0 0 0,6-4 0 0,1 1 0 0,0-1 0 0,-1-3 0 16,0-1 0-16,1 1 0 0,6-4 0 0,-7-4 0 0,7 1 0 15,1-5 0-15,6 1 0 0,-8-8 0 0,8 4 0 0,-1-7 0 0,7 0 0 16,-6-5 0-16,5 2 0 0,-5-1 0 0,6-4 0 0,1 4 0 16,-1-3 0-16,0-1 0 0,-1 4 0 0,1 0 0 0,-6 0-164 0,-1 4-79 15,7-1-64-15,-6 1-72 0,-7 3-79 0,1 0-64 0,-2 4-59 16,2 4-20-16,-2-4-2 0,-5 8 9 0,0-5 17 0,-1 5 20 0,-6-1 24 16,0 0 29-16,0 4 29 0,0 0 53 0,0 0 62 0,0 0 77 15,0 0 255-15</inkml:trace>
  <inkml:trace contextRef="#ctx0" brushRef="#br0" timeOffset="-17715.65">15025 11129 0 0,'-7'-3'99'0,"7"-1"66"16,-7 0 10-16,1 1 7 0,6-1 7 0,-6 0 7 0,6 1 7 0,-7-5 15 15,7 5 18-15,-6-5 4 0,6 5-6 0,-7-4-10 0,7-1-14 16,0 1-6-16,-7 0-1 0,7-1 4 0,-6-3 5 0,6 4 9 15,-6-1 8-15,6 1 5 0,-7-4 1 0,0 4-7 0,1-5-11 0,-1 5-15 16,1 0-19-16,-1 0-16 0,1 0-16 0,-7-1-15 0,7 1-11 0,-8 3-14 16,1-3-12-16,0 3-14 0,0 1-12 0,1 3-9 0,-8-4-7 15,6 4-5-15,-5 0-4 0,-1 4-1 0,1-4-3 0,0 3 0 16,-1-3-1-16,-7 8-1 0,9-5 0 0,-2 1-1 0,-7 3-1 0,9 1-1 16,-2-1-1-16,-7 0-2 0,9 4-1 0,-2-4-1 0,0 4-2 15,1 0-2-15,-1 0-1 0,0 0-1 0,1 4-1 0,-1-4-3 0,8 4-3 16,-8-1-1-16,7-3 0 0,-7 4 0 0,8 3-2 0,-2-3 0 15,1 3 2-15,0 0 0 0,6 2 1 0,-5-3-1 0,5 2 0 0,0-1 1 16,1 4 1-16,0 0 2 0,6 0 1 0,0 0 2 0,0 0 1 16,0 0 2-16,0 0 0 0,0-4 1 0,6 4 1 0,0 0-1 15,-6 0 1-15,7-4-2 0,0 5 1 0,5-5-3 0,-5 0-2 0,6 0-2 16,-6-3-2-16,5 3-2 0,2 1-2 0,-2-5-1 0,2 5-3 16,5-5-2-16,-5 1-1 0,-2-1-1 0,8 1-1 0,-7 0-1 0,7-4-2 15,-2 4 0-15,-4-4-1 0,6 0-1 0,-1-1 0 0,1 1-1 16,-1 0-1-16,1 0 1 0,0-3-1 0,-2 3 1 0,2-4-1 0,0 0-1 15,-1 0 0-15,1 1 0 0,-1-1 0 0,1 0 0 0,0-2 0 16,-1-2 0-16,1 4 0 0,-1-3 0 0,-6-4-1 0,7 4 0 16,-1-2-1-16,1-2-1 0,0 0 1 0,-8 0 0 0,8-2 0 0,-1 2 0 15,1-4 1-15,0 0 0 0,-7-3-1 0,6-1 0 0,0 1-1 0,-5 0-1 16,5-4 2-16,-6 0-1 0,6 0 1 0,-5 0-1 0,5-4 1 16,-6 1-2-16,0-1-1 0,1-3 1 0,-2 3-1 0,2-3 0 15,-2-1 1-15,1 5-2 0,-6-5 2 0,6 1-1 0,0 0 1 0,-6 0-1 16,-1-1 1-16,7 4 0 0,-6-3 0 0,-1 0 2 0,1 3 0 15,-1-3 0-15,0 3 0 0,2-3 1 0,-2 0-1 0,0 3 2 16,0-3-1-16,-6 3 1 0,7-3 1 0,-7 3-1 0,0-3 1 0,7 0 1 16,-7 3-1-16,-7-3 1 0,7-2-1 0,0 6-1 0,0-4-1 15,-7 3-2-15,1-3-2 0,0 4-4 0,-8-5-8 0,8 5-10 0,-7-4-10 16,0 2-13-16,0 2-12 0,0-1-16 0,-6 1-14 0,-1-1-22 16,7 0-23-16,-7 4-47 0,0 1-59 0,-5 2-70 0,5 1-74 0,-6 0-63 15,0 2-59-15,7 5-24 0,-7 0-6 0,0 5 3 0,-1-2 10 16,1 5 11-16,0 3 15 0,1-1 21 0,5-2 22 0,-6 3 48 15,7 0 61-15,5 0 71 0,1-5 251 0</inkml:trace>
  <inkml:trace contextRef="#ctx0" brushRef="#br0" timeOffset="-13482.82">14640 7539 71 0,'7'-7'104'0,"0"-1"8"0,-7 5 13 0,6-4 12 0,0 3 15 0,-6 0 13 16,0 1 11-16,6-1 4 0,-6 0 2 0,0 4 9 0,0 0 12 16,0 0 15-16,0 0 15 0,0 0 14 0,0 0 14 0,0 0 11 15,-6 0 10-15,6 0 1 0,-6 0-3 0,6 0-9 0,-6 4-12 0,6 0-15 16,-7-4-18-16,0 3-17 0,1 1-16 0,-1 3-19 0,1-3-18 15,0-1-18-15,-2 5-18 0,-4-5-17 0,6 4-16 0,-2-3-13 16,-4 4-9-16,5-1-7 0,-6 0-4 0,0 0-5 0,1 1-4 0,4 3-2 16,-4-3-3-16,-1 3-3 0,-1-4-2 0,2 4-1 0,-2 0-1 0,-5 0-3 15,6 0-1-15,0 0-3 0,-1 0-1 0,-4 3-1 0,4 1-3 16,1-5 0-16,-7 5-2 0,8 0-1 0,-2 0-1 0,-5 0-1 16,6 3-2-16,0-3-2 0,0 3-3 0,-6-4 0 0,5 5-1 0,1-5-1 15,1 1-1-15,-2 0 0 0,2 3 0 0,-2-3 0 0,1-4-2 0,7 3 0 16,-7-3 1-16,6 0-2 0,1-4 1 0,0 5-1 0,6-5 1 15,-8 0-2-15,8 0 1 0,-6-2 0 0,6-2-2 0,0 1 2 16,0 0 0-16,0-4 0 0,0 3 1 0,0-3-1 0,0 0 2 0,0 0-1 16,0 0 1-16,0 0 0 0,0 0 2 0,0 0-1 0,0 0 1 0,0 0 0 15,0 0 1-15,0 0-1 0,0 0 1 0,0 0 0 16,0 0 0-16,0 4 1 0,0-4 0 0,0 0 1 0,6 2 2 0,-6-2 2 16,0 5 2-16,8-5 2 0,-2 4 1 0,0-1 3 0,-6 1 1 15,13 3 4-15,-6-3 3 0,-1 4 3 0,7-5 3 0,-6 4 1 0,6 1-1 16,0 3-1-16,0-4-2 0,6 4 0 0,-5-4-3 0,-2 4 0 15,8 1-2-15,0-2-3 0,-7 5-1 0,7-4-4 0,-2 4-4 0,2-4-3 16,-1 3-3-16,1 1-2 0,0-4-1 0,-7 3-1 0,7 1-1 16,-2-4-1-16,-4 3 0 0,-1 2-1 0,7-5 0 0,-8-1-6 15,-4 5-6-15,4-4-14 0,1 0-17 0,-6 0-17 0,-1-4-20 0,1 4-26 16,-7-3-27-16,6 2-60 0,-6-2-74 0,-6 0-84 0,6-1-90 0,-7 0-59 16,1-1-45-16,-8 3-19 0,2-2-5 0,-2 4 8 0,2-7 14 15,-1 3 16-15,-7 0 19 0,6-3 25 0,2 0 28 0,-1-1 59 16,0-3 75-16</inkml:trace>
  <inkml:trace contextRef="#ctx0" brushRef="#br0" timeOffset="-8332.76">18092 9840 0 0,'13'-8'35'0,"-6"5"182"0,6-1 31 0,-7 0 28 16,1 1 26-16,-1 3 36 0,-6-4 38 0,0 4 35 0,6 0 31 0,-6 0 21 15,0 0 20-15,0 0-24 0,0 0-43 0,0 0-33 0,0 0-31 16,0 0-23-16,-6 4-24 0,6-4-19 0,0 3-18 0,0-3-27 15,-6 4-31-15,6 0-27 0,0 3-26 0,-7 0-22 0,1 1-16 0,-1-1-14 16,-6 8-14-16,0-4-8 0,0 4-11 0,-7 2-8 0,1 2-8 0,-7 3-9 16,0 0-10-16,0 0-10 0,-7 3-13 0,1 5-15 0,-7-4-19 15,6 3-17-15,-6 0-20 0,0-3-18 0,6 3-17 0,-6-3-18 16,7-1-15-16,-1 1-22 0,7-8-24 0,0 0-42 0,6-2-49 0,7-2-54 16,1-6-61-16,5-5-32 0,7-3-20 0,0 0-2 0,7-3 3 15,-1-5 11-15,7-3 11 0,7 0 16 0,-8 0 14 0,8-4 22 16,0 4 23-16,-1-3 45 0,7 3 56 0,-6 3 66 0,-1 1 73 0,1 3 59 15,-8 1 53-15,8 3 47 0,-7 3 44 0,1 5 42 0,-8-1 41 0,7 4 44 16,-6 0 46-16,-1 0 33 0,0 4 25 0,1 3 13 0,-7-4 7 16,0 5 2-16,0 3-1 0,0-4-8 0,-7 4-12 0,1 0-22 15,6 0-26-15,-6 0-30 0,-8 0-28 0,8 0-39 0,0 0-41 0,-1 4-32 16,-6-3-24-16,6-3-17 0,-5 3-13 0,4-5-9 0,-4 4-13 16,6-7-19-16,-1-1-23 0,0 1-29 0,1-4-32 0,6 1-52 15,-7-5-63-15,7-4-78 0,0 0-87 0,0-3-75 0,7-3-68 0,-7 0-36 16,13-4-20-16,-6-5-8 0,5-3-4 0,-6 1 9 0,14-8 13 15,-7 3 22-15,7-6 24 0,6-1 46 0,-6-3 57 0,5-1 72 0,8 1 224 16</inkml:trace>
  <inkml:trace contextRef="#ctx0" brushRef="#br0" timeOffset="-7931.93">18424 10096 0 0,'20'-14'21'0,"0"-1"223"0,-8 4 42 0,1 0 44 16,-6 3 44-16,0 2 38 0,-1 1 36 0,0-2 26 0,-6 7 22 0,7-4 21 15,-7 1 20-15,0 3-14 0,0 0-32 0,0 0-37 0,0 0-42 0,0 3-37 16,-7 1-35-16,7-4-41 0,-6 4-42 0,0-1-36 0,-8 5-34 15,8-5-26-15,-13 5-21 0,5 3-22 0,-6-4-44 0,1 4-74 16,0 0 0-16,0 0 0 0,-8 4 0 0,7-4 0 0,-6 0 0 0,7 0 0 16,-1-4 0-16,-6 4-23 0,14-4-88 0,-8-3-23 0,0 0-25 15,7 0-31-15,1-4-39 0,4 0-46 0,2 0-52 0,0-4-42 0,-1 0-39 16,7 0-14-16,0-3-1 0,0 0 10 0,7 3 15 0,-1-3 18 16,0 3 20-16,2 0 25 0,-2 1 27 0,0 3 46 0,7 0 54 15,-6 3 74-15,-1 1 80 0,1 3 79 0,-7 4 76 0,6 0 65 16,0 4 56-16,-6 0 39 0,0 0 28 0,8 3 20 0,-16 4 14 0,8-4 9 15,0 4 5-15,-6 0-4 0,0 0-11 0,6 0-18 0,-13 4-19 0,6-4-24 16,1-1-27-16,-1 1-30 0,-5 4-33 0,4-4-24 0,2 0-21 16,-7 0-12-16,7 0-10 0,-1-4-9 0,-6 4-9 0,7-3-6 15,-1-4-6-15,0 3-8 0,1-7-9 0,6 3-8 0,-6-3-8 0,6 0-9 16,0-3-9-16,0-1-7 0,0-3-7 0,6-1-6 0,0 1-5 0,1-4-3 16,0 0-4-16,-1 0-5 0,7-4-6 0,-6 1-8 15,6-5-8-15,-1 5-9 0,-4-5-11 0,4-3-11 0,1 4-10 0,-6-4-14 16,6 0-13-16,-1 0-23 0,-4-3-27 0,-2 3-42 0,7-5-52 0,-6 6-57 15,-7-5-59-15,6 4-43 0,0-4-33 0,-6 4-26 0,7-3-26 0,-7 2-8 16,0 2-2-16,0 3 6 0,0-4 12 0,0 3 22 16,-7 1 28-16,7 0 45 0,0 3 52 0,0-4 61 0,0 5 66 0</inkml:trace>
  <inkml:trace contextRef="#ctx0" brushRef="#br0" timeOffset="-7749.17">18326 10440 0 0,'13'4'108'0,"-6"-4"57"0,0 4 24 0,5-4 28 15,-4 3 33-15,4-3 32 0,1 0 34 0,0 0 38 0,0 0 39 0,1 0 4 16,-2 0-14-16,8-3-13 0,-7 3-14 0,7-4-13 0,-1 0-16 15,-6-3-18-15,6 3-22 0,1 1-28 0,-6-1-32 0,-2-3-33 16,8 3-32-16,-7-3-38 0,-1 0-40 0,2 3-28 0,-2-3-23 0,-4 3-15 16,-2-4-12-16,7 5-17 0,-7-4-20 0,1 3-30 0,-7-3-34 0,7 0-44 15,-7 2-49-15,6-1-47 0,-6-2-48 0,-6 0-37 16,6 1-29-16,0 3-25 0,-7-3-20 0,0 0-24 0,1 0-24 0,-1-1-2 16,-5 1 10-16,4 0 24 0,-4-1 32 0,6 1 42 0,-8-4 46 0,1 4 49 15,0-4 46-15</inkml:trace>
  <inkml:trace contextRef="#ctx0" brushRef="#br0" timeOffset="-7532.02">18509 10115 51 0,'-6'-4'171'0,"6"0"19"0,-7 1 18 0,7 3 28 16,-7 3 32-16,7 1 44 0,0 0 52 0,0-1 44 0,0 8 38 16,7 0 0-16,-7 0-21 0,0 4-14 0,7 3-11 0,-1 4-7 0,-6 0-4 15,6 4-4-15,1-1-4 0,-7 4-16 0,7 1-21 0,-1-1-37 16,0 1-46-16,1-1-37 0,-1 0-35 0,1 1-26 0,6-5-18 0,-7 4-18 16,8-3-14-16,-2 1-44 0,2-7-69 0,5 3 0 0,-5-1 0 15,4-4 0-15,2-3 0 0,0-1 0 0,5 1 0 0,-5-4 0 16,7-4 0-16,-9 0 0 0,9 1 0 0,-1-5 0 0,-6-3 0 0,6 0 0 15,-7-3 0-15,7 0 0 0,-6-4 0 0,-1-2 0 0,1-1 0 16,0 2-86-16,-8-6-63 0,8 3-40 0,-7-4-46 0,-7 0-67 16,8 1-77-16,-8-1-67 0,0 1-63 0,-6-1-39 0,0 0-26 0,0 0-7 15,-6 4 7-15,0-3 12 0,-1 3 18 0,-6 4 22 0,7-4 27 16,-7 0 40-16,-1 3 47 0,-6 1 68 0,8 3 76 0</inkml:trace>
  <inkml:trace contextRef="#ctx0" brushRef="#br0" timeOffset="-7315.19">18470 10576 0 0,'-6'7'63'0,"-1"2"202"16,0-3 39-16,1 5 31 0,6-3 26 0,0-1 33 0,0 4 37 15,0-4 29-15,6 4 23 0,-6-4 19 0,7 4 14 0,-7 0-25 0,7 4-48 16,-1-4-53-16,0 4-59 0,1-5-45 0,-1 1-38 0,1 5-31 16,6-6-24-16,-7-2-34 0,1 3-38 0,6-1-30 0,-7-2-27 0,7-1-28 15,-6 1-29-15,6-1-29 0,-7-4-28 0,2 5-44 0,-2-5-54 16,0 1-72-16,7 0-82 0,-13-4-79 0,13 0-76 0,-6 0-43 15,-1 0-27-15,0 0-10 0,-6-4-3 0,8 0 6 0,-2-3 12 0,-6 3 16 16,6-3 20-16,-6 0 38 0,0 3 47 0,0-3 70 0,0-1 146 16</inkml:trace>
  <inkml:trace contextRef="#ctx0" brushRef="#br0" timeOffset="9150.95">22932 5718 0 0,'0'-11'140'0,"6"0"27"0,0 0 17 0,-6 0 22 0,0 4 23 16,0 0 31-16,0-4 34 0,0 7 42 0,0-3 46 0,0 0 9 0,-6 3-13 15,6 0-6-15,0 4-1 0,0-3-8 0,-6 3-11 0,6 0-9 16,0 0-10-16,0 0-16 0,0 0-16 0,0 3-27 0,-8-3-28 0,8 4-34 15,0 0-37-15,0 3-25 0,0 0-17 0,0 0-13 0,0 4-5 16,0 0-4-16,0 4-2 0,-6 0-3 0,6 3-1 0,0 4-1 16,0 0-2-16,0 0-1 0,0 4-2 0,0 3-2 0,0 0-4 0,-6 1-73 15,6 3-20-15,0-1 0 0,-7 5 0 0,7 0 0 0,-6-1 0 0,6 5 0 16,-7-1 0-16,0 0 0 0,1 1 0 0,0-1 0 0,-8 0 0 16,8 1 0-16,-7-1 0 0,6 0 0 0,-6-4 0 0,7 5 0 15,-7-4 0-15,0-5 0 0,7 5 0 0,-8-4 0 0,8-4 0 0,-7 4 0 16,6-7 0-16,-6 4 0 0,7-5 0 0,0-3 0 0,-8 0 0 15,8 0 0-15,-1 0 0 0,1-3 0 0,-1-5 0 0,0 4 0 0,1-3 0 16,0-4 0-16,0 0 0 0,6 0 0 0,-8-4 0 0,8 4 0 16,-6-7 0-16,6-1 0 0,0 1 0 0,0 0 0 0,-6-1 0 15,6-3 0-15,0 0 0 0,0-3 0 0,0-1 0 0,0 0 0 0,0 1 0 16,0-5 0-16,0 1 0 0,-7 0 0 0,7-4 0 0,0-4 0 16,0 4 0-16,-7-4 0 0,7-3 0 0,-6 4 0 0,-1-4 0 0,7-1 0 15,-6 1 0-15,0-4 0 0,6 3 0 0,-7 1 0 0,0 0 0 16,1-4 0-16,6 7 0 0,-6-3 0 0,-1 3 0 0,0 0 0 15,1 1 0-15,-1-1 0 0,7 4 0 0,-6 4 0 0,6-4 0 0,-7 4 0 16,1-1 0-16,6 5 0 0,-7-1 0 0,7 0 0 0,0 4 0 16,0-4 0-16,0 4 0 0,0 0 0 0,-6 4 0 0,6-4 0 0,0 8 0 15,6-5 0-15,-6 5 0 0,0 3 0 0,7 0 0 0,-7 0 0 16,6 7 0-16,1 0 0 0,-1 0 0 0,1 4 0 0,-1 4 0 0,1-4 0 16,0 4 0-16,-1-1 0 0,0 1 0 0,1-1 0 0,0-2 0 15,-1 2 0-15,7 1 0 0,-7-4 0 0,1 0 0 0,0 0 0 16,-1 0 0-16,0 0 0 0,2-4 0 0,-2 1 0 0,0-2 0 0,-6 2 0 15,6-3 0-15,1-3 0 0,0-1 0 0,-1-1 0 0,1 0 0 0,5-4 0 16,-4 0 0-16,-2-3 0 0,0-1 0 0,7 1 0 0,-6-4 0 16,6 0 0-16,-1-4 0 0,2-3 0 0,-1 0 0 0,6 0 0 15,1-8 0-15,-1 0 0 0,1-2 0 0,6-6 0 0,-7 1 0 0,7-4 0 16,1 1 0-16,-1-4 0 0,6-1 0 0,-5 0 0 0,-1 1-86 16,0 0-286-16,-1 4-89 0,1-5-75 0,-6 4-66 0,6 1-31 0,-7 3-15 15,8 0 5-15,-7 0 12 0,-2 0 22 0,2 0 27 0,7 4 32 16,-8-1 35-16,0 1 51 0,-5 0 62 0,5-1 80 0,1 4 187 15</inkml:trace>
  <inkml:trace contextRef="#ctx0" brushRef="#br0" timeOffset="14751.31">28292 4773 56 0,'6'-7'168'0,"0"3"17"0,-6-3 18 0,0 0 24 16,6 2 26-16,-6 2 34 0,0-4 37 0,0 7 43 0,0-3 46 0,0-2-1 16,-6 5-24-16,6 0-15 0,0 0-11 0,0 0-11 0,0 0-12 15,0 0-13-15,0 0-12 0,-6 5-18 0,6-2-21 0,0-3-26 16,0 7-26-16,-6-4-32 0,6 9-35 0,0-1-21 0,-8 0-13 0,8 4-5 16,0 6-5-16,-6-2 0 0,6 6 0 0,-6 4 0 0,-1 1 0 15,7 3 0-15,-6 7-1 0,6 0-6 0,-7 1-8 0,0 6-9 0,1 1-82 16,-6 0-6-16,4 7 0 0,-4-4 0 0,-2 4 0 0,1-4 0 15,1 4 0-15,-2 0 0 0,-5-4 0 0,6 1 0 0,-6-1 0 0,5-4 0 16,2-2 0-16,-8-1 0 0,7-1 0 0,-1-6 0 0,-4 0 0 16,4-1 0-16,1-3 0 0,0-7 0 0,0 4 0 0,7-5 0 15,-8-7-84-15,8 4-61 0,0-7-21 0,-1-1-34 0,0 1-38 0,1-7-51 16,-1 3-58-16,7-4-54 0,-6-3-52 0,6-1-46 0,0 1-42 16,0-4-12-16,0 0 2 0,-6 0 12 0,-1-4 16 0,7 1 19 0,0-1 21 15,-7-3 34-15,7-1 41 0,0 1 54 0,0-4 63 0</inkml:trace>
  <inkml:trace contextRef="#ctx0" brushRef="#br0" timeOffset="16100.56">28357 4788 0 0,'6'0'31'0,"-6"-4"58"0,6 4 7 0,-6-3 7 0,0 3 7 0,6 0 9 0,-6-4 9 0,0 4-4 16,8 0-11-16,-8 0-4 0,0 0-4 0,0 0 7 0,6-4 6 15,-6 4 9-15,0 0 12 0,0 0 9 0,6 0 12 0,-6 0 8 16,0 0 8-16,0 0 7 0,0 0 8 0,7-3 5 0,-7 3 4 0,0 0 4 15,0 0 5-15,0 0 5 0,6 0 3 0,-6 0-2 0,0 0-5 0,0 0-9 16,0 0-13-16,0 0-12 0,0 0-14 0,0 0-12 0,0 0-13 16,0 0-12-16,0 0-12 0,0 0-13 0,0 0-12 0,0 0-13 0,0 0-15 15,0 0-8-15,0 0-7 0,0 0-3 0,0 0-1 0,0 0-2 16,0 0 0-16,0 0 1 0,0 0 0 0,0 3 2 0,0-3 2 0,0 4 1 16,0-4 3-16,-6 4 4 0,6-4 3 0,0 3 5 0,-7 1 3 15,1 3 3-15,0-3 5 0,-2 3 2 0,-4 4 3 0,6 0 2 16,-14 0 1-16,7 4 3 0,-7-4 1 0,0 7 1 0,1-3 1 0,-7 3 0 15,0 0-1-15,0 4-3 0,0-3-3 0,0 3-4 0,0 0-5 16,0-4-4-16,0 4-3 0,-1 0-4 0,1 0-4 0,0 0-4 0,7 0-32 16,-7-4-18-16,6 1 0 0,7-1 0 0,-6 0 0 0,6-3 0 15,-1-1 0-15,8 1 0 0,-7-4 0 0,7 0 0 0,-1-3 0 16,1-1 0-16,6 0 0 0,-7-4 0 0,7 5 0 0,0-8 0 0,0 4 0 16,0-4 0-16,0 0 0 0,0 0 0 0,0 0 0 0,0 0 0 15,0-4 0-15,7 4 0 0,-7 0 0 0,6-3 0 0,-6-2 0 16,7 2 0-16,-1-1 0 0,1-3 0 0,-1 0-9 0,0-1-27 0,8 1-2 15,-1-4-1-15,0 0-1 0,0-4 0 0,0 5-1 0,0-5 0 16,7 0-1-16,-8 4 0 0,8-3 1 0,-7-1 1 0,7 1 0 0,-8-2 4 16,8 2 5-16,-1 3 3 0,1-4 2 0,-6 1 4 0,5-1 2 15,1 0 2-15,-1 5 2 0,0-5 3 0,-6 0 2 0,7 4 1 16,0-4 1-16,-1 4 3 0,-6-3 2 0,6-1 0 0,-5 4 1 0,5-3 1 16,-6 3 1-16,0-5 0 0,1 6 2 0,-2-1 0 0,2-4-1 0,-2 4 1 15,1 0-1-15,1 0 1 0,-8 0-1 0,6 0 1 0,-4 0 0 16,4 0 0-16,-5 4-1 0,0-4 2 0,-1-1-1 0,7 2 0 15,-7 2 0-15,1-3 1 0,0 4 0 0,-1-4 2 0,0 4 0 0,-6 4 2 16,7-5 2-16,-7 4 3 0,7 1 1 0,-7 3 2 0,0-4 1 16,0 4 1-16,0 0 2 0,0 0 0 0,0 0 2 0,0 0 0 0,0 0 1 15,0 0 0-15,0 0-2 0,0 0-1 0,0 4-2 0,-7-4-1 16,7 0-2-16,0 3-2 0,0-3 0 0,0 0-2 0,0 4-2 0,0-4 0 16,0 0-2-16,0 0-2 0,0 0 0 0,0 4 0 0,0-4-1 15,0 4 0-15,0-4 0 0,0 3-1 0,0-3-1 0,0 4 2 16,0-1 1-16,0-3 3 0,0 4 4 0,0-1 5 0,7 1 5 0,-7 0 3 15,0-1 3-15,0-3 4 0,0 4 3 0,0 0 3 0,0-1 3 16,0-3 3-16,0 5 2 0,0-5 3 0,0 3-44 0,0-3-3 0,0 0 0 16,0 0 0-16,0 3 0 0,0-3 0 0,0 0 0 0,0 0 0 15,0 0 0-15,0 0 0 0,0 0 0 0,0 0 0 0,0 0 0 0,0 0 0 16,0 0 0-16,0 0 0 0,0 0 0 0,0 0 0 0,0 0 0 16,0 0 0-16,0 0 0 0,0 0 0 0,0 0 0 0,0 0 0 15,0 0 0-15,0 0 0 0,0 0 0 0,0 0 0 0,0 0 0 0,0 0 0 16,0 0 0-16,0 0 0 0,0 4 0 0,0-4 0 0,0 3 0 15,0-3 0-15,0 5 0 0,0-2 0 0,0 1 0 0,6 3 0 16,-6-3 0-16,0 7 0 0,7-4 0 0,-7 4 0 0,6 0 0 0,1 4 0 16,-7 0 0-16,7 3 0 0,-1 0 0 0,0 1 0 0,0-1 0 0,2 4 0 15,-2-4 0-15,0 4 0 0,1 0 0 0,-1 4 0 0,1-4 0 16,-7 0 0-16,7 0 0 0,-1 3 0 0,0-3 0 0,0 0 0 16,-6 0 0-16,8 0 0 0,-2-3 0 0,0 2 0 0,-6-2 0 0,7-1 0 15,-7 1 0-15,7-5 0 0,-7 1 0 0,6 0 0 0,-6-1 0 0,7-3 0 16,-7 0 0-16,0-4 0 0,6 4 0 0,-6-3 0 0,0-1 0 15,6-3 0-15,-6 3 0 0,0-4 0 0,0 1 0 0,0 0 0 16,0-4 0-16,0 0 0 0,0 3 0 0,0-3 0 0,0 0 0 0,-6 0 0 16,0 0 0-16,-1-3-22 0,1 3-535 0,-8-4-73 0,2 4-52 15,-2-4-16-15,-5 4 2 0,-1-3 10 0,-6 3 15 0,7-4 24 0,-7 4 27 16,0 0 36-16,0 0 41 0,-1-3 64 0,1 3 76 0</inkml:trace>
  <inkml:trace contextRef="#ctx0" brushRef="#br0" timeOffset="49917.62">11736 4356 0 0,'0'3'86'0,"0"-3"34"0,0 4 2 0,-7-4-1 0,7 0 1 0,0 0 0 15,0 0 0-15,0 0 0 0,-6 4-1 0,6-4-25 0,0 0-41 16,0 0-24-16,0 0-15 0,0 0-7 0,0 0-5 0,0 0-1 16,0 0-1-16,0 0-1 0,0 0 1 0,0 0 2 0,0 0 0 0,0 0 4 15,0 0 2-15,0 0 4 0,0 0 3 0,0 0 2 0,0 0 2 0,0 0 5 16,0 0 2-16,0 0 3 0,0 0 4 0,0 0 3 0,0 0 1 16,6 0 2-16,-6-4 1 0,0 4-1 0,7 0 0 0,-7 0-2 15,0-4 0-15,6 4 1 0,-6 0-2 0,0 0 0 0,6 0-2 0,-6 0-1 16,0 0-1-16,0 0 1 0,7 0 2 0,-7 0 1 0,0 0 2 15,7 0 5-15,-7 0 3 0,0 0 6 0,6 4 7 0,-6-4 3 16,0 0 4-16,6 0 4 0,-6 0 4 0,0 4 5 0,8-4 7 0,-8 0 4 16,6 3 5-16,-6-3 5 0,6 0 6 0,1 0 6 0,-7 0 10 15,6 0 7-15,1 0 4 0,-1 0 6 0,1 0 6 0,-7 0 3 0,6 0 1 16,0 0-1-16,2 0-5 0,-8 0-3 0,6 4-5 0,0-4-5 16,1 0-6-16,-7 0-11 0,7 0-13 0,-7 0-13 0,6 0-13 0,0 0-11 15,-6 0-9-15,7 0-7 0,-1 0-6 0,1 0-4 0,-7 0-2 16,7 0-3-16,-1 0-4 0,-6 0-1 0,6 0-2 0,1 0-1 15,0 0-2-15,-7 0 2 0,6 0-1 0,0 0 0 0,1 0 2 0,-1-4-1 16,1 4-1-16,0 0-1 0,-1 0-1 0,8 0-2 0,-8-3 0 16,0 3-2-16,0 0-1 0,8-4 0 0,-1 4-1 0,-7 0 2 15,8 0 1-15,-8-4 1 0,6 4-2 0,2 0-1 0,-8-3-1 0,7 3 0 16,1-4-1-16,-2 4 1 0,2-4 0 0,-2 4-1 0,1 0 0 0,1-3-1 16,-2 3-2-16,2-4-2 0,5 0-1 0,-6 4-2 0,0-3-1 15,1 3 0-15,-2 0 1 0,1-4 0 0,7 4 1 0,-7 0 2 0,0-4-1 16,7 4 2-16,-8 0 0 0,8-3 0 0,-7 3 0 0,7 0 1 15,-8-5-1-15,8 5 0 0,-1 0 0 0,1-3 1 0,0 3-3 16,-1-4-1-16,1 4-1 0,0 0-2 0,-1-3-1 0,1 3-1 0,-2-3 1 16,9-2-2-16,-7 5 0 0,-1-3 0 0,7 3-2 0,-6 0 1 15,6-4 0-15,-6 4-1 0,5-4 0 0,-5 4 1 0,6-3 1 0,-7 3-1 16,7-4-1-16,-6 4 1 0,6-4-1 0,-7 4 2 0,7 0 0 0,-6-3 2 16,0 3 2-16,5 0 2 0,-5 0 2 0,0 0 0 0,-1 0 1 15,1 0 1-15,6 3 0 0,-7-3 1 0,1 0 0 0,6 0 1 16,-6 0 0-16,-1 0 0 0,7 4-1 0,-6-4 0 0,5 0-1 0,1 0-1 15,-6 0-1-15,7 0-2 0,-1 0-1 0,-7 0 0 0,7 0 0 16,0 4-1-16,0-4-1 0,-7 0 0 0,7 0 1 0,1 0-1 0,-1 0-1 16,-6 0-1-16,6 0 0 0,-1 0-2 0,1 0 2 0,-6 3-1 15,6-3 0-15,-7 0 0 0,8 0-1 0,-8 0 2 0,0 0 0 16,8 0 1-16,-8 0 1 0,1 0 0 0,-1 0 0 0,1 4 1 0,6-4 1 16,-7 0 0-16,1 0 0 0,-7 0 3 0,7 0 0 0,0 4 2 15,-1-4 1-15,0 0 0 0,1 0 1 0,-1 3-1 0,1-3 0 0,-1 0 0 16,1 0 1-16,0 5 0 0,-1-5 0 0,1 0 1 0,0 3-1 15,-2-3 3-15,2 0 0 0,-1 3 1 0,7-3 0 0,-6 0-1 0,0 0 2 16,5 0-2-16,-5 4 1 0,7-4 0 0,-7 0-1 0,5 0-1 16,1 0 1-16,-6 0-1 0,6 0-3 0,0 0-2 0,-1 0-2 15,2-4-1-15,-1 4-2 0,0 0-1 0,0 0-1 0,0-3 0 0,-7 3-2 16,8-3 0-16,-1 3 0 0,6-5 0 0,-6 5 1 0,1-3-2 16,-1 3 1-16,-1-4-1 0,1 4 1 0,1-4 0 0,-1 1-1 15,6 3 1-15,-6-4 0 0,1 0-1 0,-1 4 1 0,-1-3-1 0,1-1 1 16,7 4-1-16,-7-3 0 0,0-1 0 0,0 4 1 0,1-4 0 15,-1 4 1-15,-1-3 0 0,1 3 1 0,0-4 0 0,1 4 1 0,-1 0 1 16,0-4 1-16,-1 4 1 0,1 0 1 0,-6 0 1 0,7 0-1 0,-9 0 1 16,9 0 0-16,-1 4 0 0,-6-4 1 0,6 0 0 0,-7 0-1 15,7 0 0-15,-6 0-2 0,6 4 0 0,-1-4 1 0,-5 0-2 16,6 0-1-16,1 0 0 0,-1 3 0 0,-1-3-1 0,1 0 1 0,-6 0-1 16,13 0-1-16,-7 0 0 0,0 0-2 0,-1 0 1 0,2-3-1 15,-1 3 1-15,0 0-3 0,0 0 1 0,7 0 0 0,-7-4 0 0,0 4 0 16,-1 0 0-16,1-4-1 0,1 4 0 0,-1-3 0 0,-6 3-1 15,5 0 0-15,1-4 1 0,-6 4 0 0,6 0 0 0,-7-4 0 16,1 4 1-16,6 0-1 0,-6 0 1 0,-1 0-1 0,1 0 0 0,-1 0 0 16,1 0 1-16,0 0 0 0,-1 0 2 0,1 0 2 0,-1 0 2 15,0 0 1-15,1 0 3 0,-7 0 2 0,7 0 1 0,0 4 0 0,-1-4 1 16,1 0 0-16,-2 0-6 0,2 4-10 0,0-4 0 0,-1 0 0 16,-5 3 0-16,5-3 0 0,1 4 0 0,-1-4 0 0,0 4 0 15,1-4 0-15,0 3 0 0,-7-3 0 0,7 4 0 0,-1-4 0 0,-6 4 0 16,6-1 0-16,1 1 0 0,-7-1 0 0,6 1 0 0,1-4 0 0,-7 4 0 15,7-1 0-15,-1 1 0 0,1 0 0 0,0-1 0 0,-1 2 0 16,0-2 0-16,1 0 0 0,-1-3 0 0,1 4 0 0,-1-1 0 16,1 2 0-16,6-5 0 0,-6 3 0 0,5-3 0 0,-5 4 0 0,0-4 0 15,6 4 0-15,-7-4 0 0,1 0 0 0,6 3 0 0,-7-3 0 16,7 0 0-16,-6 4 0 0,6-4 0 0,0 0 0 0,-6 4 0 0,6-4 0 16,0 0 0-16,0 0 0 0,-7 3 0 0,7-3 0 0,1 0 0 15,-1 0 0-15,-7 4 0 0,7-4 0 0,0 0 0 0,0 4 0 0,0-4 0 16,1 0 0-16,-8 0 0 0,7 3 0 0,0-3 0 0,0 0 0 15,0 0 0-15,1 0 0 0,-2 0 0 0,1 0 0 0,0 0 0 0,0 0 0 16,1 0 0-16,-1 4 0 0,-1-4 0 0,1 0 0 0,0 0 0 16,1 0 0-16,-1 0 0 0,0 0 0 0,7 0 0 0,-7 0 0 15,-1 0 0-15,1 0 0 0,0 0 0 0,1 0 0 0,-1 0 0 0,0 4 0 16,-7-4 0-16,7 0 0 0,0 0 0 0,-6 3 0 0,5-3 0 16,-5 0 0-16,7 4 0 0,-8-4 0 0,7 0 0 0,-6 0 0 0,-1 4 0 15,0-4 0-15,8 0 0 0,-8 3 0 0,0-3 0 0,1 4 0 16,6-4 0-16,-6 0 0 0,-1 0 0 0,1 4 0 0,-1-4 0 0,1 3 0 15,0-3 0-15,-1 4 0 0,1-4 0 0,0 3 0 0,-1-3 0 16,0 4 0-16,1-4 0 0,-1 4 0 0,1-4 0 0,-1 4 0 16,1-4 0-16,0 3 0 0,-1-3 0 0,1 4 0 0,0-4 0 0,-2 3 0 15,2-3 0-15,0 4 0 0,-1-4 0 0,1 4 0 0,-7-4 0 16,7 3 0-16,-2-3 0 0,2 0 0 0,0 4 0 0,-7-4 0 0,7 4 0 16,-1-4 0-16,1 3 0 0,0-3 0 0,-2 0 0 0,-4 4 0 15,5-4 0-15,1 4 0 0,0-4 0 0,-1 4 0 0,1-4 0 0,-1 3 0 16,-6-3 0-16,7 4 0 0,-1-4 0 0,1 4 0 0,0-4 0 15,-1 2 0-15,0-2 0 0,0 5 0 0,1-5 0 0,0 0 0 0,-1 4 0 16,1-4 0-16,0 3 0 0,-1-3 0 0,1 0 0 0,6 4 0 16,-7-4 0-16,7 0 0 0,-6 0 0 0,6 0 0 0,0 0 0 0,-7 0 0 15,7 0 0-15,1 0 0 0,-7-4 0 0,5 4 0 0,-5 0 0 16,6-3 0-16,0 3 0 0,-7 0 0 0,7 0 0 0,-6-4 0 0,6 4 0 16,-7 0 0-16,7-5 0 0,-6 5 0 0,7 0 0 0,-9 0 0 15,9 0 0-15,-7 0 0 0,-2 0 0 0,9 0 0 0,-7 0 0 16,-2 0 0-16,9 0 0 0,-7 0 0 0,6 0 0 0,-7 0 0 0,7 0 0 15,-6 0 0-15,6 0 0 0,-7 0 0 0,7-2 0 0,0 2 0 16,1 0 0-16,-1 0 0 0,0 0 0 0,-1-4 0 0,1 4 0 16,1 0 0-16,-1-4 0 0,0 4 0 0,0-3 0 0,0 3 0 0,0-4 0 15,0 4 0-15,-6-4 0 0,6 4 0 0,0-4 0 0,-1 1 0 16,-5 3 0-16,6-4 0 0,1 0 0 0,-8 4 0 0,7-3 0 16,-6-1 0-16,-1 4 0 0,0-4 0 0,1 4 0 0,-1-3 0 0,1 3 0 15,0-4 0-15,-1 4 0 0,-5-3 0 0,4 3 0 0,-4 0 0 16,-1-4 0-16,0 4 0 0,6 0 0 0,-5 0 0 0,-2-4 0 0,2 4 0 15,-1 0 0-15,-1 0 0 0,-5 0 0 0,6 0 0 0,0 0 0 16,-6 0 0-16,6 4 0 0,-7-4 0 0,7 0 0 0,-6 0 0 0,-1 0 0 16,0 0 0-16,2 4 0 0,-2-4 0 0,0 0 0 0,1 0 0 0,-1 0 0 15,1 0 0-15,-7 0 0 0,0 3 0 0,7-3 0 0,-7 0 0 16,0 0 0-16,6 0 0 0,-6 0 0 0,0 0 0 0,0 0 0 16,0 0 0-16,0 4 0 0,0-4 0 0,0 0 0 0,0 0 0 0,0 0 0 15,0 0 0-15,0 0 0 0,0 0 0 0,0 0 0 0,0 0 0 16,0 0 0-16,0 0 0 0,0 0 0 0,6 0 0 0,-6 0 0 15,0 0 0-15,0 0 0 0,0 0 0 0,0 0 0 0,0 0 0 0,0 0 0 16,0 0 0-16,0 3 0 0,0-3 0 0,0 0 0 0,6 0 0 0,-6 0 0 16,0 0 0-16,0 0 0 0,0 0 0 0,0 0 0 0,0 0 0 15,0 0 0-15,0 0 0 0,0 0 0 0,0 0 0 0,0 0 0 16,0 0 0-16,0 0 0 0,8 0 0 0,-8 0 0 0,0 0 0 16,0 0 0-16,0 0 0 0,-8 0 0 0,8-3 0 0,-6-1 0 0,0 1-56 15,-7-1-519-15,0-4-82 0,0 5-34 0,-7-4-12 0,0-4 3 16,-5 3 10-16,-1-3 17 0,0 0 18 0,-1 0 27 0,7 4 34 0,-5-5 47 15,5 5 53-15,8 4 106 0,-2-5 248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6:57:17.5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13904 1040 112 0,'-6'-7'167'0,"6"3"15"0,-7-3 17 0,1 3 25 0,0 1 29 0,6-1 25 0,-8 0 25 0,2 1 24 0,6 3 26 0,-6 0-15 15,6-4-36-15,0 4-16 0,0 4-7 0,-7-4-4 0,7 3-4 0,0 1-8 16,0 3-10-16,-6 4-19 0,6 0-24 0,0 4-21 0,0 3-20 0,-7 5-21 16,7-2-21-16,0 8-17 0,-6 5-18 0,6-2-10 0,0 9-10 15,-7-1-6-15,7 4-6 0,0 3-5 0,-6 5-6 0,6 3-3 0,-6 0-5 16,-2 3-3-16,2-3-5 0,0 7-3 0,-1-3-5 0,-6 3-2 15,7-3-3-15,-7 0-3 0,-1-5-3 0,8 5-3 0,-7-8-1 0,6 5-3 16,-5-9-5-16,5 1-6 0,1 0-9 0,-8-8-11 0,8 0-13 0,0-4-21 16,6-2-29-16,-8-5-41 0,8 0-47 0,-6-7-57 0,6-4-60 0,0-3-44 15,0-4-36-15,6 0-33 0,-6-8-32 0,8-3-20 16,-8-3-14-16,6-4 0 0,0 0 8 0,1-8 19 0,0 0 27 0,6-3 39 16,-7-4 47-16,0-4 55 0,1 4 60 0</inkml:trace>
  <inkml:trace contextRef="#ctx0" brushRef="#br0" timeOffset="600.19">13800 949 154 0,'0'0'196'0,"0"0"14"0,-6 0 16 0,6 0 15 0,0-4 14 0,0 4 17 16,0 0 15-16,0 0 15 0,0 0 16 0,0 0-21 0,0 0-36 16,0 0-18-16,0 0-7 0,0 0-3 0,6 0 0 0,-6-4-3 0,6 4-6 15,2-3-8-15,4-1-9 0,-5 0-11 0,6 1-12 0,6-1-12 0,1-3-11 16,-1 3-13-16,1-3-14 0,6 3-17 0,0-3-18 0,0-1-15 0,7 5-13 16,6-4-7-16,-7 2-6 0,7 2 0 0,7-5-1 0,-1 5 0 15,1-1 1-15,-1-3-2 0,14 3 0 0,-6 1-3 0,5-5-3 0,1 5-3 16,0-4-3-16,6 3-3 0,-7 0-3 0,7 0-4 0,-6-3-4 0,6 3-4 15,-6 1-7-15,0 3-4 0,-2-4-4 0,-4 0-2 0,5 4-2 16,-5 0-1-16,-2 0-1 0,2 0 0 0,-1 0-1 0,-1 0 0 0,-4 4 1 16,5-4-2-16,-7 4 1 0,1-4-1 0,-1 0 1 0,-6 3 2 0,7 1 4 15,-7-4 1-15,0 4 2 0,-7-1 1 0,8-3 2 0,-7 0 0 0,-1 4 1 16,1-4 0-16,-7 4 0 0,0-4 2 0,-1 0 1 0,-5 4 2 16,0-4-1-16,-1 0 1 0,1 3-1 0,0-3 0 0,-8 4 3 0,1-4 1 15,-6 3 2-15,6-3 1 0,-7 0 0 0,1 4 1 0,0-4 1 0,-1 4-1 16,0-4 0-16,1 3-1 0,-7 1 0 0,7-4-1 0,-7 3-1 0,0 1 0 15,6-4-1-15,-6 4-1 0,0 4 1 0,7-5 0 0,-7 0 2 16,6 4 0-16,-6 1 1 0,6 3 1 0,-6 0 0 0,8 0 2 0,-8 4 1 16,0 0 2-16,6 3 0 0,-6 4-18 0,6 0-16 0,-6 0 0 0,0 7 0 15,0 0 0-15,0 1 0 0,0 3 0 0,0 3 0 0,0 1 0 16,0 3 0-16,0 4 0 0,-6 0 0 0,6 4 0 0,0 0 0 0,-6 3 0 16,6 4 0-16,-8 0 0 0,2-4 0 0,6 4 0 0,-6 4 0 0,-1-5 0 15,1 2 0-15,-1-2 0 0,0 1 0 0,1-3 0 0,0-5 0 16,6 1 0-16,-7 0 0 0,0-5 0 0,7 1 0 0,-6-3 0 15,6-5 0-15,-6 1 0 0,6-4-92 0,-7 0-24 0,7-4-13 0,-7 1-15 16,7-5-15-16,-6-3-26 0,6 0-31 0,-7 0-39 0,7-3-45 0,-6-5-48 16,6 1-53-16,-6-1-40 0,-1-3-34 0,7 0-22 0,-7-3-15 15,1-1 0-15,0 0 6 0,-8 0 12 0,8-3 16 0,-7 3 28 0,0-3 36 16,0-4 45-16,7 4 50 0,-8-4 60 0,-5 0 139 0</inkml:trace>
  <inkml:trace contextRef="#ctx0" brushRef="#br0" timeOffset="1217.23">13514 2667 148 0,'-7'3'173'0,"7"1"3"0,0-4 2 0,0 4 1 0,0-4 2 0,7 3 9 0,-7-3 15 0,6 0 21 16,0 4 22-16,1-4-2 0,6 0-14 0,0 4 4 0,7-4 12 15,-8 0 12-15,15 0 10 0,-7 3 10 0,12-3 10 0,-6 0 8 0,7 0 8 16,-1 0-3-16,7 0-4 0,0 0-18 0,1 0-21 0,5 0-23 15,7 0-25-15,1 0-29 0,-2 0-32 0,1 0-19 0,13 0-17 0,-6 4-8 16,6-4-6-16,6 4-3 0,-6-4-6 0,8 3-4 0,-2-3-7 16,-6 4-5-16,7-4-5 0,0 3-5 0,-1 1-7 0,-6 0-4 15,7-1-2-15,-7 1-4 0,0 0-3 0,0-1-4 0,-6 1-4 0,6 4-5 16,-6-4-4-16,-7-1-3 0,0 1-2 0,0-1-2 0,-7 1-4 0,1 0-2 16,-7 3-1-16,0-3-4 0,1-1-1 0,-8 1-4 0,-6 0-3 15,1-1-6-15,-2 5-6 0,-5-5-9 0,0 1-10 0,-8-4-12 16,1 4-13-16,0-1-11 0,-6-3-10 0,-1 4-15 0,-6-4-17 0,0 0-26 15,0 0-29-15,0 0-46 0,-6-4-55 0,-1 4-62 0,-6 0-63 0,0-3-43 16,1-1-33-16,-2 4-30 0,-5-4-25 0,-1 1-8 0,0-2 1 16,-6-1 11-16,1 2 12 0,-1 0 25 0,0-3 29 0,-1 0 47 0,-5-1 56 15,-1 1 65-15,-5-4 81 0</inkml:trace>
  <inkml:trace contextRef="#ctx0" brushRef="#br0" timeOffset="1750.29">14347 1377 0 0,'7'-7'49'0,"-7"0"90"0,6 3 9 0,-6 0 9 0,6 1 9 0,-6 3 13 15,0-4 12-15,0 4 16 0,0 0 19 0,0 0 2 0,0 0-5 0,8 4 3 16,-8-4 8-16,0 3 18 0,0 1 23 0,0 3 17 0,6 1 9 0,-6 2 5 16,0 1-1-16,6 0-5 0,-6 8-6 0,0-1-13 0,0 4-14 15,0 0-19-15,0 4-22 0,0 3-24 0,0 4-26 0,-6-4-34 0,6 8-38 16,-6 0-24-16,6-1-20 0,-8-3-12 0,2 4-9 0,0-1-7 0,-1-3-5 15,7 1-3-15,-6-2-5 0,-1 1-5 0,0-7-5 0,1 3-7 16,6-3-10-16,-6 0-10 0,0-4-10 0,6-1-13 0,-8-2-15 0,8-1-23 16,0-3-26-16,-6 0-37 0,6-4-43 0,0 0-52 0,0-4-57 15,0 0-46-15,0-7-42 0,0 0-35 0,0 0-35 0,6-3-13 0,-6-5-4 16,8-3 7-16,-2 0 10 0,0-4 22 0,0 1 26 0,1-5 36 16,0 1 42-16,-1-4 51 0,1 0 57 0</inkml:trace>
  <inkml:trace contextRef="#ctx0" brushRef="#br0" timeOffset="1999.26">14738 1443 60 0,'7'0'193'0,"-1"4"14"0,0-4 6 0,1 7 13 0,-7-3 16 0,7 0 26 16,-1 3 32-16,-6 0 43 0,7 4 49 0,-7-4 7 0,0 8-15 16,6-4-22-16,-6 7-29 0,6-3-20 0,-6 3-19 0,7 5-8 0,-7-5-3 15,0 4-9-15,0 0-12 0,0 0-25 0,0 3-31 0,0-3-40 16,0 4-49-16,0 0-30 0,0-1-24 0,-7 1-15 0,7-4-11 0,-6 4-7 15,6-1-7-15,-6-3-6 0,-1 0-5 0,7 0-9 0,-6-4-8 0,-1 4-10 16,7-3-11-16,-7-5-13 0,1 1-12 0,6 0-19 0,-6-1-23 16,6-3-30-16,0 0-35 0,-7-4-43 0,7 1-48 0,0-5-44 0,0 1-44 15,0 0-32-15,0-4-26 0,0 0-27 0,0 0-24 0,0-8-8 16,0 5 5-16,7-5 15 0,-1-3 18 0,0 1 29 0,1-5 35 0,-7 0 42 16,13 1 48-16,-6-5 46 0,-1 1 108 0</inkml:trace>
  <inkml:trace contextRef="#ctx0" brushRef="#br0" timeOffset="2266.98">15096 1425 0 0,'6'-4'7'16,"-6"4"123"-16,8 0 6 0,-8 0 10 0,0 0 9 0,6 4 17 0,-6-4 19 0,6 4 25 16,-6-4 28-16,7 3 12 0,-7 1 6 0,6-1 6 0,-6 5 6 15,7-4 13-15,-1 7 17 0,-6-4 8 0,7 4 6 0,-1 0-3 16,-6 3-6-16,6 1-12 0,2 3-15 0,-8 1-20 0,0-1-24 0,0 4-26 15,0 0-25-15,0 4-30 0,0 3-29 0,0 0-27 0,0 1-27 0,-8-1-15 16,8 4-10-16,-6 0-6 0,0 0-3 0,6-4-3 0,-7 4-4 16,1 0-4-16,-1-4-6 0,1 0-2 0,-1 1-3 0,1-1-4 0,0-3-4 15,6-1-7-15,-8-3-11 0,8 1-13 0,-6-1-15 0,6-8-27 16,0 1-32-16,0-1-42 0,0-6-44 0,0 3-54 0,0-8-60 0,0 1-50 16,0-4-42-16,6-4-41 0,2-3-39 0,-8 0-12 0,12-4-3 15,-5-4 6-15,-1 1 11 0,1-5 25 0,6 1 31 0,-7-1 41 0,8-3 43 16,-8 4 55-16,0-4 63 0</inkml:trace>
  <inkml:trace contextRef="#ctx0" brushRef="#br0" timeOffset="2700.19">15435 1487 0 0,'0'4'128'0,"0"-4"75"0,0 0 17 0,0 3 10 0,0-3 8 0,0 4 17 15,0-4 21-15,6 0 27 0,-6 0 28 0,7 0 24 0,0 0 17 0,-1 0-14 16,0 0-27-16,8-4-24 0,-8 4-21 0,7 0-13 0,0-3-13 16,0 3-5-16,1-4-5 0,-2 4-12 0,8-3-16 0,-7 3-25 0,7-4-25 15,-8 0-33-15,8 4-35 0,-7-3-21 0,7-1-14 0,-8 4-7 16,8 0-7-16,-7-4-3 0,0 4-1 0,0 0-2 0,0-3 0 0,0 3-2 15,0 0-2-15,0 0-1 0,0 0-2 0,-7 0 0 0,8 3-1 0,-8-3 0 16,8 0 0-16,-8 0-2 0,0 4-1 0,1-4-1 0,-1 4-1 16,1-4-2-16,-1 3 0 0,1-3 0 0,-1 4 2 0,0 0 2 0,-6-1 3 15,8 4 1-15,-2-3 3 0,-6 3 1 0,6 4 3 0,-6 0-1 16,0 0 1-16,0 4-1 0,0-1 0 0,0 5-2 0,-6 3-2 0,6 4-3 16,-6-1-2-16,-2 4-3 0,-4 1-5 0,5 3-4 0,-6 4-4 0,0-1-5 15,1 1-5-15,-2 3-6 0,1 0-6 0,0 1-12 0,-6-1-14 0,5-3-19 16,2 3-20-16,-2-4-23 0,2 1-23 0,-2-4-35 15,8 0-41-15,-7-4-61 0,7-3-74 0,-8 0-77 0,8-4-78 0,0-8-52 16,-1 5-39-16,0-8-13 0,7 0 1 0,-6-4 13 0,-1 0 17 0,7-3 20 16,-6-4 23-16,0 0 35 0,6 0 39 0,-8 0 62 0,2-4 74 0</inkml:trace>
  <inkml:trace contextRef="#ctx0" brushRef="#br0" timeOffset="3667.19">11651 1780 105 0,'0'0'119'0,"-7"0"6"0,1-3 4 0,6 3 6 0,-6 0 7 0,-2 0 10 16,8 0 12-16,-6-4-2 0,0 4-7 0,6 0-7 0,-7 0-8 0,7 0 2 15,-6 0 5-15,6 0 9 0,0 0 8 0,0 0 7 0,0 0 5 16,0 0 1-16,0 0-1 0,0 0-5 0,0 0-9 0,0 0-11 16,0 0-15-16,0 0-17 0,0 0-14 0,0 0-18 0,0 0-15 0,6 4-8 15,-6-4-4-15,0 0 8 0,7 0 15 0,-1 3 13 0,0-3 16 0,2 0 9 16,4 0 8-16,2 0 5 0,-1 0 2 0,-1 0 4 0,8 0 5 0,0 0 4 15,-1-3 5-15,1 3-2 0,6-4-5 0,0 4-15 0,-1-4-19 16,2 1-18-16,5-1-16 0,-6 4-10 0,7-7-9 0,7 3-3 0,-8 4-2 16,7-4-1-16,0 1-3 0,0-1-2 0,7 0 0 0,-8 1-3 15,1-1-1-15,7 4 0 0,-1-4-1 0,-5 4-3 0,5 0-2 0,1 0 0 16,0 0-1-16,-8 0 0 0,9 0 0 0,-2 4 0 0,1-4-1 0,-1 0 0 16,-5 4-1-16,5-4 0 0,0 3-2 0,-5 1 0 0,-2-4-1 0,9 4-2 15,-9-1 1-15,1 1-2 0,-6 0-2 0,6-1 0 0,-7 1-1 16,8 0-1-16,-8-1 0 0,1 1 0 0,-1 0-2 0,7-1 1 0,-13 1 1 15,7-4-1-15,-1 4 1 0,1-1-1 0,-7 1 1 0,7-1 0 16,-7 1-2-16,0-4-1 0,7 4-1 0,-7-1-2 0,0 1-1 0,-1-4-1 16,1 4-1-16,-6-1-2 0,-1-3-2 0,1 4-1 0,0-4-1 15,-7 4-2-15,0-4-1 0,0 3 0 0,-7-3 0 0,0 4 0 0,-6-4 1 16,8 0-1-16,-8 0 2 0,0 4-5 0,-8-4-6 0,2 0-12 0,0 3-14 16,-7-3-17-16,0 4-21 0,0-4-22 0,-7 4-22 0,0-1-30 15,-5-3-33-15,-1 4-62 0,0-4-78 0,-1 4-72 0,-5-4-70 0,6 0-55 16,-7-4-49-16,7 4-14 0,0-7 2 0,0 3 10 0,0 0 16 15,0 1 20-15,6-5 21 0,-6 5 28 0,7-1 31 0,-1 0 62 0,8 1 76 16</inkml:trace>
  <inkml:trace contextRef="#ctx0" brushRef="#br0" timeOffset="4116.92">12713 1901 90 0,'0'0'144'0,"0"0"10"0,0 0 10 0,0 0 9 0,0 0 12 0,0 0 12 0,0 4 12 15,-7-4 8-15,7 4 4 0,0-1-8 0,0 1-15 0,0-1-4 16,0 1 0-16,0 3 0 0,0-3 1 0,-7 3 5 0,7 4 5 0,0-3 5 16,0 3 4-16,7 0 1 0,-7-1 0 0,0 5-7 0,0-3-13 0,0 2-15 15,7 4-15-15,-7-3-11 0,0 3-14 0,6 4-10 0,-6 0-8 16,6-4-12-16,-6 8-13 0,7-4-13 0,-7 4-13 0,7 3-13 0,-7-3-10 16,6 3-8-16,-6 0-2 0,0 1-3 0,7-1-3 0,-7 4-3 15,0-4-3-15,0 4-1 0,0 0-3 0,0 0 0 0,0-4-2 0,0 5-1 16,0-6-3-16,0 6 0 0,0-5 1 0,-7-4-2 0,7 5-3 0,0-8-2 15,0 4-1-15,0-5-2 0,-6 1 0 0,6 0-1 0,0-7-1 16,0 4-4-16,0-5-5 0,0 1-9 0,0-4-10 0,0 0-20 16,0-4-24-16,6 0-36 0,-6-3-42 0,0 0-56 0,-6-1-67 0,6-3-55 15,0 0-50-15,0 0-42 0,0 0-37 0,-7-3-16 0,0-1-4 16,1 0 3-16,0-3 8 0,6 3 18 0,-14 1 23 0,8-5 35 16,0 5 40-16,-1-1 58 0,1 0 75 0</inkml:trace>
  <inkml:trace contextRef="#ctx0" brushRef="#br0" timeOffset="4466.83">12289 3025 0 0,'-6'5'17'15,"0"2"115"-15,-2-7 11 0,8 4 13 0,-6-1 17 0,0 1 19 0,6-4 23 16,-7 4 21-16,7-1 22 0,0-3 0 0,-6 4-12 0,6-4-15 15,0 0-17-15,0 0-9 0,0 0-6 0,0 3 2 0,6-3 7 16,-6 4 14-16,7-1 14 0,-1-3 0 0,8 4-7 0,-8 0-12 16,6 0-13-16,8-4-11 0,0 3-10 0,-1 1-5 0,1 0-1 0,6-4-2 15,-1 3 0-15,2-3-10 0,-1 4-12 0,6-4-24 0,-5 0-27 0,5 0-17 16,1-4-12-16,-1 4-8 0,1 0-8 0,-7-3-5 0,6-1-4 16,1 4-4-16,-7-4-6 0,7 1-4 0,-7-1-5 0,0 0-5 15,0 4-3-15,0-4-4 0,-7 1-4 0,1-1-3 0,-1 4-1 0,1-3-5 16,-6 3-7-16,-8-4-8 0,6 4-11 0,-5 0-12 0,0-3-14 0,-1 3-17 15,-6 0-21-15,0-4-43 0,0 4-54 0,0-4-62 0,-6 4-69 16,-1 0-49-16,0 0-42 0,-5 0-37 0,6 0-36 0,-8 0-11 16,-6 0-1-16,1 4 7 0,6 0 10 0,-6-1 17 0,-1 4 19 0,-6 0 43 15,7 1 53-15,-8-1 64 0,8 1 66 0</inkml:trace>
  <inkml:trace contextRef="#ctx0" brushRef="#br0" timeOffset="4733.35">12465 3312 0 0,'0'7'102'0,"-6"0"71"0,6-3 11 0,0 3 8 16,0-3 5-16,-7 0 12 0,7-1 11 0,7 1 20 0,-7 0 24 0,6-4 11 16,1 0 3-16,-1 3 0 0,0-3-3 0,1 4-1 0,6-4-1 15,0 3 0-15,7-3 0 0,-8 0-2 0,8 0 0 0,0-3-7 16,-1 3-9-16,7-4-16 0,-6 4-21 0,6-3-25 0,0-1-25 0,0 0-31 16,0 1-30-16,-6-1-25 0,6 0-22 0,0 1-13 0,-1-1-10 0,2 0-6 15,-8 1-6-15,1-1-4 0,6 0-2 0,-13 1-5 0,6-1-3 16,1 0-4-16,-6 4-4 0,-8-4-8 0,6 4-7 0,2-3-10 15,-8 3-11-15,1 0-13 0,-7 0-16 0,6-4-23 0,-6 4-31 16,0 0-36-16,-6 4-42 0,6-4-42 0,-7 3-44 0,1 1-29 0,-1 0-23 16,0 0-15-16,-5 3-8 0,6-3-5 0,-8 3-3 0,1 0 1 15,0 1 2-15,0 3 12 0,0-4 16 0,0-4 22 0,0 8 26 0,0-7 33 16,0 3 41-16,0-3 29 0,0 3 24 0,-1-4 18 0,2 2 15 16</inkml:trace>
  <inkml:trace contextRef="#ctx0" brushRef="#br0" timeOffset="5050.17">12771 3418 58 0,'0'0'97'0,"0"0"8"0,0 0 7 0,0 0 7 0,0 0 6 16,0 0-3-16,0 0-6 0,0 0-8 0,7 0-6 0,-7 0-4 16,0 3-1-16,0-3-1 0,0 0 1 0,0 0 2 0,0 0 3 0,0 4 4 15,0-4 5-15,0 0 4 0,0 4 4 0,6-4 4 0,-6 0 7 0,0 3 5 16,0-3 6-16,6 5 5 0,-6-5 5 0,0 2 5 16,0 2 6-16,8 0 3 0,-8-1 3 0,0 2 3 0,6 2 5 0,-6-3 3 15,0 3 1-15,0 0-1 0,6 4-4 0,-6-4-7 0,0 4-8 0,7 4-10 16,-7-4-9-16,0 4-11 0,6-1-11 0,-6 4-14 0,0-3-11 15,0 4-14-15,0-1-16 0,0 0-11 0,0 4-13 0,0-4-7 16,0 4-7-16,0 1-4 0,0-1-3 0,0-4-2 0,0 4 0 0,0 0-1 16,0 0-2-16,0-5-1 0,0 6-2 0,0-5 0 0,0 1-2 15,0-1-1-15,0 0-2 0,0-3-1 0,0 3-1 0,0-3 0 16,0-4-2-16,0 4 1 0,0-4-1 0,0 0-3 0,0 0-4 0,0-4-5 16,0 4-9-16,-6-4-17 0,6-3-21 0,0 3-31 0,0-3-37 15,0-1-49-15,0 1-54 0,-7-4-46 0,7 4-42 0,-6-4-35 0,6 0-32 16,-6 0-29-16,6 0-27 0,-8 0-8 0,2-4 1 0,0 4 13 15,-1-4 18-15,0 1 31 0,7 3 37 0,-6-4 47 0,0 0 55 0,-1 4 46 16,1-3 146-16</inkml:trace>
  <inkml:trace contextRef="#ctx0" brushRef="#br0" timeOffset="5349.91">12628 4213 0 0,'0'0'90'0,"0"0"57"16,0 0 14-16,0 0 16 0,0 0 21 0,0 3 24 0,0-3 27 15,0 0 26-15,0 0 25 0,0 0 0 0,0 4-12 0,0-4-5 0,0 0-1 16,0 0 1-16,0 0 1 0,0 0-5 0,0 0-8 0,0 0-11 16,0 0-12-16,6 0-18 0,-6 0-21 0,6 4-21 0,2-4-21 0,-2 0-20 15,0 0-18-15,1 0-19 0,6 0-18 0,0 0-13 0,0 0-12 16,0 4-6-16,0-4-5 0,7 0-5 0,-8 3-4 0,8-3-5 0,0 4-5 16,-1-4-4-16,1 3-5 0,-8-3-2 0,8 4-5 0,0-4-2 15,-1 4-2-15,1-4-3 0,-7 3-2 0,6-3-1 0,-6 4-1 0,1-4-1 16,-2 4-2-16,2-4-2 0,-2 3-2 0,2-3 0 0,-8 0-3 15,1 4-6-15,-1-4-7 0,0 4-12 0,-6-1-11 0,0-3-24 0,8 4-31 16,-8-4-52-16,-8 0-66 0,8 3-64 0,-6 1-65 0,6-4-57 16,-6 4-51-16,-7-1-26 0,6-3-11 0,0 4-1 0,1-4 5 15,0 4 8-15,-8-4 11 0,8-4 23 0,0 4 30 0,-1-4 53 0,0 1 64 16</inkml:trace>
  <inkml:trace contextRef="#ctx0" brushRef="#br0" timeOffset="6416.71">16692 1835 131 0,'0'0'142'0,"0"0"14"0,0 4 13 0,0-4 19 0,0 0 22 0,-6 0 26 0,6 0 27 0,-7-4 13 16,7 4 5-16,0 0 12 0,0 0 9 0,0 0 11 0,0 0 7 16,0 0 3-16,-7 0-1 0,7 0-5 0,0 0-9 0,0 0-12 0,0 0-18 15,0 0-20-15,0 0-24 0,0 0-26 0,0 0-26 0,0 0-33 16,0 0-32-16,0 0-25 0,0 0-21 0,0 0-15 0,0 0-10 0,0 0-8 15,0 0-3-15,0 0-2 0,7 4 1 0,0-4-1 0,-1 0 2 0,6 3 2 16,2-3 2-16,-1 0 3 0,7 0 3 0,-1 4 4 0,0-4 4 16,8-4 6-16,-1 4 5 0,0 0 5 0,6-3 6 0,1 3 3 0,0-4 1 15,-1 0 1-15,7 4-1 0,0-3-2 0,0-1-4 0,7-3-3 16,0 3-2-16,-1 0-4 0,1 1-4 0,-1-1-3 0,7 0-4 0,-6 1-4 16,0 3-22-16,-1-4-27 0,1 4 0 0,-1-3 0 0,1 3 0 0,-7 0 0 15,6 0 0-15,-5 0 0 0,-1 0 0 0,-1 0 0 0,-5 0 0 16,7 0 0-16,-8 0 0 0,7 3 0 0,-6-3 0 0,-1 0 0 0,7 0 0 15,-7-3 0-15,1 3 0 0,-1 0 0 0,2 0 0 0,5-4 0 16,-13 0 0-16,6 4 0 0,1-3 0 0,-7-1 0 0,-1 0 0 0,2 1 0 16,-8-1 0-16,1 0 0 0,-1 1 0 0,-5-1 0 0,-2 4 0 0,1-4 0 15,-6 4 0-15,0-3 0 0,-1 3 0 0,-6-4 0 0,0 4 0 16,0 0 0-16,0-4 0 0,-6 4 0 0,6-3-83 0,-7 3-105 0,-6-4-36 16,6 4-54-16,-5-4-63 0,-2 4-61 0,-5-4-59 0,6 4-52 15,-6 0-47-15,-1 0-16 0,0 0 1 0,-6 0 11 0,7 4 19 0,-7-4 23 16,-1 4 22-16,1 0 33 0,0-1 35 0,1 1 54 0,-9 0 64 0,9-1 65 15,-7 1 230-15</inkml:trace>
  <inkml:trace contextRef="#ctx0" brushRef="#br0" timeOffset="6716.77">17799 1762 0 0,'-6'4'28'0,"-8"-4"133"0,8 0 11 16,0 3 16-16,-1-3 17 0,0 4 21 0,1-4 23 0,-1 4 23 0,7-4 25 15,-6 3 12-15,6-3 7 0,0 4-2 0,-6 0-6 0,6-4-4 16,0 3-2-16,0 1-1 0,0 3-1 0,-8 0-6 0,8 1-8 0,0-1-14 16,0 8-17-16,8-4-17 0,-8 3-18 0,0 5-17 0,0-1-16 15,0 0-23-15,6 4-25 0,-6 4-19 0,0-4-12 0,0 3-8 0,0 5-7 16,-6-1-3-16,6 0-5 0,0 1-2 0,-8-1-2 0,8 4-4 16,-6-4-4-16,6 1-4 0,-6 3-5 0,6-4-7 0,-6 0-4 0,6 1-7 15,-7-1-6-15,0-4-5 0,7 5-5 0,0-4-4 0,-6-1-6 0,6-3-5 16,-7 4-4-16,7-4-8 0,0-4-8 0,-6 4-12 0,6-7-15 15,-6 3-18-15,-2-3-19 0,8-1-23 0,0-3-21 0,-6 0-38 16,0-4-42-16,6 4-58 0,-6-7-62 0,-2 3-59 0,8 1-55 0,-6-4-43 16,0 0-39-16,-1-1-18 0,1 1-12 0,-1-4 6 0,0 3 12 15,1-3 20-15,0 4 20 0,0-4 37 0,-8 4 41 0,8-4 57 0,-1 3 62 16,0-3 59-16,1 0 204 0</inkml:trace>
  <inkml:trace contextRef="#ctx0" brushRef="#br0" timeOffset="7100.24">17122 2872 0 0,'-7'3'35'0,"1"-3"99"15,6 4 14-15,-7-4 17 0,1 4 17 0,6-4 19 0,-7 4 19 0,7-4 19 16,0 0 23-16,0 0 2 0,0 0-6 0,0 3 18 0,0-3 31 15,7 0 18-15,-1 4 10 0,1-4 5 0,-1 0 3 0,1 4-6 16,5-4-10-16,2 0-9 0,-1 0-11 0,6 3-12 0,-6-3-12 0,7 0-17 16,0 0-17-16,-1 4-35 0,-6-4-41 0,6 0-28 0,7 0-19 0,-6 4-13 15,-1-4-12-15,1 0-7 0,0 3-6 0,-1-3-5 0,1 0-6 16,0 0-7-16,-1 0-7 0,1 4-7 0,-1-4-8 0,0 0-6 16,8 0-6-16,-7 0-3 0,-2 0-6 0,2 0-3 0,-1 0-6 0,1 0-2 15,0 0-5-15,-7-4-1 0,7 4-3 0,-2 0-2 0,-4 0-2 0,-1 0-2 16,0 0-3-16,0-3-10 0,0 3-10 0,-6 0-16 0,5 0-15 15,-5 0-17-15,0 0-14 0,-1 0-15 0,-6-4-17 0,0 4-20 0,0 0-25 16,0 0-42-16,0 0-51 0,0 0-59 0,0 0-63 0,-6 0-41 16,-1 0-31-16,0 0-22 0,1 4-17 0,-7-1-11 0,6 1-6 0,-5 3 4 15,-2-3 10-15,-5 3 19 0,5 0 23 0,-4 4 41 0,-2 0 51 16,1-3 61-16,-1 3 65 0</inkml:trace>
  <inkml:trace contextRef="#ctx0" brushRef="#br0" timeOffset="7633.46">17226 3216 27 0,'-7'0'130'16,"7"3"13"-16,0-3 11 0,-6 5 12 0,6-5 12 0,0 0 15 0,0 0 14 15,-6 3 6-15,6-3 2 0,0 0-9 0,0 0-15 0,0 0-5 0,0 0-1 16,0 0 7-16,6 4 15 0,-6-4 19 0,6 4 24 0,1-1 10 16,0-3 6-16,-1 4-1 0,7-1-5 0,-7 1-7 0,8-1-10 15,-2-3-7-15,2 4-5 0,5 0-7 0,-6 0-9 0,6-4-17 0,1 3-21 16,-7-3-28-16,7 4-30 0,0-4-21 0,-1 0-15 0,0 0-10 15,8 0-8-15,-8-4-5 0,0 4-4 0,1 0-3 0,-1-3-4 0,1 3-5 16,0-4-2-16,-1 0-3 0,1 4-3 0,0-4-3 0,-1 1-3 16,1 3-2-16,-2-4-4 0,2 1-2 0,-7-1-2 0,1 1-2 15,5 3-3-15,-6-4-2 0,0 0-2 0,0 1-3 0,0-2-2 0,0 5-2 16,-6-3-1-16,-1 0-4 0,0 3-2 0,1-4-4 0,0 4-7 16,-7-4-7-16,6 4-7 0,-6-3-13 0,0-1-10 0,0 4-15 0,0-4-14 15,-6 1-23-15,6 3-25 0,-7-4-33 0,0 0-35 0,1 4-39 16,6-3-40-16,-13 3-34 0,6-4-34 0,1 4-21 0,-7 0-15 0,7 0-10 15,-8 0-3-15,2 0 1 0,-2 0 4 0,8 4 17 0,-7-4 23 16,0 3 31-16,0 1 36 0,-1-4 43 0,8 4 45 0,-6-1 43 16,5-3 42-16,-6 4 32 0,6 0 29 0,1-4 24 0,0 3 23 0,-2-3 18 15,2 4 18-15,6-4 14 0,-6 0 11 0,6 0 11 0,-6 4 11 16,6-4 11-16,0 3 14 0,0-3 18 0,0 3 21 0,0 2 23 16,0-2 23-16,0 1 25 0,0 0 24 0,0 3 26 0,0 0 28 0,0 0 14 15,0 4 6-15,0 0 2 0,0 0-2 0,-8 4-7 0,8 0-7 0,0 3-15 16,0 1-19-16,0 2-19 0,-6 1-23 0,6 0-25 0,-6 4-25 15,6 0-29-15,-7 3-30 0,1 0-18 0,-1 0-14 0,0 4-9 16,1 1-7-16,-6-1-7 0,4-1-7 0,2-2-7 0,-7 3-7 0,0 0-8 16,6 0-7-16,1-8-14 0,-7 4-17 0,6-3-21 0,1-4-20 0,0 0-29 15,-1-3-31-15,0-1-47 0,1-7-56 0,6 0-65 0,-7 0-73 16,7-8-62-16,0 1-55 0,0-4-34 0,0 0-22 0,0 0-5 16,0-4 6-16,0-4 13 0,0 2 15 0,0-5 23 0,0 0 30 15,0-4 43-15,0 1 54 0,0-1 65 0,0-3 179 0</inkml:trace>
  <inkml:trace contextRef="#ctx0" brushRef="#br0" timeOffset="8567.2">16483 1941 6 0,'-6'-3'62'0,"6"3"1"0,-6 0 0 0,6 0-3 0,0 0-5 0,-7-4-7 0,7 4-12 0,-7 0-7 16,7 0-7-16,0-4-4 0,-6 4-2 0,6-3-3 0,0 3 0 0,-7-4-3 16,7 4-1-16,-6-4 0 0,6 1-2 0,0 3 1 0,-6-4-1 0,6 4-1 15,-8-3 0-15,8-1 0 0,-6 4 3 0,6-4 1 0,-6 4 4 16,6 0 4-16,0 0 6 0,0 0 3 0,-6 0 3 0,6 0 3 0,0 0 2 15,0 0 1-15,0 0 2 0,0 0 0 0,0 0 1 0,0 0-1 16,0 0 0-16,0 0-1 0,0 0 2 0,0 0-1 0,0 4-3 0,6-4 2 16,-6 0 0-16,0 0 1 0,6 0 1 0,0 0 1 0,-6 0 2 0,8 0 5 15,-2 0 3-15,-6 0 5 0,6 0 1 0,1 0 0 0,-1-4-3 16,1 4 0-16,0 0 1 0,-7 0 1 0,6 0 2 0,0 0 0 0,1 0 0 16,0 0-2-16,-1 0-2 0,-6 0-4 0,6 0-5 0,1 0-5 15,-1 0-2-15,-6 4-3 0,7-4-3 0,0 0-3 0,-1 0-4 0,0 4-8 16,-6-4-11-16,8 0-15 0,-2 3-20 0,0-3-19 0,0 0-20 0,1 0-22 15,-7 0-23-15,7 4-29 0,-1-4-33 0,1 0-16 0,-1-4-8 16,0 4-5-16,-6 0-3 0,8 0 4 0,-2-3 2 0,0-1 13 0,-6 4 17 16,6 0 17-16,2 0 118 0</inkml:trace>
  <inkml:trace contextRef="#ctx0" brushRef="#br0" timeOffset="9399.67">17226 4048 44 0,'0'7'146'0,"0"-3"9"0,0 0 7 0,0-1 11 0,7 1 13 15,-7 0 16-15,6 0 19 0,0-1 21 0,1 1 19 0,-1-1-6 16,1 1-17-16,0-1-3 0,5-3 1 0,-5 4 11 0,6 0 16 0,0-4 10 16,0 3 7-16,6-3 0 0,-5 0-4 0,5 4-11 0,-6-4-12 15,6 0-18-15,-5 0-18 0,6 0-19 0,-1 4-20 0,-6-4-19 0,6 0-19 16,1 3-22-16,-7 1-24 0,7-4-15 0,-8 4-12 0,2-1-8 15,-2 1-7-15,2-1-6 0,-1 1-4 0,-1 0-4 0,2 0-5 0,-2-1-3 16,-4 1-4-16,4 0-3 0,-5 0-4 0,-1-1-3 0,8-3-2 16,-8 3-1-16,0 2-3 0,0-5-2 0,2 3-2 0,-8-3-6 0,6 0-7 15,0 0-10-15,-6 0-13 0,7 0-15 0,-7 0-15 0,0 0-34 16,0 0-40-16,0 0-54 0,0-3-62 0,0 3-60 0,0-5-59 0,0 2-52 16,-7-4-49-16,7-1-20 0,0 5-6 0,0-5 3 0,0 1 7 15,0 0 14-15,0-4 15 0,7 3 32 0,-7 1 42 0,0 0 54 16,0 0 61-16</inkml:trace>
  <inkml:trace contextRef="#ctx0" brushRef="#br0" timeOffset="54516.44">28910 7250 0 0,'0'-4'49'0,"-6"-3"71"0,6 3 3 0,-7 0 6 0,0 1 10 0,7-1 15 0,-6 0 16 0,6 1 19 16,-6-1 20-16,6 4 0 0,0-3-9 0,0 3-3 0,0 0 1 0,0 0 6 15,0 0 10-15,0 0 9 0,0 0 11 0,0 0 9 0,0 0 4 16,0 0 2-16,6 0 2 0,-6 3-5 0,0-3-10 0,0 0-14 15,6 4-19-15,-6-4-17 0,0 0-14 0,0 3-12 0,0-3-13 0,7 4-8 16,-7 0-11-16,0-1-7 0,7 1-9 0,-7 0-11 0,0-1-14 16,6 5-8-16,-6-5-6 0,0 5-3 0,6-2-1 0,-6 2-2 0,0 3-1 15,0 0-2-15,0 0-3 0,0 4-2 0,0 0-2 0,0 3-3 16,-6 4-3-16,6 0-2 0,-6 0-3 0,-1 3-3 0,0 5-3 0,1-1-3 16,0 4-4-16,-2 0-3 0,2 3 0 0,-7 1-1 0,7 4 0 15,-1-5-1-15,-6 5-2 0,7-1-1 0,-8 0-4 0,8 0-2 0,-7 1-2 16,6-5-1-16,1 1-2 0,-7-1-2 0,7 1 0 0,-1-4-2 15,-6-4-1-15,7 4-1 0,-1-3-2 0,0-1-1 0,1-3 0 0,-7 0-2 16,13-5-1-16,-6-2 0 0,-1 3-1 0,0-7 0 0,7-1-2 16,-6-3-7-16,6 0-8 0,-6 0-9 0,6-7-12 0,0 3-11 15,0-3-13-15,0-1-14 0,0-3-17 0,0 0-29 0,0 0-35 0,0-3-55 16,0-1-62-16,0-3-61 0,6-1-63 0,-6-3-51 0,0 0-46 0,0 0-20 16,6-7-6-16,-6 4 3 0,0-5 7 0,7 1 14 0,-7 0 15 15,7-5 29-15,-7 2 36 0,0 2 53 0,6-3 63 0</inkml:trace>
  <inkml:trace contextRef="#ctx0" brushRef="#br0" timeOffset="55034.21">28858 7349 0 0,'6'-8'139'0,"0"5"31"0,2 0 8 0,-2-2 13 0,0 2 16 0,8-4 28 0,-8 2 31 0,7-2 34 16,0 1 31-16,-6-3 14 0,5 2 3 0,8 0-11 0,-7 0-18 0,7-1-13 16,-8 1-9-16,8 0-3 0,0-1 0 0,-7 1-7 0,7 0-14 15,-1-1-21-15,-6 1-29 0,6 4-29 0,1-5-28 0,-7 5-29 0,6-1-30 16,-6 0-17-16,7 1-16 0,-6 3-8 0,4-4-4 0,2 4-5 16,-7 0-2-16,7 0-5 0,-1 4-2 0,1-4-4 0,0 0 0 15,-2 3-1-15,-4 1-1 0,5 0-1 0,1-1-2 0,-8 1-1 0,8 3-2 16,0-3-1-16,-7 3-2 0,1-3 0 0,4 3-1 0,-4 0 2 15,-1 1 4-15,7-1 0 0,-8 3 2 0,2-2 2 0,-2 3-1 0,-5 0 1 16,6 0 2-16,0-4 3 0,-1 8 0 0,-4-4 2 0,-2 0 1 16,7 4 1-16,-13 0 3 0,7-1 0 0,-1 1-1 0,1-1-2 15,-7 1 1-15,0 0-1 0,0 3-1 0,0 1-1 0,0-5-1 0,0 4-40 16,-7 0-8-16,7-3 0 0,-6 3 0 0,-1 1 0 0,0-5 0 0,-5 5 0 16,4-1 0-16,-4 1 0 0,6-5 0 0,-14 5 0 0,13-1 0 15,-13-4 0-15,8 5 0 0,-8-4 0 0,7 3 0 0,-7-3 0 16,2 3 0-16,-9-4 0 0,7 5 0 0,-6-5 0 0,0 5 0 0,1-4 0 15,-1-2 0-15,-1 7 0 0,1-5 0 0,-6-1 0 0,5 0 0 16,-5 1 0-16,-1-4 0 0,7 4 0 0,-6-5 0 0,6 1 0 0,-7 1 0 16,7-1 0-16,1-4 0 0,-9 4 0 0,9-4 0 0,5-3 0 15,-6 4 0-15,0-5 0 0,7 1 0 0,-1-1 0 0,0-3 0 0,1 0 0 16,-1 0 0-16,7 0 0 0,-6-3 0 0,6 3 0 0,-1-4 0 16,2 1-25-16,-2-1-223 0,2 0-41 0,-1-3-52 0,-1 3-52 15,8 0-53-15,-8 1-36 0,8-6-26 0,0 9-24 0,0-2-23 0,-1-2 0 16,0-3 13-16,1 3 17 0,6 1 19 0,-7-2 26 0,7 2 27 0,0-1 47 15,7-3 54-15,-7 3 64 0,6-3 65 0</inkml:trace>
  <inkml:trace contextRef="#ctx0" brushRef="#br0" timeOffset="55583.1">30440 7554 0 0,'7'-8'10'0,"0"4"145"0,-7 1 18 0,6-1 24 0,-6 1 26 0,6-1 34 0,-6 0 37 0,0 1 46 0,0 3 53 0,-6-4 22 16,6 4 6-16,0-3-10 0,-6 3-20 0,-1-4-15 0,7 4-12 15,-7 0-10-15,-6 0-8 0,7 0-17 0,-8 4-18 0,8-1-25 0,-6 1-29 16,-8-1-38-16,7 1-43 0,-7 3-25 0,0 4-14 0,1-3-9 16,-1 6-2-16,-6-3-2 0,0 4-3 0,1 4-3 0,-1-1-3 0,-1 4-5 15,1 0-3-15,0 0-5 0,0 3-5 0,1 1-40 0,-2 0-57 16,1-1 0-16,6 1 0 0,1-1 0 0,6-3 0 0,-6 4 0 0,12-4 0 16,-6-3 0-16,7-1 0 0,6 0 0 0,0-3 0 0,0 3 0 15,6-7 0-15,0 3 0 0,1-2 0 0,6 1 0 0,0-4 0 0,0 2 0 16,0-4 0-16,7 1 0 0,-1-1 0 0,1-4-153 0,6 1-39 15,-7 0-57-15,7-4-68 0,0 0-69 0,-6-4-75 0,6 4-58 16,0-4-55-16,-7 1-18 0,8-1 0 0,-7 1 11 0,-2-1 16 0,2-4 21 16,-7 5 24-16,7-5 28 0,-8 5 33 0,8-6 57 0,-7 3 67 15</inkml:trace>
  <inkml:trace contextRef="#ctx0" brushRef="#br0" timeOffset="56183.21">30864 7510 33 0,'0'4'215'0,"0"3"21"0,-7 0 15 0,7 0 21 0,-6 4 22 16,6 0 36-16,-6 0 46 0,6 0 36 0,-8 4 32 0,2-1 7 16,0 2-8-16,-1 2-33 0,0 0-45 0,1 0-32 0,0 4-24 0,-7-4-14 15,6 4-8-15,-6 1-15 0,0 2-17 0,6-3-32 0,-5 0-38 0,-1 4-34 16,6-4-29-16,-6 0-21 0,7 0-14 0,-8 0-11 0,8 0-10 15,-7-4-9-15,6 0-6 0,1-3-7 0,-1-1-7 0,1 2-6 16,6-7-6-16,-6 3-4 0,6-1-7 0,-8-3-3 0,8-4-3 0,0 3-3 16,0-4-1-16,0-3-3 0,0 4-1 0,0-4-1 0,8-4 1 0,-8 4 0 15,6-3 0-15,0-1 0 0,1 1 1 0,-1-5 0 0,1-3 0 16,6 0-1-16,-1 0 0 0,2-3 1 0,-1-2-1 0,0 2 1 0,6-4 0 16,-5-1 0-16,-2-3 0 0,8 4 0 0,-7-5 0 0,7 2-1 15,-8-1-1-15,2 0 0 0,5 0 0 0,-6 4 1 0,6-4 0 0,-5 1 0 16,5 1-1-16,-6 2-1 0,7 0 1 0,-1 0-1 0,1 0 0 15,-7 3-1-15,7 4 0 0,0-4 2 0,-1 4-1 0,0 0 1 0,-6 3-1 16,7 1 1-16,-1 4-1 0,1-1 0 0,-7 0 0 0,6 4 0 16,-5 0 0-16,-2 4 0 0,1 0 1 0,1-1 0 0,-2 4 1 0,2 1 0 15,-8 0 0-15,7 3 1 0,-6-4 1 0,-1 4 2 0,7 0 0 0,-7 4 3 16,2-1 3-16,-8 1 1 0,6-1 2 0,0 0 2 0,-6 1 2 16,0 0 2-16,6 0 3 0,-6 0 3 0,0-1 3 0,-6 1 4 0,6 3 1 15,-6-3 2-15,6-1 2 0,-6 0 4 0,-2 2 2 0,2-5 0 16,-7 4 3-16,7-1-1 0,-8-2 1 0,8 2-8 0,-7-3-38 0,0 3 0 15,0-3 0-15,-7 0 0 0,8 0 0 0,-2 0 0 0,-5 1 0 0,-1-1 0 16,1-2 0-16,0 3 0 0,-8 3 0 0,8-4 0 0,0 0 0 16,-8 0 0-16,1 0 0 0,6 0 0 0,-6 0 0 0,7 0 0 0,-7-3 0 15,6 2 0-15,1 1 0 0,-1-3 0 0,0-1 0 0,8 0 0 16,-8 1 0-16,7-5 0 0,0 1 0 0,0 0 0 0,0-1 0 0,6-3 0 16,1 4 0-16,-7-4 0 0,7 0-6 0,6-4-136 0,-7 4-26 0,7-3-44 15,-7-1-54-15,7 0-66 0,-6-3-71 0,6 3-57 0,0-3-48 16,0 0-34-16,6-1-23 0,-6 0-4 0,7-2 8 0,-7 2 13 15,7-3 19-15,-1 0 22 0,7 4 25 0,-7-3 43 0,8-2 56 0,-2 1 67 16,2 1 75-16</inkml:trace>
  <inkml:trace contextRef="#ctx0" brushRef="#br0" timeOffset="56566.93">32297 7766 1 0,'0'0'286'0,"0"-3"46"0,0 3 39 0,-7-3 31 0,7 3 26 0,0-5 21 0,0 5 19 0,-7 0 16 0,1 0 17 0,6 0 16 15,-6 0 16-15,-1 0-47 0,-6 5-78 0,6-2-59 0,-5 0-50 0,-2 1-34 16,2 3-30-16,-8 1-21 0,0 3-19 0,1 3-12 0,-7-3-9 0,0 7-7 15,-1 1-6-15,1-2-5 0,1 10-29 0,-8-5-127 0,0 7 0 0,8-3 0 16,-8 3 0-16,7 1 0 0,0-1 0 0,0 0 0 0,-1 1 0 16,8-2 0-16,0 1 0 0,6-2 0 0,-1 2 0 0,8-4 0 0,0-3 0 15,-2 4 0-15,8-5 0 0,0 2 0 0,0-1 0 0,8-4 0 16,-2 1 0-16,0-5 0 0,1 1 0 0,6-1 0 0,-6-2 0 0,5-1 0 16,2 0 0-16,-2-4 0 0,2 0 0 0,-1 1 0 0,6-1 0 0,-6-3 0 15,1-1 0-15,5 1 0 0,-6-4-209 0,6 4-66 0,-5-4-29 16,-2-4-34-16,1 4-37 0,1-4-36 0,5 1-36 0,-6 3-25 0,-7-8-23 15,8 5-16-15,-1-1-14 0,-7-3 1 0,7 3 12 0,-6-3 21 16,5-2 23-16,-4 3 37 0,-2 3 41 0,7-5 48 0,-7 5 52 0,1-5 51 16,-1 4 97-16</inkml:trace>
  <inkml:trace contextRef="#ctx0" brushRef="#br0" timeOffset="-135497.53">5522 15361 171 0,'0'-4'221'0,"0"4"17"0,0 0 14 0,0 0 18 0,0 0 19 0,7 0 26 0,-7 0 29 0,0 0 36 0,0 0 37 0,0 0-10 0,0 0-31 15,0 4-28-15,0-4-26 0,0 4-21 0,0-4-18 0,0 3-11 16,0 1-8-16,0-4-9 0,0 3-13 0,0 1-21 0,-7 0-23 0,7-1-30 16,-6 5-31-16,-1-1-22 0,7 0-14 0,-13 4-10 0,7 4-9 15,-7-1-5-15,-1 5-3 0,2 4-5 0,-1-2-5 0,-7 5-2 0,0 3-4 16,-6 4-3-16,7 0-4 0,-7 0-4 0,-7 7-4 0,7-4-3 15,0 5-5-15,-6 0-3 0,5-2-2 0,-5 2-4 0,-1-1-2 0,1 0-5 16,-1 4-4-16,7-3-8 0,-6-1-10 0,-1-3-12 0,1-1-14 16,5 1-16-16,1-4-17 0,1-3-19 0,-1-2-18 0,6-6-24 15,0-3-24-15,1-1-44 0,5-3-54 0,2-8-65 0,-1 0-72 0,6-3-51 16,1-4-43-16,-1 0-30 0,1-4-22 0,6-3-4 0,-7 0 7 0,14-4 12 16,-7 0 17-16,6 0 22 0,1 0 22 0,-1-4 45 0,1 0 53 15,6-3 66-15,-7 3 96 0</inkml:trace>
  <inkml:trace contextRef="#ctx0" brushRef="#br0" timeOffset="-135247.92">5157 16027 68 0,'7'-3'158'0,"6"-1"17"0,-7 4 19 0,2 0 39 0,-2 4 46 0,0-1 51 16,-6 1 54-16,7-4 35 0,-1 7 28 0,1-3-15 0,-7 4-36 16,6-2-19-16,1 1-15 0,-7 2-7 0,6 1-4 0,-6 1-11 0,0 4-12 15,0 3-34-15,0-3-42 0,0 3-47 0,-6 4-49 0,6 0-34 16,-7 0-24-16,1 4-16 0,-1-1-12 0,1 5-10 0,-1-1-7 0,1 1-7 15,-8-1-7-15,8 4-5 0,0-4-7 0,-8 1-6 0,8-1-5 16,0 0-9-16,-1 0-12 0,1-3-11 0,-1-1-13 0,0 1-16 0,1-4-16 0,0 0-21 16,-1-4-23-16,7 1-37 0,-7-5-47 0,7-3-57 0,-6 1-64 15,6-1-58-15,0-4-56 0,0 0-39 0,0-3-34 0,0-4-8 16,0 0-1-16,6-4 10 0,-6 1 12 0,7-8 19 0,0 0 23 0,5-4 36 16,-5 0 46-16,6-7 57 0,0 0 64 0</inkml:trace>
  <inkml:trace contextRef="#ctx0" brushRef="#br0" timeOffset="-134848.22">6011 15738 0 0,'13'-18'88'0,"0"7"140"0,-1-4 36 0,2 8 40 16,-8-1 43-16,-6 2 43 0,7 6 45 0,-7-5 32 0,0 5 27 0,0 0 16 16,0 0 9-16,-7 0-23 0,7 5-37 0,0-5-35 0,-6 3-33 15,0-3-34-15,-2 3-34 0,2 1-37 0,0 3-43 0,-7 1-43 16,0-1-43-16,0 0-34 0,-1 4-26 0,-4 0-22 0,-2 4-17 0,-7-4-23 15,9 4-25-15,-9 3-22 0,1-3-22 0,0 3-22 0,-7 0-21 16,7-3-23-16,0-1-23 0,0 1-31 0,7 0-40 0,-7 0-40 0,6-8-46 16,7 4-48-16,-7-4-48 0,8-3-31 0,5 3-21 0,0-7-6 15,1 4 5-15,6-4 11 0,0 0 18 0,6-4 19 0,-6 1 22 16,7-1 36-16,0 0 41 0,-1 4 50 0,8-3 53 0,-8 3 65 0,0 0 67 16,7 0 61-16,-6 3 57 0,6 5 50 0,-7-1 45 0,8 0 44 15,-2 4 44-15,-6 0 36 0,8 4 32 0,-8-1 18 0,1 1 12 0,5 4 3 16,-4 3 0-16,-2-4-7 0,0 4-12 0,0 3-15 0,-6 1-17 0,0 0-22 15,8 3-27-15,-8 0-31 0,0 0-33 0,0 4-29 0,-8 1-27 16,8 2-17-16,0-3-11 0,-6 4-10 0,0 0-8 0,0-1-7 16,-2 1-7-16,2-5-9 0,0 1-9 0,-1 1-10 0,1-5-8 0,-1 0-15 15,7-3-17-15,-7-4-21 0,1-4-21 0,6 0-23 0,-6-3-22 0,6 0-29 16,-6-8-35-16,6 0-47 0,0 1-58 0,0-8-64 0,0 0-69 16,-8 0-53-16,8-4-46 0,0-3-28 0,0-1-21 0,0-3-2 0,-6 0 9 15,6-3 13-15,0-1 19 0,0-3 25 0,0-4 32 0,0 3 47 0,0-3 57 16,0 1 64-16,0-1 140 0</inkml:trace>
  <inkml:trace contextRef="#ctx0" brushRef="#br0" timeOffset="-134680.93">5763 16383 0 0,'14'-15'43'0,"-2"1"175"0,1 3 24 0,1-1 27 0,-2 1 30 0,-5 4 40 15,6 0 48-15,0-1 34 0,0-3 26 0,0 5 17 0,1-2 12 0,4-3-34 16,-4 4-54-16,5-4-42 0,1 0-38 0,0 3-27 0,-1-3-21 0,1 0-27 16,-2 0-30-16,9 0-40 0,-7 0-47 0,-1 4-33 0,7-4-26 15,-6 0-21-15,-8 4-18 0,8-1-19 0,-6 5-20 0,5-5-30 16,-6 5-34-16,-7-5-45 0,7 5-49 0,-7-1-58 0,2 0-61 0,-2 4-52 15,0-3-47-15,1 3-39 0,-7 0-34 0,0 0-13 0,0 0-3 0,-7-4 7 16,7 4 13-16,-6-4 23 0,0 1 31 0,6-1 43 0,-8 1 48 16,2-1 56-16,-7-3 105 0</inkml:trace>
  <inkml:trace contextRef="#ctx0" brushRef="#br0" timeOffset="-134380.83">5972 15866 0 0,'-6'4'19'0,"6"-1"206"0,-8 1 26 0,8 0 18 0,-6 3 16 0,6 0 25 15,0 1 33-15,6-1 41 0,-6 4 42 0,0 0 29 0,8 0 22 16,-8 4-21-16,6-1-40 0,0 5-42 0,0-1-43 0,2 4-23 16,-2 3-13-16,7-2-5 0,-7 6-1 0,1-3-14 0,6 6-22 0,-7 2-32 15,8-1-35-15,-2-1-26 0,2 5-19 0,-1 0-15 0,-1 0-12 16,2-5-9-16,5 5-8 0,1-8-11 0,-8 4-11 0,8-7-15 0,0 0-14 16,6-1-12-16,-7-3-25 0,1-4-9 0,6 1 0 0,-7-4 0 15,7-1 0-15,-6-3 0 0,6-4 0 0,-7 1 0 0,1-1 0 0,0-3 0 16,5-1 0-16,-11-3 0 0,5 0 0 0,1-3 0 0,-7-1 0 15,0-3 0-15,7-1 0 0,-14-2 0 0,7-1-14 0,-7 0-38 0,8-4-18 16,-14-4-19-16,6 5-21 0,0-5-23 0,-6-3-26 0,0 4-41 0,0-4-47 16,-6 0-61-16,0 1-68 0,-1 2-53 0,-6 1-47 0,0 0-35 15,0-1-30-15,0 1-5 0,0 7 6 0,-7-4 14 0,7 4 18 0,-6 0 21 16,5 4 25-16,-5-1 40 0,6 1 47 0,-6 3 62 0,5 4 68 16</inkml:trace>
  <inkml:trace contextRef="#ctx0" brushRef="#br0" timeOffset="-134163.83">5998 16569 22 0,'0'4'181'0,"0"0"22"16,0-1 21-16,0 1 26 0,0 0 29 0,6-1 33 0,-6 1 36 16,7 0 35-16,-7-1 36 0,6 1-2 0,1 0-23 0,-7 3-23 0,7-3-25 15,-1-1-23-15,0 5-23 0,0-4-21 0,2-1-20 0,-2 5-25 16,0-5-29-16,1 5-32 0,0-5-34 0,-1 1-36 0,1 3-37 0,-1-3-28 15,0 0-27-15,1 3-35 0,-7-4-42 0,7 1-60 0,-1 0-70 16,0 3-73-16,-6-3-76 0,0-1-54 0,7 1-44 0,-7-4-20 0,0 0-13 16,0 4-5-16,0-4-2 0,0 0 6 0,7 0 11 0,-7-4 26 15,6 0 34-15,-6 1 55 0,0-5 67 0</inkml:trace>
  <inkml:trace contextRef="#ctx0" brushRef="#br0" timeOffset="-133397.93">5704 16790 5 0,'0'3'26'0,"-6"-3"-4"0,6 4-5 0,0-4 0 0,-6 3 1 0,6-3 2 0,0 4 2 0,-6-4 3 0,6 4 1 0,0-4 3 0,0 0 3 16,0 3 2-16,0-3 2 0,-8 4 1 0,8-4 3 0,0 0 3 16,0 0 3-16,0 4 0 0,0-4 1 0,0 3-1 0,0-3 1 0,0 0 1 15,0 4 2-15,0-4 1 0,0 4 1 0,0-4 2 0,0 3 1 16,0-3 0-16,8 4 1 0,-8 0 1 0,0-4 2 0,0 3 4 0,0-3 1 16,0 4 4-16,0 0 2 0,0-1 1 0,6-3 2 0,-6 4 0 0,0-4-1 15,0 4 0-15,0-4 0 0,0 0 0 0,0 0-1 0,6 3 2 16,-6-3 0-16,0 0-2 0,6-3 2 0,-6 3-1 0,7 0-1 0,-7-4-1 15,7 0 1-15,-1 1-2 0,1-1-3 0,5-3-3 0,-4-1-4 16,-2-3-3-16,6 0-3 0,2 0-7 0,-1-3-7 0,0-1-26 0,0-3-35 16,0 3-41-16,-6-3-44 0,5-1-49 0,2 5-52 0,-1-4-25 15,-7-1-14-15,8 1-7 0,-8 3-2 0,6 0-4 0,-5 1-2 0,0 3 2 16,-1-4 1-16,1 4 20 0,-1 0 28 0</inkml:trace>
  <inkml:trace contextRef="#ctx0" brushRef="#br0" timeOffset="-132664.22">6825 15625 0 0,'0'3'264'0,"0"-3"57"0,7 0 33 0,-7 4 17 0,6-4 8 0,0-4 16 0,1 4 19 0,0-3 19 0,5-2 17 0,2 2 14 0,-1-4 12 0,7 2-51 16,-2-1-82-16,2-2-64 0,7 5-59 0,-1-5-39 0,6 1-30 0,-7 0-16 16,8-1-5-16,0 1-15 0,0 0-20 0,-8 0-18 0,9-1-17 15,-2 1-13-15,1 0-11 0,-8-1-9 0,1-3-10 0,7 8-12 16,-13-5-13-16,6 1-18 0,0-1-17 0,-7 5-31 0,-6-5-39 0,0 4-48 15,1 1-53-15,-2 3-60 0,-5-4-61 0,-7 4-53 0,0 0-48 0,0 0-31 16,0 4-18-16,-7-1-5 0,1 1 6 0,0 0 9 0,-2 3 14 16,-4-3 29-16,-1 4 37 0,0 0 47 0,0-2 53 0,-7 2 59 15,7-1 212-15</inkml:trace>
  <inkml:trace contextRef="#ctx0" brushRef="#br0" timeOffset="-132464.95">7235 15577 57 0,'-6'3'230'0,"-8"1"29"0,8 0 22 0,6-4 19 15,-6 3 18-15,6-3 29 0,0 4 33 0,0 0 33 0,0-1 31 0,0 5 4 16,0-1-11-16,0 4-27 0,6-1-37 0,-6 6-35 0,0 3-32 15,0-2-20-15,0 5-13 0,0 0-13 0,0 7-10 0,0-4-24 0,-6 10-29 16,-1 1-28-16,0-3-28 0,-5 7-22 0,-1 0-17 0,-1 4-16 16,2 1-12-16,-8 2-12 0,0 1-10 0,1 3-9 0,-1-3-9 15,1 3-14-15,-7-3-15 0,6 3-19 0,-6-7-21 0,7 0-20 0,-1-4-21 16,0-4-22-16,8-6-23 0,-1-1-45 0,-1-7-57 0,2-3-75 0,5-8-86 16,0-4-72-16,7-7-64 0,0-7-27 0,0-4-7 0,0-4 3 15,14-7 12-15,-8-8 15 0,7-3 17 0,0-3 18 0,6-4 22 0,1-1 44 16,0-3 56-16,5 1 99 0,1-2 210 0</inkml:trace>
  <inkml:trace contextRef="#ctx0" brushRef="#br0" timeOffset="-132298.28">7073 16207 8 0,'25'-30'143'0,"-5"5"35"0,-7 3 34 0,6 4 42 0,-5 3 46 16,-1 0 52-16,-7 8 54 0,7 0 35 0,0 0 24 0,-7 2-5 0,8-1-23 16,-1 1-19-16,-7 2-18 0,8-1-16 0,-2 0-16 0,8 1-18 15,-1-4-20-15,-5 3-34 0,12 0-39 0,-7-3-49 0,7 4-51 0,-6-5-34 16,6 4-24-16,0-3-16 0,7 0-11 0,-8 3-11 0,1-3-8 16,0-1-9-16,0 5-6 0,7-4-9 0,-7 3-11 0,-6-3-11 15,5 3-14-15,1 0-15 0,1 1-17 0,-7-1-22 0,-1 0-24 0,0 1-43 16,1-2-51-16,-7 5-66 0,0-3-76 0,-6-1-67 0,-1 4-65 15,0-3-43-15,1 3-34 0,-7 0-12 0,0 0-1 0,-7-4 8 16,1 0 14-16,0-3 19 0,-1 3 23 0,0 1 42 0,-5-5 52 0,-2 1 67 16,1 0 83-16</inkml:trace>
  <inkml:trace contextRef="#ctx0" brushRef="#br0" timeOffset="-131931.37">7600 15654 0 0,'-13'-4'112'0,"6"4"147"15,1-3 25-15,6 6 15 0,-6 1 13 0,-2-1 17 0,8 5 21 16,0 3 31-16,0 0 36 0,8 0 24 0,-8 7 18 0,6 0-32 15,-6 4-56-15,6 0-52 0,1 4-47 0,0 3-28 0,-1 0-16 0,0 4-6 16,1 1-5-16,-1-2-9 0,1 5-17 0,0 3-25 0,-1 1-33 16,0-1-22-16,-6 4-17 0,7-4-10 0,-7 4-8 0,7-4-9 15,-7 4-7-15,0-7-9 0,0 3-9 0,0-7-12 0,0 4-16 0,0-8-17 16,0 1-18-16,0-5-16 0,0-3-18 0,0 0-17 0,0-4-17 0,-7-3-30 16,7 0-35-16,0-4-40 0,-7 0-40 0,1-4-45 0,6 0-46 0,-13 1-29 15,6-5-17-15,1 1-5 0,-7-4 4 0,7 4 10 0,-8-4 12 16,2 0 18-16,-2 0 19 0,1 0 40 0,-6 0 48 0,6-4 62 15,-7 4 65-15,7 0 79 0,-6 4 88 0,6-4 76 0,-7 0 74 0,7 0 47 16,0 3 32-16,0-3 20 0,7 4 15 0,-8-4 5 0,8 4-1 0,6-4-8 16,-6 3-15-16,6-3-21 0,0 0-26 0,0 0-34 0,0 0-36 15,6 0-43-15,0 0-45 0,8 4-30 0,-1-4-22 0,6 0-15 16,0-4-10-16,1 4-7 0,6 0-4 0,1-3-2 0,5 3 1 0,1-4 1 16,-1 0 1-16,7-3-1 0,-7 3-2 0,7 1-3 0,1-5-2 0,-1 5-3 15,0-4-3-15,-7 3-8 0,8 0-11 0,-7 1-12 0,-1-1-15 0,-7-3-25 16,9 7-31-16,-9-4-45 0,-5 0-52 0,0 1-62 0,-8-1-65 15,1 0-58-15,1 4-57 0,-2-3-34 0,-12-1-23 0,7 0-5 16,0 0 2-16,-7-3 9 0,0 4 13 0,-7-5 24 0,7 1 29 0,-7-4 45 16,1 3 52-16,0-3 60 0,-1-3 194 0</inkml:trace>
  <inkml:trace contextRef="#ctx0" brushRef="#br0" timeOffset="-131747.96">7874 16148 0 0,'-7'-7'51'0,"0"0"279"0,7-1 73 16,-6 5 38-16,0 3 22 0,-1-4 12 0,7 4 10 0,0 0 5 0,0 0 5 15,-7 0 3-15,7 0 6 0,7 4-21 0,-7-4-34 0,0 3-75 16,7 1-97-16,-1 0-79 0,0-1-72 0,8 1-38 0,-8 3-21 0,7-3-14 16,0 0-10-16,0 3-14 0,1-4-17 0,4 1-23 0,-4 0-25 0,-1-1-48 15,7-3-61-15,-8 4-78 0,2-4-88 0,-2 0-77 0,1 0-70 16,-6 0-37-16,6-4-16 0,-7 1-9 0,8-1-3 0,-8 0 6 16,0-3 12-16,1 0 16 0,-1-4 21 0,1 0 43 0,0-4 55 0,-1 1 72 15,0-1 241-15</inkml:trace>
  <inkml:trace contextRef="#ctx0" brushRef="#br0" timeOffset="-131547.65">8336 15445 0 0,'0'0'168'0,"0"0"192"0,0 0 57 0,0 3 26 16,0-3 15-16,0 4 7 0,0-1 4 0,0-3 4 0,0 0 3 16,0 4 6-16,0-4 6 0,0 4-34 0,0 0-53 0,7-4-87 0,-1 3-104 15,0 1-72-15,1 0-56 0,0 0-28 0,-1 4-15 0,0-5-18 16,8 0-14-16,-8 5-36 0,1-5-42 0,5 1-61 0,-5 0-70 0,6-1-65 15,-7 1-68-15,1 0-57 0,6-1-54 0,-6-3-26 0,6 0-14 16,0 0-5-16,-1 0-2 0,2-3 7 0,-1-1 13 0,6-3 29 16,0-1 38-16,-5-3 56 0,12 0 63 0</inkml:trace>
  <inkml:trace contextRef="#ctx0" brushRef="#br0" timeOffset="-131197.75">8850 15320 262 0,'7'-7'373'0,"0"3"56"0,-1-3 41 0,0 3 33 0,-6 4 29 0,0-3 23 15,0 3 24-15,0 0 21 0,0 0 18 0,0 0-11 0,0 0-24 0,-6 0-54 16,6 0-72-16,-6 0-80 0,-1 0-84 0,0 3-55 0,1-3-52 15,-7 4-186-15,0-1 0 0,0 1 0 0,-1 0 0 0,-5 3 0 16,6 0 0-16,-6 1 0 0,-7 3 0 0,6 0 0 0,-6 0 0 0,7 0 0 16,-8 4 0-16,8-4 0 0,-8 0-163 0,8 3-32 0,0 1-23 15,-8-5-31-15,8 5-33 0,0 0-30 0,-1-4-29 0,1 4-25 0,-1 0-20 16,7-1-1-16,-7 1 7 0,8-1 16 0,-2-3 18 0,2 0 20 16,5 0 19-16,0 0 25 0,1-4 27 0,6 1 43 0,-7-4 47 0,7 0 59 15,0-2 64-15,7 3 67 0,-7-1 66 0,6-4 57 0,1 3 52 16,0 1 35-16,5-4 23 0,-5 0 18 0,6 3 14 0,-7-3 8 15,8 0 8-15,5 0 1 0,-6 0-2 0,6-3-11 0,-5 3-14 0,5-4-22 16,7 4-24-16,-6-3-32 0,6 3-34 0,-1-4-25 0,2-1-21 16,-1 3-14-16,0-2-13 0,6 0-9 0,-5 1-10 0,5-2-9 0,-6-2-8 15,1 4-10-15,-1-2-9 0,-1-1-7 0,-5 2-7 0,6 0-11 16,-7-3-12-16,1 3-14 0,-6 1-16 0,4-5-19 0,-4 5-18 16,-1 3-21-16,-7-4-22 0,0 0-33 0,2 4-38 0,-2-3-48 15,-6 3-52-15,0 0-54 0,0 0-57 0,0 0-40 0,0 0-36 0,-6 3-24 16,-2-3-21-16,2 4-1 0,0 0 8 0,-1 3 18 0,-6-3 18 0,0 3 33 15,7 0 35-15,-8-3 49 0,-5 3 51 0,6 1 55 0,-6-1 108 16</inkml:trace>
  <inkml:trace contextRef="#ctx0" brushRef="#br0" timeOffset="-131014.88">8610 15738 0 0,'-14'7'38'16,"8"-3"209"-16,-8-1 36 0,8 1 24 0,0 0 17 0,6-1 14 0,-7 1 10 16,7-4 24-16,0 0 31 0,7 0 24 0,-1-4 20 0,0 4-23 15,2 0-43-15,4-3-50 0,-5-1-51 0,12 0-39 0,1 1-34 0,-7-1-20 16,7 0-18-16,6-3-10 0,-7 4-12 0,7-5-23 0,0 5-30 15,-7-5-25-15,8 5-20 0,-8-5-19 0,8 5-19 0,-8-1-22 16,0 0-24-16,1 1-41 0,-1-1-46 0,-5 4-54 0,-2-4-58 0,2 4-47 16,-1 0-44-16,-7 0-34 0,0 0-28 0,-6 0-33 0,0 0-31 15,0 4-15-15,0 0-3 0,0-1 9 0,-6 5 16 0,6-5 32 0,-6 5 44 16,-1-5 51-16,-6 1 57 0,6 3 46 0,-5-3 64 0</inkml:trace>
  <inkml:trace contextRef="#ctx0" brushRef="#br0" timeOffset="-130814.06">8596 15866 54 0,'-20'11'177'0,"-5"0"31"0,5 0 32 0,8 0 29 0,-2-3 30 0,1-1 29 16,7 0 26-16,-1 1 28 0,1-5 31 0,6 1-9 0,6 0-31 16,1-4-19-16,-1 3-18 0,7-3-18 0,1 0-16 0,5-3-24 15,0 3-30-15,8-4-27 0,-1 0-28 0,-1 1-26 0,8-1-25 0,0-3-29 16,0 3-29-16,-1-3-20 0,1-1-15 0,-1 1-11 0,-6-1-8 0,7 5-15 16,-8-5-18-16,1 5-22 0,0-1-27 0,-6-3-35 0,-1 3-42 15,-5 4-45-15,-2-4-47 0,2 1-43 0,-8 3-41 0,1 0-36 16,-1-3-30-16,-6 3-32 0,0 0-33 0,0 0-15 0,0 0-8 0,-6 0 9 15,-1 0 18-15,1 0 31 0,-8-5 38 0,8 5 43 0,0-3 45 16,0-1 43-16,-8 1 42 0</inkml:trace>
  <inkml:trace contextRef="#ctx0" brushRef="#br0" timeOffset="-130564.2">8791 15647 28 0,'0'0'219'0,"0"0"33"0,0 3 27 0,0 1 30 0,8-4 31 15,-8 7 38-15,0-3 43 0,0 4 30 0,0-2 22 0,0 5-5 16,0 0-19-16,0 0-31 0,0 4-38 0,0-4-37 0,0 7-37 0,0-3-27 16,0 2-23-16,0 3-24 0,-8-2-27 0,8 0-36 0,-6 4-41 15,6-4-29-15,-6 4-19 0,-1 4-14 0,1-4-11 0,-1 4-9 0,1-4-6 16,-7 3-6-16,7 1-6 0,-8 0-7 0,8-1-9 0,-7 1-11 0,6 0-13 16,-6-5-13-16,7 5-17 0,-8-4-18 0,8-3-17 0,-7 2-24 15,6-2-29-15,1-5-36 0,-1 1-41 0,-5 0-54 0,5-4-59 0,7-4-50 16,-7 1-45-16,7-1-38 0,-6-3-37 0,6-4-10 0,0 0 4 15,0 0 10-15,0 0 15 0,0-4 21 0,6 0 27 0,1-3 37 0,-7 0 40 16,7-5 54-16,-1 5 59 0</inkml:trace>
  <inkml:trace contextRef="#ctx0" brushRef="#br0" timeOffset="-129948.38">8694 16233 46 0,'0'-4'191'0,"7"0"33"0,-7 1 36 16,6-1 48-16,-6 4 54 0,7 0 44 0,-7-4 40 0,6 4 28 16,-6 0 22-16,6-3-11 0,2-1-25 0,-2 4-20 0,0-4-21 0,7 4-19 15,-6-3-19-15,6-1-23 0,-1 0-28 0,2 1-42 0,-1-1-49 0,6 0-42 16,1 0-38-16,-7-3-25 0,7 3-21 0,-1 1-16 0,7-4-13 15,-6 3-13-15,-1-3-11 0,1 3-12 0,0-3-11 0,-2 3-14 16,2 0-16-16,-7 1-19 0,7-1-18 0,-8 0-19 0,2 1-19 0,-1-1-18 16,0 0-20-16,0 4-19 0,-7-3-19 0,1 3-23 0,0-4-26 0,-1 4-31 15,-6-4-35-15,6 4-39 0,-6-3-38 0,0 3-26 0,-6 0-21 0,6-4-7 16,-6 4-3-16,-1-4 7 0,7 4 11 0,-7-3 13 0,1 3 15 16,0-4 21-16,-8 4 24 0,8-3 34 0,-1 3 38 0,1 0 51 15,-8-4 56-15,8 4 58 0,0 0 55 0,-7 4 54 0,6-4 49 0,1 0 47 16,-1 3 47-16,1 1 46 0,0-4 49 0,-2 3 33 0,2 1 26 15,6 0 13-15,-6-1 8 0,0 5 0 0,6-5-4 0,-8 5-11 0,8-1-16 16,0 0-21-16,-6 1-25 0,6 3-32 0,0 0-32 0,0-1-40 16,0 1-43-16,0 4-28 0,0 0-25 0,6 0-13 0,-6 3-10 0,0-3-8 15,0 3-5-15,0-4-6 0,8 5-8 0,-8-1-6 0,0 1-7 16,0-1-5-16,6-3-5 0,-6 3-5 0,0 0-5 0,6-3-8 0,-6-1-9 16,0-3-11-16,6 4-10 0,-6-4-12 0,0 0-11 0,0-4-12 15,0 1-10-15,0-1-17 0,0 0-21 0,0 1-29 0,0-5-32 0,0 1-31 16,-6 3-32-16,6-3-25 0,-6 0-22 0,0-1-10 0,-2 1-6 0,2 0 4 15,-7-1 7-15,7 4 8 0,-8-3 10 0,2 0 22 0,-2 3 26 16,2 0 47-16,-2-3 55 0,1 3 62 0,1 1 64 0,-2-1 63 16,2 0 63-16,-2 1 50 0,1-4 45 0,1 3 30 0,5-3 23 0,-6 3 18 15,-1-3 12-15,2-1 8 0,5 5 3 0,-6-5-7 0,0 1-12 0,7 0-16 16,-8-1-16-16,8 1-22 0,0-1-22 0,-1 1-20 0,1-4-19 0,-1 4-17 16,0-1-13-16,1-3-12 0,6 4-11 0,0-4-10 0,-6 0-11 15,6 0-10-15,0 0-13 0,0 0-11 0,6 0-13 0,-6 0-9 16,6 0-9-16,1 0-15 0,0 0-26 0,6 0 0 0,-1-4 0 0,2 4 0 15,-1-3 0-15,6 3 0 0,-6-4 0 0,13 0 0 0,-6 4 0 16,-1-3 0-16,7-1 0 0,0 1 0 0,1-1 0 0,-7 0 0 0,5 1 0 16,1 3 0-16,0-4 0 0,0 0 0 0,1 4 0 0,-1-3 0 15,-1 3 0-15,1-4 0 0,-6 4 0 0,6-4 0 0,-7 4 0 0,1 0 0 16,0-3 0-16,-1 3 0 0,1 0 0 0,0 0 0 0,-8 0 0 16,1 0 0-16,1 0 0 0,-2 0-117 0,-6 0-152 0,2 0-69 0,-2 0-77 15,0-4-75-15,-6 4-74 0,0 0-36 0,0 0-15 0,0 0 2 16,0 0 11-16,0 0 18 0,0 0 25 0,0 0 27 0,-6 0 30 0,6 0 45 15,0 0 55-15,-6 0 68 0,-2 0 136 0</inkml:trace>
  <inkml:trace contextRef="#ctx0" brushRef="#br0" timeOffset="-95098.39">11677 15200 0 0,'13'-12'49'0,"0"9"179"0,0-5 32 0,0 5 22 0,-6-1 20 0,-1 0 24 0,-6 4 26 0,0 0 33 0,0 0 35 0,0 4 22 0,0 0 16 0,-6 2-31 15,-1 2-53-15,-6-1-46 0,6 9-40 0,-5-5-32 0,-2 3-28 0,-5 4-20 16,-1 4-17-16,0 4-23 0,1-1-25 0,-7 5-34 0,0-1-34 0,-6 8-24 16,5-1-14-16,-5 1-9 0,-1 7-7 0,1-4-5 0,-1 5-4 15,1-5-6-15,-7 4-9 0,7-1-11 0,-1-2-13 0,1-1-17 16,-2 0-21-16,2-7-36 0,-1 1-42 0,7-2-53 0,1-6-58 0,-2-4-46 16,7 0-42-16,2-8-33 0,-2 2-28 0,6-9-27 0,1 0-25 15,7-7-7-15,0 0 3 0,-1-7 14 0,7 0 18 0,0-4 34 0,7-5 42 16,-1 2 53-16,0-4 56 0,1-1 48 0,6 1 147 0</inkml:trace>
  <inkml:trace contextRef="#ctx0" brushRef="#br0" timeOffset="-94913.45">11358 15848 39 0,'19'3'161'0,"1"8"22"0,-8 0 24 0,2 0 33 0,-1 4 36 0,-6-1 41 16,-1 5 44-16,1 0 35 0,-1 2 32 0,-6 1-10 0,0 4-30 16,0-1-20-16,0 2-13 0,-6 2-14 0,-1 0-13 0,1 0-18 0,-1 4-22 15,0 0-29-15,-5 4-35 0,-2-1-40 0,8 1-43 0,-7 4-36 16,0-5-31-16,0 4-21 0,7 1-13 0,-8-1-10 0,2-4-11 0,5 1-11 15,-6 0-14-15,6-4-19 0,-6-4-24 0,6-3-35 0,7-1-42 16,-6-2-55-16,0-9-60 0,6 1-54 0,-6-4-50 0,6 0-42 0,0-8-42 16,0-3-28-16,0 0-20 0,0-3-4 0,6-5 3 0,-6-3 14 0,6-3 16 15,0-1 35-15,1 1 40 0,0-5 53 0,-1-3 61 0</inkml:trace>
  <inkml:trace contextRef="#ctx0" brushRef="#br0" timeOffset="-94447.99">12204 15819 0 0,'40'-41'68'0,"-1"8"148"16,-7 0 15-16,-5 4 21 0,-9 3 21 0,2 7 43 0,0 1 53 0,-7 8 45 15,-7-1 43-15,0 3 28 0,-6 8 22 0,0 0-30 0,0 0-57 0,0 0-40 16,-6 8-31-16,0-5-19 0,0 5-9 0,-8 2-17 0,8 6-19 16,-7-2-39-16,-1 1-51 0,-4 3-45 0,-2 4-42 0,0 4-29 0,1-5-20 15,-7 9-14-15,-1-1-10 0,1 1-7 0,-6-1-5 0,6 4-6 16,-7-4-10-16,0 4-12 0,1 0-15 0,6-4-14 0,-7 0-16 0,1-3-14 15,6 0-14-15,-7-4-19 0,8-4-21 0,5-3-30 0,-6-1-35 16,6-2-40-16,7-9-43 0,1 1-40 0,-2 0-36 0,1-8-21 0,6-3-12 16,7-1-4-16,-6-3 2 0,6 0 8 0,6-3 9 0,1-1 16 15,-7 0 19-15,13 1 30 0,-7-5 35 0,8 5 41 0,-8 2 42 0,7-2 46 16,0 3 44-16,-6 0 38 0,5 4 34 0,2 3 31 0,-1 1 30 0,-6-1 29 16,5 4 30-16,1 4 32 0,-6-1 34 0,0 4 31 0,5 1 29 15,-5 2 29-15,0 6 29 0,-1-3 15 0,0 3 11 0,-6-2 2 16,7 8-3-16,-7-3-9 0,0 3-12 0,0-1-17 0,0 5-20 0,-7-4-25 15,7 4-28-15,-6 4-23 0,6-2-25 0,-6-2-25 0,-1 4-26 16,0-1-17-16,1 0-12 0,0 0-8 0,-1 0-8 0,0 1-6 0,1-1-5 16,-1-3-6-16,1-1-6 0,6-2-6 0,-6-5-5 0,6 4-6 15,-7-7-5-15,7-1-4 0,0-3-5 0,7 0-4 0,-7-4-3 0,6 1-4 16,0-5-6-16,1 1-4 0,-1-4-9 0,1 0-6 0,6-7-9 16,0 3-9-16,0-7-12 0,0 0-14 0,7 0-17 0,-8-3-28 15,8-8-33-15,0 3-43 0,-7-7-46 0,7 1-43 0,-2-1-39 0,2-3-29 16,0 0-23-16,-1 0-25 0,-5-1-22 0,5 1-14 0,-6 0-7 0,0-1 6 15,1 1 12-15,-8 3 26 0,6 4 34 0,-5-3 43 0,0 3 48 0,-1 3 44 16,-6 1 43-16</inkml:trace>
  <inkml:trace contextRef="#ctx0" brushRef="#br0" timeOffset="-94281.02">12237 16104 0 0,'-7'0'50'0,"-5"0"137"0,6 4 19 0,-2 0 23 0,2-1 23 0,-7 1 25 16,6 0 24-16,1 3 21 0,-1-3 19 0,1-1 4 0,6 1-3 16,0 0-26-16,-6 3-39 0,12-3-25 0,-6-1-17 0,6 1-15 0,7-4-12 15,-6 3-18-15,6-3-20 0,7 0-20 0,-8 0-22 0,8 0-19 16,7-3-18-16,-9-1-11 0,9 1-10 0,-1-5-7 0,0 1-6 0,7 0-9 15,-7-1-10-15,0-3-9 0,-1 4-7 0,1-4-21 0,1 0-29 16,-1 4-37-16,-6-4-42 0,5-1-49 0,-5 1-56 0,-8 4-44 0,2 0-39 16,-1-4-41-16,0 4-42 0,-6 0-26 0,-1-1-16 0,-6 4-8 15,0-3-4-15,0 0 14 0,0 3 23 0,-6 0 35 0,-1 1 38 0,1-5 48 16,-1 5 52-16</inkml:trace>
  <inkml:trace contextRef="#ctx0" brushRef="#br0" timeOffset="-94064.42">12445 15884 0 0,'-12'-3'48'0,"4"3"181"0,-4 0 25 15,6 0 13-15,6 3 9 0,-7 1 16 0,0 3 20 0,1 4 31 16,6 1 37-16,0-1 31 0,0 7 25 0,0-4-23 0,0 8-49 0,0 4-40 16,6-4-40-16,1 8-24 0,0-1-17 0,-1 4-7 0,0 3-2 0,0-3-12 15,8 4-15-15,-8-1-28 0,8 5-37 0,-1-4-28 0,-1-1-25 16,2-3-17-16,-2 0-10 0,8-4-9 0,-7 1-9 0,7-8-9 0,0 0-7 16,-1-4-7-16,7-4-7 0,-6-6-4 0,6-1-4 0,-1-3-4 15,8-1-6-15,-7-3-10 0,0-3-14 0,0-5-20 0,7 1-24 0,-7-4-44 16,0-3-51-16,0 3-65 0,-7-4-71 0,1-3-54 0,-1-1-49 15,1 4-42-15,0-7-38 0,-8 4-18 0,2 0-7 0,-1 0 5 0,-7-1 12 16,8 5 18-16,-2-4 23 0,-5-1 44 0,-1 4 52 0,1 1 65 16,-1-1 69-16</inkml:trace>
  <inkml:trace contextRef="#ctx0" brushRef="#br0" timeOffset="-93698.36">12491 16504 0 0,'-7'0'60'16,"1"0"108"-16,0 3 10 0,-1 1 11 0,7-4 10 0,-6 4 18 16,-1-1 20-16,7 1 24 0,0 0 27 0,0 3 8 0,0 0 0 0,0-3-18 15,7 7-27-15,-7-4-15 0,6 4-9 0,1 0-3 0,-1 0-1 16,7 0-6-16,-6 4-7 0,5 0-16 0,-5-1-20 0,6 1-23 0,0-4-27 16,-7 3-25-16,8 1-25 0,-8 0-37 0,8-4-44 0,-8 0-55 15,0 0-63-15,7 0-57 0,-6-1-57 0,0-2-48 0,-1 0-44 0,0-1-30 16,0-4-26-16,2 1-13 0,-2-4-6 0,-6 0 2 0,6 0 5 0,1-4 22 15,0 1 28-15,-1-4 43 0,1-4 49 0,-1 0 48 0,0-1 189 16</inkml:trace>
  <inkml:trace contextRef="#ctx0" brushRef="#br0" timeOffset="-92764.8">13644 15504 0 0,'12'-19'8'0,"8"4"198"0,-6 0 30 0,-1 1 30 0,-1 3 30 0,-5-3 47 0,6 6 55 0,-13-2 40 0,6 6 35 16,-6 0 21-16,0 0 17 0,0 1-28 0,-6 6-50 0,6-3-40 15,-13 4-32-15,6 4-30 0,1-1-30 0,-7 0-28 0,0 4-31 0,-6 3-46 16,5 4-56-16,-5 5-40 0,-1-1-34 0,0 4-21 0,2-1-17 16,-9 4-11-16,7 1-5 0,1-2-5 0,0-1-3 0,-1 2-2 0,7-3 0 15,-7-1-2-15,8 1-1 0,-2-9 0 0,1 6 0 0,7-8 0 16,0 3-2-16,-2-6-2 0,2 2-4 0,6-7-5 0,0 4-8 0,0-4-6 16,0-3-6-16,6 3-4 0,2-7-5 0,4 4-2 0,1-4-3 15,1 0 0-15,-2 0 0 0,8-4 0 0,0 1 0 0,-1-1 3 16,1 0 4-16,-1 1 5 0,1-1 7 0,0 0 7 0,-8 1 5 0,8 3 6 15,-1 0 6-15,-5 0 6 0,-2 3 5 0,-6 1 6 0,8 3 5 0,-8-3 8 16,-6 7 5-16,0 0 8 0,7 0 6 0,-14 4 6 0,7 3 7 16,-6-3 8-16,6 3 8 0,-14 0 7 0,8 4 4 0,0-4 2 15,0 5 0-15,-1-5 0 0,-6 0-1 0,6 1-4 0,1-5-3 0,0 4-5 16,-2-3-6-16,2-4-5 0,0 4-8 0,6-4-8 0,-6-4-8 16,6 4-8-16,0-3-7 0,0-1-4 0,0-3-6 0,0-1-5 0,6 1-4 15,0-1-6-15,-6 1-4 0,14-4-5 0,-8 0-8 0,0 0-8 16,7 0-9-16,1 0-10 0,-2-4-12 0,2 1-11 0,-2 3-12 0,2-4-12 15,-1 1-11-15,-1-1-11 0,2-3-11 0,-8 7-9 0,7-4-6 16,-6 0-3-16,-1 4 2 0,1 0-1 0,-1 4 1 0,-6 0 4 0,-6 3 4 16,6 0 9-16,-7 4 9 0,1 4 12 0,-8-1 12 0,2 1 10 15,-2 3 12-15,2 5 12 0,-1-1 12 0,-7-1 12 0,0 5 12 0,8-4 16 16,-8 0 17-16,1 4 17 0,5-1 17 0,-6-3 12 0,8 4 9 0,-1-4 8 16,-1 0 5-16,2 0 3 0,5 0 2 0,-6-4 0 0,7 0-4 15,6-3-4-15,-7 0-7 0,7-4-10 0,0-4-8 0,0 0-10 0,7 1-9 16,-1-5-7-16,0-3-7 0,1 4-5 0,6-8-6 0,0 4-2 15,0-3-2-15,6-5 0 0,1 1 0 0,-6 0-1 0,5-8-3 0,7 4-7 16,-6-4-10-16,6-3-17 0,-7-4-20 0,7 0-38 0,-6 0-45 16,5-7-58-16,-5 0-66 0,6-1-52 0,-6-2-48 0,5-5-36 0,-5 0-29 15,0 1-20-15,-1-1-18 0,7 0-1 0,-6-3 4 0,-1 3 15 16,7-3 19-16,-6 0 37 0,6 3 43 0,-7-3 59 0,1 3 64 0</inkml:trace>
  <inkml:trace contextRef="#ctx0" brushRef="#br0" timeOffset="-92330.86">14327 15657 0 0,'14'-25'135'0,"-1"3"197"0,-1 7 63 0,-4 0 40 0,-2 4 27 0,-6 0 25 0,6 8 23 0,-6-4 20 0,-6 7 19 0,6-4 13 0,0 4 11 0,0 0-33 16,-6 4-54-16,6-4-76 0,0 0-85 0,0 3-70 0,0 1-62 16,6-1-38-16,0 1-26 0,-6 3-23 0,6 1-23 0,2-1-20 15,4 0-18-15,-5 4-14 0,6-3-10 0,0 2-12 0,-1 2-8 0,-4-1-13 16,4 0-15-16,2 0-20 0,-1-3-18 0,-7 2-25 0,8-3-22 0,-8 1-40 16,6-1-45-16,-12 0-55 0,7 1-60 0,0-1-56 0,-7 0-53 15,6 0-36-15,-12 1-27 0,6-1-15 0,0 0-8 0,-7 5 0 16,0-5 6-16,-5-1 21 0,6 6 32 0,-8-4 58 0,8-1 69 0,-14 4 79 15,7-4 85-15,-1 4 83 0,2-4 84 0,-8 1 77 0,7-1 74 16,1 0 73-16,-8 1 75 0,6-5 56 0,2 5 48 0,-1-5 23 16,-1 1 10-16,2 0-3 0,-2-1-13 0,8-3-13 0,0 4-15 0,-7-4-21 15,13 3-29-15,-7-3-36 0,0 0-41 0,7 0-47 0,0 0-52 16,0 0-39-16,7 0-34 0,0 0-22 0,6 0-17 0,-7 0-12 0,8-3-11 16,4 3-7-16,2 0-7 0,-1 0 0 0,1 0 1 0,6-4 2 15,-6 4 3-15,5 4 2 0,2-4 6 0,5 3 3 0,-6 2 6 0,1-2 2 16,5 1 2-16,-6 3 0 0,1-3 1 0,-1 7 1 0,-7-4 0 15,1 4 0-15,-1-4 4 0,0 4 3 0,-5 4 5 0,-1-4 4 0,-7 0 3 16,0 3-13-16,1 2-62 0,-7-3 0 0,0 3 0 0,0-2 0 16,-7 1 0-16,1 3 0 0,-7 1 0 0,7-1 0 0,-14 0 0 0,7 4 0 15,-6 0 0-15,-1 4 0 0,1-4 0 0,-7 3 0 0,-1 1 0 16,1 0 0-16,-6 3 0 0,-1-3 0 0,1 3 0 0,-1 1 0 0,1-5 0 16,-7 1 0-16,5-1 0 0,-5-6 0 0,7 2 0 0,-1-6-234 15,1 0-58-15,6-4-71 0,0-8-79 0,0 1-57 0,6-8-46 0,7 1-31 16,0-8-22-16,1-4 3 0,12-3 15 0,-8-4 22 0,8-4 23 15,0 1 26-15,8-5 27 0,4 1 43 0,-5 3 51 0,6-3 71 0,0 4 82 16</inkml:trace>
  <inkml:trace contextRef="#ctx0" brushRef="#br0" timeOffset="-92181.32">14204 16273 32 0,'13'-8'174'0,"0"1"45"0,0 4 45 0,-6 3 56 0,5 0 60 0,-5 3 44 15,6 4 33-15,-6 4 28 0,5 0 22 0,-4 4-5 0,4 0-23 16,1 7-16-16,0-4-17 0,0 8-19 0,1-1-21 0,4 5-30 0,-4-1-38 16,5 0-47-16,1 4-55 0,0 0-40 0,6 0-33 0,-1 0-26 15,1 0-22-15,1 0-17 0,-1-4-16 0,0 1-19 0,7-1-22 0,-1-3-28 16,1-4-33-16,-1 0-36 0,1-4-39 0,5-7-62 0,-5 0-74 0,7-4-97 15,-8 0-108-15,7-7-75 0,-6-3-56 0,-1-1-28 0,7-3-14 16,-7-4-1-16,1 0 4 0,-1-4 16 0,2 1 20 0,-2-5 28 16,1 1 31-16,6-4 56 0,-7 0 69 0</inkml:trace>
  <inkml:trace contextRef="#ctx0" brushRef="#br0" timeOffset="-91447.75">15526 15482 0 0,'0'-8'69'0,"-6"4"177"0,6 1 32 0,0-1 16 0,-7 4 8 0,7-4 4 0,0 4 2 0,0 0 6 16,0 0 7-16,0 0 19 0,0 0 24 0,0 0-15 0,7 4-35 0,-1 0-39 15,0-1-44-15,2 1-33 0,-2 4-28 0,6 0-14 0,-5-2-8 16,6 2-4-16,0 3-1 0,-7-4-16 0,8 4-22 0,-2 0-47 16,-4-4-63-16,4 0-77 0,-5 1-85 0,-1-1-64 0,1-3-52 0,0 3-39 15,-1-3-30-15,0 3-24 0,-6-3-22 0,0 2-18 0,6-1-14 16,-6 2 0-16,0-4 8 0,-6 5 33 0,6 0 42 0,0-1 62 0,-6 0 72 16,6 0 62-16,-6 1 59 0,-1 3 48 0,0 0 41 0,-6-4 36 15,7 4 32-15,0 0 30 0,-2 0 26 0,-4-4 23 0,6 4 19 0,-2 0 12 16,2-4 7-16,6 5 0 0,-6-5-4 0,-1-1-7 0,7-1-10 15,0 2-9-15,-6 1-10 0,12-5-9 0,-6 1-9 0,0 4-12 16,7-5-12-16,-7 4-13 0,6-3-13 0,-6 3-13 0,6 0-12 0,2 1-14 16,-2-1-14-16,0 0-17 0,-6 1-17 0,6 3-16 0,2 0-17 15,-2-4-15-15,-6 4-11 0,6 4-10 0,1-4-7 0,-7 3-4 16,6-3-5-16,-6 4 0 0,0-4-3 0,0 4 3 0,7-1 5 0,-7-3 10 16,0 4 11-16,0-5 13 0,0 2 11 0,0-1 12 0,-7 0 10 15,7 0 10-15,0 0 5 0,-6 0 4 0,6 0 3 0,-7-4 1 0,1 4 2 0,0-4 1 16,6 4 0-16,-8 1 0 0,2-5-1 0,6 4 0 0,-6-4 0 15,0 4 0-15,6 0 0 0,-8-3 0 0,8-1 2 0,-6 4 4 16,6-4 4-16,-6 0 7 0,6 1 7 0,0-1 8 0,0-3 9 0,-7 3 10 16,7 0 10-16,0-3 9 0,0 0 9 0,0-1 7 0,0 5 7 15,0-5 5-15,0-3 3 0,7 4 2 0,-7 0-2 0,6-4-3 16,-6 4-5-16,6-4-8 0,2 3-10 0,-8-3-9 0,6 0-10 0,0 0-9 16,0 0-7-16,2 0-8 0,4-3-5 0,-5-1-15 0,-1 4-18 0,8-4-23 15,-8 0-26-15,0 1-24 0,0-1-26 0,8-3-23 0,-8 3-22 16,1 0-25-16,-1-3-28 0,1 3-20 0,6-3-17 0,-7 0-8 15,1-1-5-15,0 1 8 0,-1 0 9 0,0-4 20 0,1 4 21 0,0-1 23 16,6 1 30-16</inkml:trace>
  <inkml:trace contextRef="#ctx0" brushRef="#br0" timeOffset="-91264.82">15903 16200 180 0,'0'0'212'0,"-6"3"19"0,6-3 21 0,0 4 16 0,-6-4 19 0,6 4 14 0,-7-4 13 0,7 0 14 0,0 0 12 0,7-4-22 0,-7 0-40 0,6 1-27 0,-6-1-20 16,6-7-14-16,2 3-11 0,4-6-15 0,1 3-16 0,-6-7-16 15,6 3-18-15,0-7-13 0,6 4-12 0,-5-5-14 0,-1-2-13 0,6 3-32 16,-6-4-40-16,7 4-54 0,-7-3-57 0,0 2-58 0,0 2-59 0,-1-1-43 16,2 3-39-16,-1-2-30 0,0 2-27 0,-7 5-27 0,1-5-26 15,-1 4-14-15,8 1-5 0,-14 3 14 0,6 0 26 0,0 0 36 16,-6 4 42-16,7-1 46 0,-7 1 51 0</inkml:trace>
  <inkml:trace contextRef="#ctx0" brushRef="#br0" timeOffset="-91014.78">16217 15679 102 0,'0'0'186'15,"0"0"23"-15,0 0 17 0,0 0 16 0,0 0 13 0,0 0 18 16,0 0 21-16,0 0 21 0,0 0 21 0,0 0 2 0,6-3-10 0,0 3-15 15,7-3-17-15,-6-5-17 0,6 4-14 0,0 0-13 0,6-3-11 16,1 0-10-16,-1 0-7 0,1-4-10 0,6 3-9 0,1-4-11 0,-1 6-12 16,-1-5-22-16,8 3-27 0,-7-3-16 0,6 4-9 0,1 0-3 15,-7 0-1-15,6 3 1 0,1-3 3 0,-7 3 1 0,7 4-1 0,-7 0-4 16,0 0-5-16,-6 0-5 0,-1 4-6 0,1 3-3 0,0-3-2 16,-8 3-1-16,1 4 0 0,-6-4-3 0,6 4 0 0,-7 0-3 15,-6 4-2-15,0 0-65 0,0-2-9 0,0 6 0 0,-6-3 0 0,-1 1 0 16,-6 5 0-16,0 0 0 0,1 0 0 0,-2 0 0 0,-6 4 0 0,1-4 0 15,-7 3 0-15,6 1 0 0,-12 0 0 0,5-4 0 0,2 4 0 16,-7-5 0-16,-2 1 0 0,2-3-36 0,-1-1-162 0,1 1-58 16,-1-8-69-16,1 0-76 0,-1-8-79 0,7 1-61 0,-7-4-51 0,7-4-14 15,1-3 3-15,5-5 14 0,0 1 21 0,1-3 23 0,6-4 24 16,6-1 28-16,-5-3 31 0,5 1 56 0,7 2 71 0</inkml:trace>
  <inkml:trace contextRef="#ctx0" brushRef="#br0" timeOffset="-90831.94">16229 15778 45 0,'0'0'198'0,"0"4"19"0,0 0 16 0,0-2 25 0,0 3 27 15,7-1 36-15,-7 3 40 0,0-3 33 0,6 3 34 0,-6 1-2 0,0-5-16 16,7 8-30-16,0-4-32 0,-7 5-25 0,6-2-17 0,-6 5-14 16,6-1-9-16,-6 1-19 0,7 4-23 0,-7 3-30 0,7-1-36 0,-7 5-30 15,0 0-30-15,0 0-19 0,0 3-13 0,-7 4-12 0,7 0-8 16,-7-1-9-16,1 5-8 0,6-4-7 0,-6 1-9 0,-1-2-11 16,0-2-17-16,1-5-24 0,6-3-27 0,-7 0-40 0,7-7-46 0,-6-4-56 15,6-8-59-15,0 1-60 0,6-8-63 0,-6-3-54 0,0-4-51 0,7-4-29 16,-1-7-20-16,1-3-3 0,0-5 6 0,-1-3 15 0,0-3 24 15,8-4 35-15,-8-1 43 0,7-3 53 0,-6 0 56 0,6-4 61 0,-7 5 227 16</inkml:trace>
  <inkml:trace contextRef="#ctx0" brushRef="#br0" timeOffset="-90431.36">16451 15313 240 0,'6'-4'319'0,"-6"4"33"16,0 0 25-16,0 7 26 0,0 1 28 0,0 6 22 0,-6 1 17 0,6 0 12 15,-7 3 10-15,1 4-16 0,6 4-30 0,-6-1-62 0,-2 6-77 16,8-3-58-16,-6 2-49 0,6 2-31 0,-6 5-23 0,0-4-25 15,6 4-29-15,-8-1-19 0,8 1-17 0,-6 0-12 0,6-4-10 0,0 3-7 16,0-3-5-16,-6-3-10 0,6-1-9 0,0-4-15 0,0 1-13 16,6-4-16-16,-6-8-15 0,0 2-17 0,0-2-18 0,6-7-19 0,-6 1-20 15,8-5-16-15,-2-3-13 0,-6 0-9 0,6-3-6 0,0-5 0 16,2 1 5-16,-8 0 9 0,6-5 11 0,0 1 13 0,1-3 13 0,-1-1 16 16,1 1 18-16,6 3 19 0,-7-4 20 0,1 0 19 0,6 5 17 15,-7-1 14-15,7 0 11 0,1 0 12 0,-2-1 10 0,2 1 11 16,5 4 11-16,-6 0 14 0,6-1 16 0,1 5 11 0,0-5 9 0,-1 5 7 15,1 3 6-15,0 0 7 0,-1 0 6 0,7 0 4 0,-6 3 3 16,-1 5-1-16,1-5 0 0,-1 8-4 0,0-3-4 0,-5 3-4 16,5-1-6-16,-6 2-1 0,0 3 1 0,-7-1 0 0,2 1 4 0,4-1-2 15,-12 5-3-15,7-1-2 0,-7 4 0 0,0-3-3 0,0 2-4 0,-7 1-5 16,7 0-6-16,-12 0-8 0,4 0-9 0,2 4-10 0,-7-4-10 0,0 4-30 16,0-1-31-16,-7-3 0 0,8 4 0 0,-8-4 0 0,1 4 0 15,-7-5-86-15,6-2-34 0,-6-1-45 0,7 0-52 0,-7-7-71 16,-1 1-81-16,1-2-72 0,0-6-66 0,0-1-46 0,7-6-37 0,-7-1-9 15,-1-3 6-15,8-1 16 0,0-6 20 0,5 0 25 0,-5-5 28 16,5 1 43-16,2 0 51 0,6-4 69 0,-8 3 82 0</inkml:trace>
  <inkml:trace contextRef="#ctx0" brushRef="#br0" timeOffset="-90281.9">16398 16166 128 0,'8'-3'271'0,"-2"-1"39"16,0 4 31-16,0 0 37 0,-6 4 39 0,8-1 29 0,-2 1 23 0,0 3 19 16,1 5 16-16,-1-1-8 0,1 0-21 0,6 3-38 0,0 5-47 15,0-5-47-15,6 9-46 0,1-6-32 0,0 5-25 0,6 4-33 16,-1-4-37-16,9 4-26 0,-2-4-22 0,1 3-18 0,-1-2-16 0,7-1-19 15,0-1-20-15,1-2-29 0,-2-1-31 0,1-3-42 0,6-5-45 0,2 5-82 16,-9-8-102-16,8 1-102 0,-7-5-103 0,0 1-53 0,7 0-26 16,-13-4-14-16,5 0-5 0,-5 0 1 0,-1 0 6 0,1-4 16 0,0 4 22 15,-7-4 30-15,6 1 39 0,-6-1 76 0,1 0 133 0</inkml:trace>
  <inkml:trace contextRef="#ctx0" brushRef="#br0" timeOffset="-89664.8">17968 15455 0 0,'14'-10'185'0,"-8"-5"119"0,6 8 45 0,-4 0 43 0,-2-1 39 0,0 5 32 0,-6-1 27 0,0 1 23 0,0 3 21 0,0 0 19 0,0 0 17 0,0 0-39 16,0 0-66-16,0 0-58 0,-6 3-56 0,0-3-45 0,6 7-42 16,-8-3-40-16,-4 3-39 0,6 4-30 0,-8 0-28 0,1 3-21 15,1 5-22-15,-8 3-18 0,0 4-17 0,1 0-12 0,-7 6-13 0,0-2-13 16,6 7-15-16,-13-1-18 0,7-3-18 0,1 3-20 0,-1 0-18 16,-7 2-22-16,7-5-21 0,0 0-24 0,-1-4-28 0,9-3-40 0,-2-1-46 15,0-3-55-15,7-3-58 0,0-1-44 0,0-7-38 0,7 0-25 16,-1-8-22-16,0 2-10 0,7-5-3 0,7-5 7 0,-7 2 15 15,7-5 23-15,5-3 24 0,-5-3 40 0,12 3 46 0,-6-4 66 0,1 1 77 16,6-1 72-16,-8 4 74 0,1-3 70 0,7 3 35 0,-8 3 63 16,-4 0 53-16,4 1 55 0,2 0 56 0,-8 7 63 0,0-4 63 0,1 4 43 15,-7 4 30-15,6 0 10 0,-6 3 0 0,0 4-8 0,0 0-13 16,0 8-10-16,0-1-9 0,0 0-16 0,0 4-21 0,-6 0-36 0,6 3-44 16,-7 1-54-16,1 0-59 0,6 0-38 0,-6-1-30 0,-2 1-20 0,2 0-17 15,0-1-13-15,6 1-13 0,-6-1-12 0,-2-3-13 0,8 4-17 16,-6-4-22-16,6-3-24 0,-6 2-26 0,6-6-28 0,0 4-32 0,0-9-41 15,0 1-49-15,0-4-68 0,6-2-77 0,-6-5-65 0,6 0-58 16,2-8-47-16,4 1-42 0,-6-8-14 0,8 0 4 0,-1-3 9 16,7 0 16-16,-2-8 22 0,-4 0 27 0,12 1 40 0,-7 0 46 0,7-5 68 15,1 1 76-15</inkml:trace>
  <inkml:trace contextRef="#ctx0" brushRef="#br0" timeOffset="-89299.04">18496 15741 143 0,'19'-10'298'0,"-5"-1"59"16,-2 3 58-16,-5 1 39 0,-7 3 28 0,0 1 22 0,0 3 14 15,0 0 14-15,-13 3 11 0,7-3-13 0,-8 8-24 0,2-5-47 0,-2 5-56 16,-5 3-62-16,-1-4-62 0,0 4-58 0,1 3-57 0,-7 1-37 16,0 0-30-16,6 0-22 0,-5 0-16 0,-1-1-14 0,6 0-14 0,-6 1-14 15,7 0-17-15,-1-4-18 0,0 0-18 0,1-1-16 0,-1-2-15 16,7 0-17-16,0-5-14 0,0 5-17 0,0-8-15 0,6 3-22 16,1 1-27-16,0-4-23 0,-1 0-21 0,7 0-6 0,-7 0-1 0,7 0 5 15,0 0 9-15,0 0 11 0,0 4 12 0,0-1 15 0,-6 4 18 0,6 1 24 16,0-1 26-16,0 8 43 0,0 0 48 0,0-1 48 0,0 8 48 15,0-1 33-15,0 2 23 0,6 3 16 0,-6-1 12 0,0 1 12 16,0 0 10-16,7-1 6 0,0-3 6 0,-1 4-2 0,0-1-5 0,1-3-11 16,0 0-15-16,-1 1-20 0,7-5-23 0,0 0-16 0,-6 0-10 0,5-3-9 15,2-4-8-15,5 0-8 0,-6-4-8 0,6 0-7 0,-5-2-8 16,6-5-7-16,-1 0-6 0,1-5-5 0,-1-2-8 0,0 4-2 16,1-8-3-16,-1 4-2 0,1-5-3 0,0-2-1 0,-1-1-2 0,-5 1-2 15,5-1-2-15,-6 0-8 0,0 0-9 0,0 1-11 0,0-1-10 0,-7 0-13 16,1 4-17-16,0-3-21 0,-1-1-22 0,0 4-37 0,-6-3-46 15,7 3-57-15,-7 0-65 0,0 0-55 0,-7-1-47 0,7 1-42 0,-6 1-35 16,0-1-15-16,-1 0-2 0,0 3 7 0,1-3 11 0,0 0 19 16,-1 0 20-16,-6 4 38 0,6-4 43 0,-5 4 59 0,5-5 64 0</inkml:trace>
  <inkml:trace contextRef="#ctx0" brushRef="#br0" timeOffset="-88881.07">18320 16031 0 0,'-6'3'67'0,"-1"1"128"0,0 0 18 0,1-1 16 15,0 2 18-15,6-5 15 0,-7 3 15 0,7 0 19 0,0-3 23 0,0 0 23 16,7 0 23-16,-7 0-10 0,6 0-26 0,7-3-22 0,-6 3-17 15,5-3-15-15,1-2-9 0,1 2-14 0,-2-1-12 0,8 0-11 16,-7 1-11-16,7-1-16 0,0-3-19 0,6 3-28 0,-7-3-33 0,1 4-28 16,6-5-25-16,-7 4-14 0,7-3-13 0,-6 0-8 0,-1-1-6 15,1 1-10-15,6 0-10 0,-14 3-14 0,8-3-15 0,0 0-19 0,-7-1-22 16,-1 1-33-16,2 0-37 0,-1-1-40 0,-7 4-39 0,1-3-40 16,0 3-36-16,-1-3-28 0,-6 3-28 0,0 1-14 0,0-1-11 0,-6 0-2 15,6 1 0-15,-7-1 7 0,0 4 10 0,-6-4 25 0,7 4 30 16,-8 0 36-16,2 0 36 0,-1 0 37 0,0 0 36 0,0 4 29 15,-1-4 26-15,-4 4 22 0,4 3 19 0,-5-3 18 0,5-1 19 0,-4 5 19 16,-2-1 19-16,0 0 20 0,1 5 22 0,5-1 24 0,2 0 25 0,-2 0 32 16,1-1 33-16,1 1 30 0,5 0 30 0,0 4 26 0,1 0 23 15,6-1 25-15,0 1 27 0,6-1 13 0,1 2 9 0,0 2 0 16,-1 0-3-16,7 0-8 0,0 1-11 0,0 2-19 0,0 2-20 0,6-1-20 16,-6 3-21-16,7-3-19 0,0 4-21 0,-1-1-27 0,1 1-30 15,0-4-23-15,-2 4-15 0,2-4-15 0,7 0-13 0,-9-4-12 0,2 1-10 16,0-2-11-16,-1-2-12 0,1 0-9 0,0-4-9 0,-1 0-9 15,1-4-7-15,-1 1-10 0,1-1-13 0,-7-3-16 0,0-1-18 0,-1 1-17 16,2-4-18-16,-1 0-18 0,-7-4-20 0,1 4-32 0,0-3-37 0,-1-5-47 16,-6 5-51-16,0-5-50 0,0 1-53 0,0 3-34 0,-6-3-24 15,6 0-18-15,-14-1-13 0,8 1-5 0,-1 3-3 0,-5-3 10 16,-2 4 14-16,-5-2 30 0,6 5 34 0,-7-3 47 0,1 3 51 0,-7 0 50 16,6 3 53-16</inkml:trace>
  <inkml:trace contextRef="#ctx0" brushRef="#br0" timeOffset="-88730.76">18509 16588 232 0,'-13'11'279'0,"0"0"27"0,0 0 18 0,7 0 15 0,-8-4 16 0,14 1 25 0,-6-1 27 0,6-3 19 16,0 3 17-16,0-3-21 0,0-1-40 0,6 1-50 0,1-4-53 0,0 4-47 16,5-1-40-16,1-3-26 0,-6 4-18 0,6-4-17 0,7 0-18 15,-8 0-35-15,1 0-46 0,7 0-60 0,-6-4-65 0,-2 4-77 16,1-3-82-16,7 3-75 0,-8-4-71 0,2 4-37 0,-2-4-18 0,2 4-9 16,-1-3-6-16,0 3-1 0,0-4 1 0,-1 4 12 0,2-4 18 15,-1 4 39-15,0-3 50 0,6 3 65 0,-5 0 235 0</inkml:trace>
  <inkml:trace contextRef="#ctx0" brushRef="#br0" timeOffset="-88081.82">19199 15940 27 0,'0'-11'154'0,"0"0"13"0,0 3 12 16,0 4 20-16,0-3 21 0,0 3 32 0,0 4 37 0,0-3 44 0,7 3 48 16,-7 0 6-16,0 0-18 0,6 3-13 0,1-3-10 0,-1 4-9 15,0 0-8-15,2 3-7 0,-2 1-8 0,0 3-16 0,1 0-20 0,0 3-27 16,-1 1-34-16,0-1-43 0,1 5-47 0,-1-1-34 0,-6 0-24 16,7 0-17-16,0 1-11 0,-7-4-8 0,0 3-6 0,0-3-7 15,6-4-4-15,-6 3-5 0,0-6-4 0,0 2-8 0,0-6-9 0,0 3-8 16,0-7-6-16,0 0-7 0,0 0-6 0,6-3-5 0,-6-1-7 0,7-3-6 15,0-8-8-15,-1 1-9 0,-6-1-11 0,6-7-10 0,7 0-12 16,-6-3 0-16,0-1 0 0,5-4 4 0,-4 5 3 0,4-1 5 16,-5 1 6-16,6 2 4 0,-7 1 6 0,7 0 14 0,-7 8 15 0,8 0 23 15,-8-1 23-15,1 4 22 0,0 0 21 0,-1 3 16 0,7 5 13 16,-7-1 12-16,1 0 8 0,0 0 7 0,5 4 7 0,-5 4 7 0,6-4 7 16,-7 4 0-16,7 3-6 0,-6-3-6 0,0 2-6 0,5 3-4 15,-4 2-4-15,-2-4-3 0,0 4-2 0,0 0-2 0,1 3-1 0,0-3-1 16,-7 4-1-16,6-4-1 0,-6 4-2 0,0 3-3 0,0-3-3 15,0 0-1-15,-6 3-3 0,-1 0-2 0,0 1-4 0,1-1-6 0,0 3-3 16,0-3-6-16,-8 1-5 0,1 0-7 0,6-1-4 0,-6-3-6 16,1 3-3-16,-2-4-3 0,2 1-2 0,-8-4-4 0,7 0-4 15,0 0-3-15,0-3-3 0,-7-1-8 0,7 0-6 0,0-3-11 0,0-4-14 16,1 0-13-16,-2 0-16 0,1-4-16 0,0-3-20 0,0 0-22 0,7-1-25 16,-1-3-42-16,0-3-51 0,1-1-62 0,0 0-67 0,6-3-49 15,0 3-41-15,0-7-34 0,0 4-32 0,0 0-8 0,0-5 3 0,6 5 13 16,0-3 16-16,1 2 21 0,6-3 24 0,-7 0 41 0,7 0 52 15,-6 4 62-15,6-4 68 0</inkml:trace>
  <inkml:trace contextRef="#ctx0" brushRef="#br0" timeOffset="-87214.51">19792 15437 0 0,'13'-11'44'0,"-1"4"158"0,-4 4 35 0,4-1 42 0,-5 4 44 0,0 0 47 0,-1 0 50 0,1 4 32 0,-1-1 24 0,0 4 8 0,2 1 2 0,-2-1-23 15,0 4-31-15,0 0-28 0,8 0-25 0,-8 5-27 0,1-2-30 16,-1 0-35-16,8 5-40 0,-8-5-45 0,0 4-46 0,0 1-31 15,2-2-21-15,-2 3-16 0,0 2-15 0,1-4-10 0,-1 0-8 0,1 0-11 16,0-3-9-16,-7 3-9 0,6-3-8 0,-6-4-13 0,6 4-14 16,-6-4-17-16,6-4-17 0,-6 0-14 0,0-3-15 0,0 0-10 0,8-4-8 15,-8 0-9-15,0-4-7 0,6 0-11 0,-6-3-10 0,6-8-12 16,-6 4-10-16,7-7-2 0,-7-4 4 0,7 0 9 0,-1-4 12 0,1 1 12 16,-1-4 12-16,0 3 9 0,1-4 9 0,0 1 13 0,-1 4 15 15,0-5 21-15,8 4 26 0,-8 4 21 0,7 1 19 0,0-1 16 16,0 0 11-16,1 3 10 0,-2 1 8 0,1-1 6 0,7 5 7 0,-8-1 6 15,8 1 6-15,0 3 3 0,-1-3 0 0,-5 6-4 0,5 0-6 0,1 1-3 16,-1 4 1-16,0-1 1 0,1 4 1 0,0 0 2 0,-1 4 2 16,1-1 0-16,0 4-1 0,-1 1-2 0,1 3-1 0,-8 3-2 15,2 1-3-15,5 0-4 0,-13-1-2 0,8 9-4 0,-8-5-3 0,8 4-4 16,-14 0-4-16,6 0-6 0,-6-1-7 0,0 1-45 0,-6 1-10 16,6-1 0-16,-8 0 0 0,2 0 0 0,0-1 0 0,-1-2 0 15,-6-2 0-15,6-2 0 0,-12 3 0 0,6-2 0 0,0-2 0 0,-7-3 0 16,1 4 0-16,0-4-59 0,-8 0-31 0,8-4-12 0,-8 4-9 15,1-4-7-15,1 1-7 0,-1-5-1 0,-1 5 2 0,-5-5 6 0,6 1 9 16,0 0 7-16,-1-4 7 0,1 4 9 0,1-4 10 0,5 0 10 16,0 0 10-16,1-4 9 0,-1 4 11 0,8 0 7 0,4-4 5 0,-4 4 4 15,6-4 2-15,-1 4 3 0,7-3 0 0,0 3 3 0,0-4 4 16,7 4 2-16,-7-4-1 0,6 4 2 0,0-3 2 0,8 3-1 0,-8 0 0 16,7 0 0-16,-6-4 3 0,6 4-2 0,-1 0 0 0,2 0-4 15,-2 4-7-15,-5-4-11 0,6 3-13 0,0-3-21 0,-7 4-25 0,8-4-28 16,-8 4-29-16,0-1-31 0,2 1-31 0,-2 0-28 0,0-4-24 15,-6 4-17-15,7-1-13 0,-7 1-2 0,0 0 3 0,0-2 8 16,0 3 13-16,0-1 21 0,-7 3 25 0,1-3 30 0,0 3 34 0,-2 1 39 16,2-5 44-16,0 4 40 0,-8 1 38 0,2-1 31 0,5 1 30 15,-6-2 24-15,0 5 20 0,0-3 21 0,0-1 21 0,0 0 27 0,0 1 26 16,0 2 19-16,-1-2 16 0,2 3 5 0,-1 0 0 0,0 0-3 16,6 0-5-16,-5 0-7 0,-2 0-11 0,8 0-12 0,0 4-11 0,-1-4-18 15,0-1-18-15,1 6-23 0,-1-5-25 0,7 0-20 0,0-1-21 16,-6-2-14-16,6-1-12 0,6 0-10 0,-6-3-8 0,0 3-6 15,7-7-7-15,-1 0-3 0,1 0-4 0,0-3-3 0,5-1-2 0,-6-3-1 16,14-1-3-16,-7-6-1 0,1 3 1 0,4-4 1 0,-4-4 1 16,6 5-1-16,-1-4 1 0,1-1 0 0,-1 1-2 0,1 0 1 0,-1 3 0 15,0 1 0-15,1 2-1 0,0-2 1 0,-1 6-2 0,1-3 0 16,-7 4 0-16,6 3 0 0,-6 1-1 0,1 0 2 0,-2 3 0 0,2 0 1 16,-1 0 1-16,-7 3 4 0,0 0 5 0,1 1 6 0,0 3 4 15,-1 1 8-15,-6-1 7 0,6 0 8 0,-6 4 6 0,0 1 5 16,-6-1 5-16,6 0 6 0,0 3 8 0,-6-3 5 0,-1 4 5 0,0-1 2 15,1 1 3-15,0 0-2 0,-7 3 0 0,6-4-3 0,-6 2-5 0,0 2-7 16,0-4-5-16,0 5-5 0,-7-5-5 0,8 1-8 0,-8-1-50 16,0 1 0-16,7 0 0 0,-7 0 0 0,1-4 0 0,0-4 0 0,6 4 0 15,-1-7 0-15,-5-1 0 0,6-3-86 0,0 0-26 0,0-7-28 16,6 0-31-16,-5-4-43 0,4 0-52 0,8-8-59 0,-6 1-62 0,6-4-44 16,0 0-35-16,6-4-24 0,-6 1-17 0,8-1-14 0,4 0-10 15,-5 1 6-15,6-1 16 0,0 1 23 0,0-1 28 0,6 4 43 0,1-4 51 16,-1 8 59-16,-5-4 61 0,12 0 49 0,-7 4 152 0</inkml:trace>
  <inkml:trace contextRef="#ctx0" brushRef="#br0" timeOffset="-86681.83">20430 15694 0 0,'20'0'115'0,"6"-4"56"0,-6 4 21 0,-8 4 32 0,8 0 35 0,-7-1 40 0,0 5 38 0,0-1 43 0,0 0 43 0,0 1 5 0,-6-1-11 0,5 4-13 0,-4-4-14 0,-2 4-8 16,0 0-8-16,0-3-11 0,-6 3-12 0,7 0-22 0,-7 0-27 16,0 0-31-16,0 0-35 0,0-4-37 0,0 4-42 0,0 0-26 15,-7-4-20-15,7 0-14 0,-6 4-12 0,6-7-11 0,-6 3-8 0,6-3-12 16,-6-1-12-16,6-3-10 0,0 5-10 0,-8-5-10 0,8 0-11 0,0-5-9 15,0 2-8-15,0-1-8 0,0-3-7 0,8-4-7 0,-8 4-6 16,6-4-6-16,0 0-4 0,0-4-4 0,8 1-2 0,-8 3 0 16,7 0 0-16,-7-4 3 0,8 4 4 0,-8 0 4 0,7 0 5 0,0 3 6 15,-6 1 6-15,6 0 5 0,-6 0 5 0,5 3 5 0,-6 0 3 0,2 1 6 16,4-1 2-16,-5 4 2 0,-1 0 4 0,1 0 5 0,0 4 5 16,-1-1 5-16,0 1 5 0,2-4 4 0,-2 7 5 0,0-3 5 15,-6-1 2-15,6 5 5 0,-6-5 2 0,7 5 6 0,-7-5 5 16,0 5 2-16,0-1 2 0,-7 3 2 0,7-1-1 0,-6 2-2 0,0-4-3 15,0 4-4-15,-2 4-2 0,2-5-6 0,0 1-2 0,-8 4-9 16,8-4-9-16,-7 0-16 0,-1 3-18 0,8-2-21 0,-6-5-21 0,-2 4-25 16,1 0-24-16,0-4-30 0,0-3-35 0,1 3-42 0,-2-3-49 15,1 3-55-15,-7-7-55 0,8 4-38 0,-8 0-27 0,0-1-11 0,1-3-6 16,-1 4 5-16,1 0 8 0,-1 0 5 0,-6-1 6 0,0 1 12 16,0 3 13-16,1 0 32 0,-2 0 41 0,1 4 56 0,-6 0 63 15,5 1 63-15,1 2 61 0,-6 1 49 0,6 0 41 0,-1-1 35 0,-5 1 34 0,6 0 39 16,7-1 42-16,-1 1 48 0,1 0 52 0,-1-4 45 0,6 0 42 15,8 0 29-15,-6-4 20 0,5-3-1 0,7-1-11 0,0 1-11 16,0-4-11-16,7 0-14 0,-1-4-16 0,6 1-16 0,2-1-18 0,-1-3-22 16,7-1-22-16,-1 1-25 0,7-4-26 0,0 0-22 0,0 0-20 15,0 0-15-15,7 0-12 0,-1 0-8 0,7 0-5 0,-6 0-8 0,6 4-6 16,0-1-8-16,0 1-7 0,-6 3-10 0,6-3-9 0,-6 7-13 0,-1 0-12 16,1 0-18-16,-7 0-20 0,-1 4-21 0,1-1-25 0,-6-3-24 15,0 4-27-15,-7 0-32 0,-1-1-35 0,2 1-46 0,-1 0-49 16,-7-1-59-16,1-3-65 0,0 4-50 0,-7-4-43 0,0 0-31 0,0 0-25 15,0 0-3-15,-7 0 8 0,0-4 16 0,1 4 18 0,-1-3 28 16,-5-1 31-16,4-3 44 0,-4-1 49 0,6 1 60 0,-8 0 69 0</inkml:trace>
  <inkml:trace contextRef="#ctx0" brushRef="#br0" timeOffset="-86481.98">20397 15808 126 0,'-6'-4'242'0,"0"0"28"0,-1 4 23 0,7 4 26 0,0 0 27 0,0 3 35 0,0 4 39 0,0 0 25 0,0 3 18 0,7 1-12 0,-1 7-28 0,0 0-36 15,2 4-41-15,-2 3-34 0,0 0-28 0,1 8-21 0,-1 0-14 0,1-1-19 16,-1 8-23-16,-6-3-30 0,7 6-35 0,-7-2-23 0,6 2-16 0,-6 1-12 16,0-1-10-16,6-3-9 0,-6 4-10 0,0-4-9 0,0-1-11 15,0-2-14-15,0-1-17 0,0-3-21 0,-6-8-20 0,6 1-29 16,0-5-32-16,0-7-45 0,0-3-53 0,0-4-67 0,0-4-73 0,0-3-59 16,0-4-53-16,0-4-46 0,0-7-41 0,6-3-13 0,-6-1-1 15,0-3 9-15,0-5 14 0,0-2 21 0,0-1 27 0,0 1 43 0,0-4 51 16,0 3 65-16,8-3 74 0</inkml:trace>
  <inkml:trace contextRef="#ctx0" brushRef="#br0" timeOffset="-86314.6">20470 16379 185 0,'0'-11'285'0,"-8"0"54"0,8 4 55 0,-6 0 36 16,0 3 30-16,6 0 23 0,-7 4 17 0,1 0 15 0,-7 0 13 15,6 4-16-15,1 0-30 0,-8 3-46 0,2 0-56 0,5 4-53 16,-12 0-52-16,6 4-51 0,-1-1-55 0,2 5-36 0,-8-1-29 0,7 1-21 16,-7 3-20-16,0-4-16 0,8 4-15 0,-8 0-17 0,1-1-20 0,5-2-20 15,-5 3-20-15,6-8-25 0,0 5-25 0,0-4-43 0,0-4-53 16,0 0-67-16,6-4-72 0,1 0-62 0,0-3-56 0,6-4-41 0,0 0-34 15,-7-4-12-15,14 0 2 0,-7-6 8 0,6 2 15 0,7-3 20 16,-6 0 23-16,5-3 44 0,8-1 52 0,-1 0 64 0,-5 0 76 0</inkml:trace>
  <inkml:trace contextRef="#ctx0" brushRef="#br0" timeOffset="-86164.96">20365 16486 119 0,'20'-5'203'0,"0"2"36"0,-1 3 40 16,0 3 50-16,-6 2 56 0,1-2 37 0,5 4 31 0,-6 1 20 16,0-1 13-16,7 0-18 0,-8 1-37 0,8 3-29 0,-7 0-27 0,7 0-23 15,0-4-25-15,-8 4-33 0,8 0-38 0,-1-4-51 0,1 0-54 16,-8 5-42-16,15-9-35 0,-14 4-32 0,12-3-32 0,-5 0-50 0,0-4-58 15,-7 0-85-15,7 0-98 0,-1-4-88 0,1 0-84 0,0-3-40 16,-2 0-22-16,-4-1-10 0,5-3-4 0,-5 0 0 0,4 0 3 0,-4 1 12 16,5-5 18-16,1 4 37 0,-8-4 47 0,8 4 76 0,0-3 210 15</inkml:trace>
  <inkml:trace contextRef="#ctx0" brushRef="#br0" timeOffset="-85830.78">21238 15723 0 0,'6'-11'21'16,"1"-3"210"-16,-1 6 43 0,0-3 31 0,2 5 25 0,4-2 34 0,2 4 37 16,-1-3 27-16,-1 0 20 0,8 3 14 0,0-3 11 0,-7-1-31 15,13 5-52-15,-6-2-44 0,-1-2-39 0,7 4-38 0,0-2-40 0,-7 5-28 16,7 0-25-16,0-3-34 0,0 3-37 0,-6 3-28 0,7-3-24 16,-9 0-24-16,9 5-26 0,-15-5-33 0,8 0-36 0,-7 3-51 15,0-3-56-15,0 0-61 0,-6 0-64 0,0 0-52 0,-1 0-47 0,-6 0-40 16,0 0-35-16,0 0-16 0,0 0-3 0,-6 0 5 0,-1 0 13 0,0-3 25 15,1 3 31-15,-1 0 45 0,1 0 51 0,-8 0 56 16,8-5 94-16</inkml:trace>
  <inkml:trace contextRef="#ctx0" brushRef="#br0" timeOffset="-85614.44">21557 15426 0 0,'-6'-10'117'0,"6"2"151"0,-7 1 32 0,7 0 28 0,0 3 25 15,-7 4 27-15,7-4 27 0,0 4 22 0,0 0 18 0,0 4 14 0,0 0 11 16,7 0-36-16,-7 3-61 0,0 4-56 0,7-1-52 0,-1 5-38 15,-6 3-30-15,6 5-27 0,-6-1-23 0,7 3-26 0,0 4-26 0,-7 1-22 16,0 2-18-16,0 2-14 0,6-5-12 0,-6 8-7 0,0-5-9 16,0 2-9-16,-6-5-15 0,6 4-17 0,0-8-19 0,0 5-32 15,0-8-39-15,0 4-48 0,0-8-52 0,0 0-53 0,-7-3-52 0,7-1-38 16,0-3-33-16,-7 0-27 0,7-4-27 0,0 1-13 0,-6-5-9 0,6 2 6 16,-6-3 12-16,-1 3 28 0,0-5 37 0,1 0 46 0,-1 0 52 15,1 0 61-15,-1 0 64 0</inkml:trace>
  <inkml:trace contextRef="#ctx0" brushRef="#br0" timeOffset="-85430.88">21492 16063 0 0,'-6'-2'60'16,"-2"2"84"-16,8 0 52 0,-6-5 41 0,0 5 35 0,6 0 27 15,-7 0 26-15,7-3 29 0,0 3 34 0,0-3 18 0,0 3 15 0,0-5-11 16,7-2-23-16,-1 3-22 0,0-3-23 0,8 0-27 0,-1 0-29 16,0-4-27-16,0 3-25 0,7-3-21 0,-1 4-20 0,0-4-26 0,1 4-29 15,-1 0-27-15,7-1-24 0,-6 5-15 0,7-1-12 0,-9 0-9 16,9 4-5-16,-7 0-6 0,-1 0-4 0,0 4-6 0,1 0-7 0,-7-1-11 16,0 5-13-16,0-1-17 0,0-4-15 0,-6 8-20 0,-1-7-21 15,1 3-34-15,-1 1-39 0,-6-1-48 0,0 1-53 0,0-1-51 16,0 0-47-16,0 0-36 0,-6-3-31 0,-1 3-22 0,1 0-17 0,-1-2-11 15,0 1-7-15,1-1 6 0,0-3 15 0,-8 3 29 0,8-1 36 0,-7-1 47 16,6-3 52-16,-6 0 48 0,1 4 49 0</inkml:trace>
  <inkml:trace contextRef="#ctx0" brushRef="#br0" timeOffset="-85164.73">21642 16097 0 0,'-14'4'90'0,"-5"-1"93"0,6 5 30 0,0-5 29 16,0 1 30-16,6 0 20 0,1-1 18 0,0-3 11 0,-1 4 9 0,0-4 2 16,7 0 0-16,0 0-3 0,7 0-5 0,0 0-9 0,-1 0-14 15,0 0-20-15,8-4-23 0,-2 4-26 0,1-3-24 0,7 3-17 16,-6-4-11-16,4 0-8 0,2 1-4 0,-1-1-15 0,1 4-20 0,6-4-22 15,-6 1-21-15,-1 3-14 0,7-4-7 0,-6 4-2 0,-1 0 0 0,1 0 1 16,0 4 3-16,-1-1 1 0,1-3 5 0,-8 8 2 0,2-5 6 16,5 5 3-16,-5-1 3 0,-8-3 1 0,6 3-1 0,2 4-2 0,-8-4-4 15,7 0-4-15,-6 4-4 0,0-3-4 0,-1 3-6 0,0 0-6 16,0-4-7-16,-6 4-8 0,8 0-10 0,-8-3-8 0,0 3-8 0,0-1-6 16,0 1-10-16,0 0-4 0,-8 4 0 0,8-4 0 0,-6 0 0 15,6 4 0-15,-6-4-15 0,-7 4-17 0,6-4-13 0,1 3-14 0,-1 1-13 16,-5-4-14-16,4 4-17 0,-4-5-16 0,6 5-19 0,-8-4-28 15,1 0-34-15,0-3-42 0,0 2-48 0,7-2-52 0,-8-5-53 0,2 1-39 16,-1 0-30-16,-1-4-25 0,8 0-23 0,-7-4-3 0,6 0 7 16,-5-3 13-16,5-4 15 0,0 0 29 0,7-3 32 0,-6-1 47 0,6 0 51 15,-7-3 58-15,7 3 99 0</inkml:trace>
  <inkml:trace contextRef="#ctx0" brushRef="#br0" timeOffset="-84848.24">21811 16281 0 0,'0'-8'134'0,"0"4"95"0,0 0 37 0,0 1 37 0,0 3 39 15,0 0 38-15,0 3 38 0,0 1 23 0,-7 0 16 0,7-1-3 0,0 5-12 16,0-1-30-16,-6 0-37 0,6 4-38 0,0 0-38 0,0 0-37 15,0 4-35-15,0 0-37 0,0 0-38 0,-6-5-38 0,6 9-37 0,0-5-24 16,0-2-15-16,0 2-14 0,-7 0-12 0,7 1-14 0,0-3-12 0,-7 2-17 16,7-3-16-16,-6 0-24 0,6 0-26 0,-6 0-29 0,-1 0-30 15,7-4-36-15,-7 0-36 0,1 1-31 0,6-1-29 0,-7-3-18 16,1-1-10-16,-1 1 1 0,0 0 3 0,1-1 12 0,6 1 15 0,-6-4 26 16,0 4 29-16,-2-4 40 0,8 0 41 0,-6 0 50 0,6 0 54 0,-6 0 47 15,6 0 42-15,0 0 37 0,0 0 35 0,0 0 28 0,6 0 25 16,-6-4 21-16,6 0 21 0,2 1 13 0,-2-1 9 0,0 0 5 15,7 1 2-15,-6-1-6 0,6-3-10 0,0 3-11 0,0 0-11 0,7-3-16 16,-8 4-20-16,8-1-19 0,-7 0-18 0,7 1-20 0,-1-1-20 16,1 4-17-16,-8-4-15 0,8 4-15 0,-7-3-16 0,0 3-18 0,0 0-19 15,1 0-25-15,-2-4-27 0,-6 4-30 0,8 0-30 0,-8 0-33 0,1 0-34 16,-7 0-35-16,0 0-35 0,0 0-33 0,0 0-29 0,0 0-27 16,0 0-25-16,-7-4-19 0,7 4-16 0,-6 0 8 0,0-3 18 0,-8 3 26 15,8-4 27-15,0 4 31 0,-8-4 32 0,8 1 35 0,-7-1 36 16</inkml:trace>
  <inkml:trace contextRef="#ctx0" brushRef="#br0" timeOffset="-84631.58">21551 16126 0 0,'0'-3'70'0,"0"3"183"0,-7 0 32 0,7 3 22 16,0 1 19-16,-7 3 31 0,7 1 36 0,0 3 32 0,0-1 29 0,0 1 23 15,0 1 20-15,-6 2-24 0,6 5-47 0,0-1-46 0,0 0-47 16,-7 5-29-16,7-2-22 0,-6 8-14 0,-1-3-11 0,1 3-24 15,-7 4-32-15,7 0-28 0,-8 1-28 0,1 2-23 0,-6 1-18 0,6 3-16 16,-7 0-13-16,0 1-20 0,1 2-22 0,-7-2-28 0,6 3-30 0,1-4-36 16,-7 1-37-16,6-1-52 0,-6-4-61 0,1-3-79 0,5 0-88 15,0-3-78-15,-6-5-72 0,7-3-36 0,-1-4-18 0,-6 1-1 0,13-8 8 16,-7 0 16-16,1-4 19 0,6-3 26 0,0-4 29 0,-1-4 46 16,8 0 54-16,-6-3 77 0,12-4 238 0</inkml:trace>
  <inkml:trace contextRef="#ctx0" brushRef="#br0" timeOffset="1734.9">23543 15207 0 0,'7'-7'82'0,"-1"7"176"0,1-5 36 0,-1 5 27 0,-6 0 22 0,7 0 19 0,-7 0 20 0,7 0 19 0,-7 5 19 0,0-5 16 16,0 3 11-16,6-3-33 0,-6 4-55 0,0 0-52 0,6 0-51 0,1 3-38 15,-7-4-35-15,7 4-25 0,-1 1-21 0,0 3-19 0,1 0-18 0,6 0-20 16,-6 0-18-16,-1 3-16 0,7-3-10 0,-6 0-9 0,-1 1-6 15,0-1-4-15,1-1-6 0,0 2-7 0,6-2-9 0,-13 1-17 16,6-3-21-16,0-1-36 0,2 0-47 0,-8 1-61 0,6-5-69 0,-6 4-55 16,0-3-52-16,0 3-41 0,0-3-40 0,-6-4-20 0,6 4-10 15,-8-1 0-15,2-3 4 0,0 4 14 0,-7-4 20 0,6 0 35 16,0 3 46-16,-5-3 61 0,5 0 67 0</inkml:trace>
  <inkml:trace contextRef="#ctx0" brushRef="#br0" timeOffset="2001.58">23270 15577 45 0,'-13'3'163'16,"0"5"23"-16,-1-5 28 0,8 1 27 0,0 0 30 0,-1-1 25 0,0-3 27 16,1 3 31-16,6-3 35 0,0 0-1 0,0 0-19 0,6-3-15 15,1 3-13-15,-7 0-8 0,13-3-7 0,-7-1-13 0,8 0-20 0,-1 1-18 16,7-1-17-16,-8 0-19 0,8-3-17 0,6 0-24 0,0 3-29 16,0-3-21-16,0 0-19 0,6-1-13 0,1 1-7 0,-1 0-8 15,8-1-6-15,-1 1-9 0,-7 3-6 0,14-3-8 0,-7 0-10 0,0 4-9 16,0-2-6-16,1 2-8 0,-1-1-6 0,-1 0-7 0,1 4-5 0,-6-4-3 15,7 4-3-15,-8 0-3 0,1 4-1 0,-7-4-8 0,-1 4-8 16,1 0-12-16,-6-1-13 0,0 2-19 0,-7-2-17 0,-1 0-22 16,2 1-23-16,-2 0-40 0,-12-1-50 0,8 5-65 0,-8-5-75 0,0 1-61 15,-8 3-57-15,2 1-43 0,-6-1-37 0,-2 0-11 0,1 0 2 16,0 1 11-16,-6-1 14 0,-7 4 22 0,6-4 21 0,-7 4 40 16,-5 0 49-16,-1 1 66 0,1-1 72 0</inkml:trace>
  <inkml:trace contextRef="#ctx0" brushRef="#br0" timeOffset="2502.01">23400 15830 102 0,'-13'3'185'0,"6"5"17"0,-5-5 14 0,5 4 24 0,7-2 30 0,0 1 34 16,-7-2 35-16,7 3 37 0,0 1 38 0,7-1-9 0,-7 4-30 15,0 0-25-15,7 0-22 0,-1 0-15 0,0 4-13 0,-6-1-9 0,7 1-9 16,0 3-20-16,-7-3-24 0,6 3-31 0,1 0-35 0,-7 0-36 16,6-2-36-16,-6 2-24 0,0-3-15 0,0-1-11 0,6 1-9 0,-6 0-7 15,0-1-4-15,0-3-8 0,0-3-6 0,0 3-10 0,0-8-10 16,0 5-9-16,0-5-9 0,0 1-7 0,0-4-6 0,0 0-5 0,0 0-6 15,0 0-4-15,0-4-2 0,7 1-4 0,-7-1-3 0,0-3-1 16,0-1-1-16,7-3 2 0,-7 0 6 0,6 0 5 0,0-3 7 0,-6 3 6 16,8-4 6-16,-2 0 5 0,0 1 4 0,7-1 4 0,-6 1 5 15,-1-2 2-15,7 5 3 0,1-3 2 0,-2 7 2 0,1-4 0 16,0 0 1-16,0 3 2 0,1 5 0 0,5-5 0 0,0 5 1 0,-6-1 3 16,7 4 2-16,0 0 1 0,-1 0 3 0,1 4 2 0,-8-1 4 0,8 1 3 15,0 0 2-15,-1-1 6 0,-5 5 1 0,5-1 5 0,-6 1 2 16,0-1 3-16,-7 0 2 0,8 0 1 0,-8 4 2 0,0-4-1 0,1 4 0 15,0-4-1-15,-7 5-1 0,0-1-3 0,0-4-2 0,0 4-3 16,-7 0-2-16,0 0-3 0,1 0-3 0,0 0-3 0,-1 0-4 0,-6 0-3 16,6 0-3-16,-5-3-3 0,-2 3-1 0,2-4-2 0,-8 4-1 15,7-4-3-15,0 1-2 0,-6-5-1 0,-1 1-3 0,7 3-2 0,-7-3-3 16,0-4 0-16,1 4-2 0,-1-4 0 0,1 0-2 0,6 0 0 16,-7 0 1-16,1-4-1 0,-1 4 0 0,8-4 1 0,-8 4 1 0,7-3 1 15,6 3 1-15,-6 0 0 0,7-4 1 0,0 4 1 0,-2 0 1 0,8 0 0 16,0 0 0-16,0 0 0 0,0 0 0 0,8 0-1 0,-2 0 2 15,0 0 0-15,1 0 0 0,6 0 0 0,0 0 1 0,-1 0-3 16,2 0-5-16,-1 0-8 0,0 0-11 0,0 0-18 0,7 0-24 0,-8 0-31 16,2 0-36-16,-2 0-44 0,1 0-51 0,1 0-45 0,-2-4-43 0,-5 4-34 15,0 0-30-15,-1 0-31 0,-6 0-29 0,0 0-9 0,0 0 2 16,-6 4 15-16,6 3 21 0,-7-3 30 0,0 3 36 0,-5 0 45 16,-2 1 49-16,1 0 44 0,1-2 95 0</inkml:trace>
  <inkml:trace contextRef="#ctx0" brushRef="#br0" timeOffset="3234.97">23289 16438 0 0,'-19'11'46'0,"-1"-1"111"0,0 1 15 0,1 5 16 0,0-6 19 0,-1 1 25 0,7 4 29 0,0-4 31 0,0 4 35 0,0-1 18 16,0 1 13-16,6 3-7 0,1-3-17 0,0 3-11 0,-2-3-10 0,2 7-7 15,6-4-10-15,0 4-11 0,-6 0-16 0,6 0-22 0,0 3-25 16,0 1-30-16,0 0-33 0,0 0-33 0,0-4-33 0,6 3-22 0,-6 1-19 16,0 0-11-16,0-4-8 0,6-1-9 0,-6-2-5 0,0-1-7 15,8 0-6-15,-8 1-10 0,6-4-10 0,-6-4-14 0,6-1-15 0,-6-2-23 16,0-1-27-16,7 0-26 0,-7-3-28 0,7-4-28 0,-7 0-28 0,6-4-30 15,-6 1-29-15,7-5-19 0,-7 1-14 0,6-4-5 0,-6-3-2 16,6-1 8-16,1 0 8 0,-7-3 22 0,7-4 25 0,-1 0 27 0,0 0 28 16,-6 4 27-16,7-8 29 0,0 4 28 0,-1 0 30 0,1 0 23 0,-1 0 17 15,7 0 16-15,-6 4 15 0,-1-5 10 0,8 5 11 0,-8 0 12 16,7 0 12-16,0-1 15 0,0 1 14 0,7 4 15 0,-1-1 18 16,1 4 14-16,-1-4 16 0,7 4 13 0,0 0 14 0,0 0 13 0,7 0 11 15,-1 0 12-15,1 4 13 0,-1-4 5 0,8 4 5 0,-1-4-5 16,-1 3-6-16,1 1-10 0,1 3-12 0,-1 1-11 0,6-1-10 0,-5 0-11 15,-1 4-11-15,-7 4-12 0,7 0-11 0,-7-1-13 0,1 5-15 0,-7-1-13 16,0 4-7-16,-6 0-7 0,-1 3-2 0,1-3-2 0,-7 8 1 16,0-4-2-16,-6 3 0 0,-1 0-1 0,0 4-1 0,2-4-1 0,-8 4-1 15,0 0-5-15,0 0-2 0,0 1-5 0,-8-2-5 0,2 1-6 16,6 0-3-16,-6 0-5 0,-1 1-5 0,-6-1-3 0,6-4-3 0,-5 4-4 16,-2 0-4-16,2-4-8 0,-2 4-9 0,-5 0-11 0,5-4-11 0,-4 4-14 15,-2-3-14-15,-7-1-19 0,1-4-18 0,1 1-26 0,-1 0-30 16,0-4-31-16,-1-4-29 0,1-3-31 0,0-1-32 0,1-3-23 0,-1 0-21 15,-1-7-11-15,1 3-7 0,6-7 1 0,-5-3 6 0,5 3 12 16,0-4 16-16,1-3 24 0,-1 0 29 0,8-1 29 0,-8-3 30 0,7 0 32 16,-7 0 31-16,7 0 31 0,0 4 29 0,1-4 25 0,-2 0 23 0,8 3 20 15,-1 1 14-15,-6 0 15 0,7 0 12 0,6 3 12 0,-7 4 10 16,7-4 9-16,0 5 7 0,0 2 8 0,0-3 7 0,0 4 5 16,7 3 6-16,-1-3 4 0,1 3 4 0,-1 0 2 0,1 1 3 0,5 3 2 15,2-4 2-15,-1 4 0 0,0 0 1 0,0 0 2 0,7 0 0 0,-8 0 4 16,8 0 0-16,-1 4 1 0,-5-4 2 0,5 0 0 0,0 3 0 15,1-3-2-15,-1 4-5 0,1 0-4 0,0-4-8 0,-7 3-5 0,7 5-6 16,-1-4-6-16,-6-1-4 0,0 5-7 0,7-1-5 0,-14 0-6 16,7 0-5-16,0 1-6 0,-7 3-8 0,8-4-5 0,-8 4-3 0,1 0-2 15,-7 0-2-15,0 0-2 0,6 0 0 0,-6 3-1 0,-6-3-2 0,6 1 0 16,0 2-2-16,-7-3-1 0,1 0-1 0,-1 0 0 0,-6 0 1 16,7 4-1-16,-8-4-2 0,8-4-1 0,-7 4-2 0,0-4-4 0,-6 4-3 15,5-7-3-15,2 3-2 0,-8-3-3 0,7 0-2 0,-7 0-3 0,8-4-4 16,-8 0-2-16,7-4-5 0,-7 0-4 0,0-3-5 0,8-1-5 15,-8 1-4-15,7-4-8 0,-7 0-6 0,8-4-7 0,-2 1-7 0,1-1-12 16,-6-3-11-16,6 3-18 0,7-3-20 0,-8-1-32 0,8 1-34 0,-7 0-39 16,6 0-45-16,7-1-39 0,-6 1-38 0,6 0-28 0,0 0-26 15,0-1-27-15,6 1-28 0,-6 3-7 0,13-3 2 0,-6 3 13 0,5 1 21 16,-4-5 30-16,11 5 35 0,-6-1 41 0,6-4 48 0,1 5 44 16,0-5 96-16</inkml:trace>
  <inkml:trace contextRef="#ctx0" brushRef="#br0" timeOffset="3484.87">24664 15826 114 0,'6'-3'376'0,"-6"3"48"0,-6 0 25 0,6 3 18 0,-7 1 13 0,0-1 12 0,7 1 12 0,-6 0 12 0,6 3 9 0,-7-4 12 0,7 2 11 16,0-2-64-16,7 4-102 0,-7 0-89 0,6 4-80 0,1-3-43 0,6 3-21 15,-7 4-15-15,8-4-11 0,5 3-10 0,-6 1-11 0,0-1-12 16,7-3-10-16,-7 4-10 0,6-4-13 0,-6 0-16 0,1 3-18 0,5-3-25 15,-6-3-25-15,0 2-28 0,0-1-30 0,0-2-32 0,-7 0-34 16,8-3-53-16,-2 3-62 0,-5-3-69 0,0-1-71 0,-1 1-60 16,7 0-55-16,-7-4-30 0,2 3-17 0,-2-3 2 0,0 0 11 0,0-3 20 15,8 3 23-15,-8-4 29 0,7 0 31 0,1-3 51 0,-2 3 62 16,2-3 68-16,-2 0 183 0</inkml:trace>
  <inkml:trace contextRef="#ctx0" brushRef="#br0" timeOffset="3768.36">25179 16042 0 0,'12'-4'19'0,"8"4"192"0,-7 0 29 15,-7 0 36-15,8 0 39 0,-8 0 46 0,0 0 52 0,0 0 38 16,2 4 30-16,-8-4 20 0,0 0 13 0,0 0-28 0,0 3-52 0,0-3-41 15,-8 5-36-15,2-2-30 0,0 0-28 0,-8 2-34 0,2-3-38 16,-1 7-47-16,-7-2-51 0,0 0-38 0,1 0-30 0,-7 4-22 16,6 0-18-16,-6-3-14 0,-7 3-14 0,7 0-10 0,-6 0-11 0,7-1-11 15,-8-2-7-15,0 3-6 0,0-4-4 0,1 4-3 0,-1-3-1 0,7-1-2 16,-7 0 0-16,8 1 2 0,-1-1 2 0,0-3 6 0,-1-1 7 16,8 1 7-16,0 0 10 0,-1-1 9 0,7-3 9 0,6 0 4 0,-6 4 4 15,7-4 1-15,6 0 2 0,-6-4 2 0,6 4 3 0,6 0 3 16,-6-3 2-16,13-1 3 0,-7 0 1 0,7 1 1 0,0-1 1 0,7 0-1 15,0 1 1-15,-1-1 1 0,1 0 3 0,6 1 1 0,0-1 2 16,-1 0-1-16,8 1-2 0,-7-1-2 0,7 0-2 0,-7 1-2 0,6-1-1 16,1 0-2-16,-7 4-1 0,6-3-2 0,1-1-4 0,-7 0-9 15,0 0-13-15,1 4-18 0,-1-3-22 0,-1-1-38 0,-5 0-49 0,-6 1-57 16,-2 3-63-16,1-4-54 0,0 1-49 0,-6 3-46 0,-1-4-49 16,-6 0-21-16,0 4-12 0,0-3 3 0,-6-1 8 0,6 0 16 0,-7 1 20 15,1-1 37-15,-1-3 48 0,-6 3 58 0,7 0 62 0</inkml:trace>
  <inkml:trace contextRef="#ctx0" brushRef="#br0" timeOffset="4001.81">24944 15727 0 0,'-13'-7'195'0,"13"3"118"0,-7 0 47 0,0 8 32 16,1 0 28-16,0 3 21 0,6 0 19 0,-7 4 17 0,7 0 16 16,-7 8 15-16,7-6 12 0,0 10-38 0,0 3-63 0,0-1-60 15,0 5-55-15,0 3-45 0,0 3-39 0,0 5-25 0,-6-1-22 0,6 4-16 16,0 4-17-16,0 3-14 0,-6 0-14 0,-1 4-14 0,0 0-13 15,1 0-12-15,-7 3-12 0,7 1-9 0,-8 0-9 0,8-4-11 0,-8 0-9 16,2 0-15-16,-1-7-16 0,6-1-17 0,-6-3-16 0,7 0-20 16,0-11-22-16,-2 0-24 0,2-8-24 0,6-3-39 0,-6-7-44 0,6-4-57 15,6-3-62-15,-6-8-56 0,6-4-52 0,2-3-35 0,-2-8-26 0,0 0-18 16,7-7-12-16,0-3 3 0,0-5 14 0,1-3 19 0,-2 1 23 0,2-5 38 16,-2 0 44-16,1 4 56 0,1-4 62 0,-8 1 57 0,7 3 183 15</inkml:trace>
  <inkml:trace contextRef="#ctx0" brushRef="#br0" timeOffset="4301.19">24937 16496 0 0,'7'-15'106'0,"-7"1"113"0,0 6 46 0,0-2 55 15,-7 6 55-15,7 0 41 0,-6 4 32 0,-1 0 25 0,0 4 19 0,1 0-1 16,0 3-13-16,-8 1-21 0,2 2-28 0,-2-3-31 0,1 5-32 16,-6 2-37-16,0-3-44 0,5 4-52 0,-5 0-54 0,-1 3-39 15,-6-4-32-15,7 1-24 0,-1 4-18 0,0-5-14 0,8 1-13 0,-8-4-14 16,1 4-14-16,5-8-17 0,2 4-17 0,-2-4-19 0,1 0-21 0,7 1-26 16,-7-5-28-16,13 1-42 0,-7-4-50 0,1 0-60 0,6-4-65 15,-6 4-47-15,6-3-41 0,0-5-24 0,6 1-18 0,-6 0-4 16,6 0 1-16,1-4 12 0,-1 0 19 0,7 0 29 0,-6-4 36 0,13 4 53 15,-8 0 63-15,2-4 73 0,-2 8 77 0,8-4 62 0,-7 3 57 0,7 1 50 16,-7 4 46-16,0-1 41 0,6 0 41 0,-5 4 36 0,-2 0 34 16,1 4 31-16,7 0 31 0,-8-1 16 0,2 1 12 0,6 3 3 0,-8 0 0 15,8 1-6-15,-1 3-7 0,1-4-14 0,0 4-18 0,-1-4-25 16,7 5-28-16,-6-1-32 0,-1 0-34 0,7-4-37 0,-6 4-39 0,6-4-31 16,-1 0-27-16,-5-3-24 0,7 3-26 0,-7-3-32 0,-2 0-35 15,2-1-51-15,-1-3-61 0,1 0-67 0,0-3-72 0,-7 3-67 0,0-4-64 16,0-3-31-16,-1-1-17 0,-4 1-7 0,4-4 0 0,-5 4 7 15,-1-8 10-15,1 4 22 0,0-4 29 0,-1 1 46 0,-6-1 54 0,6-3 68 16,1 0 256-16</inkml:trace>
  <inkml:trace contextRef="#ctx0" brushRef="#br0" timeOffset="4535.39">25432 15856 0 0,'-6'-19'117'0,"6"5"247"0,0-1 60 15,0 4 32-15,0 2 17 0,0 3 14 0,0 2 10 0,0 1 15 0,6-5 16 16,-6 4 17-16,7 1 17 0,-1-1-17 0,0-3-33 0,8 3-84 15,-2-3-110-15,2 3-76 0,-1 1-56 0,6-5-27 0,0 5-15 0,1-5-11 16,0 5-9-16,-1-5-15 0,7 5-16 0,-6-1-16 0,-1 0-17 16,1 1-12-16,0-1-11 0,-1 4-26 0,1 0-11 0,-8-4 0 15,2 4 0-15,-1 4-25 0,-7-4-29 0,7 0-22 0,-6 4-23 0,-1-4-26 16,0 3-29-16,-6 1-48 0,0-4-54 0,0 4-66 0,0-1-73 16,0 5-54-16,-6-5-46 0,0 5-34 0,-1-1-28 0,-6-3-3 15,7 3 7-15,-7 0 15 0,-1-3 19 0,2 3 25 0,-1 0 27 0,-7-3 46 16,7 4 54-16,-6-1 67 0,-1-1 73 0</inkml:trace>
  <inkml:trace contextRef="#ctx0" brushRef="#br0" timeOffset="4684.83">25562 15826 0 0,'-26'7'176'0,"7"4"48"0,-1-4 28 16,0 1 25-16,8-1 21 0,-2-3 29 0,2 3 29 0,-1-3 25 16,6-1 24-16,0-3 5 0,1 4-6 0,6-4-25 0,0 0-36 0,0 0-33 15,6 0-34-15,1 0-26 0,0 0-23 0,6 0-20 0,-1 0-21 16,2-4-26-16,-2 4-28 0,8 0-25 0,0 0-22 0,-1 0-18 16,1 0-16-16,-1 4-13 0,7-4-13 0,-6 0-15 0,0 0-17 0,-1 0-26 15,1 0-32-15,-1 0-45 0,-6 0-53 0,0 0-61 0,0 0-65 16,0-4-59-16,-7 4-51 0,2 0-37 0,-2-3-28 0,0-1-13 0,-6 0-5 15,0-3 4-15,0 3 11 0,0-2 23 0,0-2 28 0,0 4 43 16,-6-3 50-16,6-4 60 0,0 4 161 0</inkml:trace>
  <inkml:trace contextRef="#ctx0" brushRef="#br0" timeOffset="5051.24">25627 15558 0 0,'-6'-10'38'0,"0"6"187"0,-8-3 27 15,8 3 25-15,-1 4 23 0,1 0 26 0,6 0 28 0,-7 4 31 0,7-1 31 16,0 5 21-16,-6-1 16 0,6 0-30 0,0 0-52 0,0 8-44 15,0-4-41-15,0 4-30 0,0 0-23 0,0 3-22 0,-7 0-20 0,7 0-25 16,0 1-27-16,0-1-30 0,-6 4-32 0,0-4-20 0,-2 1-16 16,2 3-12-16,0-4-10 0,-1 4-11 0,-6-3-12 0,7-2-12 15,-7 2-12-15,-1-1-9 0,2-3-9 0,-2 3-6 0,2-3-4 0,-1-1-2 16,-1 1-1-16,2 0 1 0,-2-4-2 0,-5 0 5 0,6-1 5 16,0-2 12-16,-1 0 13 0,8-2 16 0,-6 1 17 0,-2-2 13 0,8-1 11 15,-1-1 7-15,1 1 7 0,6-4 2 0,-6 3 2 0,6-3 5 0,0 0 3 16,0 0 4-16,6-3 1 0,-6 3 0 0,13 0-6 0,-7-4-2 15,8 1-6-15,-2 3-3 0,2-4-3 0,5-1-1 0,1 3 0 0,-1-3 1 16,7 2 2-16,-6-5-1 0,6 5-3 0,6-1-3 0,-6-3-3 16,7 3-4-16,-7 1-2 0,7-1-4 0,-1-3-2 0,1 3-4 15,-7 1-1-15,6-1-5 0,-5 0-4 0,-2 0-11 0,-5 4-11 0,6-3-12 16,-13 3-12-16,6-4-12 0,-6 4-14 0,1 0-21 0,-2 0-26 0,-5 4-34 16,6-4-41-16,-13 0-54 0,6 0-63 0,-6 0-46 0,0 0-37 15,0 3-25-15,-6-3-16 0,6 0-13 0,-6 4-12 0,-1-4-6 16,-6 4-1-16,7-4 12 0,-8 4 23 0,1-4 33 0,1 3 39 0,-2-3 54 15,2 4 63-15,-8-4 46 0,7 3 97 0</inkml:trace>
  <inkml:trace contextRef="#ctx0" brushRef="#br0" timeOffset="5584.44">25575 16061 0 0,'-25'7'50'0,"-2"0"117"0,8 4 26 0,-8 0 34 15,8 0 37-15,6 0 39 0,-6 4 40 0,5-4 40 0,2 7 39 0,-2-4 11 16,8 5-6-16,0-1-13 0,-1 4-17 0,0 0-14 0,1 4-14 16,-1-1-15-16,1 5-16 0,0-1-26 0,-2 0-30 0,2 5-33 15,0-1-33-15,0-1-35 0,-1 5-35 0,0-4-22 0,1 3-17 0,-1-2-10 16,-5-1-11-16,4-1-9 0,2-2-9 0,0-1-11 0,0-3-8 0,-2-4-7 15,8 0-10-15,-6-8-7 0,6 1-7 0,0-4-9 0,0-4-11 0,0 0-9 16,6-2-8-16,-6-5-6 0,8 0-7 0,-2-5-5 0,0-2-3 16,0 0-4-16,8-4-5 0,-1-4-3 0,-7 1-2 0,8-5-1 0,4 1 1 15,-4-4 4-15,-1-4 5 0,7 4 5 0,-8-3 4 0,8-1 4 16,0 4 6-16,-1-4 4 0,-6 1 5 0,6 3 3 0,1 0 6 0,0 0 2 16,-7 0 4-16,7 4 0 0,-1-1 2 0,0-3 0 0,0 8-1 0,1-5 2 15,0 5 0-15,-1-1 0 0,1 1-2 0,0-1 1 0,-1 4 1 16,1 4 0-16,0-1 0 0,-1 1-1 0,0 3 2 0,0 0 1 15,-5 4-1-15,6 0 2 0,-8 8 1 0,8-5 1 0,-7 9 1 0,-7-1 3 16,8 0 2-16,-2 7 1 0,-5-4 1 0,6 5 2 0,-6 3 1 0,-1-1 0 16,-6 1 2-16,6 4 1 0,-6 0 3 0,8 0 4 0,-8-1 3 15,0 5 3-15,0-5 2 0,0 5 0 0,-8-1 0 0,8 0 0 16,0 0-1-16,-6 1-1 0,6-1-1 0,-6 0 0 0,-1-3-2 0,7-1-4 16,-7-2-3-16,1-1-5 0,-1 0-4 0,7-8-9 0,-6 4-9 0,6-7-12 15,-6 0-10-15,6 0-14 0,0-7-11 0,-7 0-12 0,7-4-11 16,0 0-10-16,-7-4-10 0,7-3-10 0,-6 3-12 0,0-7-11 0,-1 0-11 15,0 0-11-15,1-3-8 0,-1-1-6 0,-5 0-1 0,-2 1 3 0,2-4 5 16,-2 2 7-16,1-2 10 0,-6 0 9 0,0 0 9 0,-1-1 11 16,0-3 12-16,-6 4 12 0,7 0 13 0,-7-1 17 0,6 1 19 0,1 0 24 15,-1-1 26-15,7 1 21 0,-7 4 20 0,8-1 13 0,4 4 9 16,-4-4 6-16,5 8 3 0,1-4 1 0,-1 3 2 0,7 5 0 0,0-5 2 16,0 5-1-16,0 3-4 0,0-4-8 0,7 4-15 0,-1 0-13 15,1 0-13-15,-1 0-10 0,0 0-7 0,8 4-4 0,-1-4-4 0,0 3-3 16,0-3-3-16,-1 4-15 0,8 0-19 0,-6-4-32 0,-1 3-38 0,6 1-49 15,-6-4-55-15,0 4-50 0,0-4-45 0,0 3-43 0,-6 1-38 16,6-4-29-16,-7 4-23 0,0-4-9 0,2 4-4 0,-2-4 9 16,-6 3 16-16,0 1 30 0,0-4 37 0,0 3 48 0,-6 1 55 0</inkml:trace>
  <inkml:trace contextRef="#ctx0" brushRef="#br0" timeOffset="5735.06">25641 16709 0 0,'-20'11'87'0,"6"-4"154"0,-5 4 29 0,6-4 27 0,0 1 25 0,1-1 35 0,-2 1 40 0,1-2 30 0,7-1 23 0,-1 2 11 0,1-3 3 0,-1-1-36 16,7-3-55-16,-6 4-50 0,12-1-48 0,-6-3-36 0,7 4-29 0,-7-4-26 15,13 0-25-15,-7 4-34 0,7-4-40 0,7 0-31 0,-7 0-26 0,6 0-21 16,0 0-19-16,1 0-28 0,7-4-31 0,-8 4-49 0,7-4-61 16,0-3-62-16,-6 4-66 0,6-5-58 0,0-3-57 0,-1 4-28 15,2-8-16-15,-1 4-7 0,-6-4 0 0,6 1 6 0,-1-1 10 0,-5-3 23 16,6 0 29-16,0-1 49 0,-7 1 58 0</inkml:trace>
  <inkml:trace contextRef="#ctx0" brushRef="#br0" timeOffset="5951.45">26572 15866 0 0,'0'-22'158'0,"6"1"199"0,-6 6 62 0,0 0 33 0,0 0 16 0,7 8 13 15,-7-1 11-15,0 5 10 0,0 3 13 0,0-4 14 0,0 4 12 16,0 4-25-16,6-4-47 0,-6 3-80 0,7 1-97 0,-7 4-74 16,6-5-59-16,1 5-32 0,-1 3-17 0,0 0-12 0,2-4-11 0,-2 8-14 15,0-4-16-15,1 4-26 0,6-5-26 0,-6 5-31 0,-7-4-29 16,6 3-33-16,0-2-36 0,1-1-47 0,-7 0-50 0,7-4-62 0,-7 4-67 15,0-4-53-15,0 0-45 0,0 1-34 0,-7-1-29 0,7 0-12 16,-7-3-5-16,1 4 10 0,0-1 14 0,-1-4 24 0,1 1 31 0,-1 3 44 16,-6-3 49-16,-1-1 61 0,2 5 67 0</inkml:trace>
  <inkml:trace contextRef="#ctx0" brushRef="#br0" timeOffset="6151.04">26493 16063 129 0,'-19'5'207'0,"6"-5"44"0,-6 0 44 0,5 4 52 0,2-4 55 0,-2 0 39 16,8 0 27-16,0 0 16 0,-1 0 11 0,0-4-18 0,7 4-31 0,0 0-23 15,0-5-17-15,7 3-21 0,0-3-21 0,5 5-28 0,2-6-30 0,-2 1-43 16,8-2-47-16,6 3-30 0,0-3-22 0,-6 0-14 0,12 0-11 15,1 0-9-15,-7-1-11 0,6 1-13 0,1-1-50 0,-1 5-56 16,1-5 0-16,-7 5 0 0,7-1 0 0,-7 0 0 0,0 4 0 0,0-3 0 16,0 3 0-16,-7 0 0 0,1 0 0 0,-1 0 0 0,-5 0-1 15,-2 3-125-15,2-3-18 0,-2 0-24 0,-5 0-24 0,-7 0-40 16,7 0-47-16,-1 0-55 0,-6 0-61 0,0 0-45 0,-6-3-33 0,6 3-27 16,-7 0-25-16,0-4-5 0,1 4 6 0,0-3 12 0,0 3 16 0,-8-4 22 15,8 4 24-15,-1-4 39 0,-6 4 46 0,0-3 60 0,0 3 66 16</inkml:trace>
  <inkml:trace contextRef="#ctx0" brushRef="#br0" timeOffset="6501.96">26526 15998 0 0,'-19'15'168'0,"-1"3"149"15,7 1 54-15,-6-1 34 0,12 4 26 0,-6 0 19 0,6 0 19 0,-5 3 16 16,4 5 19-16,2-1 18 0,0 0 18 0,0 5-33 0,-1 2-57 0,0-3-62 16,-6 7-63-16,7 1-55 0,-8-2-50 0,8 2-34 0,-6-1-24 15,-2 4-18-15,1-7-18 0,1 3-20 0,-2-3-22 0,2-1-26 0,-2-2-29 16,8-2-27-16,-7-2-28 0,-1-5-24 0,8-2-24 0,0-1-24 15,0-8-26-15,-2 1-34 0,8-4-38 0,0 0-46 0,0-8-46 0,0 5-42 16,8-8-40-16,-8 0-24 0,6-4-19 0,6 0-7 0,-5 1-2 0,0-5 1 16,6-3 3-16,-1 0 8 0,-4 0 13 0,4-4 24 0,2 1 32 0,-8-4 38 15,7-1 44-15,0 1 46 0,-6 0 46 0,5-1 43 0,2-2 40 16,-8 2 35-16,7 1 32 0,-7-1 30 0,1 1 30 0,0 3 35 16,-1 1 41-16,-6-1 42 0,6 1 49 0,-6 3 43 0,6-1 44 0,-6 2 36 15,0-2 36-15,8 1 17 0,-2 4 7 0,0-4 2 0,1 4-4 16,0 0-8-16,-1-4-9 0,7 3-18 0,0-3-21 0,0 4-30 0,0-4-38 15,7 4-36-15,-7-4-36 0,6 4-36 0,7-1-36 0,-6 0-24 16,5 2-17-16,-5-2-14 0,7 1-10 0,-1 3-9 0,-7 4-8 0,7-4-13 16,-6 1-16-16,0 3-18 0,-1 0-20 0,0 3-25 0,0-3-29 0,-5 0-45 15,-1 4-52-15,0-4-65 0,0 4-72 0,-7-1-59 0,1-3-52 16,0 4-45-16,-7-1-38 0,6-3-16 0,-6 0 0 0,0 0 8 0,0 0 13 16,0 0 20-16,0 0 25 0,0 0 42 0,0 0 48 0,0-3 65 15,-6-1 70-15</inkml:trace>
  <inkml:trace contextRef="#ctx0" brushRef="#br0" timeOffset="6718.11">26761 16200 0 0,'-7'-11'27'0,"1"3"206"0,-1 1 37 0,1 3 33 0,6 0 35 0,-7 4 36 15,1 0 37-15,-1 0 27 0,0 4 21 0,7 0 14 0,-6-1 12 16,6 5-28-16,-6 3-48 0,6 0-46 0,-7 4-46 0,7-1-36 16,-7 5-32-16,1-1-28 0,6 4-30 0,-6 3-34 0,6 1-33 0,-7 4-23 15,1-5-20-15,-1 5-13 0,7-2-12 0,-7-1-9 0,1 2-6 0,0-4-8 16,-2 1-9-16,8-4-16 0,-6-4-19 0,6 0-26 0,0-3-28 15,0-4-43-15,0-3-53 0,0-1-59 0,6-3-64 0,2-4-55 0,-8 0-48 16,6-8-45-16,0 5-44 0,8-8-24 0,-8 0-14 0,7-4 1 16,-7 0 10-16,8 0 18 0,-2-3 23 0,2 0 40 0,-1 0 46 0,0-1 58 15,0 1 62-15</inkml:trace>
  <inkml:trace contextRef="#ctx0" brushRef="#br0" timeOffset="7301.39">26832 16412 115 0,'6'-4'187'0,"2"1"36"0,-2-1 36 16,-6 0 36-16,6 1 36 0,-6 3 37 0,7 0 39 0,-7 0 20 15,0 3 11-15,7-3-17 0,-7 4-30 0,0 0-26 0,0-1-26 0,0 1-27 16,0 3-30-16,0-3-31 0,0 4-35 0,0-5-35 0,0 4-35 15,-7 1-38-15,7 2-38 0,0-2-27 0,-7-1-20 0,7 5-12 0,-6-5-11 16,0 4-7-16,-2-4-5 0,2 4-3 0,0 0 0 0,-1-4-2 16,1 1-1-16,-1 3 0 0,-6-4-1 0,7 4 0 0,-8-4 1 0,8 0 1 15,-7 1 1-15,0-1 2 0,0 4 3 0,0-7 3 0,-6 7 4 16,5-4 4-16,2 1 5 0,-8-1 5 0,1-3 5 0,5 7 4 0,1-8 5 16,-6 5 3-16,6-1 4 0,-1 0 5 0,2-3 5 0,5-1 3 15,-6 1 2-15,7 0 2 0,6-1-1 0,-7 1-2 0,7 0-3 0,0-1-6 16,7-3-4-16,-7 4-5 0,6-4-3 0,7 0-4 0,-6 4-5 0,5-4-1 15,2 0-4-15,-1 0-3 0,0 0-3 0,0 0-3 0,7 0 1 16,-1 0-1-16,-6-4 1 0,6 4-1 0,-5 0 2 0,5 0 0 16,-6 0-1-16,0 0 1 0,7 0 0 0,-8 0-3 0,2 4 0 0,-1-4 0 15,-7 3 1-15,7 1 2 0,-6 0 0 0,5 3 3 0,-4-3 2 0,-2 3 6 16,0 1 3-16,1-2 4 0,-7 2 4 0,7 0 3 0,-7-1 6 16,6 0 5-16,-6 4 7 0,0-4 6 0,0 4 8 0,0-3 4 0,-6 3 6 15,6-4 2-15,-7 4-1 0,7-4-1 0,-7 5-3 0,1-6-1 0,0 5-2 16,-2-3-4-16,-4-1-4 0,5 4-6 0,-6-3-6 0,7 3-7 15,-7-4-8-15,-1 4-7 0,2-4-7 0,-8 4-11 0,7-4-11 0,-7 1-15 16,1-1-17-16,0 4-17 0,-8-4-17 0,7 1-19 0,-5-1-20 16,-1-3-27-16,6 3-31 0,-6-3-57 0,0 0-68 0,0-4-59 0,0 3-54 15,6-3-29-15,0 0-18 0,-5-3-4 0,12 3 6 0,-6-8 11 16,5 4 14-16,2-3 18 0,-2 0 19 0,8-1 29 0,-1 1 35 0,7-4 64 16,-6 0 78-16,6 4 75 0,0-4 71 0,0 0 58 0,6 4 51 0,-6-4 46 15,7 3 45-15,-7 1 43 0,6 0 43 0,1 3 42 0,0-3 40 16,-7 3 27-16,6 1 17 0,0-2 12 0,0 5 10 0,2 0 2 0,-2 0 0 15,0 0-7-15,7 5-8 0,-6-2-17 0,6 4-21 0,-1 1-26 16,2-1-31-16,-1 4-31 0,0 0-32 0,0 0-21 0,7 4-15 0,-1-1-14 16,1 1-13-16,-1 3-134 0,0 0-27 0,1 1 0 0,6-1 0 0,-7 0 0 15,8 1 0-15,-7-1 0 0,6 0 0 0,-7-3 0 0,7 3 0 16,0-3 0-16,-6 3 0 0,6-3 0 0,-1-4 0 0,-5 4 0 0,0-4 0 16,6 0 0-16,-7-4 0 0,1 4 0 0,-1-4 0 0,1 0 0 0,-6-3 0 15,4 3-39-15,-4-7-263 0,-1 4-77 0,-1 0-86 0,-4-4-73 16,4 3-64-16,2-3-25 0,-8-3-2 0,0 3 10 0,1-4 18 0,-1 0 22 15,1 1 24-15,0-1 29 0,-1-3 32 0,0 3 47 0,8-3 56 16,-14-1 77-16,12 1 230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09T17:09:00.0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13553 8202 0 0,'-13'-7'149'0,"-1"3"88"0,2-4 15 0,-8 1 8 0,1 4 4 0,5 0 2 0,-6-5 0 0,2 0 2 0,-2 5 2 15,-7-5 4-15,9 1 8 0,-9 3-46 0,1-2-73 0,0 2-39 16,0-4-26-16,1 5-11 0,-2-5-5 0,-5 1 2 0,-1 4 7 0,0-5 8 16,0 4 10-16,-6-3 11 0,1 3 13 0,-1 1 9 0,-7-1 6 15,7-1 3-15,-7 5 1 0,1-2-3 0,-8 2-3 0,8 0-6 16,-1 0-6-16,1 0-6 0,-1 2-7 0,1-2-9 0,-1 5-10 0,-6 2-12 15,6-3-13-15,1 3-15 0,-7 5-15 0,7-2-10 0,-8 1-10 16,1 4-6-16,-1 3-5 0,2 0-3 0,-8 0-5 0,7 5-1 16,-7-1-1-16,8 3 1 0,-2 1-1 0,-5 0 1 0,5 2 0 0,2 2 2 15,-2 0 0-15,1 3 3 0,-1-1 2 0,2 2 0 0,-1-1 3 16,-1 3 1-16,8 1 0 0,-1 3 0 0,-5-3 0 0,4 3 0 0,2-4 1 16,7 5 2-16,-2-1 4 0,1 0 1 0,0 5 1 0,-1-1 0 15,8-1 1-15,-1 2-2 0,7 2-3 0,-6 4 0 0,6-3-2 0,0 7-1 16,0-4 0-16,6 4-4 0,-6 0-1 0,7 3-3 0,-1-2-3 15,7 2-2-15,-6 1-2 0,6-1 0 0,-1 1-3 0,2-4 0 16,5 4 0-16,0-4 0 0,1 0-1 0,6-4-1 0,0 0-1 0,0-3 1 16,6 0 0-16,-6-4-1 0,14-4-1 0,-8 0-1 0,7-4 1 15,7 1-1-15,-7-4 2 0,6 0 0 0,-5-3 0 0,11-1 1 16,-5-3-1-16,0-1 0 0,6 1 0 0,-1-4 0 0,1 0 0 0,1 0 1 16,-1-4 0-16,6 0 1 0,1 1 1 0,-1-1-1 0,1-4-2 0,6 2 0 15,0-2 0-15,0-3 0 0,0 0 2 0,7 0 0 0,-1 0-1 16,1-4 0-16,-1 1 1 0,2-1-1 0,-2-4-1 0,7 5 0 15,-7-8-2-15,8 3 2 0,-1-3 2 0,-1 0-1 0,-5-3 2 0,13-5 0 16,-7 5-1-16,6-4 1 0,-5-4-1 0,5-1 2 0,1 2-1 16,0-5-1-16,0 1-1 0,-1-4 1 0,0-1 0 0,1 0 0 0,-1-3 1 15,-5 4-1-15,6-4 0 0,-7-3 1 0,6 2-1 0,-6-2 1 16,1-1 0-16,-1-3 3 0,-1 0 0 0,2-1 4 0,-1 1 1 0,0 0 3 16,-6-8 2-16,-1 4 2 0,1-4 0 0,-1 1 0 0,-6-1 1 15,1-3 1-15,-2-1 2 0,1 1 1 0,1 0 0 0,-1-4 1 0,-7 0 0 16,1 0 0-16,-1 0-1 0,1 0-1 0,-7 4-1 0,7-8-2 15,-1 4 0-15,-6 0-1 0,1-4-1 0,-1 5-1 0,-1-5-3 0,1 1-1 16,0-1 0-16,-6 4-2 0,6-4-2 0,-7 0 0 0,1 1 0 16,-1 0 0-16,1 2 0 0,0-2 2 0,-7-1 1 0,0 5 0 15,-7-2 3-15,1-2-1 0,-1 2 1 0,0 2 2 0,-6-1 1 0,0 4 0 16,0-4 1-16,-6 0-1 0,0 3 1 0,-1 1-2 0,1 3-1 16,-7 1-2-16,-6-1-2 0,5 0-1 0,-6 8-1 0,1-4-6 15,-1 4-12-15,-6-1-14 0,1 5-17 0,-1-1-18 0,0 1-17 0,-7-1-20 16,1 3-22-16,-1 2-33 0,0-1-36 0,1 0-41 0,-2 0-41 15,9 4-48-15,-7-2-51 0,6 3-36 0,6 2-25 0,0 4-29 0,7 0-27 16,1 0-6-16,4 4 6 0,2 0 14 0,6 3 19 0,0 0 29 16,6 4 37-16,2 0 41 0,4 0 41 0,1 4 48 0,0 0 50 15</inkml:trace>
  <inkml:trace contextRef="#ctx0" brushRef="#br0" timeOffset="1068.08">19557 6161 46 0,'-6'-14'147'0,"-7"3"9"0,6 0 7 0,-5 0 12 0,-2 4 12 0,1-1 17 0,1 5 20 0,-8-1 16 0,0 0 16 0,7 4-10 0,-13 0-23 16,6 4-10-16,-6-4-1 0,7 7 8 0,-13 1 12 0,5-1 12 16,-5 4 12-16,-1 4 3 0,1-1-2 0,-7 4-10 0,-1 1-15 0,2 3-16 15,-1 4-16-15,-7 3-14 0,1 0-16 0,-2 0-14 0,2 5-13 16,-1 2-19-16,1 1-19 0,-1 3-17 0,1 4-18 0,-1-4-10 15,1 4-9-15,-1 4-5 0,0-1-2 0,8 5-4 0,-2-1-2 0,1 0-3 16,0 1-3-16,7 3-2 0,-1-4-4 0,1 0-1 0,12 0-4 0,-6 1 0 16,7-4-4-16,5-1-1 0,8 0-1 0,-1-2-2 0,1-5-2 15,6 0 0-15,0 1-2 0,6-5 1 0,1 0-2 0,5 1-1 16,2 0-2-16,-1-4-1 0,0 0 0 0,6 0-1 0,-5-3-1 0,12-1-1 16,-7 0-1-16,1-4 0 0,6 1 1 0,-1 0 1 0,9-4-1 15,-9 0 0-15,7-3 1 0,2-5 0 0,-2 0 0 0,7 1 2 0,0-4-1 16,0 0 1-16,1-4-1 0,5-3 1 0,-7-1-1 0,9 1 1 15,-2-4-1-15,1 0 0 0,-1-4 0 0,1 1 0 0,-1-4 2 16,1-1 1-16,-1-3 0 0,1 0 0 0,0-3 0 0,-8 3-1 0,8-7 1 16,-7 3-1-16,7-3 0 0,-7-5 1 0,0 1-1 0,1 0 1 15,-1 1-1-15,-7-5 0 0,7 0 0 0,-7 0-1 0,1 1-1 16,-1-4 1-16,1-1-1 0,-1 5 1 0,-5-9 0 0,-1 5 2 0,0 0 0 16,0-4 0-16,-7 0 0 0,1 0-1 0,0-3 1 0,-1-1 0 0,1 0-2 15,0-3-1-15,-8 0 0 0,8-4 0 0,-7 3 0 0,-1-7 1 16,2 5-1-16,-1-1 0 0,0-4-2 0,0 4-1 0,0 1-1 15,-6-2 1-15,5 1 1 0,-5 4 0 0,0 3 1 0,-1 1 0 0,-6-1 1 16,7 4-2-16,-7 4 0 0,0 0 0 0,0 7 0 0,-7-4 0 16,1 8 0-16,-1 0-3 0,0-1-2 0,-12 4-10 0,6 1-13 0,-6 6-12 15,-7-3-13-15,0 8-13 0,-7-1-15 0,1 0-24 0,-8 4-29 16,1 4-40-16,-6 0-46 0,-8-1-55 0,8 5-58 0,-13 3-51 0,5-4-43 16,1 4-27-16,0 0-17 0,0 0-3 0,0 0 4 0,-1 0 12 15,2 0 11-15,5 0 23 0,7-4 29 0,-6 1 41 0,12-1 45 16,-7-3 55-16,8 3 143 0</inkml:trace>
  <inkml:trace contextRef="#ctx0" brushRef="#br0" timeOffset="2184.61">19121 10932 0 0,'7'-11'105'0,"-1"3"35"0,-6-3 7 0,0 1 11 0,0 2 12 0,0-3 15 0,-6 0 19 0,6 0 24 0,-7 0 26 0,1-4-1 0,-1 4-16 0,0-4 1 16,1 5 9-16,0-5 13 0,-8 1 15 0,8 3 8 0,-7-1 7 16,0 1-1-16,-6 0-2 0,5 0-10 0,-5 0-13 0,-1 4-19 15,-6-4-23-15,7 4-20 0,-7-1-23 0,-7 5-22 0,1-1-24 0,-2 0-23 16,2 1-25-16,-7 3-17 0,0 3-12 0,-7 1-9 0,1 0-7 0,-1 3-4 16,1 4-4-16,-7 0-4 0,0 4-5 0,0-1-1 0,-7 1-2 15,7 4-2-15,0-1-2 0,-7 4-1 0,7-4-2 0,-7 7-1 16,7-3 0-16,1 4 0 0,-2 0-1 0,1 3-1 0,0-3 1 0,6 3-1 15,-5 0-1-15,5 0 1 0,1-2 0 0,-2 5 2 0,9-2 1 16,-1 2 3-16,-1-1 1 0,7 1 1 0,1 1 3 0,-1 0-1 16,7 0 1-16,0 4-1 0,1-1-1 0,5 0-1 0,0 5 0 0,7-1-1 15,0 1-3-15,0-1 0 0,7 4-3 0,0 0-3 0,-2 0-2 16,8 0-3-16,0-4-2 0,0 0-2 0,8 5 1 0,4-9-1 0,-5 4 0 16,6-3 0-16,0 0 2 0,7-1 0 0,-1 1 0 0,0-4-1 15,8-1 1-15,-1-2 0 0,6-1 0 0,1 1 1 0,-1-1 0 0,7-3 3 16,0-4-1-16,7 0 1 0,-1-4 0 0,8 1 0 0,-7-5 0 15,11 0 1-15,-4-6-1 0,6-1 1 0,-1 0 1 0,1-3 1 0,6 0-1 16,-6-4 0-16,6-4 1 0,0 4 0 0,0-4 4 0,0-3-1 16,0 3 2-16,1-3 0 0,-1-4 1 0,0 0 0 0,0 1 0 0,-6-2-1 15,6-6-2-15,0 3 1 0,-7-3 1 0,1 0-1 0,0-1-2 16,-8-3-1-16,2 0-2 0,-7 0-1 0,-1-3-1 0,1-2-3 16,-7 2 1-16,-1 0-1 0,1-1-1 0,-6 1 2 0,-7-5-1 0,7 1 0 15,-7 3 1-15,0-3-1 0,-6 0-1 0,-1-2 1 0,1-1 0 16,-8-1-1-16,8 0 0 0,-7 1-1 0,-6-5-1 0,6-4-2 15,-7 1-1-15,-6 0-4 0,6-5-4 0,-6-2-2 0,0-4-2 0,0-1-5 16,-6-2-5-16,0-1-10 0,-1-8-11 0,1 5-10 0,-1-5-8 16,-6 1-10-16,1 0-10 0,-8 0-9 0,0 7-8 0,1 0-13 0,-7 3-14 15,-7 8-26-15,7 4-32 0,-13 4-37 0,-1 6-40 0,1 9-37 16,-13 2-33-16,7 4-33 0,-7 8-30 0,0 3-22 0,0 4-17 0,-7 0-3 16,7 9 3-16,-7 1 13 0,7 0 16 0,-6 2 26 0,5 3 34 15,1-1 41-15,7 1 47 0,-8-1 44 0,8 1 157 0</inkml:trace>
  <inkml:trace contextRef="#ctx0" brushRef="#br0" timeOffset="26817.62">21492 4736 0 0,'0'0'30'0,"6"0"99"0,-6 0 9 0,0-3 13 0,0 3 17 0,0 0 19 0,0 0 24 0,0 0 28 0,0 0 31 16,0 0 9-16,0 0-2 0,0 0 10 0,0 0 14 0,0-3 8 0,0 3 7 15,0 0 2-15,0 0-1 0,0 0-6 0,0 0-8 0,0 0-14 16,0 0-17-16,0 0-21 0,0 0-22 0,0 0-22 0,0 0-21 0,0 3-22 16,0-3-23-16,0 0-12 0,0 0-9 0,0 0-4 0,0 0 0 15,0 0-1-15,-6 0 2 0,6 0 2 0,0 0 0 0,0 0 0 16,0 0-3-16,0 0-4 0,0 0-4 0,0 0-5 0,0 3-6 0,0-3-6 15,0 0-8-15,0 0-7 0,0 0-21 0,0 0-55 0,0 0 0 16,-6-3 0-16,6 3 0 0,0 0 0 0,0 0 0 0,-8-3 0 0,8 3 0 16,0 0 0-16,0 0 0 0,0 0 0 0,0 0 0 0,0 0 0 15,0 0 0-15,0 0 0 0,-6-5 0 0,6 5 0 0,0 0 0 0,0 0 0 16,0 0 0-16,-6 0 0 0,6 0 0 0,0 0 0 0,-7 0 0 16,7 5 0-16,-6-5 0 0,6 0 0 0,-7 0 0 0,1 0 0 15,-1 3 0-15,1-3 0 0,0 3 0 0,-2 1 0 0,-4-1 0 0,5 2 0 16,0-2 0-16,-5 5 0 0,-1-5 0 0,6 5 0 0,-12-1 0 15,12 0 0-15,-12 4 0 0,6-3 0 0,-1 2 0 0,-6 1 0 0,1 1 0 16,0 2 0-16,0-3 0 0,-1 4 0 0,0 0 0 0,-6-1 0 16,7 1 0-16,-7 3 0 0,-1-3 0 0,-5 3 0 0,6 0 0 0,-1 4 0 15,2-4 0-15,-8 5 0 0,8-5 0 0,-8 8 0 0,7-5 0 0,0 1 0 16,-7 4 0-16,1 0 0 0,5-4 0 0,-5 3 0 0,6 1 0 16,-7 0 0-16,1 0 0 0,5 3 0 0,-5-4 0 0,6 1 0 15,0-1 0-15,-1 2 0 0,8-2 0 0,-7-3 0 0,6 0 0 0,1 0 0 16,6-4 0-16,0 0 0 0,0 1 0 0,0-1 0 0,0-3 0 15,0 3 0-15,6-3 0 0,-5-4 0 0,5 3 0 0,0 1 0 16,-5-4 0-16,4 0 0 0,2 0 0 0,0 0 0 0,-7 0 0 0,6 0 0 16,1 0 0-16,-1-4 0 0,-5 4 0 0,4 0 0 0,2-3 0 15,-7 3 0-15,6-4 0 0,1 0 0 0,-7 0 0 0,7 1 0 16,-1 3 0-16,0-8 0 0,-5 5 0 0,5-1 0 0,0 1 0 0,1-1 0 16,0 0 0-16,-1-3 0 0,1 3 0 0,-1 1 0 0,0-5 0 0,1 1 0 15,6 3 0-15,-6-3 0 0,-2 0 0 0,8-1 0 0,-6 1 0 16,6-1 0-16,-6 1 0 0,6-4 0 0,0 4 0 0,-6-4 0 15,6 3 0-15,0-3 0 0,0 0 0 0,0 0 0 0,0 0 0 0,0 0 0 16,0 0 0-16,0 0 0 0,0 0 0 0,0 0 0 0,0 0 0 16,0 0 0-16,0 0 0 0,0 0 0 0,0 0 0 0,0 0 0 15,0 0 0-15,0 0 0 0,0 0 0 0,0 0 0 0,0 0 0 0,0 0 0 16,0 0 0-16,0 0 0 0,0 0 0 0,0 0 0 0,0 0 0 0,0 0 0 16,0 0 0-16,0 0 0 0,0 0 0 0,0 0 0 0,0 0 0 15,0 0 0-15,0 0 0 0,0 0 0 0,0 0 0 0,0 0 0 16,0 0 0-16,0 0 0 0,0 0 0 0,0 0 0 0,0-3 0 0,0 3 0 15,6 0 0-15,-6-4 0 0,0 4 0 0,0-4 0 0,6 4 0 16,-6-3 0-16,0-1 0 0,6 1 0 0,-6-1 0 0,8 0 0 0,-8-3 0 16,6 3 0-16,0-3 0 0,-6 3 0 0,7 1 0 0,-7-5 0 15,7 5 0-15,-7-1 0 0,6-3 0 0,-6 3 0 0,7 0 0 16,-7-3 0-16,6 3 0 0,-6-3 0 0,6-1 0 0,1 1 0 0,0 0 0 16,-1-4 0-16,0 0 0 0,1 0 0 0,0 0 0 0,-1 0 0 15,7 0 0-15,-7-3 0 0,1 3 0 0,6-5 0 0,-7-2 0 0,8 4 0 16,-1-1 0-16,-7-3 0 0,7 3 0 0,-6-3 0 0,5 0 0 15,-4-1 0-15,4 1 0 0,-5-1 0 0,6 1 0 0,-7 0 0 0,1 0 0 16,-1-1 0-16,1 1 0 0,0 4 0 0,-1-5 0 0,0 4 0 16,1 4 0-16,-7 0 0 0,7 0 0 0,-7 0 0 0,0 0 0 0,6 4 0 15,-6 0 0-15,0-1 0 0,0 5 0 0,0-1 0 0,0-3 0 16,0 3 0-16,0 1 0 0,0-1 0 0,0 4 0 0,0-4 0 16,0 4 0-16,0 0 0 0,0-3 0 0,0 3 0 0,7 0 0 0,-7 0 0 15,0 0 0-15,0 0 0 0,0 0 0 0,0-5 0 0,0 5 0 16,0 0 0-16,0 0 0 0,0 0 0 0,0 0 0 0,0 0 0 0,0 0 0 15,0 0 0-15,0 0 0 0,0 0 0 0,0 0 0 0,0-3 0 16,0 3 0-16,0 0 0 0,0-4 0 0,0 4 0 0,0-3 0 0,0 3 0 16,0 0 0-16,0-4 0 0,0 4 0 0,0-3 0 0,0 3 0 15,0 0 0-15,0 0 0 0,0 0 0 0,0 0 0 0,0-4 0 16,0 4 0-16,0 0 0 0,0 0 0 0,0 0 0 0,0 0 0 0,0 0 0 16,0 0 0-16,0 0 0 0,0 0 0 0,0 0 0 0,0 0 0 15,0 0 0-15,0 0 0 0,0 0 0 0,0 0 0 0,0 0 0 0,0-4 0 16,0 4 0-16,0 0 0 0,0 0 0 0,0 0 0 0,0-4 0 15,0 4 0-15,0 0 0 0,0-3 0 0,0 3 0 0,0 0 0 0,0 0 0 16,0-4 0-16,0 4 0 0,0 0 0 0,0 0 0 0,0-4 0 16,0 4 0-16,0 0 0 0,0 0 0 0,0-3 0 0,0 3 0 15,0 0 0-15,0-4 0 0,0 4 0 0,0 0 0 0,0-4 0 0,0 1 0 16,0 3 0-16,0-4 0 0,0 4 0 0,0-4 0 0,0 1 0 16,0 3 0-16,0-4 0 0,0 0 0 0,0 4 0 0,0-3 0 0,6 3 0 15,-6-4 0-15,0 4 0 0,0-3 0 0,0 3 0 0,0-4 0 16,6 4 0-16,-6-4 0 0,0 1 0 0,0 3 0 0,0-4 0 0,7 0 0 15,-7 1 0-15,0-1 0 0,0 4 0 0,0-4 0 0,7 1 0 16,-7-1 0-16,0 4 0 0,0-4 0 0,0 1 0 0,0 3 0 0,0-4 0 16,0 4 0-16,6-4 0 0,-6 4 0 0,0 0 0 0,0-3 0 15,0 3 0-15,0-4 0 0,0 4 0 0,0 0 0 0,0 0 0 16,0 0 0-16,0 0 0 0,0 0 0 0,0 0 0 0,0 0 0 0,0 0 0 16,0-4 0-16,0 4 0 0,0 0 0 0,0 0 0 0,0 0 0 15,0-4 0-15,0 4 0 0,0 0 0 0,0-3 0 0,0 3 0 0,0-4 0 16,0 4 0-16,0 0 0 0,0-4 0 0,0 4 0 0,0-3 0 15,6 0 0-15,-6 3 0 0,0-5 0 0,0 5 0 0,0-3 0 16,0-1 0-16,0 4 0 0,0 0 0 0,0-4 0 0,0 1 0 0,0 3 0 16,0-4 0-16,0 4 0 0,0-4 0 0,8 4 0 0,-8-3 0 15,0-1 0-15,0 4 0 0,0-3 0 0,0 3 0 0,0-4 0 0,0 4 0 16,0-4 0-16,0 1 0 0,0 3 0 0,0-4 0 0,0 0 0 16,6 1 0-16,-6-1 0 0,0 4 0 0,0-4 0 0,0 1 0 0,6-1 0 15,-6 4 0-15,0-4 0 0,0 4 0 0,0-3 0 0,0 3 0 16,0 0 0-16,0 0 0 0,0 0 0 0,0 0 0 0,0 0 0 15,0 0 0-15,0 0 0 0,0 0 0 0,0 0 0 0,0 0 0 0,0 0 0 16,0 0 0-16,0 0 0 0,0 0 0 0,0 0 0 0,0 0 0 0,0 0 0 16,0 0 0-16,0 0 0 0,0 0 0 0,0 0 0 0,0 0 0 15,0 0 0-15,0 0 0 0,0 0 0 0,0 0 0 0,0 0 0 16,0 0 0-16,0 0 0 0,0 0 0 0,0 0 0 0,0 0 0 0,0 3 0 16,0-3 0-16,-6 4 0 0,6 0 0 0,0-1 0 0,0 1 0 15,0 0 0-15,-6-1 0 0,6 5 0 0,0-5 0 0,-8 5 0 0,8-1 0 16,-6 4 0-16,0-4 0 0,-1 5 0 0,7-6 0 0,-7 5 0 15,1 1 0-15,0-1 0 0,-7 0 0 0,6 0 0 0,0 3 0 0,1-3 0 16,-7 0 0-16,6 0 0 0,1 4 0 0,-1-4 0 0,1 0 0 16,0 0 0-16,-1-1 0 0,0 2 0 0,1-5 0 0,0 4 0 0,-2 0 0 15,8 0 0-15,-6-4 0 0,0 4 0 0,6-3 0 0,-7 3 0 16,7 0 0-16,-6-4 0 0,-1 4 0 0,7-4 0 0,-6 5 0 16,6-1 0-16,-7-4 0 0,1 4 0 0,6 0 0 0,-6 0 0 0,6-4 0 15,-8 4 0-15,2 0 0 0,0-4 0 0,6 4 0 0,-7 0 0 16,7-4 0-16,-7 4 0 0,1 0 0 0,6-3 0 0,-6 3 0 0,-1-4 0 15,7 4 0-15,-6-3 0 0,6 3 0 0,-7-4 0 0,7 0 0 0,-7 0 0 16,7 1 0-16,-6-1 0 0,6 0 0 0,-6 1 0 16,6-1 0-16,-7 0 0 0,7 1 0 0,0-5 0 0,-7 5 0 0,7-1 0 15,-6 1 0-15,6-5 0 0,-6 5 0 0,6-1 0 0,0 0 0 0,-7-3 0 16,7 3 0-16,-6-3 0 0,6 3 0 0,0 0 0 0,-7-3 0 16,7 3 0-16,-7-3 0 0,7 3 0 0,0-3 0 0,0 0 0 15,-6-1 0-15,6 5 0 0,0-5 0 0,0 1 0 0,0-1 0 0,-6 5 0 16,6-5 0-16,0 1 0 0,0 0 0 0,0-1 0 0,-8 1 0 15,8 0 0-15,0-4 0 0,0 3 0 0,0 1 0 0,0 0 0 0,0 0 0 16,-6-1 0-16,6 1 0 0,0 0 0 0,0-1 0 0,0 5 0 16,-6-5 0-16,6 1 0 0,0 0 0 0,-6-1 0 0,6 1 0 15,0 0 0-15,0-1 0 0,-7 1 0 0,7 0 0 0,0 3 0 0,0-4 0 16,-7 1 0-16,7 0 0 0,0-4 0 0,0 3 0 0,0 1 0 16,0 0 0-16,-6-1 0 0,6 1 0 0,0-4 0 0,0 4 0 0,0-1 0 15,0 1 0-15,-7 0 0 0,7-1 0 0,0-3 0 0,0 4 0 16,0 0 0-16,0-1 0 0,-6 1 0 0,6-4 0 0,0 4 0 15,0-4 0-15,0 3 0 0,0-3 0 0,0 0 0 0,0 0 0 0,0 0 0 16,0 4 0-16,0-4 0 0,0 0 0 0,0 0 0 0,0 0 0 16,0 4 0-16,0-4 0 0,0 0 0 0,0 0 0 0,0 0 0 0,0 0 0 15,0 4 0-15,0-4 0 0,0 0 0 0,0 0 0 0,0 0 0 16,0 0 0-16,0 0 0 0,0 0 0 0,0 0 0 0,0 0 0 0,0 0 0 16,0 0 0-16,0 0 0 0,0 0 0 0,0-4 0 0,6 4 0 15,-6 0 0-15,7-4 0 0,-1 4 0 0,-6-4 0 0,7 1 0 0,6-1 0 16,-7-3 0-16,8 3 0 0,-8-3 0 0,7-1 0 0,7-3 0 15,-8 4 0-15,8-4 0 0,-7 0 0 0,7 4 0 0,-1-4 0 0,8 0 0 16,-8 0 0-16,7 0 0 0,-6 0 0 0,6 0 0 0,-1 0 0 16,1 0 0-16,1 0 0 0,5 0 0 0,-6 4 0 0,0-4 0 15,7 3 0-15,-7-3 0 0,0 4 0 0,0 0 0 0,0-1 0 0,0 5 0 16,0-4 0-16,-6-1 0 0,-1 5 0 0,1-5 0 0,-1 5 0 16,-6-2 0-16,7 2 0 0,-7-1 0 0,-1 1 0 0,-4-1 0 0,4 0 0 15,-5 4 0-15,6-3 0 0,-6 3 0 0,-1-4 0 0,0 0 0 16,2 4 0-16,-2-3 0 0,0 3 0 0,-6-4 0 0,6 4 0 0,-6 0 0 15,7-4 0-15,-7 4 0 0,0 0 0 0,0 0 0 0,0 0 0 16,0 0 0-16,0 0 0 0,0 0 0 0,0 0 0 0,0 0 0 16,0 0 0-16,0 0 0 0,0 0 0 0,-7 0 0 0,7 0 0 0,0-3 0 15,-6 3 0-15,0 0 0 0,0-4 0 0,-2 4 0 0,2 0-36 16,0-4-209-16,-8 4-53 0,8 0-69 0,-7 0-74 0,-1 0-53 16,8 0-42-16,-6 0-30 0,-2 4-25 0,1-4 2 0,0 4 13 0,6-4 22 15,-5 3 22-15,-2-3 28 0,2 4 26 0,5-4 46 0,-6 4 54 0,0-4 67 16,7 0 76-16</inkml:trace>
  <inkml:trace contextRef="#ctx0" brushRef="#br0" timeOffset="28450.7">20228 5466 0 0,'7'-4'5'0,"-7"4"71"0,0-3 4 0,0 3 1 0,0 0 3 0,0 0-3 0,0 0-5 0,0 0-8 0,6 0-10 16,-6 0-8-16,0 0-6 0,0 0-5 0,0 0-3 0,0 0-2 15,6 0 1-15,-6 0-1 0,0 0 1 0,0 3 1 0,0-3 0 0,8 0 3 16,-8 4 0-16,0-4 1 0,0 3 2 0,0-3 0 0,0 4 0 16,6-4 2-16,-6 4 1 0,0-1-1 0,0-3-2 0,0 4-3 0,0 0-2 15,0-4-4-15,0 3-2 0,6 1-4 0,-6-4-3 0,0 4-3 16,0-4-2-16,0 3-5 0,0 1 0 0,0-4-5 0,0 4-3 16,7-4-1-16,-7 3-3 0,0 1 0 0,0-4-1 0,0 4 0 0,0-1 1 15,0 1-2-15,0 0 0 0,0-1 1 0,0 4-1 0,0-3 1 16,0 3 1-16,-7-3 1 0,7 3 2 0,0-3 3 0,-6 3 3 15,6 1 3-15,-6-5 4 0,-2 5 3 0,8-1 4 0,-6-3 5 0,0 3 6 16,6-3 4-16,-7 3 4 0,1-3 5 0,6 0 4 0,-7 3 3 16,7-3 3-16,-6-1 2 0,6-3 3 0,0 4 1 0,-7-4 1 0,7 3 0 15,0 1-2-15,0-4-1 0,0 0-2 0,0 0-2 0,0 0-1 16,0 0-3-16,0 0-2 0,0 0-4 0,0 0-3 0,0 0-2 16,0 0-4-16,0-4-1 0,0 4-1 0,0-3-3 0,7-1-1 0,-7 4-3 15,6-3-3-15,-6-1-3 0,7-3-2 0,-1 3-2 0,-6-3-2 16,7-1-1-16,-1 5-3 0,0-5-2 0,2-3-4 0,-2 4-2 0,0-1-2 15,1 1-2-15,0 0-1 0,-1-1 0 0,0 1-1 0,1-4 1 16,-1 8 0-16,1-5-1 0,-7 1-2 0,7 3 1 0,-7-3 1 0,6 3-1 16,-6 1 1-16,6-1-1 0,-6 4 0 0,0-4 2 0,0 4 2 15,0 0 0-15,0 0 2 0,0 0 2 0,0 0 0 0,0 0 2 0,0 0 1 16,0 0 2-16,0 0 0 0,0 0 2 0,0 0 1 0,0 0 0 16,0 0 1-16,0 0 0 0,0 0-2 0,0 0-1 0,0 0 0 15,0 0-3-15,0 0 1 0,0 0 0 0,0 0-2 0,0 0 0 0,0 0-2 16,0 0 1-16,0 0-1 0,0 0-1 0,0 0-2 0,0 0 1 15,0 0-1-15,0 0-1 0,0 0 1 0,0 0-1 0,0 0-1 0,0 0 1 16,0 0-1-16,0 0-1 0,0 0 1 0,0 0 0 0,0 0 0 16,0 0 2-16,0 0 2 0,0 0 3 0,0 0 2 0,0 0 3 0,0 0 2 15,0 0 4-15,0 0 0 0,0 0 1 0,0 0 0 0,0 0-1 16,0-3 0-16,0 3 0 0,0 0 0 0,0-4-2 0,0 0-2 0,0 4-2 16,0-3-4-16,0 3-2 0,0 0-3 0,0 0-1 0,0 0-4 15,0 0 0-15,0 0 1 0,-6 0 0 0,6 0-1 0,0 0-1 16,0 0 0-16,0 0 0 0,0 0 0 0,0 0 1 0,0 0 0 0,0 0-1 15,0 0 1-15,0 0 0 0,0 0-2 0,0 0 0 0,0 0 1 16,0 0 0-16,0 0 0 0,0 0 1 0,0 0 1 0,0 0 0 16,0 0-2-16,0 0 1 0,0 0 0 0,0 0-2 0,0 0 0 0,0 0 1 15,0 0 0-15,0 0 2 0,0 0 0 0,0 0 0 0,0 0-1 16,0 0-1-16,0 0 0 0,0 0 0 0,0 0 0 0,0 0 1 0,0 0 1 16,0 0 0-16,0 0 1 0,0 0-1 0,0 0-1 0,0 0-1 15,0 0 0-15,-6 0-1 0,6 3 0 0,0-3 2 0,-7 0 0 0,7 4-1 16,0 0-1-16,-7-1 0 0,7 1 0 0,-6 0 0 0,6-4-1 15,-7 7 1-15,7-3 1 0,-6-1 0 0,6 1 0 0,-6 0 0 0,6-1 1 16,0-3-1-16,-7 4-2 0,7 0-1 0,0-1 2 0,-7-3-1 16,7 4 0-16,0-1 0 0,-6 1 2 0,6 0-2 0,0-1 1 15,-6 1 0-15,6 0 0 0,-8-1 0 0,8 1 0 0,0 0 1 0,-6 3 2 16,6-3 1-16,0-1-1 0,-6 1 2 0,6 0 1 0,-7 0 1 16,7-1 1-16,0 1 2 0,0 0 2 0,-6-1 1 0,6 1 3 0,0 0 2 15,-7-1 2-15,7-3 2 0,0 4 2 0,-6 0 2 0,6-4 1 16,0 3 3-16,0-3 1 0,0 0 3 0,0 4 2 0,0-4 3 0,0 0 3 15,0 0 4-15,0 0 1 0,0 0 4 0,0 0 5 0,0 0 3 16,0 0 6-16,0 0 3 0,0 0 3 0,0 0 0 0,0 0-2 0,0-4-2 16,0 4-2-16,0-3-3 0,0-1-7 0,0 0-5 0,6 1-5 15,-6-1-6-15,0-3-6 0,7 3-7 0,-7-3-5 0,0-1-6 16,6 4-5-16,-6-3-4 0,7 0-1 0,-7-1-3 0,6 1-1 0,-6 0 0 16,0-1 1-16,6 1 0 0,-6 4-2 0,0-5 1 0,8 5 1 15,-8-5-1-15,6 5-1 0,-6-5-1 0,0 5 2 0,6-1-1 16,-6 0 0-16,0 1 0 0,0 3 0 0,0-4 1 0,7 0 1 0,-7 1 2 15,0 3-1-15,0-4 2 0,0 4 0 0,0-4 1 0,0 1 1 16,0 3 1-16,7-4-1 0,-7 4 0 0,0-3 2 0,0 3 0 16,0-5-1-16,6 5-2 0,-6-3-1 0,0 3 1 0,0-3-2 0,6-1 1 15,-6 4-3-15,0-4 1 0,0 4 0 0,0-4 0 0,7 4-2 0,-7-4 1 16,0 4 0-16,0-3 0 0,6-1 0 0,-6 4 1 0,0 0-1 16,0-4 2-16,0 4 0 0,0 0 0 0,0 0 2 0,7 0 0 15,-7-3-1-15,0 3 1 0,0 0 1 0,0-4 0 0,0 4 0 0,0 0 0 16,0-3-1-16,0 3 1 0,0 0-2 0,0 0 0 0,0-4 1 0,0 4-1 15,7 0 0-15,-7 0 1 0,0 0-1 0,0-4 1 0,0 4 2 16,0 0 1-16,0 0 2 0,0 0 0 0,0 0 3 0,0 0-1 16,0 0 1-16,0 0 1 0,0 0 0 0,0 0 0 0,0 0 0 0,0 0-1 15,0 0-1-15,0 0 0 0,0 0-2 0,0 0-1 0,0 0-3 16,0 0-1-16,0 0 1 0,0 0-2 0,0 0 0 0,0 0 0 0,0 0-1 16,0 0-1-16,0 0 1 0,0 0-1 0,0 0 1 0,0 0 0 15,0 0-2-15,0 0 1 0,0 0 0 0,0 0 1 0,0 0-2 0,0 0 1 16,0 0 1-16,0 0-2 0,0 0 1 0,0 0 0 0,0 0 0 15,0 0-1-15,0 0 0 0,0 0 0 0,0 0 1 0,0 0-1 16,0 0 0-16,0 0 0 0,0 0 0 0,0 0 0 0,0 0-1 0,0 0 0 16,0 0 1-16,0 0-2 0,0 0 0 0,0 0 0 0,0 0 0 15,0 0 0-15,0 0-1 0,0 0-1 0,0 0-1 0,0 0-8 0,0 0-13 16,0 0-22-16,-7 0-28 0,7 0-36 0,0 0-42 0,-7-3-50 16,7 3-59-16,-6 0-49 0,-1 0-42 0,7-4-39 0,-6 4-37 0,0 0-15 15,-1-4-8-15,0 4 4 0,-5-3 10 0,4 3 21 0,2-4 29 16,0 4 35-16,-1-4 40 0,7 4 52 0,-6-3 90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16:28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18639 15474 0 0,'6'0'47'0,"-6"0"76"0,0 0 6 0,0-4 9 15,0 4 13-15,0-3 16 0,8-1 19 0,-8 0 19 0,0 0 19 16,0 1-5-16,0-1-16 0,0 1-12 0,0-1-8 0,0-3 0 0,0 3 3 15,0 0 6-15,0-3 5 0,0 4 1 0,0-5-3 0,0 1-4 16,0 0-2-16,0-4 6 0,0 0 10 0,0 0 0 0,0-4-6 0,6 1-4 16,-6-5-7-16,0 1-10 0,0-4-10 0,0-3-8 0,0 2-10 15,0-7-7-15,0 1-8 0,0 0-10 0,6-4-15 0,-6 0-23 0,0-4-25 16,0 5-14-16,0-5-5 0,0 0-4 0,0 0-1 0,0 1 3 16,-6-1 2-16,6 1 5 0,0 3 1 0,-6 0 2 0,6 0 4 0,-8 0 1 15,2 3 1-15,0-3 3 0,6 4-1 0,-7 0-1 0,1 0-2 16,-1-1-2-16,0 1-2 0,7 3-3 0,-6-3-4 0,0 0-2 15,6 4-2-15,-6-5-4 0,6 1-3 0,-8-1-1 0,8 1-2 0,0-1-2 16,0 5-2-16,0-4-1 0,0-1 0 0,0 1-2 0,8 4 0 16,-8-5 0-16,0 4 2 0,6 1-1 0,-6-1 1 0,0-3 1 0,6 3 0 15,-6 0-1-15,6 1 1 0,-6 3 0 0,0-4 0 0,0 0 1 16,7 5-1-16,-7-1 0 0,0 0 0 0,0 0 0 0,0 0 0 16,7 3-1-16,-7-3 0 0,0 4-3 0,0 0 1 0,0 3-1 0,0-3-2 15,0 3 0-15,0 1-1 0,0-1-16 0,6 4-4 0,-6-3 0 16,0 2 0-16,0 1 0 0,0 4 0 0,0-4 0 0,0 4 0 0,0-4 0 15,0 3 0-15,0 1 0 0,0 0 0 0,0-1 0 0,0 1 0 16,0 3 0-16,0-3 0 0,0 0 0 0,0 3 0 0,0-3 0 0,0 0 0 16,0 2 0-16,0 2 0 0,0-5 0 0,0 5 0 0,0-4 0 15,-6 3 0-15,6-3 0 0,0 3 0 0,0 0 0 0,0 1 0 16,0-1 0-16,0 0 0 0,0 1 0 0,0-1 0 0,0-3 0 0,0 3 0 16,0-3 0-16,0 3 0 0,0-3 0 0,0 3 0 0,0-3 0 15,0 3 0-15,0-3 0 0,0 0 0 0,0-1 0 0,0 1 0 0,0 0 0 16,0-1 0-16,0 1 0 0,0-1 0 0,0 1 0 0,6-4 0 15,-6 4 0-15,0-1 0 0,0 1 0 0,0 0 0 0,0 0 0 16,0-1 0-16,0 1 0 0,0-4 0 0,0 4 0 0,0-1 0 0,7 1 0 16,-7 0 0-16,0-1 0 0,0 1 0 0,0-1 0 0,0 5 0 0,0-5 0 15,0 2 0-15,0 1 0 0,0-2 0 0,0 0 0 0,0 3 0 16,0-3 0-16,0 0 0 0,0 3 0 0,0-3 0 0,0-1 0 0,0 1 0 16,0 3 0-16,0-3 0 0,0 0 0 0,0 3 0 0,0-3 0 15,0 3 0-15,0-3 0 0,0 3 0 0,0-4 0 0,0 5 0 0,0 0 0 16,0-5 0-16,0 1 0 0,0 3 0 0,0-3 0 0,0 3 0 15,6 0 0-15,-6-3 0 0,0 0 0 0,0 3 0 0,0-3 0 16,0 3 0-16,0-3 0 0,0 0 0 0,0 3 0 0,0-3 0 0,0 3 0 16,0-3 0-16,6-1 0 0,-6 5 0 0,0-1 0 0,0-3 0 15,0 3 0-15,0 0 0 0,0 1 0 0,0 3 0 0,0-4 0 0,0 0 0 16,0 4 0-16,0-4 0 0,0 1 0 0,0 3 0 0,0-4 0 16,0 4 0-16,0-3 0 0,0 3 0 0,0-4 0 0,0 4 0 0,0-4 0 15,-6 0 0-15,6 4 0 0,0 0 0 0,0 0 0 0,0-3 0 16,0 3 0-16,0 0 0 0,0 0 0 0,0 0 0 0,0 0 0 15,0 0 0-15,0 0 0 0,0 0 0 0,0 0 0 0,0 0 0 0,0 3 0 16,-6-3 0-16,6 4 0 0,-7 0 0 0,7 0 0 0,-6 3 0 16,-1 0 0-16,0 4 0 0,-5 0 0 0,6 4 0 0,-8 3 0 15,1 0 0-15,0 4 0 0,-6 4 0 0,5 4 0 0,-5-1 0 0,-1 4 0 16,1 0 0-16,-8-1 0 0,8 5 0 0,0 4 0 0,-8-5 0 16,1 5 0-16,7-1 0 0,-7 0 0 0,6 0 0 0,1-3 0 0,-1 0 0 15,0-1 0-15,1-3 0 0,6-3 0 0,-6-1 0 0,13-3 0 16,-8-8 0-16,8 0 0 0,-1-3 0 0,1-1 0 0,-1-6 0 0,1-1 0 15,6-3 0-15,0-1 0 0,-7-3-161 0,7-3-267 0,-6-4-110 16,6-1-65-16,0-3-41 0,-7-4-14 0,7-3 0 0,0 0 10 0,-7-4 15 16,7 0 25-16,0 0 28 0,0 0 33 0,0 0 36 0,0 0 66 15,0 4 78-15</inkml:trace>
  <inkml:trace contextRef="#ctx0" brushRef="#br0" timeOffset="666.12">18633 12694 7 0,'0'0'34'0,"0"0"3"0,0 0 6 0,0 0 5 15,0 3 5-15,0-3 5 0,0 0 5 0,0 0 6 16,0 4 3-16,0-4 2 0,0 0-2 0,0 0-2 0,0 0-3 0,0 0-4 16,0 0-3-16,0 0-1 0,0 0-2 0,0 0-2 0,0 0-2 0,0 0 0 15,0 0-2-15,0 0-1 0,0 0 2 0,0 0 1 0,0 0 5 16,0 0 7-16,0 0 8 0,0 0 11 0,0 0 13 0,0 0 11 15,0 4 14-15,0-4 12 0,0 0 10 0,6 3 14 0,-6-3 16 0,0 4 15 16,6-4 16-16,-6 3 25 0,8-3 30 0,-8 4 11 0,6-4 3 16,-6 4-5-16,6-1-7 0,0-3-11 0,2 4-12 0,-2 0-8 0,-6-1-11 15,13 1-11-15,-7 0-12 0,1 0-15 0,6 3-16 0,-7 0-25 16,8-3-31-16,-2 3-16 0,1 4-6 0,1-3-2 0,4 3 1 0,-4 3 1 16,6-3 1-16,-7 4 1 0,6-1-1 0,0 1-2 0,1 0-1 15,0 3-3-15,-1 1-4 0,1-1-4 0,-1-4-4 0,7 5-5 16,-6-1-8-16,0 0-7 0,-1 0-5 0,1 1-7 0,-1-4-5 0,7 3-6 15,-6 0-4-15,0-3-4 0,-1 3-4 0,-6-3-4 0,6 3-2 16,1-3-3-16,-7 0 0 0,0-1-4 0,0 1-2 0,0 0-10 0,0-5-10 16,-7 5-18-16,8 0-21 0,-8-4-26 0,0 3-32 0,-6-3-58 15,7 1-72-15,-7-1-100 0,0 0-117 0,-7 0-67 0,7-1-40 0,-6-2-20 16,0-1-8-16,-1 0 3 0,-6-3 8 0,0 3 16 0,6-3 20 16,-6 0 25-16,1-4 31 0,-2 0 56 0,2 0 73 0</inkml:trace>
  <inkml:trace contextRef="#ctx0" brushRef="#br0" timeOffset="30849">20743 13401 38 0,'0'0'272'16,"0"0"38"-16,0 0 28 0,0 0 20 0,0 0 17 0,0 0 20 0,0 0 25 15,0 0 21-15,7 0 21 0,-7 3 9 0,0-3 6 0,6 4-41 16,-6-4-63-16,6 4-48 0,0-4-39 0,8 3-22 0,-1 1-15 15,0-4-8-15,6 4-7 0,1-1-9 0,0 1-12 0,5-4-11 16,1 4-11-16,7-4-9 0,-7 0-9 0,7 0-11 0,-1-4-84 0,1 0-78 16,-1 1 0-16,1-1 0 0,-1-3 0 0,2-1 0 0,-2 1 0 0,1 0 0 15,-7-1 0-15,6 1 0 0,-6 0 0 0,-6 0 0 0,6-1 0 16,-6 1 0-16,-1 0 0 0,-6 2 0 0,0-1 0 0,-1 1 0 0,-4 2 0 16,-2-4 0-16,0 7 0 0,1-8 0 0,-1 5 0 0,-6 3 0 15,0-8 0-15,0 5-13 0,0-5-357 0,-6 1-89 0,-1-4-94 0,7 4-55 16,-6-8-34-16,0 4-9 0,-2-3 5 0,2-1 16 0,-7 4 18 15,7-4 27-15,-7 0 28 0,6 4 38 0,-5 0 42 0,-2 1 66 16,1 2 79-16</inkml:trace>
  <inkml:trace contextRef="#ctx0" brushRef="#br0" timeOffset="31132.15">21238 12932 0 0,'-7'-7'8'0,"1"3"328"0,-1-3 72 0,1 7 40 0,0-5 26 15,6 5 19-15,-8 0 14 0,2 5 13 0,6-5 16 0,-6 3 16 0,6-3 17 16,0 4 2-16,-7 3-8 0,7-3-71 0,7 7-102 0,-7 0-75 15,0 3-61-15,0 5-32 0,0 3-19 0,6-1-8 0,-6 9-60 0,0-1-135 16,6 4 0-16,-6 4 0 0,0 0 0 0,0 7 0 0,0-4 0 16,0 3 0-16,0 5 0 0,0 0 0 0,0-1 0 0,0 1 0 15,0 3 0-15,-6-3 0 0,6 0 0 0,0-1 0 0,0-3 0 0,0 0 0 16,6 0 0-16,-6-7 0 0,0 0 0 0,8-1 0 0,-8-7 0 16,6-3 0-16,0 0 0 0,1-8 0 0,-1 1 0 0,1-5 0 15,-1-3 0-15,7 0 0 0,-7-4 0 0,8-3 0 0,-1-4 0 0,-6-4 0 16,12 1 0-16,-6-5 0 0,0 1 0 0,7-7 0 0,-7-1 0 0,6-7 0 15,0 0 0-15,1-4 0 0,0 1 0 0,-1-8-22 0,-5-1-400 16,5 1-78-16,0 1-76 0,-6-5-45 0,7 1-27 0,-7 2-3 16,6-2 9-16,-6-1 19 0,1 4 23 0,-2 4 30 0,2-1 29 0,-8 1 38 15,7 0 41-15,0 3 67 0,-6-3 81 0</inkml:trace>
  <inkml:trace contextRef="#ctx0" brushRef="#br0" timeOffset="31633.76">21869 13067 269 0,'0'0'339'15,"0"0"43"-15,7 4 36 0,-7-4 30 0,7 4 26 0,-1-1 21 16,7-3 19-16,-7 0 18 0,8 0 20 0,5 0-8 0,-6 0-20 0,6-3-54 16,1 3-73-16,6-4-56 0,1 0-51 0,-1 1-35 0,0-5-29 0,-1 5-21 15,8-1-18-15,-7 1-12 0,6-5-21 0,1 4-154 0,-7 0 0 16,7 1 0-16,-7-5 0 0,6 8 0 0,-5-3 0 0,-1-1 0 16,6 1 0-16,-6-1 0 0,1 4 0 0,-8 0 0 0,7 4 0 0,-6-1 0 15,-1 1 0-15,0-1 0 0,1 5 0 0,-7 3 0 0,1 0 0 16,-2 0 0-16,1 4 0 0,-6 3 0 0,-1-3 0 0,1 7 0 15,-1-4 0-15,-6 4 0 0,6 4 0 0,-6-1 0 0,0 1 0 0,0 3 0 16,-6-3 0-16,0 6 0 0,6-2 0 0,-7-1 0 0,1 1 0 0,-8-1 0 16,8 4 0-16,0-7 0 0,-8 3 0 0,8-4 0 0,-7 1 0 0,0-4 0 15,6 0 0-15,-5 0 0 0,-2-4 0 0,8 1 0 0,-7-5 0 16,6-3 0-16,1 0 0 0,-7 0 0 0,6-4 0 0,-6-3 0 16,1-4 0-16,-2 0 0 0,1-4 0 0,0 1 0 0,0-8 0 0,1 0 0 15,-8-4 0-15,6-3 0 0,-5-4-340 0,6-3-199 0,-6-5-30 16,-1 1-7-16,0-1 3 0,7-2 16 0,-7-1 20 0,8-4 27 0,-1 4 34 15,0 4 31-15,0 0 34 0,7-1 43 0,-2 4 49 0,2 4 64 16,6 0 72-16,-6 8 76 0,6-1 77 0,6 4 67 0,-6 0 62 0,0 4 57 16,6 3 57-16,2 1 55 0,-8 3 53 0,6-4 36 0,0 4 26 15,-6 4 17-15,7-1 12 0,-1 1 12 0,1 0 9 0,0-1 3 16,-7 8-1-16,6-3-10 0,-6 3-16 0,6-1-26 0,-6 9-32 0,0-5-35 16,0 5-39-16,-6 2-23 0,6 6-248 0,-6-2-6 0,-8 4 0 15,8 1 0-15,-7 2 0 0,-7 5 0 0,7 0 0 0,-6-1 0 16,-1 5 0-16,-6-1 0 0,7-3 0 0,-8 3 0 0,7-3 0 0,-5-1 0 15,5 1 0-15,-6-4 0 0,6-4 0 0,1-3 0 0,-1-4 0 0,2-4-111 16,4-3-528-16,1-4-59 0,0-4-30 0,6-7-6 0,1 0 8 16,0-7 19-16,6-4 26 0,0 0 34 0,6-4 36 0,0-3 45 15,8-4 47-15,-1 0 79 0,7-4 92 0</inkml:trace>
  <inkml:trace contextRef="#ctx0" brushRef="#br0" timeOffset="31999.44">23080 13126 0 0,'8'-7'184'16,"-8"3"80"-16,6 0 26 0,0 1 45 0,1-1 55 0,6 0 42 15,0-3 32-15,0 3 23 0,0 1 18 0,7-5 12 0,-1 5 10 0,1-5-43 16,0 5-68-16,5-5-46 0,-5 5-35 0,6-4-24 0,7 2-21 16,-7-2-40-16,0 3-54 0,-1 1-39 0,9-5-32 0,-9 5-24 0,1-1-16 15,7-3-15-15,-7 3-14 0,0 1-18 0,-6-1-20 0,5 0-24 16,-5 1-24-16,0-1-28 0,-8 0-27 0,2 4-39 0,-1-3-41 15,-7 3-58-15,0-4-66 0,2 4-71 0,-8-4-72 0,0 4-58 0,0 0-48 16,-8-3-18-16,2-1 0 0,0 4 8 0,-7-4 13 0,-1 1 19 16,8-1 23-16,-7 0 32 0,0 1 40 0,-7-4 56 0,7 3 65 0</inkml:trace>
  <inkml:trace contextRef="#ctx0" brushRef="#br0" timeOffset="32349.66">23491 12771 0 0,'-6'-15'16'0,"-1"4"205"0,7 0 30 0,-6 0 30 15,6 3 28-15,0 5 48 0,-7 3 58 0,7 0 38 0,7 0 29 0,-7 7 23 16,6 0 19-16,-6 4-20 0,7 1-41 0,-1 6-36 0,1 4-28 15,-1 4-23-15,0 3-17 0,2 4-16 0,4 4-16 0,-5 6-37 16,-1 1-46-16,1 8-31 0,-7 3-18 0,6-1-15 0,1 5-123 0,-7 3-57 16,0 5 0-16,6-2 0 0,-6 1 0 0,0 4 0 0,-6-4 0 15,6 0 0-15,0-1 0 0,0-2 0 0,-7-5 0 0,7-2 0 16,-6-5 0-16,6 0 0 0,0-7 0 0,-7-7 0 0,7-1 0 0,-6-7 0 16,6-2 0-16,0-9 0 0,-7 0 0 0,1-3 0 0,6-8 0 0,-6-3 0 15,-8-1 0-15,8-6 0 0,-7-1 0 0,0-3 0 0,0-8 0 16,-7 0 0-16,0-6 0 0,1-2 0 0,-1 1 0 0,-6-7 0 15,0 0 0-15,1 0-57 0,-1-1-38 0,6 1 15 0,-7-1 13 0,8 1 13 16,-7 0 11-16,6 4 11 0,8 2 9 0,-2-2 8 0,2 3 7 16,5 3 9-16,1 1 8 0,6 4 6 0,0-5 5 0,6 4 6 15,1 4 5-15,-1-3 2 0,7-1 1 0,0 4 0 0,7-4 1 0,-1 5 0 16,1-5-1-16,6-4-1 0,0 5-2 0,-1-5-5 0,2 1-4 16,5-4-10-16,8 0-16 0,-8 0-19 0,7-3-21 0,0-1-28 0,0-3-30 15,1-1-51-15,-2 1-59 0,1-4-81 0,-6 4-89 0,7-4-80 16,-2 3-77-16,1 1-38 0,-6-4-18 0,6 4-5 0,-13 0 5 0,6 3 13 15,1-3 16-15,-7 3 25 0,6 1 30 0,-12-1 48 0,7 0 59 16,-9 0 81-16,9 5 218 0</inkml:trace>
  <inkml:trace contextRef="#ctx0" brushRef="#br0" timeOffset="33382.58">24390 12591 44 0,'6'-11'338'0,"-6"4"64"0,7 0 53 16,-7 3 35-16,0 0 29 0,0 0 25 0,0 4 23 0,7-3 22 15,-7 3 22-15,0 0 24 0,0 0 20 0,-7 0-45 0,7 3-80 0,0 1-75 16,0 0-73-16,-7 0-56 0,1 3-287 0,0 4-39 0,6-4 0 15,-14 7 0-15,8 2 0 0,-7-2 0 0,0 4 0 0,-6 1 0 16,-1 3 0-16,0-1 0 0,1 1 0 0,-7 4 0 0,0-4 0 0,6 4 0 16,-6-1 0-16,0-3 0 0,6 0 0 0,0 1 0 0,2-5 0 15,-2-3 0-15,7-1 0 0,7-3 0 0,-2-4 0 0,2 1 0 0,6-5 0 16,0 1 0-16,6-8 0 0,2 4 0 0,4-3 0 0,1-5 0 16,7 1 0-16,0-4 0 0,-1 0 0 0,1 0 0 0,6-3 0 0,0 3 0 15,7-4 0-15,-7 0 0 0,6 0 0 0,-7 1 0 0,8-1 0 16,-7 1 0-16,7 3 0 0,-7 3 0 0,0-3 0 0,0 4 0 15,-6 0 0-15,5-1 0 0,-5 4 0 0,0 4 0 0,-1-3 0 0,1 3 0 16,-7 0 0-16,6 0 0 0,-6 0 0 0,1 3 0 0,-8 1 0 16,7 0 0-16,-6 3 0 0,-1-3 0 0,1 3 0 0,-7 1 0 0,6 3 0 15,-6-4 0-15,0 4 0 0,-6 0 0 0,-1 0 0 0,7 0 0 16,-6 0 0-16,-8 0 0 0,8 0 0 0,-7 0 0 0,0-1 0 0,0 2 0 16,0-1 0-16,0 0 0 0,-7-4 0 0,7 4 0 0,-6-4 0 15,0 1 0-15,-1-1-130 0,0 0-304 0,1 1-67 0,-7-1-44 0,6-3-33 16,-6 3-19-16,0-4-10 0,0 2 3 0,0 1 12 0,0-2 26 15,0 0 34-15,-1 4 47 0,1-5 54 0,7 4 71 0,-7-3 81 0,6 3 89 16,1-3 95-16,-1 3 80 0,0 1 72 0,2-1 67 0,4-3 61 16,1 3 53-16,1 0 47 0,-2 1 36 0,8-1 34 0,0 0 26 15,-2-3 22-15,2 3 7 0,6 0-3 0,0 4-5 0,0-3-9 0,0 3-11 16,6 0-12-16,-6 0-16 0,8 4-20 0,-2-1-21 0,0 4-21 16,0-3-26-16,2 7-28 0,-2-4-34 0,7 0-35 0,-7 5-24 15,8-1-20-15,-8-4-16 0,0 4-13 0,8-4-13 0,-8 0-11 0,0 1-44 16,1-1-28-16,-1-7 0 0,1 4 0 0,0-4 0 0,-1 0 0 15,0 0 0-15,1-4-21 0,-7-3-70 0,7 3-20 0,-7-3-22 0,0-4-23 16,0 0-28-16,0 0-34 0,0 0-31 0,0-4-32 0,-7 0-23 16,7-3-15-16,-7 4-5 0,1-5 2 0,6-3 11 0,-6 4 16 0,-1-4 19 15,0 0 20-15,1 0 28 0,-1 0 36 0,1 0 45 0,0 0 54 16,-2 0 62-16,8 0 71 0,-6 0 58 0,6 0 53 0,0-4 40 0,0 4 30 16,0-3 23-16,6-1 19 0,-6 4 13 0,8-3 14 0,-2-1 6 15,7 4 0-15,0-4-3 0,0 0-6 0,0 1-18 0,6-1-26 0,1 1-21 16,7-1-19-16,-1 0-16 0,-1 0-10 0,7 1-10 0,1-1-39 15,0 0-128-15,0 1 0 0,6-1 0 0,-7 4 0 0,7 0 0 16,-6 0 0-16,-1 0 0 0,1 4 0 0,-1 0 0 0,1 0 0 0,-7 2 0 16,6 5 0-16,-12 0 0 0,6 0 0 0,-7 0 0 0,1 5 0 0,0-2 0 15,-7 4 0-15,0-3 0 0,0 3 0 0,-7 1 0 16,1-1 0-16,0 4 0 0,-1-4 0 0,-6 4 0 0,0 0 0 0,0 0 0 16,0 0 0-16,-6 0 0 0,6 4 0 0,-7-1 0 0,0-2 0 0,1 2 0 15,0 1 0-15,-1 0 0 0,-6-1 0 0,0 1 0 0,7-4 0 16,-8 3 0-16,2 1 0 0,-8-4 0 0,7 3 0 0,-7-2 0 15,8-1 0-15,-8 0 0 0,0 0 0 0,1-4 0 0,-1 4 0 0,0-4-120 16,-5 1-160-16,5-1-10 0,-6 0-15 0,6 1-11 0,-5-1-12 16,5-4-7-16,-6 5-3 0,-1-5 4 0,1 1 12 0,1 3 20 15,-1-2 21-15,0 1 19 0,-1-2 19 0,1 4 18 0,-6-5 20 0,-1 5 30 16,7-1 36-16,-7 0 39 0,1 1 41 0,-1-1 40 0,-5 4 44 0,5-4 44 16,1 4 47-16,-1 0 39 0,1 0 35 0,5-4 28 0,-5 4 25 15,6 0 23-15,6 1 21 0,1-5 16 0,-1 0 13 0,6 1 2 16,2-1-3-16,5 0-7 0,1-3-10 0,-1 0-16 0,7-1-21 0,7-3-14 15,-1 4-14-15,7-4-6 0,1 0-1 0,-2 0-151 0,14 0-75 16,1-4 0-16,-1 1 0 0,13-1 0 0,-7-3 0 0,13 3 0 0,-5-3 0 16,11-5 0-16,-4 5 0 0,5 0 0 0,-1-4 0 0,2 3 0 15,6 5 0-15,-7-5 0 0,-1 5 0 0,8-5 0 0,-7 8 0 0,1-3 0 16,-8 3 0-16,1-4 0 0,-1 4 0 0,-6 4 0 0,1-4 0 0,-8 0 0 16,1 0 0-16,-7 0 0 0,-1 0 0 0,-5 0 0 0,0 0 0 15,-1-4 0-15,-5 4 0 0,-2-4 0 0,-6 4 0 0,8-3 0 0,-14-1 0 16,6 0 0-16,1 1 0 0,-7-1 0 0,0 1 0 0,0-5 0 15,0 5 0-15,-7-5 0 0,1 5-160 0,0-5-362 0,-2 1-53 0,-4 0-42 16,-2-1-37-16,2 1-4 0,-8-1 9 0,1 2 22 0,-1-2 26 16,1-3 31-16,-1 3 34 0,-6-2 35 0,0-1 37 0,0-4 53 15,7 4 60-15,-8-4 73 0,1 1 261 0</inkml:trace>
  <inkml:trace contextRef="#ctx0" brushRef="#br0" timeOffset="33615.87">24553 13009 0 0,'6'-4'290'0,"-6"4"78"15,0 0 59-15,0 0 42 0,0 0 33 0,0 4 27 0,0 3 26 16,0-4 24-16,0 5 24 0,0-1 21 0,0 0 21 0,0 5-40 16,0-1-68-16,-6 0-65 0,6 3-61 0,0 5-52 0,-7-5-143 0,7 8-216 15,-6 0 0-15,0 4 0 0,-2 0 0 0,-4 3 0 0,-1 4 0 16,0 3 0-16,-6 1 0 0,-1 3 0 0,0 4 0 0,1 4 0 16,-7 0 0-16,-7-1 0 0,7 4 0 0,-6 1 0 0,-1-1 0 0,1 0 0 15,-1 4 0-15,0-7 0 0,-6 0 0 0,6-5 0 0,7 1 0 0,-7-7 0 16,7 0 0-16,1-8 0 0,5-7 0 0,0 0-50 0,1-11-499 15,6 0-68-15,6-11-55 0,7-3-15 0,0-9 5 0,0-2 13 16,7-8 18-16,6 0 24 0,0-8 27 0,7-3 33 0,-1 4 36 0,1-8 56 16,6 5 66-16,-6-1 85 0,5-1 243 0</inkml:trace>
  <inkml:trace contextRef="#ctx0" brushRef="#br0" timeOffset="33815.78">24279 13668 210 0,'14'-14'296'0,"-2"3"52"0,2 3 55 0,-2 1 43 16,-5 0 40-16,-1 3 33 0,8 4 30 0,-8 0 27 0,0 0 23 15,1 0-1-15,0 4-16 0,-1-1-41 0,7 1-52 0,-6 3-40 0,6 1-34 16,-1 3-35-16,2-4-75 0,6 7-305 0,-8-3 0 0,8 4 0 15,-1 3 0-15,1 1 0 0,6-1 0 0,-7 1 0 0,7 2 0 0,-6-2 0 16,6 3 0-16,0-1 0 0,0-2 0 0,6 3 0 0,-5-4 0 16,-1 1 0-16,0-5 0 0,0 1 0 0,0-1 0 0,0-3 0 15,-7 0 0-15,8 0 0 0,-7-3 0 0,-2-5 0 0,-4 1 0 0,5 0-317 16,-5-1-247-16,-2-3-57 0,2-3-47 0,-2-1-10 0,-5 0 8 0,-1 1 16 16,8-1 23-16,-8-3 29 0,0-1 32 0,-6 1 35 0,6 0 37 15,2-1 53-15,-8-2 64 0,0 2 79 0,6-3 247 0</inkml:trace>
  <inkml:trace contextRef="#ctx0" brushRef="#br0" timeOffset="117181.86">21329 6319 0 0,'7'-3'9'0,"-1"-1"130"16,0 4 17-16,1-4 21 0,0 4 21 0,-7 0 30 0,0 0 31 0,0 0 33 15,0 0 34-15,0 0 21 0,0 4 15 0,0 0 13 0,0-4 11 16,-7 3 0-16,7 1-7 0,0-4-5 0,-7 7-8 0,7-3-12 16,0 0-14-16,-6 3-22 0,0 4-24 0,6-4-26 0,-7 4-28 0,0 4-33 15,1-4-40-15,-7 3-30 0,0 5-24 0,0-1-16 0,-1 1-13 16,-5 2-11-16,0 5-8 0,0-4-9 0,-8 4-8 0,1 3-6 15,-6 0-7-15,6 1-6 0,-13 2-6 0,6 1-7 0,-7 1-6 0,2 2-8 16,-7 1-7-16,5-1-9 0,-5 1-9 0,-2-1-11 0,9-3-11 0,-7 4-11 16,5-7-12-16,7-1-14 0,-6-3-17 0,13-1-26 0,0-7-31 15,7-7-54-15,-1 0-60 0,14-7-60 0,0-4-58 0,6-6-46 16,6-6-37-16,7-7-24 0,6 1-18 0,1-7-3 0,6-5 4 0,0 1 10 16,6-4 14-16,1 0 25 0,-1 0 31 0,1 0 52 0,7 4 64 15,-8-1 63-15,1 8 156 0</inkml:trace>
  <inkml:trace contextRef="#ctx0" brushRef="#br0" timeOffset="117382.93">21075 6729 137 0,'7'8'218'0,"-1"3"30"0,-6-4 31 16,0 4 37-16,0 4 45 0,-6-4 42 0,-1 3 44 0,0 1 31 16,1 3 24-16,0-3-13 0,-2 8-33 0,2-5-26 0,0 7-26 0,0-3-23 15,-8 7-22-15,8-3-21 0,-1 4-23 0,-5-1-33 0,4 4-37 0,2-5-39 16,0 7-41-16,0-7-28 0,-1 5-21 0,0-4-17 0,1 1-16 16,6 0-11-16,-7-2-12 0,1-2-8 0,-1 0-10 0,7-1-7 15,-7 1-7-15,1-4-20 0,6 0-8 0,-6 0 0 0,0 0-23 0,6-4-25 16,-8 0-20-16,2-3-24 0,0 0-24 0,6-5-38 0,-7 1-44 15,1 1-69-15,-1-5-81 0,0-3-81 0,1 0-79 0,0-4-44 0,6 0-27 16,-6-4-5-16,6-3 6 0,0-1 14 0,0-6 17 0,0-1 21 16,0-4 24-16,6-3 36 0,6 0 43 0,-5-3 70 0,6-1 87 0</inkml:trace>
  <inkml:trace contextRef="#ctx0" brushRef="#br0" timeOffset="117815.5">21785 6671 0 0,'19'-12'171'0,"-6"6"117"0,1 2 36 0,-2 0 37 0,-12 1 40 0,7 3 35 16,0 0 34-16,-7 0 31 0,0 0 26 0,0 0 23 0,0 0 22 16,0 0-33-16,0 0-60 0,-7 0-52 0,7 0-48 0,0 3-38 0,0 1-30 15,-7-4-37-15,1 4-36 0,0-1-35 0,-1 0-34 0,0 5-29 16,-12 0-50-16,6 2-90 0,-6-2 0 0,-1 6 0 0,-7 1 0 0,1 0 0 16,-6 3 0-16,-1-3 0 0,1 3 0 0,-1 0 0 0,1 1-82 15,-7-1-41-15,6 0-16 0,1 0-12 0,-1-2-12 0,7-5-12 16,0 3-12-16,0-7-16 0,7 0-18 0,5 1-12 0,2-4-8 0,4-4 5 15,8 0 11-15,0 0 14 0,8-4 17 0,-8-4 15 0,12 5 13 0,-5-1 14 16,0-3 13-16,6 3 14 0,-1 1 15 0,2-1 31 0,-8 1 35 16,7 3 48-16,-6 0 51 0,6 3 34 0,-7 1 25 0,0 3 17 15,1 0 14-15,0 0 13 0,-1 5 11 0,-6 2 8 0,6 5 10 0,-6-5 7 16,0 8 6-16,0 0 1 0,0 0 0 0,-6 3-15 0,0 5-19 16,6-4-13-16,-14 3-8 0,8 1-7 0,0-1-7 0,-7 0-5 0,6 0-5 15,-6 0-5-15,7 1-6 0,-8-1-8 0,8-3-8 0,0-1-9 16,-1 0-18-16,1-2-68 0,-1-1 0 0,7-3 0 0,0-1 0 0,0-4 0 15,0-3 0-15,0 0 0 0,7-4 0 0,-1 1 0 0,1-1 0 16,-1-3 0-16,7-4 0 0,0-4 0 0,7 1 0 0,-7-1 0 16,6-7 0-16,0 0 0 0,8-4 0 0,-8 1-45 0,8-4-75 0,-2-4-26 15,-5 0-30-15,6-1-46 0,-6-2-54 0,5-1-64 0,-5-3-71 16,-6 3-57-16,4 0-52 0,-4-3-28 0,-1 4-17 0,-7-1 0 0,8 1 12 16,-8-1 17-16,0 4 20 0,-6 0 27 0,6 3 29 0,-6 1 46 15,-6-1 55-15,6 2 65 0,-6 6 126 0</inkml:trace>
  <inkml:trace contextRef="#ctx0" brushRef="#br0" timeOffset="118015.78">21589 7030 0 0,'-12'7'64'0,"-2"1"119"16,8-1 18-16,-7 0 16 0,6-3 14 0,1 3 27 0,6-3 27 0,0 0 40 16,6-1 42-16,1 0 34 0,0 2 28 0,5-5-7 0,2 3-22 15,-2 1-18-15,8-4-15 0,-1 4-8 0,1-4-7 0,6 0-6 0,1 3-6 16,-2-3-18-16,1-3-20 0,0 3-34 0,0 0-40 0,1-4-40 16,5 4-44-16,-6-4-26 0,1 4-20 0,-2-3-14 0,1-2-12 15,0 5-12-15,-6-3-11 0,6 0-10 0,-7-1-9 0,1 0-15 0,0 1-13 16,-7 3-17-16,-1-4-17 0,2 0-20 0,-2-3-19 0,2 3-20 15,-8 1-22-15,1-5-29 0,-1 5-35 0,-6-4-45 0,6-1-50 0,-6 0-57 16,0 1-62-16,0-4-45 0,-6 0-37 0,0 4-28 0,-1-4-25 16,1 0-2-16,-1 4 7 0,-6-5 16 0,7 2 19 0,-8-1 28 0,2 4 34 15,-1-4 44-15,-1 0 50 0,2 4 58 0,-2-5 71 0</inkml:trace>
  <inkml:trace contextRef="#ctx0" brushRef="#br0" timeOffset="118232.16">21948 6821 0 0,'-7'0'146'0,"0"4"30"0,1 3 23 15,6 0 29-15,0 1 31 0,-6 3 40 0,6 3 40 0,0 1 51 16,6 0 54-16,-6 3 10 0,6 0-12 0,1 1-9 0,0 3-8 0,-1 3-8 15,7 1-7-15,1 0-8 0,-2-1-10 0,2 4-19 0,-2-3-23 16,1 3-30-16,7 1-35 0,0-5-44 0,-8 5-49 0,8-1-32 0,-1-4-23 16,1 1-17-16,0 0-15 0,5 0-52 0,-5-1-53 0,0-3 0 15,6-1 0-15,-7 2 0 0,1-1 0 0,6 0 0 0,-7-4 0 16,1 1 0-16,0-5 0 0,-1 5 0 0,1-9 0 0,-8 6 0 0,8-5 0 16,-7-4 0-16,0 0 0 0,6 0 0 0,-11-3 0 0,4-4-44 15,1 0-109-15,-6 0-38 0,-1-4-46 0,7 1-60 0,-13-8-66 16,7 4-66-16,-7-4-63 0,7 0-46 0,-7-4-35 0,-7 3-8 0,7-2 5 15,0-1 16-15,-7 1 18 0,1-1 23 0,-1 1 26 0,1-1 38 16,-1 0 47-16,-6 0 59 0,7 4 68 0</inkml:trace>
  <inkml:trace contextRef="#ctx0" brushRef="#br0" timeOffset="118483">21798 7492 112 0,'-6'3'226'0,"-1"5"24"0,0-1 22 0,1 0 19 0,6 0 21 15,-6 1 34-15,6 2 42 0,0 2 36 0,0-1 37 0,0 3-4 16,6-3-24-16,0 4-36 0,1 0-41 0,0 0-35 0,-1-1-32 16,7 5-21-16,0-5-19 0,-6 1-21 0,5-4-20 0,8 3-34 0,-7-3-41 15,0 4-41-15,0-3-40 0,1-6-36 0,-2 5-30 0,1-3-42 16,0-1-48-16,-6 0-69 0,5-3-81 0,-4 3-84 0,-2-3-88 0,0-4-45 15,0 0-25-15,2 0-13 0,-2 0-4 0,-6 0-1 0,0-4 4 16,6 1 10-16,-6-5 16 0,0 5 35 0,-6-5 42 0,6 1 66 16,0 3 145-16</inkml:trace>
  <inkml:trace contextRef="#ctx0" brushRef="#br0" timeOffset="207415.58">3132 2857 52 0,'0'-4'111'0,"0"4"7"15,0 0 7-15,0 0 6 0,0 0 5 0,0 0 5 0,0 0 2 0,0 0-6 16,0 0-7-16,0 0-7 0,0 0-3 0,0 0 4 0,-7 0 11 0,7 4 21 16,7-4 25-16,-7 5 27 0,0 1 29 0,0-2 29 0,0 3 31 0,7 4 13 15,-7-3 8-15,6 3 1 0,-6 3-2 0,0-3-3 0,6 4-6 16,-6 3-12-16,0-3-16 0,8 3-24 0,-8 1-30 0,0-1-30 0,0 0-30 15,0 4-31-15,6-4-32 0,-6 4-18 0,0 0-10 0,0 1-8 16,0-2-3-16,0 5-4 0,0-4 0 0,6 3-2 0,-6-3-1 0,0 4 1 16,0 0 1-16,7 0-2 0,-7-1 1 0,0 4-1 0,0-2-1 15,0 2 0-15,0-4 0 0,0 4 0 0,0 1-1 0,0-1-1 16,0 0-2-16,0 1 1 0,0 2-2 0,0-2-1 0,-7 3-3 0,7 0-1 16,0-4-4-16,-6 4-2 0,6-1-2 0,0 3-29 0,-6-2-9 15,6-1 0-15,0 1 0 0,-8 4 0 0,8-4 0 0,0 3 0 0,-6 0 0 16,6 2 0-16,0-6 0 0,0 5 0 0,-6-1 0 0,6 1 0 15,0-4 0-15,0 4 0 0,0-1 0 0,0-2 0 0,0-1 0 0,0-1 0 16,6 5 0-16,-6-4 0 0,0 0 0 0,6 0 0 0,-6 0 0 16,0 0 0-16,8 0 0 0,-8 0 0 0,0-4 0 0,6 4 0 0,-6 0 0 15,6 0 0-15,-6 0 0 0,0 0 0 0,7 0 0 0,-7 0 0 16,0 0 0-16,6 0 0 0,-6-3 0 0,0 2 0 0,0 1 0 0,7 0 0 16,-7-4 0-16,6 4 0 0,-6-7 0 0,0 3 0 0,7 1 0 0,-7-5 0 15,6 1 0-15,-6 0 0 0,6-1 0 0,-6-3 0 0,0 0 0 16,8 4 0-16,-8-4 0 0,6 0 0 0,-6 0 0 0,6-4 0 15,-6 4 0-15,7 0 0 0,-7 0 0 0,0-4 0 0,7 5 0 0,-7-5 0 16,0 4 0-16,6-4 0 0,-6 0 0 0,0 0 0 0,6 4 0 16,-6-3 0-16,0-1 0 0,0 1 0 0,0-1 0 0,7 0 0 0,-7 4 0 15,0-4 0-15,0 1 0 0,0 3 0 0,0-4 0 0,0 4 0 16,0 0 0-16,0 0 0 0,0-4 0 0,0 5 0 0,0-5 0 16,0 4 0-16,0 0 0 0,0-4 0 0,0 4 0 0,0-4 0 0,0 4 0 15,-7 0 0-15,7-3 0 0,0 3 0 0,0-4 0 0,0 4 0 16,-6-4 0-16,6 4 0 0,0-3 0 0,0 2 0 0,0-3 0 0,-6 5 0 15,6-5 0-15,0 0 0 0,0 4 0 0,0-3 0 0,-7 3 0 16,7-4 0-16,0 4 0 0,0-4 0 0,0 4 0 0,-7-4 0 16,7 5 0-16,0-1 0 0,-6-1 0 0,6 5 0 0,0-4 0 0,-6-4 0 15,6 5 0-15,0-1 0 0,0-4 0 0,0 4 0 0,-8-1 0 0,8-2 0 16,0-1 0-16,0 0 0 0,0 1 0 0,-6-1 0 0,6 1 0 16,0-1 0-16,0-4 0 0,0 5 0 0,0-5 0 0,0 5 0 0,-6-1 0 15,6-3 0-15,0 3 0 0,0 0 0 0,0-3 0 0,0 3 0 16,0 1 0-16,0 0 0 0,0-1 0 0,0 0 0 0,0 0 0 15,0 0 0-15,0 0 0 0,0 1 0 0,-7-1 0 0,7 0 0 0,0 1 0 16,0 0 0-16,0-1 0 0,0 0 0 0,0 0 0 0,0 0 0 16,-6 0 0-16,6 1 0 0,0 0 0 0,0-1 0 0,0-4 0 0,0 5 0 15,0-5 0-15,0 1 0 0,0 3 0 0,0-4 0 0,-7 6 0 16,7-5 0-16,0 2 0 0,0-2 0 0,0 3 0 0,0-3 0 0,0 3 0 0,0 0 0 16,0-4 0-16,0 6 0 0,-6-2 0 0,6 0 0 0,0 0 0 15,0 1 0-15,0-1 0 0,0-4 0 0,0 5 0 0,0-5 0 16,0 5 0-16,0-4 0 0,-7-1 0 0,7 1 0 0,0-4 0 0,0 4 0 15,0-5 0-15,0 1 0 0,0 0 0 0,0-3 0 0,0 3 0 0,0-4 0 16,0 1 0-16,0-5 0 0,0 1 0 0,0 0 0 0,0-1 0 16,0-3 0-16,0 0 0 0,0-3 0 0,-6-5 0 0,6 0 0 0,-6-5 0 15,6-3 0-15,-8-9-249 0,2-1-489 0,0-10-36 0,-1-5-1 16,7-3 16-16,-7-7 27 0,7-5 31 0,-6-5 38 0,6-1 41 0,0-4 47 16,0-4 49-16,-6 0 68 0,6-6 79 0</inkml:trace>
  <inkml:trace contextRef="#ctx0" brushRef="#br0" timeOffset="208431.46">3106 2850 12 0,'0'0'116'0,"0"-4"11"15,0 4 10-15,0 0 13 0,0 0 14 0,0 0 16 0,0 0 18 16,0 0 6-16,0 0 1 0,0 0 1 0,0 0-1 0,0 0 3 0,0 0 3 16,0 0 3-16,-6 4 6 0,6-4 3 0,0 0 4 0,0 0 10 0,0 0 11 15,0 0 6-15,0 0 2 0,0 3-5 0,0-3-7 0,0 0-10 16,0 0-11-16,-7 4-8 0,7-4-10 0,0 5-6 0,0-3-8 0,0 2-7 16,0 3-7-16,0 1-14 0,-7 3-18 0,1 4-15 0,0-1-14 15,6 8-8-15,-14 0-4 0,8 0-5 0,0 8-2 0,-7-1-5 0,-1 0-5 16,2 4-7-16,-2-4-6 0,2 4-8 0,-2 0-6 0,1-3-8 15,1 2-7-15,-2 1-7 0,2-3-8 0,-2-4-6 0,1 3-8 0,7-7-11 16,-8 0-13-16,8-4-13 0,0-3-13 0,6-1-17 0,-7-3-15 0,7-3-20 16,0-5-20-16,-7 1-21 0,7-4-21 0,0 0-28 0,7 0-31 15,-7-7-41-15,0 3-44 0,7-7-43 0,-1-3-43 0,0-2-28 0,1-2-20 16,0-4-12-16,-1 0-9 0,7-3-4 0,-6-1-6 0,0 1 5 16,5-5 10-16,-6 4 22 0,8 1 30 0,-8-1 39 0,1 1 43 0,-1 2 48 15,1-2 52-15,0 3 38 0,5 0 123 0</inkml:trace>
  <inkml:trace contextRef="#ctx0" brushRef="#br0" timeOffset="208698.79">3054 2938 12 0,'0'-11'104'0,"6"0"9"0,-6 0 8 0,7 0 12 16,-7 0 12-16,7 0 10 0,-7 3 7 0,6-3 2 0,-6 4-4 0,6 0 2 16,-6-1 2-16,7 1 5 0,-7 0 5 0,0 3 5 0,7 1 5 0,-7-1 4 15,6 0 4-15,-6 1 4 0,7 3 2 0,-7-5 9 0,6 5 10 16,-6 0 18-16,6 0 21 0,1 0 7 0,0 0-2 0,-1 0-5 0,8 5-7 16,-8-5-3-16,7 3-2 0,0 1-2 0,0 0-2 0,-1 3-5 15,2 0-4-15,-1 0-12 0,0 1-15 0,6 3-22 0,-5 1-25 0,5-2-12 16,-6 5-6-16,6-4-6 0,-5 3-4 0,6 1-6 0,-1-1-9 15,-6 5-6-15,6-5-27 0,-5 1-81 0,5 3 0 0,-6-3 0 16,6 4 0-16,-5-5 0 0,5 0 0 0,-6 1 0 0,6 0 0 0,-5 0 0 16,-2-1 0-16,2 1 0 0,-2-4 0 0,2 4 0 0,-1-8 0 0,-1 4 0 15,-4 0 0-15,-2-4 0 0,0-3 0 0,0 3 0 0,1 1 0 16,-7-5 0-16,7 1 0 0,-7-4-46 0,-7 0-245 0,7 4-108 16,-7-4-126-16,1 0-64 0,-6 0-38 0,4 0-13 0,-4 0-3 0,-8 0 9 15,7 0 16-15,-7 0 21 0,1 0 22 0,-7 3 27 0,6-3 29 16,1 4 64-16,-7-1 82 0</inkml:trace>
  <inkml:trace contextRef="#ctx0" brushRef="#br0" timeOffset="211581.53">3197 4066 45 0,'-6'0'149'0,"6"0"12"0,-7 0 13 15,7 0 18-15,-6 0 19 0,6 0 24 0,0 0 24 0,-7 0 17 16,7 0 16-16,-6 4-12 0,6-4-26 0,0 0-12 0,0 0-9 16,0 0-7-16,0 0-4 0,0 0-5 0,0 0-7 0,0 0-14 0,0 0-16 15,0 0-17-15,0 0-18 0,0 0-13 0,0 0-10 0,0 0-1 16,0 0 2-16,0 0-3 0,0 0-2 0,0 0-3 0,0 0 0 0,0 0-1 16,0 0-2-16,0 0 3 0,0 0 1 0,0 0 2 0,0 0 0 15,0 0 0-15,0 0-2 0,0 0-6 0,0 0-9 0,0 0-4 0,0 0-1 16,0 0-1-16,0 0 1 0,0 0 1 0,0 0 0 0,0 0 0 15,0 0-1-15,0 0-1 0,0 0-4 0,0 0-4 0,0 0-4 0,0 0-3 16,0 0-4-16,0 0-5 0,0 0-5 0,0 0-4 0,0 0-19 16,0 0-43-16,6-4 0 0,-6 4 0 0,0-3 0 0,0 3 0 15,0 0 0-15,0 0 0 0,0-4 0 0,7 4 0 0,-7 0 0 0,6-4 0 16,-6 4 0-16,7-3 0 0,-1 3 0 0,1-4 0 0,-1 4 0 16,0-3 0-16,2 3 0 0,-2-4 0 0,7 0 0 0,-6 4 0 0,-1-4 0 15,7 4 0-15,-7-3 0 0,1-1 0 0,6 4 0 0,-7-4 0 16,1 0 0-16,6 4 0 0,-7-3 0 0,1-2 0 0,6 5 0 0,-6-3 0 15,5 0 0-15,-4 3 0 0,4-4 0 0,-5 0 0 0,6 4 0 16,0-3 0-16,-7 3 0 0,8-4 0 0,-2 0 0 0,-5 1 0 0,6 3 0 16,0-4 0-16,0 4 0 0,-6-4 0 0,12 1 0 0,-6 3 0 15,0-4 0-15,0 1 0 0,0 3 0 0,1-4 0 0,-2 0 0 0,1 4 0 16,7-3 0-16,-8-1 0 0,2 4 0 0,5-4 0 0,-6 1 0 16,0 3 0-16,7-4 0 0,-8 0 0 0,8 1 0 0,-7 0 0 0,7-2 0 15,-8 2 0-15,2 3 0 0,6-4 0 0,-7-3 0 0,6 3 0 0,-6 4 0 16,7-4 0-16,-7-2 0 0,7 2 0 0,-8 0 0 0,2 0 0 15,5 4 0-15,-6-3 0 0,0-5 0 0,-1 8 0 0,2-4 0 0,-8 0 0 16,8 0 0-16,-1 4 0 0,-7-3 0 0,7 0 0 0,-6 3 0 16,5-4 0-16,-5 4 0 0,0-4 0 0,-1 4 0 0,7-3 0 0,-7 3 0 15,1 0 0-15,0-4 0 0,-1 4 0 0,0 0 0 0,2-4 0 0,-2 4 0 16,-6-3 0-16,6 3 0 0,1 0 0 0,-1 0 0 0,1 0 0 16,-7-4 0-16,6 4 0 0,1 0 0 0,-7 0 0 0,6 0 0 0,-6 0 0 15,6-4 0-15,-6 4 0 0,0 0 0 0,8 0 0 0,-8 0 0 0,0 0 0 16,0 0 0-16,6 0 0 0,-6-3 0 0,0 3 0 0,0 0 0 15,0 0 0-15,0 0 0 0,0 0 0 0,0 0 0 0,0 3 0 0,0-3 0 16,0 0 0-16,0 0 0 0,0 0 0 0,0 0 0 0,0 0 0 0,0 0 0 16,0 0 0-16,0 0 0 0,0 0 0 0,0 0 0 0,0 0 0 15,0 0 0-15,0 0 0 0,0 0 0 0,0 0 0 0,0 0 0 0,0 0 0 16,-6 0 0-16,6 4 0 0,-8-4 0 0,2 4 0 0,0-4 0 16,-7 3-284-16,6 1-528 0,-6 0-8 0,7-1 11 0,-14 1 23 15,7-4 32-15,0 4 34 0,0-4 38 0,0 3 48 0,0-6 53 0,0 3 66 16,0-4 75-16,0 0 107 0,7 1 312 0</inkml:trace>
  <inkml:trace contextRef="#ctx0" brushRef="#br0" timeOffset="212865.77">1738 3582 0 0,'0'-3'32'16,"0"-1"143"-16,0 0 26 0,7 1 28 0,-7-1 29 0,0 4 28 0,0 0 29 15,0 0 31-15,0 0 34 0,0 0 19 0,0 0 11 0,0 0-4 16,0 0-13-16,0 0-14 0,0 0-14 0,0 0-19 0,0 0-21 0,0 0-24 15,0 0-27-15,0 4-26 0,0-1-29 0,0 1-27 0,0 0-29 0,0 4-29 16,7 2-29-16,-1 1-20 0,-6 4-18 0,6 0-14 0,0 3-13 16,2 0-6-16,4 4-5 0,-5 0-4 0,0 3-1 0,6-2-1 0,-7 2-1 15,7 5-4-15,0-5-3 0,-7-3-3 0,8 8-4 0,-1-5-1 16,-7-3 0-16,7 4 0 0,0-1 0 0,-7-3 1 0,8 5 3 0,-8-6 0 16,7 1 2-16,-6-4 2 0,6 1 1 0,-7-1 1 0,0 1 1 0,8-8 1 15,-8 3 1-15,1-3 3 0,0 0 4 0,-1-4 3 0,1-3 1 16,5 0-1-16,-5 0-1 0,0-1 1 0,-1-3 0 0,7-3 1 0,-6-1 1 15,-1 0 3-15,7-3 0 0,0-4 3 0,-6 0 1 0,5 0 0 0,2-7-4 16,-8 3-2-16,7-7 0 0,0 0-3 0,0 0 1 0,1-4-1 16,-2 1-22-16,2-5-8 0,-2 4 0 0,1-3 0 0,1-4 0 0,-2 4 0 15,8 0 0-15,-7-1 0 0,0 1 0 0,-6 0 0 0,5 0 0 16,2 2 0-16,-8 2 0 0,7 0 0 0,-6 3 0 0,-1 0 0 0,1 3 0 16,-1-3 0-16,0 7 0 0,-6 1 0 0,8-1 0 0,-8 1 0 15,6 3 0-15,-6 0 0 0,0 3 0 0,-6 1 0 0,6 0 0 0,-8 4-28 16,8-1-90-16,-6 0-36 0,0 0-40 0,-1 4-66 0,-6 0-78 15,0 4-77-15,7 0-79 0,-8 3-53 0,2 0-41 0,-2 4-10 0,1 0 2 16,7 4 16-16,-7-1 21 0,6 1 23 0,1 3 23 0,0 0 36 0,-1 1 39 16,7 0 65-16,0-1 79 0</inkml:trace>
  <inkml:trace contextRef="#ctx0" brushRef="#br0" timeOffset="213315.23">2754 3905 0 0,'7'0'16'0,"-7"-4"163"0,0 4 25 16,0 0 26-16,0 0 27 0,0 0 29 0,0 0 31 0,0 0 34 15,0 0 36-15,0 0 27 0,0 0 21 0,0 4-4 0,0-4-18 0,-7 0-18 16,7 0-17-16,0 4-19 0,0-4-21 0,0 0-21 0,0 3-22 0,0 1-21 15,0 0-21-15,0 4-27 0,7-2-30 0,-7 2-30 0,0 3-31 16,0 3-22-16,7-3-17 0,-7 7-14 0,0-4-10 0,0 6-7 16,6-2-3-16,-6 0-7 0,0 1-6 0,0-1-12 0,0 0-14 0,6-4-21 15,-6 5-24-15,0-5-28 0,0 2-30 0,0-5-39 0,0-1-41 0,0 5-70 16,0-7-84-16,0 2-93 0,-6-2-98 0,6 3-49 0,0-8-24 16,0 5-7-16,-6-1-1 0,6-4 11 0,-7 1 14 0,7-4 22 0,0 0 25 15,0 0 35-15,-7 0 40 0,7 0 69 0,0 0 129 0</inkml:trace>
  <inkml:trace contextRef="#ctx0" brushRef="#br0" timeOffset="-212114.93">2715 6550 99 0,'-6'-4'152'15,"6"4"9"-15,-6-3 10 0,6 3 16 0,-7 0 15 0,0 0 18 0,7 0 20 16,-6 3 9-16,6-3 7 0,0 0-17 0,-7 0-29 0,7 0-18 16,0 4-11-16,0-4-4 0,-6 0-3 0,6 4-6 0,0-4-8 0,-7 3-10 15,7-3-12-15,0 4-13 0,-7 0-14 0,7 3-14 0,-6-4-11 0,6 5-3 16,-6-1 0-16,6 0 6 0,0 1 8 0,-6 3 9 0,6-4 9 16,-8 4 4-16,8 0 3 0,0 0 0 0,-6 0-3 0,6 0-5 0,0 0-4 15,-6 0-4-15,6 0-3 0,0 5-9 0,0-6-11 0,0 5-13 16,0-4-16-16,0 0-16 0,0 3-14 0,6-3-10 0,-6 0-5 0,6 0-4 15,-6 4-2-15,8-4-1 0,-8-4 2 0,6 4-3 0,0-4 0 16,0 5-2-16,1-6 1 0,0 2-2 0,-1 0 0 0,1-1 0 16,6 0 1-16,-6-3-1 0,-1 3 0 0,6-4 0 0,-4 1 1 0,4 4 1 15,-5-5 0-15,6-3 1 0,-6 4 0 0,-1 0 1 0,6-4 0 0,-4 3 0 16,4-3 0-16,-5 0-1 0,0 4 0 0,-1-4 1 0,1-4 0 16,-1 4 1-16,0 0-1 0,1-3 0 0,0 3 2 0,-1-4 0 0,0 0 0 15,1 1 2-15,0-1-1 0,-1-4 2 0,1 5 2 0,-1-8 1 16,1 4 2-16,0-4 3 0,-1 4 1 0,0-4 2 0,0-4 0 0,2 4 1 15,-2-4 0-15,0 0 2 0,1 1 0 0,-1-1 3 0,1 0 3 16,0 1 3-16,-1-1 1 0,-6 0 4 0,6 2 1 0,0 1 3 0,-6-3 2 16,0 0 2-16,8 5 2 0,-8-1 3 0,0-4 1 0,0 4 1 15,0 0 1-15,0 0-1 0,0-4-4 0,-8 4-2 0,8 0-3 0,0-3-3 16,-6 3-5-16,6-4-3 0,-6 4-4 0,6 0-3 0,-6-4-5 0,-1 4-2 16,0 1-5-16,1-5-1 0,6 3-2 0,-7 2-2 0,-5-1 0 15,4 3-2-15,2-3-3 0,-6 0-3 0,5 0-6 0,-6 4-8 16,0 0-9-16,6 0-12 0,-6-1-13 0,0 1-16 0,0 3-18 0,0 1-36 15,0-1-47-15,6 0-69 0,-5 1-79 0,-2 3-70 0,2 3-65 16,-2-3-38-16,8 8-21 0,-7-5-7 0,-1 5 2 0,8-1 8 0,0 0 11 16,0 4 15-16,6-4 17 0,0 1 37 0,0-1 46 0,0 0 68 15,0-3 151-15</inkml:trace>
  <inkml:trace contextRef="#ctx0" brushRef="#br0" timeOffset="-211397.72">4285 3953 0 0,'0'-4'74'0,"0"0"74"0,0 4 10 16,0 0 12-16,0 0 10 0,0 0 14 0,0 0 15 0,0 4 15 16,0-4 15-16,0 0-5 0,0 4-18 0,0-4-16 0,0 3-17 0,-7-3-13 15,7 4-11-15,0 0-10 0,0 3-9 0,0 0-11 0,0 0-11 0,0 4-13 16,0 0-15-16,-6 0-19 0,6 4-22 0,0 0-28 0,0 3-33 16,0-3-32-16,-6-1-30 0,6 5-27 0,0-1-25 0,0-3-21 15,0 3-20-15,0-3-18 0,6 3-17 0,-6 0-18 0,0-3-19 0,6 0-14 16,-6 3-14-16,7-4 4 0,-1 1 13 0,-6 3 18 0,7-3 21 15,0 0 22-15,-1 0 20 0,0-1 20 0,1 1 19 0</inkml:trace>
  <inkml:trace contextRef="#ctx0" brushRef="#br0" timeOffset="-211265.35">4363 4495 0 0,'7'18'8'0,"-7"-3"101"0,6-1 14 0,-6 5 14 0,0-5 12 0,6 1 13 15,-6 4 11-15,0-5 2 0,0 1 1 0,0-1-4 0,0 1-7 16,0 0-5-16,0-4-7 0,0 3-9 0,0 1-11 0,0 3-12 16,0-7-14-16,0 4-11 0,0 0-14 0,0-1-13 0,0 1-14 0,-6-1-16 15,6 1-20-15,0 0-23 0,0-4-24 0,0 4-21 0,0-1-24 16,0 1-18-16,0-4-17 0,0 3-15 0,6 1-16 0,-6 0-14 0,0-4-14 15,0 3-12-15,8 1-10 0,-8-4-6 0,0 0-4 0,6 4 6 16,-6-4 10-16,0 0 13 0,0-4 16 0,6 4 16 0,-6 0 14 16</inkml:trace>
  <inkml:trace contextRef="#ctx0" brushRef="#br0" timeOffset="-211097.69">4402 5286 39 0,'0'15'97'0,"0"-5"7"0,0 6 6 0,0-2 7 0,0 1 5 0,0-1-4 15,0 1-8-15,0-4-10 0,0 4-9 0,0-5-8 0,0 5-9 16,0-3-7-16,0-1-8 0,7-1-8 0,-7-2-7 0,0 3-9 15,0-4-6-15,0 4-6 0,0-4-6 0,0 4-11 0,6-3-15 16,-6 2-16-16,0-2-19 0,0-1-22 0,0 0-23 0,0 4-19 0,0-3-17 16,0-1-8-16,0 4-3 0,0-3-2 0,0-1-1 0,0 4 0 15,0-4 0-15,0 1 6 0,0-1 60 0</inkml:trace>
  <inkml:trace contextRef="#ctx0" brushRef="#br0" timeOffset="-210948.37">4447 5806 18 0,'-6'11'98'0,"6"-3"5"0,0 3 7 0,0-1 5 0,0 1 8 15,-6 0-1-15,6-3-6 0,0 3-10 0,-7 0-13 0,7-4-11 0,0 4-9 16,0-3-9-16,-6-1-9 0,6 0-9 0,0 1-6 0,0-1-8 16,0 0-6-16,0 0-6 0,0 1-9 0,0-1-7 0,0-3-7 0,0 3-11 15,0 0-14-15,0-3-15 0,0 3-15 0,0-3-15 0,0 3-17 16,0 1-15-16,0-1-12 0,0-3-8 0,6 3-4 0,-6 1-4 16,0-5 0-16,0 5 2 0,0-1 3 0,7-4 9 0,-7 5 91 0</inkml:trace>
  <inkml:trace contextRef="#ctx0" brushRef="#br0" timeOffset="-210798.08">4461 6176 24 0,'0'8'85'0,"0"-1"6"0,0 0 5 0,0-3 3 0,-6 3 0 0,6 1-5 16,0-5-6-16,0 5-8 0,0-1-6 0,0-3-6 0,0 3-5 15,0-3-6-15,-8-1-6 0,8 1-6 0,0 0-5 0,0-1-6 16,0 1-5-16,0-4-7 0,0 3-5 0,0-3-10 0,0 0-11 0,0 0-15 16,0 0-15-16,0 0-17 0,0 0-18 0,0 0-18 0,0 0-19 15,0 0-10-15,0 0-4 0,0 0-3 0,0 0-1 0,0 0 1 16,0 0 0-16,0 0 7 0,0 0 68 0</inkml:trace>
  <inkml:trace contextRef="#ctx0" brushRef="#br0" timeOffset="-209014.54">5529 3733 0 0,'0'0'59'0,"0"0"91"15,0 0 10-15,0 0 12 0,0 4 12 0,-7-4 14 0,7 0 13 0,0 0 14 16,0 0 13-16,0 0-7 0,0 0-17 0,0 3-22 0,0-3-22 16,0 0-19-16,0 0-14 0,0 3-13 0,0-3-10 0,0 5-12 0,0-2-12 15,0 1-13-15,0 0-14 0,0-1-15 0,7 5-13 0,-7-1-17 16,0 0-16-16,0 0-21 0,7 1-23 0,-7-1-19 0,0 4-18 0,6-4-18 15,-6 1-17-15,0 3-18 0,6-4-17 0,-6 0-16 0,0 4-16 16,0-4-12-16,0 1-13 0,0 4-3 0,0-6 0 0,0 2 10 16,7 3 16-16,-7-3 16 0,0 2 17 0,0-3 18 0,0 4 18 0,0-3 24 15,0 2 27-15,0-2 27 0,0 3 27 0,0-4 28 0,0 3 23 0,0-2 23 16,0 4 19-16,0-1 18 0,0-4 16 0,0 4 15 16,0 0 14-16,0-3 14 0,0 2 15 0,0 1 7 0,0 0 7 0,0 0 3 15,-7 0 1-15,7 0-1 0,0 0-6 0,0 3-7 0,0-2-8 0,0-1-12 16,0 3-14-16,0-3-13 0,0 4-14 0,0-4-14 0,-6 4-15 15,6-4-16-15,0 3-17 0,0-3-19 0,0 4-22 0,0-5-24 16,0 6-27-16,0-5-26 0,0 0-24 0,0 3-24 0,6-3-20 0,-6 0-22 16,0 0-20-16,0 4-18 0,0-4-17 0,0 0-15 0,0 0-14 15,0 4-8-15,0-4-7 0,7 0 5 0,-7 4 7 0,0-5 14 16,7 1 17-16,-7 1 19 0,6-2 19 0,0 1 25 0,-6 0 27 0,7 3 31 16,-1-3 30-16,-6 1 30 0,7 1 32 0,-7-1 27 0,7 3 27 15,-7-4 27-15,6 4 26 0,-6 0 23 0,0-5 21 0,0 5 18 0,0-1 16 16,0 1 11-16,0-4 9 0,0 4 2 0,-6 0-1 0,6-1-5 15,0-3-5-15,-7 4-8 0,7-4-11 0,0 3-13 0,-7 1-14 0,7-4-17 16,-6 3-16-16,6-2-18 0,-7 3-15 0,7-1-22 0,0-3-23 16,0 0-28-16,-6 4-28 0,6-8-30 0,0 4-29 0,0 0-25 15,0-4-21-15,0 4-18 0,0-3-16 0,0-1-12 0,0 4-10 0,6-4-8 16,-6 1-7-16,0-1-2 0,0 0 0 0,7 1 7 0,-7-1 9 16,6 0 13-16,-6 1 15 0,7 3 14 0,-7-4 18 0,0 0 13 0,7 0 15 15,-7 1 12-15,0 0 12 0,6 2 9 0,-6-3 8 0,0 1 7 16,0 3 7-16,0-4 8 0,0 1 8 0,0-1 7 0,-6 4 11 15,6-4 6-15,0 1 4 0,0 2 5 0,0-2 3 0,-7-1 2 0,7 4 2 16,0-4 2-16,0 4 0 0,-7 1 3 0,7-5 3 0,0 3 3 16,-6 2 1-16,6-5 1 0,0 4-1 0,0 0-1 0,-7 0 1 0,7 0 1 15,0-4 2-15,0 4 3 0,0 0 3 0,0 0 7 0,0-4 5 16,0 4 4-16,0-3 4 0,0 3 1 0,0-3 1 0,0-1 0 0,0 4-1 16,0-4-2-16,0 0-4 0,0 1-3 0,0-1-5 0,0-3-6 15,0 3-5-15,0 0-8 0,0-3-9 0,0 3-11 0,0-3-14 0,0 3-23 16,0-3-27-16,0 3-36 0,0-3-38 0,0-1-24 0,0 1-14 15,0 0-8-15,0-1-4 0,0 5-2 0,7-8-1 0,-7 3 1 16,0 1 0-16,6 4 5 0,-6-5 7 0</inkml:trace>
  <inkml:trace contextRef="#ctx0" brushRef="#br0" timeOffset="-208864.86">5594 5814 74 0,'0'11'162'0,"-7"0"11"16,7-1 12-16,-6-2 12 0,6 3 12 0,-7-4 10 0,7 0 11 15,0 1 8-15,0-4 8 0,-6 3-28 0,6-3-44 0,0-1-31 16,0 5-23-16,0-5-16 0,0 1-10 0,0 0-13 0,0-1-11 0,0-3-15 15,0 4-16-15,0-4-24 0,6 4-27 0,-6-1-33 0,0-3-34 0,0 0-42 16,0 0-43-16,0 0-35 0,0 0-29 0,0 0-13 0,0 0-8 16,-6-7-3-16,6 0 0 0,0-1 0 0,0 1 5 0,-6 0 11 15,6-8 19-15,0 4 24 0,0-4 134 0</inkml:trace>
  <inkml:trace contextRef="#ctx0" brushRef="#br0" timeOffset="-207648.6">5562 3748 0 0,'0'0'52'0,"0"0"40"16,0 0 8-16,0 0 9 0,0 0 8 0,6 0 1 0,-6 0-5 0,0 0 0 15,0 0 3-15,0 0 4 0,0 0 9 0,0 0 8 0,0 0 7 16,0 0 8-16,0 0 7 0,0 0 7 0,0 0 4 0,0 0 3 16,0 0 2-16,0 0 0 0,0 0-1 0,0 0-3 0,0 0-3 0,0 0-2 15,0 0-2-15,0 0 11 0,6 0 17 0,-6 3 14 0,0-3 11 0,7 0 5 16,-1 0-3-16,1 0-2 0,0 0-7 0,-1-3-4 0,0 3-3 15,2 0-1-15,-2 0-2 0,0 0-4 0,0 0-6 0,1 0-21 16,0 0-26-16,-1-5-27 0,7 5-26 0,-7 0-15 0,2 0-12 0,-2 0-5 16,0 0-2-16,0 0 0 0,1 0-1 0,0 0 0 0,-1 0-1 15,1 0-1-15,-1 0 0 0,0 5-1 0,2-5-2 0,-2 0-1 0,0 0-1 16,0 0 0-16,2 0-2 0,-2 0-1 0,0 3-3 0,1-3-5 16,-1 0-5-16,8 0-4 0,-14 0-2 0,12 0-2 0,-5 0-2 0,0 0 2 15,-1 0 2-15,0 0 4 0,1 0 3 0,6 0 4 0,-6 0 2 16,5 0-10-16,2 0-29 0,-8 0 0 0,7 0 0 0,0 0 0 15,-6 0 0-15,5 0 0 0,2 0 0 0,-2 0 0 0,-4 0 0 0,4 0 0 16,1-3 0-16,-6 3 0 0,6 0 0 0,-1 0 0 0,2-5 0 16,-8 5 0-16,8-3 0 0,-1 3 0 0,-7 0 0 0,7-3 0 0,-6 3 0 15,5 0 0-15,-5 0 0 0,0-4 0 0,6 4 0 0,-7 0 0 16,0-4 0-16,1 4 0 0,0 0 0 0,-1 0 0 0,0-4 0 0,2 4 0 16,-2 0 0-16,0 0 0 0,-6 0 0 0,7-3 0 0,-7 3 0 15,6 0 0-15,1 0 0 0,-7 0 0 0,6 0 0 0,1 0 0 16,-7 0 0-16,6 0 0 0,0-4 0 0,-6 4 0 0,8 0 0 0,-2 0 0 15,-6 0 0-15,6 0 0 0,1 0 0 0,-7-4 0 0,6 4 0 16,-6 0 0-16,7 0 0 0,0 0 0 0,-1 0 0 0,-6-4 0 0,6 4 0 16,1 0 0-16,0 0 0 0,-7 0 0 0,6 0 0 0,0-3 0 15,1 3 0-15,0 0 0 0,-1-4 0 0,7 4 0 0,-7 0 0 0,1 0 0 16,0-3 0-16,-1 3 0 0,0 0 0 0,2-4 0 0,-2 4 0 16,0 0 0-16,1 0 0 0,-1-4 0 0,1 4 0 0,-1 0 0 15,1-3 0-15,-7 3 0 0,6 0 0 0,8-4 0 0,-14 4 0 0,6 0 0 16,7 0 0-16,-7-4 0 0,1 4 0 0,-1 0 0 0,1-4 0 15,-1 4 0-15,1 0 0 0,0 0 0 0,-1-3 0 0,0 3 0 0,1 0 0 16,0 0 0-16,-7 0 0 0,6 0 0 0,-6 0 0 0,6-4 0 0,-6 4 0 16,7 0 0-16,-7 0 0 0,0 0 0 0,0 0 0 0,6 0 0 15,-6 0 0-15,0 0 0 0,0 0 0 0,0 0 0 0,0 0 0 16,0 0 0-16,0 0 0 0,0 0 0 0,0 0 0 0,0 0 0 16,0 0 0-16,0 0 0 0,0 0 0 0,0 0 0 0,0 0 0 0,0 0 0 15,-6-3 0-15,6 3 0 0,-13 0 0 0,7 0 0 0,-1 3 0 0,-6-3-291 16,0 4-386-16,0-4-44 0,0 3-13 0,0 5 5 0,0-4 15 15,-7 3 22-15,7 0 23 0,7 0 35 0,-7 1 40 0,6-1 47 16,-5 1 51-16,12-1 85 0,-8 1 129 0</inkml:trace>
  <inkml:trace contextRef="#ctx0" brushRef="#br0" timeOffset="-206514.88">6688 3802 66 0,'0'0'183'0,"-6"0"16"0,6 0 13 0,0 0 17 0,-7 0 16 16,7 0 18-16,0 0 17 0,0 0 18 0,-6 0 17 0,6 0-9 15,0 4-24-15,0-4-22 0,0 0-23 0,0 0-14 0,0 0-12 0,0 0-11 16,0 0-11-16,0 4-15 0,0-4-16 0,0 0-16 0,0 3-19 15,0-3-16-15,0 4-17 0,0 0-18 0,0-1-19 0,0 5-22 0,0-5-23 16,0 5-25-16,0-5-24 0,0 5-24 0,0-2-26 0,0 2-28 16,0 4-27-16,0-5-24 0,0 1-25 0,0 2-20 0,0-3-19 0,0 4-16 15,0-3-12-15,0 3-3 0,6 0 1 0,-6-4 11 0,0 4 14 16,0 0 19-16,0 0 21 0,0 0 24 0,7-5 29 0,-7 6 24 16,0-4 23-16,0 3 21 0,6-4 19 0,-6 0 16 0,0 4 14 0,0-3 16 15,0-1 14-15,6 0 15 0,-6-3 14 0,0 3 15 0,0 0 15 16,0 1 14-16,0-1 14 0,0 0 13 0,0 0 14 0,0 1 12 15,0-4 11-15,0 3 10 0,0 1 8 0,0-2 2 0,0 2-1 0,0 0-8 16,0-1-10-16,0 4-13 0,0-4-14 0,-6 4-14 0,6-3-15 0,0 2-15 16,0-2-14-16,0 3-20 0,-6-4-22 0,6 4-28 0,0-4-28 15,0 4-28-15,-7-4-28 0,7 4-24 0,0 1-18 0,0-5-18 16,0 4-15-16,0-4-15 0,0 4-15 0,0 0-12 0,0-3-11 0,7 3-1 16,-7-4 7-16,0 4 14 0,6 0 17 0,-6 0 22 0,6 0 25 15,2-4 25-15,-8 4 24 0,6-1 24 0,-6 6 25 0,6-5 22 0,-6 0 24 16,6 0 21-16,-6 3 20 0,7-3 16 0,-7 4 13 0,0 0 11 15,7-5 8-15,-7 6 8 0,0-2 7 0,0-3 2 0,0 4 0 0,0-4-4 16,6 3-8-16,-6-3-6 0,0 4-9 0,0-4-6 0,0 0-9 16,0 0-8-16,0 0-8 0,0-1-8 0,7 2-7 0,-7-1-8 15,0 0-8-15,0 0-8 0,0 0-4 0,0 0-5 0,0 0 0 0,0 0-2 16,6 0-1-16,-6 0-5 0,0 0-6 0,0 0-5 0,0-4-7 16,6 4-5-16,-6 0-3 0,0-3-3 0,0 3-1 0,0-4 0 15,0 0 1-15,0 4 1 0,8-4-2 0,-8 1 1 0,0-1 1 0,0 0 5 16,0 1 6-16,0-5 5 0,0 5 8 0,0-1 4 0,0 0 5 15,6 1 1-15,-6-4 3 0,0 2 1 0,0 2-2 0,0-1 1 0,0-3 0 16,0 7 0-16,0-7 0 0,0 3 1 0,0 0 0 0,0 1 4 16,0-1 4-16,0 0 6 0,0 1 5 0,0-1 5 0,0 0 5 0,-6 4 5 15,6-4 7-15,0 1 5 0,0-1 5 0,0 0 2 0,0 1 2 16,0-1 0-16,0 1 0 0,0-1-3 0,0 0-3 0,0 1-5 16,0-1-6-16,-8 0-5 0,8 1-6 0,0-1-6 0,0 0-6 0,0-3-7 15,0 3-5-15,0 0-6 0,0 1-6 0,0-1-11 0,0 0-11 0,0 1-12 16,0-1-13-16,0 0-13 0,0 0-12 0,0 1-11 0,0 0-10 15,0-1-8-15,0 0-6 0,0 0-2 0,0 1-1 0,0-1 1 16,0 0 5-16,0 1 9 0,8-1 10 0,-8 0 11 0,0 1 12 0,0-1 13 16,0 0 13-16,0 0 14 0,0 1 14 0,6-1 11 0,-6 1 13 15,0-1 9-15,0 1 8 0,0-1 6 0,0 0 8 0,0 4 7 16,0-4 4-16,0 1 6 0,0 3 4 0,0-4 3 0,-6 4 2 0,6-4 1 16,0 4 0-16,0-4-1 0,0 4-2 0,0-3-3 0,0 3-6 0,0 0-6 15,0-4-6-15,0 4-7 0,0-3-5 0,0 3-6 0,0-4-4 16,0 0-7-16,0 0-8 0,0 1-16 0,0-1-16 0,0 0-22 15,0 1-27-15,6-5-22 0,-6 5-21 0,0-5-11 0,0 5-6 16,0-5-2-16,0 5-1 0,6-5 0 0,-6 1 0 0,7 0 4 0,-7 3 5 16</inkml:trace>
  <inkml:trace contextRef="#ctx0" brushRef="#br0" timeOffset="-206348.1">6805 5814 88 0,'0'3'107'0,"-6"1"2"0,6 0 4 15,0-1 1-15,0 1 1 0,0 0 0 0,0-1-1 0,0 1-21 16,0-4-28-16,0 3-20 0,0 1-15 0,0 0-10 0,0-1-5 15,0 1-11-15,0 0-16 0,0-4-15 0,0 3-17 0,0-3-22 0,0 4-23 16,0 3-13-16,0-7-6 0,0 4-4 0,0 0-2 0,0 0-1 16,6-1 2-16,-6 1-1 0,0 0 1 0</inkml:trace>
  <inkml:trace contextRef="#ctx0" brushRef="#br0" timeOffset="-206131.03">6818 5942 0 0,'0'4'19'0,"0"-1"88"0,0 1 10 0,0-1 7 15,0-3 9-15,0 4 8 0,0 0 7 0,0-1-1 0,0-3-6 0,0 4-13 16,-6 0-13-16,6-4-12 0,0 3-9 0,0-3-9 0,0 4-8 15,0-4-7-15,0 4-8 0,0-1-7 0,6-3-8 0,-6 4-7 16,0 0-5-16,0-4-7 0,0 3-3 0,0 1-4 0,0 0-4 0,0-1-2 16,0 1-2-16,0 0-3 0,0-1 0 0,0 1-2 0,0 0 0 15,0 0-2-15,0-1 1 0,0 1-2 0,0 0-2 0,0-1 1 0,0 0-2 16,-6 2 0-16,6-2-2 0,0 1-1 0,0 0 0 0,0-1 1 16,0 1 0-16,0-1-1 0,0 1 0 0,0 0 0 0,0-1 0 15,0 1-1-15,0 0 0 0,0-1-2 0,0 1-1 0,0-4-6 0,0 4-8 16,0-4-10-16,0 0-13 0,0 0-17 0,0 3-21 0,0-3-31 15,0 0-37-15,0 0-19 0,0 0-8 0,0 0-5 0,0-3-2 0,0-1 0 16,0-3 1-16,0-1 5 0,0 1 8 0,0-4 11 0,6 0 71 16</inkml:trace>
  <inkml:trace contextRef="#ctx0" brushRef="#br0" timeOffset="-204798.18">7828 3645 153 0,'0'0'177'0,"0"4"15"0,0-4 13 0,0 3 14 16,0-3 18-16,-7 4 19 0,7-4 20 0,0 0 11 0,0 0 9 0,0 4 1 15,0-4-3-15,0 0 2 0,0 0 4 0,0 3 7 0,0-3 9 0,7 0 3 16,-7 4 1-16,6-4-3 0,-6 3-5 0,7-3-10 0,-7 0-9 15,7 4-11-15,-1-4-13 0,0 0-20 0,-6 3-20 0,7-3-24 16,0 0-22-16,-1 4-18 0,0-4-18 0,1 0-13 0,0 4-9 0,-1-4-7 16,1 0-9-16,5 4-104 0,-4-4-5 0,-2 0 0 0,0 3 0 15,7-3 0-15,-6 0 0 0,-1 0 0 0,7 0 0 0,-7 0 0 0,8 4 0 16,-2-4 0-16,-4 0 0 0,4 0 0 0,1 0 0 0,1 0 0 16,-2 0 0-16,2 0 0 0,-2 0 0 0,-5 0 0 0,6 0 0 0,6 0 0 15,-5 0 0-15,-2 0 0 0,2 0 0 0,-1-4 0 0,-1 4 0 16,8 0 0-16,-6 0 0 0,-2 0 0 0,1 0 0 0,1-3 0 15,-2 3 0-15,-6 0 0 0,8-4 0 0,-8 4 0 0,7 0 0 0,-6 0 0 16,0 0 0-16,5 0 0 0,-5-4 0 0,0 4 0 0,-1 0 0 0,0 0 0 16,-6-4 0-16,7 4 0 0,0 0 0 0,-1 0 0 0,-6-3 0 0,7 3 0 15,-7 0 0-15,6 0 0 0,0-4 0 0,-6 4 0 0,7 0 0 16,-7 0 0-16,7 0 0 0,-1 0 0 0,-6-3 0 0,6 3 0 16,-6 0 0-16,0 0 0 0,7 0 0 0,-7 0 0 0,7 0 0 0,-7-4 0 15,0 4 0-15,0 0 0 0,6 0 0 0,-6 0 0 0,0 0 0 0,0 0 0 16,0 0 0-16,0 0 0 0,0 0 0 0,0 0 0 0,0 0 0 0,7 0 0 15,-7 0 0-15,0 0 0 0,6 0 0 0,-6 0 0 0,0 0 0 16,7 0 0-16,-7 0 0 0,0 0 0 0,6 0 0 0,-6 0 0 0,0 0 0 16,0 0 0-16,0 0 0 0,7 0 0 0,-7 0 0 0,0 0 0 15,0 0 0-15,0 0 0 0,0 0 0 0,0 0 0 0,0 0 0 0,0 0 0 16,0 0 0-16,0 0 0 0,0 4 0 0,0-4-234 0,-7 0-471 0,1 3-30 16,6-3-5-16,-7 4 14 0,1-4 22 0,-1 3 25 0,7 1 28 15,-6 0 31-15,-1-4 36 0,7 7 43 0,-7-3 46 0,7 0 77 16,0-4 91-16</inkml:trace>
  <inkml:trace contextRef="#ctx0" brushRef="#br0" timeOffset="-204064.75">7698 3759 0 0,'0'3'65'0,"6"-3"48"16,-6 4 8-16,0-4 8 0,6 4 11 0,-6-1 13 0,0-3 12 0,0 4 5 15,0-1 0-15,0 1-9 0,0 0-15 0,0-1-13 0,0 1-10 16,0 0-8-16,0-1-4 0,0 1-7 0,0 3-8 0,0-3-9 16,0 3-11-16,-6-3-12 0,6 3-14 0,0 1-14 0,0-1-12 0,0 0-16 15,0 0-19-15,0 1-21 0,0 3-25 0,0-3-27 0,0-1-28 16,-6 0-33-16,6 4-35 0,0-4-19 0,0 1-8 0,0 3-5 16,0 0-1-16,0-4 0 0,0 4 0 0,0 0 7 0,0 0 9 0,0 0 17 15,0 0 81-15</inkml:trace>
  <inkml:trace contextRef="#ctx0" brushRef="#br0" timeOffset="-203897.83">7736 4264 0 0,'0'14'83'16,"-6"1"51"-16,6-3 8 0,0 1 10 0,0-1 10 0,-6 3 9 0,6-4 8 15,0 0 6-15,0 0 3 0,0 0-23 0,-6-4-36 0,6 8-25 16,0-5-17-16,0-2-13 0,0 3-7 0,0 0-10 0,0 0-11 0,0 0-15 16,0 0-17-16,-8 0-24 0,8 3-23 0,0-3-25 0,0 0-23 15,0 0-24-15,0 4-27 0,0-4-20 0,0 0-19 0,0 0-11 0,0 0-4 16,0 0-2-16,0 0 0 0,0 0 5 0,8 0 8 0,-8 0 13 15,0 0 16-15</inkml:trace>
  <inkml:trace contextRef="#ctx0" brushRef="#br0" timeOffset="-203681.17">7718 4832 71 0,'-8'14'101'0,"8"1"7"0,-6 0 8 0,6 3 9 0,-6-3 10 0,6 3 2 16,-7 0 0-16,7 1-6 0,-6-1-8 0,6 0-4 0,-7 1-4 16,7-1-1-16,0 0-2 0,-7-3-4 0,7 3-5 0,-6 1-7 15,6-5-8-15,0 1-7 0,0-1-10 0,0 1-12 0,0 0-12 0,0 0-8 16,0-4-9-16,0 3-7 0,6-3-7 0,-6 0-6 0,0 0-8 0,0 4-4 15,0-4-4-15,7 0-6 0,-7 0-11 0,0-1-10 0,7 2-10 16,-7-5-7-16,0 4-4 0,0 0-5 0,0 0-7 0,0 0-7 16,6 0-5-16,-6 0-6 0,0 0-7 0,0 0-4 0,0 0-1 0,0 0 5 15,0 0 7-15,0 0 7 0,0 0 7 0,0 0 2 0,7 0 2 16,-7 0 1-16,0 0 3 0,0 0 4 0,0 3 6 0,0-3 2 16,0 0 3-16,0 4-6 0,0-4-7 0,0 4-11 0,0 0-11 0,0-4-5 15,0 3-1-15,0 1 1 0,0-4 4 0,0 3 5 0,0 1 5 16</inkml:trace>
  <inkml:trace contextRef="#ctx0" brushRef="#br0" timeOffset="-203498.63">7691 5799 0 0,'0'11'35'0,"0"-4"50"16,0 1 5-16,-6-1 4 0,6 0 1 0,0 0-3 0,0-3-2 0,0 3-5 16,0 1-7-16,0-5-7 0,0 1-7 0,0 3-6 0,0-3-7 15,0 0-4-15,0 0-5 0,0 3-6 0,0-3-4 0,0-1-4 16,0 1-3-16,0 0-4 0,0 3-3 0,0-3-3 0,0-1-4 0,6 1-1 16,-6 3-2-16,0-3-2 0,0 0-2 0,0 3-2 0,0-4-1 15,0 5 0-15,0-5-1 0,0 5 1 0,7-5-1 0,-7 5 1 0,0-5 0 16,0 5-1-16,0-5 1 0,0 1 0 0,0 3-1 0,0-3 0 15,0 0 1-15,0-1-4 0,0 1-2 0,0 0-11 0,0-4-13 0,0 0-22 16,0 0-24-16,0 0-19 0,0 0-16 0,0 0-6 0,0 0-4 16,0 0-2-16,0 0-2 0,0 0 1 0,0 0-1 0,0 0 2 15,0-4 55-15</inkml:trace>
  <inkml:trace contextRef="#ctx0" brushRef="#br0" timeOffset="-202931.29">8661 3733 0 0,'0'0'85'0,"0"0"76"0,0 0 13 0,0 0 16 0,0 0 20 15,7 0 21-15,-7 4 21 0,0-4 22 0,0 0 20 0,0 0-2 16,0 0-12-16,0 0-11 0,7 3-10 0,-7-3-5 0,0 3-4 0,0-3-2 16,6 5-3-16,-6-2-7 0,0 1-8 0,6 0-16 0,-6 3-18 15,0-3-20-15,0 3-20 0,0 0-28 0,7-3-27 0,-7 3-49 16,0 4-59-16,0-4-73 0,0 4-78 0,-7 0-71 0,7 0-65 0,0 0-56 16,0 0-50-16,-6 4-26 0,6-3-12 0,0 2-7 0,-6 0-2 15,6 5 7-15,0-5 12 0,0 1 31 0,-7 3 40 0,7 0 56 16,7-3 64-16</inkml:trace>
  <inkml:trace contextRef="#ctx0" brushRef="#br0" timeOffset="-202415.19">8675 4345 78 0,'-7'14'182'0,"7"5"17"0,-7-5 15 0,7 5 18 15,-6-5 18-15,6 4 16 0,-6-3 18 0,6-5 13 0,0 6 14 0,0-5-20 16,0 3-34-16,0-3-31 0,0 0-28 0,0 0-19 0,6 0-17 16,-6-3-15-16,0 3-14 0,6-4-18 0,-6 4-16 0,0-3-18 15,0 3-17-15,7-4-20 0,-7 4-21 0,0-4-25 0,7 4-25 0,-7 0-32 16,0 0-33-16,0-4-28 0,0 8-27 0,0-4-21 0,-7 0-19 15,7 3-15-15,0-3-12 0,0 4-6 0,-7-4-3 0,7 4 4 16,0 0 7-16,-6-1 16 0,6 1 16 0,-6 0 28 0,6-1 31 0,0 1 34 16,-7 0 33-16,7-1 35 0,0 5 34 0,-7-5 29 0,7 4 27 15,0 1 26-15,-6-5 21 0,6 5 18 0,0-5 18 0,-7 1 14 0,7 0 13 16,0-1 9-16,0 1 5 0,0-4 2 0,-6 4-2 0,6-4-5 16,0-1-8-16,0 1-10 0,0-3-15 0,0 3-16 0,0-4-17 0,0 4-16 15,0-3-16-15,0-1-13 0,0 0-14 0,6 1-10 0,-6-1-11 16,0 0-8-16,0 1-9 0,0-1-8 0,0 0-7 0,0-3-5 0,0 3-3 15,0 0-5-15,0 1-5 0,0-1-10 0,7 0-12 0,-7 1-14 16,0-1-15-16,0-3-19 0,0 3-18 0,0 0-21 0,0 0-21 0,0-2-19 16,6 2-17-16,-6 0-14 0,0-3-13 0,0 3-6 0,0 0-5 15,7-3 5-15,-7 3 9 0,0-3 13 0,0 3 15 0,7 1 19 16,-7-1 18-16,0 0 21 0,0 1 22 0,0-1 18 0,0 0 18 0,6 0 16 16,-6 4 18-16,0-3 16 0,0 3 18 0,0 0 15 0,0-4 16 15,0 4 14-15,6 0 15 0,-6 0 15 0,0 0 15 0,0 0 14 0,0 0 14 16,0 0 13-16,0 0 14 0,0 0 7 0,7 0 8 0,-7 0 5 15,0-3 1-15,0 3 2 0,0 0-1 0,0-4-1 0,0 4-1 16,0-4 3-16,0 4 4 0,0-4-2 0,0 1-7 0,7-1-9 0,-7 0-13 16,0 1-10-16,0-5-9 0,0 5-13 0,0-1-12 0,0-3-12 15,0 3-14-15,0-3-19 0,0-1-21 0,0 1-31 0,0-1-38 0,0 2-36 16,0-2-34-16,0 0-37 0,0 2-35 0,0-5-40 0,0 3-41 16,0 1-35-16,0 0-29 0,0-1-25 0,-7 1-21 0,7-1-17 0,0 1-14 15,0 0-6-15,0 3-3 0,0-3 13 0,-7 3 24 0,7-3 29 16,0 3 33-16,0-3 38 0,0 3 42 0,0-3 33 0,0 3 30 15</inkml:trace>
  <inkml:trace contextRef="#ctx0" brushRef="#br0" timeOffset="-202231">8661 5905 27 0,'0'8'143'0,"0"3"20"16,-6-4 20-16,6 4 22 0,0-4 21 0,0 4 24 0,0-4 23 0,-6 1 14 15,6 3 9-15,0-4-2 0,0 0-7 0,0 1-4 0,0-1-5 16,0 0 1-16,0 1 3 0,0-4-5 0,0 3-7 0,0-3-15 0,0-1-18 16,0 0-20-16,0 2-25 0,0-2-20 0,0 1-19 0,0-4-21 15,6 4-19-15,-6-1-18 0,0-3-15 0,0 4-20 0,0-4-20 0,6 3-14 16,-6-3-13-16,0 4-9 0,0-4-6 0,0 4-11 0,0-4-9 15,0 0-21-15,0 3-23 0,0-3-30 0,0 0-35 0,0 0-45 16,0 0-48-16,0 0-44 0,0 4-42 0,0-4-40 0,0 0-38 0,0 0-29 16,0 0-19-16,0 0-6 0,0 0 4 0,0 0 16 0,0 0 23 15,-6 0 28-15,6 0 35 0,0-4 44 0,0 4 50 0,0-3 43 16,0 3 190-16</inkml:trace>
  <inkml:trace contextRef="#ctx0" brushRef="#br0" timeOffset="-140531.41">1478 6045 0 0,'0'0'83'16,"0"0"18"-16,-6 0 4 0,6 0 6 0,0 0 7 0,0 0 5 0,-7 0 6 15,7 0-3-15,0 0-10 0,0-4-8 0,0 4-8 0,-7 0 2 0,7 0 5 16,0 0 8-16,0 0 8 0,0 0 10 0,0 0 10 0,0 0 7 0,0 0 7 15,0 0 5-15,0 0 6 0,0 0 4 0,0 0 3 0,0 0 4 16,0 0 3-16,0 0 3 0,0 0 3 0,0 0 2 0,0 0 5 0,0 0-2 16,0 0-6-16,0 0-6 0,0 0-7 0,0 0-6 0,0 0-9 0,7 4-8 15,-7-4-8-15,7 0-10 0,-7 3-10 0,0-3-11 0,6 0-12 0,-6 0-13 16,6 0-14-16,1 0-7 0,-7 3-5 0,7-3-4 0,-1 0-3 16,-6 0-3-16,6 0-3 0,1 0-2 0,-7 0-1 0,6 0 0 0,1 0 1 15,0 0-1-15,-7 0-2 0,6 0 0 0,0 0-3 0,2 0-1 16,-2 0-2-16,0 0-1 0,0-3-1 0,1 3 2 0,-7 0 1 0,7 0 0 15,-1 0 2-15,1 0-3 0,-1 0-1 0,8-3-1 0,-8 3 1 0,0 0 0 16,0 0 0-16,1 0 1 0,0-4 2 0,6 4 1 0,-7 0-1 0,1 0-2 16,6-4-1-16,-7 4-2 0,0 0-1 0,8 0-1 0,-8 0 1 15,7 0 0-15,-6-3-3 0,6 3 0 0,-7 0 0 0,8 0-2 0,-2 0-1 16,-5 0 0-16,6 0 0 0,0 0 2 0,-7 0 0 0,8-4 2 16,-2 4-1-16,2 0-1 0,-1 0-3 0,0 0-1 0,0 0-2 0,-7 0 1 15,8 0 1-15,-2-4-2 0,1 4 0 0,1 0-2 0,-8 0-1 16,6 0-15-16,2-4-5 0,-8 4 0 0,8 0 0 0,-8 0 0 0,7-3 0 15,0 3 0-15,-6 0 0 0,5 0 0 0,2-4 0 0,-8 4 0 0,7 0 0 16,-7 0 0-16,8-4 0 0,-8 4 0 0,8 0 0 0,-2 0 0 16,-5 0 0-16,-1 0 0 0,7-3 0 0,0 3 0 0,-7 0 0 0,8 0 0 15,-8 0 0-15,8-4 0 0,-2 4 0 0,1 0 0 0,-6 0 0 16,6 0 0-16,0 0 0 0,0-4 0 0,0 4 0 0,0 0 0 0,0 0 0 16,1 0 0-16,-2-3 0 0,1 3 0 0,0 0 0 0,0 0 0 15,1 0 0-15,-2-4 0 0,2 4 0 0,-2 0 0 0,1 0 0 0,1 0 0 16,-2-4 0-16,-5 4 0 0,6 0 0 0,0 0 0 0,0 0 0 0,0 0 0 15,1-3 0-15,-2 3 0 0,1 0 0 0,0 0 0 0,0 0 0 16,7 0 0-16,-8-4 0 0,2 4 0 0,-1 0 0 0,0 0 0 0,0-4 0 16,-1 4 0-16,8 0 0 0,-7 0 0 0,1 0 0 0,-2 0 0 15,2-3 0-15,-2 3 0 0,-5 0 0 0,6 0 0 0,0 0 0 0,0 0 0 16,0 0 0-16,-7 0 0 0,8 0 0 0,-1 0 0 0,0 0 0 16,-6 0 0-16,5 0 0 0,2 0 0 0,-2 0 0 0,-5 0 0 0,6 0 0 15,0 0 0-15,-7 0 0 0,8 0 0 0,-2 0 0 0,-5 0 0 16,0 0 0-16,6 0 0 0,-7 0 0 0,7 0 0 0,-6 0 0 0,-1 0 0 15,7 0 0-15,-6 0 0 0,6 0 0 0,-7 0 0 0,0 0 0 16,8 0 0-16,-8 0 0 0,0 0 0 0,8 3 0 0,-8-3 0 0,1 0 0 16,6 0 0-16,-7 0 0 0,1 0 0 0,5 0 0 0,-4 0 0 15,-2 0 0-15,7 0 0 0,-6 0 0 0,-1 0 0 0,0 0 0 0,1 0 0 16,-1 0 0-16,8 0 0 0,-8 0 0 0,0 0 0 0,1 4 0 16,0-4 0-16,-1 0 0 0,0 0 0 0,1 0 0 0,-1 0 0 15,1 0 0-15,0 0 0 0,-1 0 0 0,8 4 0 0,-8-4 0 0,0 0 0 16,1 0 0-16,-1 0 0 0,7 0 0 0,-6 0 0 0,-1 3 0 15,8-3 0-15,-8 0 0 0,0 0 0 0,7 0 0 0,-6 4 0 0,6-4 0 16,-7 0 0-16,1 0 0 0,6 0 0 0,-7 4 0 0,8-4 0 16,-8 0 0-16,7 0 0 0,-7 0 0 0,1 3 0 0,6-3 0 0,-7 0 0 15,8 0 0-15,-8 0 0 0,7 4 0 0,-6-4 0 0,6 0 0 16,-7 0 0-16,8 0 0 0,-2 0 0 0,-6 4 0 0,8-4 0 0,-8 0 0 16,7 0 0-16,1 0 0 0,-8 3 0 0,6-3 0 0,-4 0 0 15,4 0 0-15,-5 0 0 0,6 0 0 0,-6 0 0 0,5 0 0 0,-6 0 0 16,8 0 0-16,-1 0 0 0,-6 0 0 0,6 0 0 0,-1 0 0 15,2 0 0-15,-8 0 0 0,7 0 0 0,7 0 0 0,-8 0 0 16,2 0 0-16,-2 0 0 0,2 0 0 0,5-3 0 0,-5 3 0 0,4-4 0 16,-4 4 0-16,6 0 0 0,-7-4 0 0,6 4 0 0,-6 0 0 0,7-3 0 15,-7 3 0-15,-1 0 0 0,8-4 0 0,-6 4 0 0,5 0 0 16,-6-4 0-16,0 4 0 0,-1 0 0 0,8 0 0 0,-6-3 0 0,-2 3 0 16,8 0 0-16,-7 0 0 0,0 0 0 0,0 0 0 0,6 0 0 15,-5-4 0-15,6 4 0 0,-8 0 0 0,1 0 0 0,7 0 0 0,-8 0 0 16,2-4 0-16,5 4 0 0,-6 0 0 0,0 0 0 0,7 0 0 0,-7 0 0 15,0-3 0-15,6 3 0 0,-5 0 0 0,-2 0 0 0,2 0 0 0,5 0 0 16,-6-4 0-16,0 4 0 0,1 0 0 0,-2 0 0 0,1-4 0 16,0 4 0-16,0 0 0 0,7 0 0 0,-14 0 0 0,14 0 0 0,-7 0 0 15,0 0 0-15,0 0 0 0,-1 0 0 0,2 0 0 0,6 0 0 16,-7 0 0-16,-1 0 0 0,2 0 0 0,-2 0 0 0,2 0 0 0,-1 0 0 16,-1 0 0-16,2 0 0 0,-2 0 0 0,2 0 0 0,-1 0 0 0,0 0 0 15,0 0 0-15,-1 0 0 0,2 0 0 0,-1 0 0 0,0 0 0 0,0 0 0 16,-7 0 0-16,8 0 0 0,-2 0 0 0,2 0 0 0,-1 0 0 15,-1 0 0-15,-5 0 0 0,6 0 0 0,1 0 0 0,-2 0 0 16,1 0 0-16,-6 0 0 0,6 0 0 0,-1 0 0 0,2 0 0 0,-8 0 0 16,7 0 0-16,0 0 0 0,0 0 0 0,1 0 0 0,-8 0 0 0,7 0 0 15,0 0 0-15,0 0 0 0,0 0 0 0,0 0 0 0,-7 0 0 0,8 0 0 16,-1 0 0-16,0 0 0 0,0 0 0 0,-1 0 0 0,-4 0 0 0,4 0 0 16,1 0 0-16,0 0 0 0,0 0 0 0,-6 0 0 0,6 0 0 15,0 0 0-15,0 0 0 0,-7-3 0 0,7 3 0 0,1 0 0 16,-8 0 0-16,8 0 0 0,-2 0 0 0,-6 0 0 0,8 0 0 0,-1 0 0 15,-7 0 0-15,8 0 0 0,-2 0 0 0,-6 0 0 0,8 3 0 0,-1-3 0 16,-1 0 0-16,2 0 0 0,-8 0 0 0,8 0 0 0,-2 0 0 0,1 0 0 16,1 0 0-16,-8 0 0 0,7 0 0 0,-6 0 0 0,5 0 0 15,2 0 0-15,-1 4 0 0,-7-4 0 0,8 0 0 0,-2 0 0 0,1 0 0 16,0 0 0-16,0 0 0 0,1 4 0 0,-2-4 0 0,2 0 0 16,-2 0 0-16,1 0 0 0,1 0 0 0,-2 0 0 0,2 0 0 0,5 0 0 15,-6 0 0-15,0 0 0 0,0 0 0 0,6 0 0 0,-5 0 0 0,-1 0 0 16,6 0 0-16,-6 0 0 0,1 0 0 0,5 0 0 0,-6 0 0 15,0 0 0-15,-1 0 0 0,8 0 0 0,-7 0 0 0,1 0 0 16,-2 0 0-16,8 0 0 0,-7 0 0 0,0 0 0 0,0 0 0 0,7 0 0 16,-8 0 0-16,2 0 0 0,5 0 0 0,-6 0 0 0,0 0 0 0,7 0 0 15,-7 0 0-15,6-4 0 0,-6 4 0 0,1 0 0 0,5 0 0 16,-6 0 0-16,6 0 0 0,-5-4 0 0,5 4 0 0,-6 0 0 0,0 0 0 0,7 0 0 16,-8 0 0-16,2 0 0 0,5 0 0 0,-6 0 0 0,6 0 0 15,-5 0 0-15,-1 0 0 0,6 0 0 0,-6 0 0 0,7 0 0 16,-7 0 0-16,0 0 0 0,7 0 0 0,-7 0 0 0,7 0 0 0,-8 0 0 15,8 0 0-15,-1 0 0 0,-5 0 0 0,4 0 0 0,-4 0 0 0,5 0 0 16,-5-3 0-16,4 3 0 0,-4 0 0 0,-1 0 0 0,7 0 0 16,-8 0 0-16,2 0 0 0,-2 0 0 0,2 0 0 0,-1 0 0 0,-1 0 0 0,8 0 0 15,-14 0 0-15,8 0 0 0,-1 0 0 0,0 0 0 0,0 0 0 16,-1 0 0-16,2 0 0 0,-1 0 0 0,0 0 0 0,0 0 0 16,-7 0 0-16,8 0 0 0,-2 0 0 0,2 0 0 0,-8 0 0 0,7 0 0 15,0-4 0-15,0 4 0 0,-7 0 0 0,8 0 0 0,-1 0 0 0,0 0 0 16,-7 0 0-16,7 0 0 0,-7 0 0 0,8 0 0 0,-1 0 0 0,-7 0 0 15,7 0 0-15,-6 0 0 0,5 0 0 0,-4 0 0 0,-2 0 0 16,7 0 0-16,-6 0 0 0,5 0 0 0,-5 0 0 0,-1 0 0 16,8 0 0-16,-8 0 0 0,7 0 0 0,-6 0 0 0,5 0 0 0,2 0 0 15,-8 0 0-15,7 0 0 0,1 0 0 0,-8-4 0 0,6 4 0 0,2 0 0 16,-1 0 0-16,-1 0 0 0,2 0 0 0,-1 0 0 0,0 0 0 16,0 0 0-16,0 0 0 0,0-3 0 0,0 3 0 0,0 0 0 0,0 0 0 15,0 0 0-15,0 0 0 0,1-4 0 0,-2 4 0 0,1 0 0 16,0 0 0-16,-6-3 0 0,5 3 0 0,2 0 0 0,-8 0 0 0,8 0 0 0,-2-4 0 15,-5 4 0-15,6 0 0 0,0 0 0 0,-7 0 0 0,8 0 0 16,-2-4 0-16,1 4 0 0,-6 0 0 0,6 0 0 0,0-3 0 0,0 3 0 16,0 0 0-16,0-4 0 0,6 4 0 0,-5 0 0 0,-2-4 0 15,2 4 0-15,5 0 0 0,-5-3 0 0,-2 3 0 0,8-4 0 0,-7 4 0 16,0-4 0-16,6 4 0 0,-5-3 0 0,5 3 0 0,-6-4 0 16,6 4 0-16,-5-4 0 0,5 4 0 0,-6-3 0 0,7 3 0 0,-7-4 0 15,7 4 0-15,-1-4 0 0,-6 1 0 0,6 3 0 0,1 0 0 0,-7-4 0 16,6 4 0-16,1-4 0 0,-7 4 0 0,7-4 0 0,-1 4 0 15,-6-3 0-15,6 3 0 0,-5-4 0 0,5 4 0 0,-6 0 0 0,0-4 0 0,1 4 0 16,5 0 0-16,-6 0 0 0,0-3 0 0,0 3 0 16,0 0 0-16,0 0 0 0,0 0 0 0,0 0 0 0,0 0 0 0,0-4 0 15,1 4 0-15,-2 0 0 0,1 0 0 0,0 0 0 0,0 0 0 0,1-4 0 16,-2 4 0-16,2 0 0 0,-2 0 0 0,1-3 0 0,1 3 0 0,-2 0 0 16,2 0 0-16,5-4 0 0,-6 4 0 0,-6 0 0 0,12 0 0 15,-12-4 0-15,5 4 0 0,2 0 0 0,-1 0 0 0,-1 0 0 0,2-3 0 16,-2 3 0-16,2 0 0 0,-1 0 0 0,0 0 0 0,0-4 0 15,7 4 0-15,-8 0 0 0,1 0 0 0,1 0 0 0,-2-3 0 0,2 3 0 16,5 0 0-16,-6 0 0 0,6 0 0 0,-5 0 0 0,5-4 0 0,-6 4 0 16,7 0 0-16,-7 0 0 0,7 0 0 0,-1 0 0 0,-6-4 0 15,6 4 0-15,1 0 0 0,-7 0 0 0,6 0 0 0,1 0 0 0,-7-3 0 16,7 3 0-16,-7 0 0 0,6-4 0 0,-6 4 0 0,7 0 0 0,-1-4 0 16,-6 4 0-16,6 0 0 0,-5 0 0 0,6 0 0 0,-8-3 0 15,8 3 0-15,-1 0 0 0,-5 0 0 0,5 0 0 0,1 0 0 0,-8-4 0 16,8 4 0-16,-7 0 0 0,7 0 0 0,-8 0 0 0,2 0 0 0,6 0 0 15,-8 0 0-15,1 0 0 0,1 0 0 0,-2 0 0 0,2 0 0 16,-2 0 0-16,1 0 0 0,1 0 0 0,-8 0 0 0,8 0 0 0,-2 0 0 16,-6 0 0-16,1 0 0 0,0 0 0 0,6 0 0 0,-7 0 0 15,-6 4 0-15,6-4 0 0,2 0 0 0,-2 0 0 0,0 0 0 0,-6 0 0 16,6 0 0-16,1 3 0 0,-7-3 0 0,7 0 0 0,-7 0 0 0,0 0 0 16,6 0 0-16,-6 0 0 0,0 0 0 0,0 0 0 0,0 0 0 0,0 0 0 15,0 0 0-15,0 0 0 0,0 0 0 0,0 0 0 0,0 0 0 16,0 0 0-16,0 0 0 0,-6 0 0 0,6 0 0 0,0 0 0 0,0 0 0 15,-7 0 0-15,0 0 0 0,1 0 0 0,0-3 0 0,0 3 0 16,-2-4 0-16,2 0 0 0,-7 1 0 0,7-1 0 0,-8 0 0 0,8 1 0 16,-6-5 0-16,4 5 0 0,2-5 0 0,-7 1 0 0,6-4 0 0,1 3 0 15,-7 2 0-15,7-6 0 0,-2 1 0 0,2 4 0 0,0-4 0 16,0 0 0-16,-8 0 0 0,8 0 0 0,-1 4 0 0,1-4 0 0,0 4 0 16,-2-4 0-16,2 3 0 0,0 1 0 0,0 0 0 0,-2-1 0 15,2 1 0-15,0-1 0 0,-1 5 0 0,1-5 0 0,-1 1 0 0,0 3 0 16,-5 1 0-16,12-5 0 0,-6 5 0 0,-2-1 0 0,2 0 0 0,0 1 0 15,-1-1 0-15,0 1 0 0,1-1 0 0,6 0 0 0,-7 4 0 0,1-3 0 16,6-1 0-16,-6 4 0 0,6-4 0 0,-7 4 0 0,0-3 0 16,7 3 0-16,-6 0 0 0,6 0 0 0,-6-4 0 0,6 4 0 15,0 0 0-15,-7 0 0 0,7 0 0 0,0 0 0 0,0 0 0 0,0 0 0 16,0 0 0-16,0 0 0 0,0 0 0 0,0 0 0 0,0 0 0 0,0 0 0 16,0 0 0-16,-7 0 0 0,7 0 0 0,0 0 0 0,0 0 0 0,0 0 0 15,0 0 0-15,0 0 0 0,0 0 0 0,0 0 0 0,0 0 0 16,0 0 0-16,0 4 0 0,0-4 0 0,0 0 0 0,0 0 0 0,0 0 0 15,0 0 0-15,0 0 0 0,0 0 0 0,0 0 0 0,0 0 0 16,0 0 0-16,0 0 0 0,0 0 0 0,0 0 0 0,0 0 0 0,0 0 0 16,0 0 0-16,0 0 0 0,0 0 0 0,0 0 0 0,0 0 0 0,0 0 0 15,0 0 0-15,0 0 0 0,0 3 0 0,0-3 0 0,0 0 0 16,0 0 0-16,0 0 0 0,0 0 0 0,0 0 0 0,0 0 0 0,0 0 0 16,0 4 0-16,0-4 0 0,0 4 0 0,0-4 0 0,7 3 0 15,-7 1 0-15,7 0 0 0,-1-1 0 0,-6 1 0 0,6 3 0 0,1-3 0 16,0 3 0-16,5 0 0 0,-5 4 0 0,-1-3 0 0,8 3 0 0,-8 0 0 15,0-4 0-15,8 4 0 0,-2 4 0 0,-5-4 0 0,6 0 0 0,-6 0 0 16,5 0 0-16,-4 3 0 0,4-3 0 0,-6 0 0 0,8 0 0 16,-8 4 0-16,7-4 0 0,-6 0 0 0,6 0 0 0,-1 0 0 15,-4 0 0-15,4 0 0 0,-5 0 0 0,6-4 0 0,-6 4 0 0,5 0 0 16,-4-4 0-16,4 4 0 0,-6-3 0 0,8 3 0 0,-8-4 0 0,7 1 0 16,-7-1 0-16,2 0 0 0,4 1 0 0,-6-5 0 0,1 5 0 0,0-5 0 15,-1 5 0-15,1-5 0 0,-1 4 0 0,1-3 0 0,0 0 0 16,-7-1 0-16,6-3 0 0,0 4 0 0,-6 0 0 0,0-1 0 0,6-3 0 15,-6 4 0-15,0-4 0 0,8 4 0 0,-8-4 0 0,0 0 0 16,0 0 0-16,0 0 0 0,0 0 0 0,0 0 0 0,0 3 0 0,-8-3 0 16,8 4 0-16,0-4 0 0,0 4 0 0,-6-4 0 0,6 3 0 0,-6-3 0 15,0 4 0-15,-1 3 0 0,0-3 0 0,1 0 0 0,-7 3 0 16,-1 1 0-16,2-1 0 0,-8 0 0 0,1 4 0 0,-1 0 0 0,-6 0 0 16,6 0 0-16,-13 4 0 0,1-1 0 0,-1 1 0 0,-5 3 0 15,-1 0 0-15,-1 1 0 0,-5-1-452 0,6 4-354 0,-7 0-1 0,1 4 20 16,-1-4 29-16,7 3 33 0,-6-2 34 0,5 2 39 0,-5 1 39 15,6-1 44-15,6 1 47 0,-6-1 81 0,6-2 99 0</inkml:trace>
  <inkml:trace contextRef="#ctx0" brushRef="#br0" timeOffset="-138732.52">9750 6832 168 0,'0'0'229'0,"0"4"27"0,0-4 27 0,0 0 27 0,0 3 29 0,0-3 33 15,0 0 36-15,0 0 26 0,0 0 20 0,0 0-18 0,0 0-40 0,0 0-34 16,0 0-32-16,6 0-25 0,-6 4-19 0,0-4-17 0,6-4-12 16,1 4-14-16,6 0-17 0,-7 0-23 0,7-3-27 0,7-1-16 15,-7 4-15-15,6-4-8 0,8 1-4 0,-8-1-2 0,7-3-2 0,0 3-6 16,0 0-8-16,0-3-11 0,1 3-12 0,-1 1-13 0,6-5-12 16,-7 5-33-16,2-1-34 0,-1 1 0 0,6-1 0 0,-5 0 0 15,-1-3 0-15,0 3 0 0,0 1 0 0,-7-1 0 0,7 4 0 0,-6-4 0 16,-1 0 0-16,-5 1 0 0,-2 3 0 0,2-4 0 0,-1 4 0 15,-7-4-75-15,0 4-53 0,1 0-41 0,-7 0-51 0,0 0-79 0,0-2-95 16,0 2-83-16,-7 0-79 0,1 0-34 0,0 0-14 0,-7 2 4 16,6-2 11-16,-6 0 18 0,7 0 19 0,-8-2 23 0,2 2 23 0,-2 0 42 15,1-5 50-15,7 5 79 0,-8-7 216 0</inkml:trace>
  <inkml:trace contextRef="#ctx0" brushRef="#br0" timeOffset="-138448.18">10140 6546 0 0,'0'0'144'0,"-7"-3"185"0,7 3 66 0,0-4 42 0,0 4 29 16,-6-4 24-16,12 4 22 0,-6-3 24 0,0 3 22 0,0 0 21 0,0 0 22 15,0 0-25-15,0 0-46 0,0 0-61 0,-6 3-69 0,6-3-65 16,0 4-61-16,0 0-37 0,-6-1-28 0,6 5-95 0,0 3-114 0,-8-1 0 16,8 9 0-16,-6-1 0 0,6 8 0 0,-6 3 0 0,6 4 0 15,-6 0 0-15,-1 8 0 0,7 2 0 0,0 1 0 0,-7 1 0 0,7-2 0 16,0 1 0-16,0 0 0 0,7 0 0 0,-7-8 0 0,7 5 0 15,-1-8 0-15,0-4 0 0,8 1 0 0,-2-5 0 0,1-3 0 0,1-4 0 16,6-3 0-16,-2-4 0 0,9-3 0 0,-1-5 0 0,0-6 0 16,7-1 0-16,-1-6 0 0,1-5 0 0,-1-3-189 0,1-5-191 0,5-3-81 15,2-3-73-15,-7-4-68 0,-1 0-26 0,7-4-5 0,-6 5 7 16,-7-1 15-16,0-1 21 0,-1 1 24 0,1 4 29 0,-6 3 29 0,0 1 46 16,-7 0 54-16,-1 6 78 0,2-3 204 0</inkml:trace>
  <inkml:trace contextRef="#ctx0" brushRef="#br0" timeOffset="-110632.13">3269 6030 0 0,'0'0'48'0,"0"0"29"0,0 0 2 0,0 0 2 16,0 0-2-16,0 0-4 0,0 0-9 0,0 0-5 0,0 0-7 0,0 0-5 16,0 0-4-16,0 0-2 0,0 0-1 0,0 0 0 0,0 0 0 15,0 0 1-15,0 0 3 0,0 0 2 0,0 0 3 0,0 0 4 0,0 0 2 16,0 0 2-16,0 0 3 0,0 0 3 0,0 0 2 0,0 0 2 16,0 0 2-16,0 0 1 0,0 0 1 0,0 0 0 0,0 0 0 0,0 0 0 15,0 0 1-15,0 0 0 0,0 0 1 0,-7-4-1 0,7 4 0 16,0 0 1-16,0 0-2 0,0 0 2 0,0 0-1 0,0 0 1 0,0 0 0 15,0 0 2-15,0 0-1 0,0 0 1 0,0 0 1 0,0 0-1 16,0 0-2-16,0 0 0 0,0 0 0 0,0 0 0 0,0 0-3 16,0 0 1-16,0 0 0 0,0 0 3 0,0 0 1 0,0 0 1 0,0 0 3 15,0 0 1-15,0 4 0 0,0-4 3 0,0 0 4 0,0 0 1 16,0 0 1-16,0 0 2 0,0 0 3 0,0 0-1 0,0 0 1 0,0 0-4 16,0 0-2-16,0 0-6 0,0 0-7 0,0 0-5 0,0 0-5 0,0 0-6 15,0 0-7-15,0 0-5 0,0 0-4 0,0 0-6 0,0 0-4 16,0 0-5-16,0 0-6 0,0 0-3 0,0 0-4 0,0 0-1 15,0 0-1-15,0 0 0 0,0 0-2 0,0 0-1 0,0 0-1 0,0 4-1 16,0-4-2-16,0 0-1 0,0 3-1 0,0 1 0 0,0-4 2 16,7 4 1-16,-7-1 0 0,0 0 2 0,0 2 0 0,0-2 1 15,6 1 2-15,-6 3 1 0,0-3 2 0,0-1 0 0,7 5 2 0,-7-5-1 16,0 1 1-16,7 3-1 0,-7-3 0 0,0 3 0 0,0-3-1 16,6 3 2-16,-6 1-1 0,0-5 0 0,6 5-1 0,-6-1 1 0,7 0-1 15,-7 0 0-15,0 1 0 0,7-1-1 0,-7 1-1 0,6-1 0 16,-6 0 0-16,6 1-2 0,-6 3-1 0,7-4-2 0,-7 0-1 0,6 1-2 15,-6-1 0-15,7 4-1 0,0-4-1 0,-7 0-2 0,6 1 2 16,0-1-2-16,2 0 1 0,-8 1-2 0,6-1-1 0,0 1-1 16,1-1 0-16,-1 0 0 0,1 1 1 0,-1-5 0 0,1 5-1 0,-1-1 0 15,0-3 1-15,2 3-1 0,-2-3-1 0,7 3 1 0,-7 0 1 16,7-3 0-16,-6 3 0 0,6-3 2 0,-6 3 0 0,5-3-2 0,2 3 0 16,-8-3 0-16,7-1-1 0,-7 1 1 0,8 0 0 0,-2-1 0 15,-4 1 0-15,4 0 0 0,-6-1-1 0,8 1 0 0,-8-1-1 0,1-3 1 16,5 5-1-16,-4-2 0 0,-2-3 1 0,0 0 0 0,0 4 1 15,1-4 0-15,0 0-1 0,-1 0 0 0,1 0-1 0,-1 0 1 16,1 0 1-16,0 0-1 0,-1 0 2 0,0-4 0 0,0 4-1 0,2 0 1 16,-8-3 0-16,6 3 1 0,0-5-1 0,1 2-1 0,-1 3 0 0,1-4 1 15,0 1 0-15,-1-1-1 0,0 0 1 0,0 1 0 0,2-1 1 16,-8 0-1-16,6 1 1 0,0-1-1 0,1 0 1 0,0 1 0 16,-1-1-1-16,1 0 1 0,-1 1 0 0,-6-1 1 0,6 0-1 0,1 1 1 15,0-1 0-15,-7 4 2 0,6-4 0 0,0 1 0 0,-6-1 0 16,7 4 0-16,-7-3 0 0,7 3 1 0,-7-4 0 0,0 4 0 15,6-4 0-15,-6 4 0 0,0-3 1 0,7 3-2 0,-7-4-1 0,0 4 1 16,6-4-2-16,-6 4 0 0,0-3-1 0,0 3 1 0,6-4-1 16,-6 4 1-16,0 0 0 0,0-4 0 0,8 4 1 0,-8 0-2 0,0-3 1 15,0 3-1-15,0 0 2 0,0 0-2 0,6 0-1 0,-6 0 0 16,0 0-1-16,0 0 1 0,0-4-2 0,0 4 0 0,0 0-1 0,6 0 1 16,-6 0-1-16,6 0 0 0,-6 0 1 0,8 0-1 0,-2 0 1 15,-6 4 1-15,6-4-1 0,1 0 0 0,-1 0 0 0,1 3 1 16,0-3 0-16,-1 4 0 0,0-4 1 0,0 4-1 0,2-1 0 0,-2 1 1 15,0-4 2-15,1 4-1 0,6 3 2 0,-6-3-1 0,-1-1 1 16,0 1 1-16,8 3 0 0,-8-3 1 0,7 3 0 0,-6 0 0 16,6-3-1-16,-7 3 0 0,7 1-1 0,0-1-1 0,-7 0 2 0,8 1-1 15,-8 2-1-15,7-2 2 0,0 0-1 0,-6 3-1 0,5-4 0 0,-4 0-1 16,4 0 0-16,-5 0-1 0,0 1 1 0,-1-1 0 0,7 1 0 16,-7-1 1-16,1-3-1 0,0-1 0 0,-1 5-2 0,0-5 0 15,1 1-1-15,0 0 0 0,-7-1 1 0,6-3 0 0,0 4 0 0,-6-1-1 16,7-3 0-16,-1 4 0 0,-6-4 1 0,0 4 0 0,7-4 0 15,0 3 0-15,-7-3-1 0,6 0 1 0,-6 4-1 0,0-4 1 0,6 0 0 16,-6 0 0-16,8 0-1 0,-8 4 1 0,0-4 0 0,6 0 0 16,-6 0 1-16,0 0-1 0,0-4 1 0,0 4-1 0,6 0 0 0,-6 0 2 15,0-4 0-15,7 4 0 0,-7-3 1 0,0 3 1 0,6-4 1 16,-6 0 2-16,7 1 1 0,-7-4-1 0,0 3 2 0,6-3 1 16,-6-1 0-16,7 1 0 0,-7 0 2 0,6-1-2 0,-6-3-1 0,6 0 1 15,-6 0-1-15,8 1 0 0,-2-1-2 0,-6-5 0 0,6 6-2 16,-6-5-1-16,7 4 0 0,-7-4-2 0,6 4 0 0,1 0-1 0,-7 1-1 15,6-5 0-15,1 8 0 0,-7-4 0 0,6-1-1 0,-6 5-1 16,7-4 2-16,-7 4-1 0,7-1 1 0,-7 5-2 0,6-5 0 0,-6 5 0 16,0-1-1-16,0 0 1 0,6 4 1 0,-6-3-1 0,0 3 0 15,0 0 1-15,0 0-1 0,0 0 0 0,0 0-1 0,0 0 0 0,0 0 0 16,0 0 1-16,7 0 0 0,-7 0 0 0,7 0 2 0,-7 3 0 16,0-3 0-16,6 0 0 0,0 4 0 0,1-4 0 0,-1 4 1 0,-6-4 1 15,7 3 1-15,0-3 1 0,-1 4-1 0,8 0 3 0,-8-1 3 16,0 1 3-16,0-4 0 0,8 4 1 0,-8-1 1 0,1 1 0 15,-1-4-1-15,8 4 2 0,-8 0 1 0,0-4-1 0,7 3 2 0,-6-3 0 16,-1 4 2-16,7-4-1 0,-6 3-2 0,0-3-1 0,5 4-1 16,-6-4 0-16,8 0 0 0,-8 0 1 0,1 0 2 0,6 0 0 15,-6 0 0-15,-1 0-1 0,0 0 1 0,8 0-2 0,-8 0 0 0,0-4 1 16,1 4-1-16,6-3 3 0,-6 3 2 0,-1-4 1 0,0 4 0 0,8 0 0 16,-8-3-1-16,0-1 1 0,8 0 1 0,-8 4-1 0,7-4 0 15,-7 1-1-15,8-1 0 0,-8 0 0 0,8 4-3 0,-8-3-2 16,7-1-5-16,0 0-1 0,-6 1-2 0,-1-1 0 0,6 4-1 0,-4-4-1 15,4 1 0-15,-5-1-2 0,6 1 0 0,-6 3-2 0,-1-4 1 16,7 0-1-16,-6 4-1 0,5-3 2 0,-5-1 0 0,6 4 0 0,-6-4 0 16,5 1-1-16,-5 3 0 0,6-4 0 0,-7 4-1 0,2-4 0 15,4 4-1-15,-5-3 0 0,-1 3 2 0,1-4 0 0,-1 4 1 0,1-4-2 16,-1 4 1-16,0 0 0 0,2 0-1 0,-2-3 0 0,-6 3 0 16,6 0 1-16,1-4-1 0,-7 4 2 0,6-4-1 0,1 4 2 15,-7 0-1-15,6 0 1 0,-6-3 1 0,7 3 0 0,-7 0 1 0,6-4 2 16,-6 4 2-16,7-4 1 0,-7 4 1 0,7 0 0 0,-7-3 2 15,6 3 0-15,0-4 0 0,-6 4 0 0,7-4 0 0,0 1 0 0,-1 3-1 16,-6-4-1-16,7 0 1 0,-1 4 0 0,-6-4-1 0,6 1-1 16,-6 3 0-16,7-3-2 0,-7-2 1 0,7 5 0 0,-1-3-1 0,-6-1-3 15,6 4-6-15,-6-4 0 0,0 1 0 0,8 3 0 0,-8-4 0 16,0 4 0-16,6-3 0 0,-6-1 0 0,6 4 0 0,-6-4 0 16,0 1 0-16,7-1 0 0,-7 4 0 0,6-4 0 0,-6 1 0 0,7-1 0 15,-7 0 0-15,6 1 0 0,-6-5 0 0,0 5 0 0,7-1 0 16,-7 0 0-16,6 1 0 0,-6-1 0 0,6 0 0 0,-6 1 0 15,0-1 0-15,0 1 0 0,8-1 0 0,-8 0 0 0,0 1 0 0,0-2 0 16,6 5 0-16,-6-3 0 0,0 0 0 0,0-1 0 0,0 0 0 0,0 1 0 16,0-1 0-16,6 0 0 0,-6 0 0 0,0 1 0 0,0-1 0 15,0 0 0-15,0 1 0 0,7-5 0 0,-7 5 0 0,0-1 0 16,0 0 0-16,0 1 0 0,6-1 0 0,-6 0 0 0,0 1 0 0,0-5 0 16,7 5 0-16,-7-1 0 0,0 4 0 0,0-4 0 0,0 1 0 0,0 3-8 15,-7 0-65-15,7-4-29 0,0 4-31 0,-6 0-49 0,-1 4-62 16,7-4-77-16,-12 3-88 0,4 1-76 0,-4 0-71 0,-1-1-30 15,0 5-10-15,0 3 1 0,-1-4 8 0,-5 4 16 0,0 4 21 0,-1-4 29 16,1 0 30-16,-1 4 50 0,-6-1 60 0,7-3 78 0,-8 4 247 16</inkml:trace>
  <inkml:trace contextRef="#ctx0" brushRef="#br0" timeOffset="-109998.74">4116 7034 86 0,'-7'-4'130'16,"0"1"11"-16,1-2 13 0,0 2 14 0,-1-1 16 0,0 0 18 16,1 1 17-16,6-1 0 0,-6 0-10 0,6 1-4 0,0-1-3 0,-7 4 3 15,7-4 8-15,7 1 10 0,-7-1 13 0,0 1 12 0,6-1 15 16,-6 0 0-16,6 0-4 0,1 4-7 0,6-7-10 0,-7 4-8 15,8-1-9-15,-1 0-8 0,-1 1-8 0,2-5-10 0,6 4-10 0,-1 1-19 16,0-4-19-16,0 3-19 0,8-3-18 0,-1 0-9 0,0 3-9 0,0-3-5 16,7-1-5-16,-7 0-5 0,6 1-2 0,1-4-5 0,6 4-4 15,-7 0-4-15,1-4-4 0,-1 3-5 0,1 1-6 0,-1 0-4 16,8-1-5-16,-7 1-5 0,-1 0-3 0,-6-1-2 0,7 5-2 0,-1-4-5 16,-5 3-4-16,-2 0-3 0,1 1-3 0,-6-1-2 0,0 0-1 15,-1 1-1-15,1-1 0 0,-8 4-6 0,2-4-7 0,-2 0-9 0,-5 4-11 16,0-3-13-16,-1 3-15 0,1 0-20 0,-7 0-23 0,0 0-42 15,0-4-53-15,-7 4-63 0,7 0-72 0,-6 0-60 0,-8 0-53 0,8 0-45 16,-8 0-42-16,8 4-15 0,-6-4-3 0,-8 3 6 0,7 1 10 16,-1 0 20-16,2 3 21 0,-8-3 42 0,7 3 50 0,-7 1 66 15,8-1 70-15</inkml:trace>
  <inkml:trace contextRef="#ctx0" brushRef="#br0" timeOffset="-109781.84">4773 6825 0 0,'-6'0'20'0,"-8"0"114"0,8 3 22 0,0-3 25 0,0 0 28 15,-1 0 33-15,0 0 35 0,1 4 34 0,-1-4 32 0,7 0 12 16,-6 0 1-16,6 0 1 0,0 0 0 0,0 0-1 0,-7 4-5 0,7-4-8 15,0 3-10-15,0 1-17 0,7 0-20 0,-7-1-24 0,0 5-27 16,0-1-25-16,6 5-27 0,-6-2-25 0,0 1-27 0,0 4-15 16,7-1-11-16,-7 1-8 0,0 3-6 0,6 1-5 0,-6-1-9 0,0 4-6 15,0 0-9-15,0 4-7 0,0-1-8 0,-6 0-7 0,6 5-7 0,0-4-8 16,-7 3-7-16,7 0-13 0,-6 1-15 0,6-1-18 16,-7 1-20-16,0-1-20 0,7-4-24 0,-6 1-32 0,6-1-40 0,-6-3-62 15,6 1-75-15,-6-5-77 0,6-3-81 0,-8-1-52 0,8-3-36 0,0 0-14 16,0-4-1-16,0-3 8 0,0-4 13 0,0 0 18 0,0 0 18 15,0-4 33-15,0-3 38 0,0-4 62 0,0 0 73 0</inkml:trace>
  <inkml:trace contextRef="#ctx0" brushRef="#br0" timeOffset="-107715.02">3243 4022 76 0,'0'0'108'16,"0"0"9"-16,-7 0 6 0,7 4 8 0,0-4 7 0,0 0 7 0,0 0 6 15,0 0-12-15,0 0-21 0,0 0-10 0,0 0-5 0,0 0 0 16,0 0-1-16,0 0 0 0,0 0 2 0,0 0-1 0,0 0 1 0,0 0 2 16,0 0 2-16,0 0 4 0,0 0 2 0,0 0 4 0,0 0 3 15,0 0 4-15,0 0 5 0,0 0 5 0,0 0 7 0,0 0 6 0,0 0 5 16,0 0 6-16,0-4 5 0,0 4 3 0,0 0 1 0,0 0-2 16,-6-4-4-16,6 4-6 0,0 0-7 0,0 0-8 0,0-3-6 0,0 3-10 15,0-5-10-15,0 2-11 0,0 0-11 0,0-1-14 0,0 0-13 16,0-3-11-16,0 3-11 0,6-3-7 0,-6 0-8 0,0 0-4 15,0-1-5-15,0 1-4 0,0 0-4 0,7-4-3 0,-7 3-4 0,0-3-1 16,0 0-3-16,7 5 0 0,-7-6 0 0,0 1 0 0,6-1 1 0,-6 2-1 16,0-1 0-16,6 4 1 0,-6-4 1 0,0 0-1 15,0 3 0-15,7-3 0 0,-7 4 0 0,0 0-1 0,0 0 3 0,0-4-1 16,0 7 1-16,0-3-2 0,6-1-2 0,-6 1 0 0,0-1 1 16,0 1-2-16,0-1 1 0,0 1-2 0,7 4 0 0,-7-5 0 0,7 1 1 15,-7-1 0-15,0 1-1 0,6 0-1 0,0 0 2 0,-6-4 0 16,7 4 0-16,-7 3 0 0,7-3-1 0,-1 0 1 0,0-1 0 0,-6 1 1 15,7-1 0-15,-1 1 0 0,-6 4 0 0,7-2 0 0,0-2 0 16,-7 3 0-16,6 1-1 0,-6-1 0 0,6 0 1 0,-6 1 0 0,8-1-1 16,-8 1 0-16,0 3 0 0,6-4 1 0,-6 0-1 0,6 4 0 15,-6-3 1-15,7 3-1 0,-7-4 0 0,6 4 1 0,-6-4 1 0,7 4 0 16,-1-4 0-16,-6 4 1 0,7-3 0 0,-1 3 0 0,0-4 0 16,-6 4 2-16,8-3 0 0,-2 3 1 0,0 0 1 0,1 0 1 15,-1 0 0-15,1 0 2 0,-1 3 0 0,1-3 1 0,-7 4-1 0,6-4 2 16,1 3-1-16,0-3 2 0,-7 0-1 0,6 4 0 0,0 0 2 0,1-4-1 15,-7 4 0-15,7-4 0 0,-1 3-1 0,-6 1-2 0,6-4 1 16,1 4 0-16,-7-4-1 0,0 3 1 0,6-3 0 0,-6 0 1 16,7 4 0-16,-7-4 1 0,7 0 0 0,-7 0 0 0,0 3 0 0,6-3-1 15,-6 0 1-15,0 0 0 0,6 0 1 0,-6 0-1 0,0 0 0 16,8 0 0-16,-8 0-1 0,0 0-1 0,0-3 0 0,6 3-1 0,-6 0-2 16,0 0-1-16,0 0-1 0,0 0 0 0,0-4 1 0,0 4-1 15,0 0-1-15,0 0 1 0,0 0-1 0,6 0 1 0,-6-3 1 16,0 3-1-16,0 0-1 0,0-4 1 0,0 4-1 0,0-4 0 0,6 1 2 15,-6-1-1-15,0 0 0 0,0 0-1 0,7 1 1 0,-7-4-1 0,0 3 0 16,7-3-1-16,-7-1 0 0,6 5-1 0,-6-5-2 0,7 1 2 16,-7 3 0-16,0-2 0 0,6-2-1 0,-6 1 0 0,6-1-1 15,-6 0-1-15,8-2 1 0,-8 2 0 0,6-3 0 0,-6 3 0 0,0-2 0 16,6-1 1-16,-6 0 1 0,6 0 0 0,-6 0-1 0,0 0 0 16,7 0 0-16,-7 0 0 0,0 0 0 0,0-4 0 0,0 4 1 15,0 0-1-15,0 0 0 0,7 0 0 0,-7 1-2 0,0-1 0 0,0 3 1 16,0-3 0-16,0 4-2 0,0-4 1 0,0 4 0 0,0-1 1 15,0 5 0-15,0-4 1 0,0 2-2 0,0-2 1 0,0 3 0 0,0 4 1 16,0-3 0-16,0-1-1 0,0 4-1 0,6 0 0 0,-6-4 2 16,0 4-2-16,0 0 0 0,0 0 0 0,0 0 0 0,0 0 0 15,0 0-2-15,0 0 0 0,0 0 1 0,0 0-1 0,0 0 1 0,0 0-1 16,0 0 0-16,0 0 1 0,0 0-2 0,0 0 1 0,0 4-2 16,0-4 2-16,0 4-1 0,7-1 2 0,-7 1 0 0,0 3 0 0,6-2 0 15,-6 2 1-15,7 0 0 0,0 4 1 0,-7-4 1 0,6 4 0 16,0 0-1-16,-6 0 2 0,6 4 1 0,2-5-1 0,-2 5 1 0,-6 0 0 15,6 0-1-15,1 0 1 0,-1-1 0 0,-6 1 2 0,7 0-1 16,0-5 0-16,-1 5-1 0,-6 0 1 0,6-1-2 0,0-3 2 16,-6 0-1-16,8 0 1 0,-8 1-1 0,6-1 0 0,0-1 0 0,-6-2-2 15,7-1 1-15,-7 4-1 0,7-7 1 0,-7 3-1 0,6-3 1 0,-6 3 1 16,7-4-1-16,-7 1-1 0,0 0 1 0,6-4 0 0,-6 4-1 16,0-4 0-16,0 3 0 0,6-3 1 0,-6 4 0 0,0-4 0 15,7 0-1-15,-7 0 2 0,0 0 0 0,7 0 0 0,-7 0 1 0,0 0 1 16,6-4-1-16,-6 4 1 0,6-3 1 0,-6 3 0 0,7-4 1 15,-7 0 1-15,7 0 0 0,-1 1-1 0,1-4 0 0,-1 3 0 0,-6 0 0 16,6-3-1-16,2 0-1 0,-2-1 0 0,0 1 0 0,0 0-1 16,2 0 0-16,-2-1 1 0,0 5-2 0,1-5 0 0,-1 0-1 0,1 1-1 15,0 4 1-15,-1-5-1 0,-6 1 1 0,6 3-1 0,0-4-1 16,2 5 1-16,-2-4 0 0,0 3 0 0,1 1 0 0,-7-1 0 16,7 0-1-16,-1 1 0 0,1-1 0 0,-7 0 0 0,6 4-1 0,0-3 0 15,-6 3 1-15,7 0 1 0,-7 0 0 0,7 0 1 0,-1 0-1 16,-6 0 1-16,6 3 1 0,1-3 0 0,0 0 1 0,-1 4 0 15,1 0 1-15,-1-4 1 0,-6 3 1 0,6 1 0 0,8 0 0 0,-8-1 0 16,-6 1 0-16,14 3 0 0,-8-4 1 0,0 5 0 0,1-4 0 0,-1 3 0 16,1 1-1-16,-1 0 1 0,1-6 0 0,-1 9 0 0,0-6 0 15,2 6 1-15,-2-4 1 0,-6 0-1 0,6 0 0 0,1 1 0 16,0-1 0-16,-7 0-1 0,6 1 1 0,-6 2 0 0,6-2 0 0,1-1 0 16,-7 4 0-16,6-4 0 0,-6 1-1 0,7 3 0 0,-7-3 0 15,7 2-1-15,-7-2 0 0,6 3-1 0,-6-4 0 0,0 0-2 0,6 4-1 16,-6-3 1-16,0-1 0 0,7 0 0 0,-7 0-2 0,0 0 0 15,0-3-2-15,7 4-4 0,-7-5-6 0,0 5-11 0,0-5-13 0,0 1-18 16,0-1-18-16,0 1-38 0,-7 0-50 0,7-4-66 0,0 0-75 16,-7 0-65-16,7 0-59 0,-6 0-44 0,0-4-35 0,-1 0-13 15,0 1-4-15,1-1 5 0,-1-3 12 0,1 0 16 0,0-5 18 0,-1 5 39 16,-6-3 49-16,7-1 66 0,-2-4 77 0</inkml:trace>
  <inkml:trace contextRef="#ctx0" brushRef="#br0" timeOffset="-107114.61">3614 2535 46 0,'0'0'185'0,"0"3"24"0,0-3 20 0,0 4 19 0,0 0 18 16,-7-4 18-16,7 3 15 0,0-3 15 0,0 0 14 0,0 0-10 0,0 0-24 15,0 0-19-15,0 0-18 0,7 4-5 0,-7-4 0 0,7 0-5 16,-1 4-8-16,1-4-11 0,-1 3-10 0,8-3-11 0,-2 0-9 0,1 0-10 16,7 0-8-16,-7 0-9 0,6 0-11 0,1 0-12 0,-7 0-14 0,7-3-19 15,-2 3-22-15,2-4-14 0,-6 4-12 0,5-4-6 0,1 1-8 16,-8-1-6-16,8 0-5 0,-7 1-5 0,7-1-5 0,-8-3-5 16,2 3-5-16,5 1-2 0,-5-1-4 0,-8 0-3 0,6 4-3 0,2-3-4 15,-1-1-3-15,-6 4-8 0,6-4-9 0,-7 4-12 0,0-3-12 16,1 3-15-16,0 0-15 0,-1 0-22 0,0 0-25 0,1 0-34 0,-7 3-43 15,0-3-57-15,7 0-65 0,-7 4-55 0,-7 0-50 0,7 3-38 16,-7-3-29-16,7 3-9 0,-6-4 4 0,0 5 9 0,-8-5 14 0,8 5 19 16,-7-5 23-16,7-3 35 0,-1 0 42 0,0 0 57 0,-5-3 65 15</inkml:trace>
  <inkml:trace contextRef="#ctx0" brushRef="#br0" timeOffset="-106832.34">3960 2249 0 0,'-8'-4'94'0,"8"1"47"0,-6-1 14 0,0 0 17 0,6 1 21 0,-6-1 26 16,6 4 30-16,-8-4 27 0,8 4 30 0,0 0 1 0,0 0-10 0,0 0-6 15,0 0-6-15,-6 0-1 0,6 0-1 0,0 4-4 0,0-4-5 16,0 7-9-16,0-3-8 0,0 3-19 0,0 1-21 0,0 6-24 0,0-3-22 16,0 7-23-16,0 1-23 0,0 3-15 0,-6 4-11 0,6-1-7 15,0 4-5-15,0 1-5 0,-7-1-3 0,7 4-8 0,-6 4-9 0,-1-4-7 16,7-1-6-16,-7 1-5 0,7 1-5 0,-6-2-3 0,6-2-3 15,-6-1-5-15,6-4-5 0,0-2-4 0,0-1-4 0,0 1-3 0,0-6-4 16,0-2-4-16,6 0-5 0,-6-1-5 0,6-3-6 0,1-4-15 16,0 1-15-16,6-5-28 0,-7 1-34 0,8-4-59 0,-2-4-75 0,8 1-74 15,-1-8-73-15,1 0-51 0,0-7-38 0,6-4-19 0,-7-8-9 16,7 1 0-16,0-5 3 0,0 2 12 0,1-5 15 0,-2 1 28 0,-5-1 32 16,0 1 60-16,6 2 75 0</inkml:trace>
  <inkml:trace contextRef="#ctx0" brushRef="#br0" timeOffset="-54465.64">1510 9246 50 0,'7'0'186'0,"-1"0"19"0,-6-3 14 0,0 3 17 0,0 0 19 16,7 3 21-16,-7-3 23 0,0 4 34 0,0-4 41 0,0 4 9 0,0-1-7 15,0 5-13-15,7-1-16 0,-7 4-15 0,0 0-17 0,0 0-12 0,0 3-10 16,0 5-13-16,6-1-14 0,-6 1-19 0,0 2-20 0,0 1-34 16,6 4-38-16,-6-4-33 0,8 4-32 0,-8-1-20 0,6 1-16 0,-6 0-10 15,6-1-10-15,-6 1-6 0,6 0-4 0,1-1-4 0,-7 1-5 0,7-1-1 16,-7 5-4-16,0-1-1 0,6-3 0 0,-6 3-3 0,0 0-1 0,7 0-2 15,-7 5-4-15,0-5-5 0,0 0-4 0,0-3-10 0,0 3-11 16,0-7-13-16,0 0-13 0,-7 0-21 0,7-4-22 0,0-3-36 16,0 0-41-16,0-8-56 0,0 4-62 0,0-7-51 0,0-4-48 0,0 0-43 15,0 0-41-15,0-4-15 0,0-3-1 0,0-4 6 0,0 0 13 0,0-4 18 16,0-3 21-16,-6 0 36 0,6-1 41 0,0-3 56 0,0 1 60 16</inkml:trace>
  <inkml:trace contextRef="#ctx0" brushRef="#br0" timeOffset="-54065.92">1543 9286 0 0,'6'-14'60'0,"-6"-1"73"16,0 4 3-16,8 0 8 0,-8 0 10 0,6 0 16 0,-6 4 15 0,6 3 23 16,-6-3 23-16,6 4 2 0,1-5-11 0,0 5 0 0,-1-2 7 0,7 2 18 15,1-1 22-15,-2 0 17 0,1 1 11 0,7 3 2 0,-7-3-4 16,6-1-10-16,7 4-11 0,-6-4-17 0,5 4-20 0,-5-4-17 0,7 4-15 15,-1-3-22-15,0 3-25 0,0 0-28 0,-1-4-32 0,2 4-19 16,-1 0-12-16,0 0-8 0,-6 0-3 0,5 0-4 0,-5 0-2 0,0 0-3 16,-1 4-1-16,1-1-3 0,0 1-1 0,-1 0-1 0,0 3 1 0,0 0 1 15,1 0 0-15,-6 5 2 0,5-1 2 0,-6 3 1 0,0-3 2 16,7 8 3-16,-14-1 1 0,7 0 3 0,0 4 2 0,-6 0 3 0,-1 4 2 16,0 0 2-16,2 3 1 0,-8 4 2 0,0-4 1 0,0 8 1 15,-8-4-1-15,8 3 0 0,-6 1 0 0,0 0-1 0,-8-1-4 0,8 1-2 16,-1-4-2-16,-5 4-4 0,-2-5-50 0,8-2-7 0,-7 3 0 15,6-7 0-15,-6 3 0 0,7-7 0 0,-7 3 0 0,0-7 0 0,7 1 0 16,-8-1 0-16,8-3 0 0,-7-4 0 0,0 4 0 0,0-4 0 0,-1-4 0 16,2 0 0-16,-2-3 0 0,-5 3 0 0,6-3 0 0,-6-1 0 15,-1-3 0-15,1 4 0 0,-1-4-13 0,0 0-152 0,-6 0-36 0,1 0-65 16,-2 0-75-16,1-4-73 0,0 4-70 0,0-3-55 0,0 3-46 0,7-4-16 16,-7 1 0-16,-1 3 13 0,1-4 19 0,7 0 26 0,-1 4 28 15,0-3 35-15,8 3 36 0,-8-4 64 0,7 4 77 0</inkml:trace>
  <inkml:trace contextRef="#ctx0" brushRef="#br0" timeOffset="-53699.32">2591 9239 0 0,'-6'-4'191'0,"6"4"134"16,0 0 60-16,-6 0 32 0,6 4 19 0,-6-4 13 0,6 0 9 15,0 0 10-15,0 0 6 0,0 4 6 0,0-4 6 0,0 0-44 16,0 0-68-16,6 0-63 0,-6 3-63 0,6-3-55 0,0 0-53 0,8 0-27 15,-1-3-15-15,-1 3-11 0,2 0-7 0,5-4-8 0,1 4-7 0,0-4-4 16,-2 4-6-16,2-3-5 0,7-1-5 0,-9 0-6 0,2 1-7 16,0 3-7-16,-1-4-6 0,1 0-12 0,-7 4-15 0,7-3-18 15,-7 3-19-15,0-4-33 0,-1 4-37 0,-4 0-63 0,4 0-75 0,-5 0-79 16,-1 0-78-16,-6 4-54 0,7-1-40 0,-7 1-19 0,0 3-11 0,-7 4 2 16,7 0 8-16,-6 4 15 0,-1 0 17 0,-5 3 31 0,4 1 37 15,-4 2 61-15,-1-2 75 0</inkml:trace>
  <inkml:trace contextRef="#ctx0" brushRef="#br0" timeOffset="-53499.03">2729 9682 39 0,'-8'4'237'0,"2"0"32"0,6-1 25 0,-6-3 23 0,0 4 25 0,6-4 29 15,-7 3 29-15,7-3 25 0,-7 0 19 0,7 0 2 0,0 0-8 0,7 0-38 16,-7 4-52-16,7-4-43 0,-1 0-38 0,0 4-27 0,0-4-22 0,8 0-23 16,-8 3-23-16,7-3-27 0,7 0-30 0,-8 4-23 0,2-4-21 15,6 4-16-15,-7-1-13 0,6-3-16 0,-6 4-19 0,7-4-20 0,-1 4-18 16,-5-1-30-16,4 1-36 0,2-4-54 0,-7 4-65 0,7-1-64 15,0-3-62-15,-8 4-60 0,8-4-56 0,-1 0-29 0,-5 4-14 0,5 0-2 16,-6-4 5-16,6 3 11 0,-5-3 15 0,-2 4 25 0,2-4 33 16,-1 4 52-16,-7-1 64 0</inkml:trace>
  <inkml:trace contextRef="#ctx0" brushRef="#br0" timeOffset="-52948.33">3699 8667 105 0,'6'-3'227'0,"-6"-1"23"0,0 4 16 16,7-3 17-16,-7 3 18 0,7 0 45 0,-7 0 56 0,6 0 36 16,0 0 22-16,0-4-7 0,2 4-22 0,-2 0-33 0,7 0-38 0,0 0-30 15,0 0-27-15,-1 0-16 0,8 0-11 0,-6 0-11 0,5 0-13 16,1 0-40-16,-1-4-54 0,7 4-33 0,-6 0-22 0,6 0-16 15,-7-3-16-15,7 3-9 0,-6 0-11 0,0 0-8 0,-1-4-8 0,7 4-6 16,-13-4-8-16,7 4-14 0,-1 0-18 0,-6-3-22 0,1 3-22 16,-2 0-26-16,1 0-28 0,-6-4-46 0,6 4-57 0,-7 0-72 0,0-4-77 15,-6 4-72-15,0 0-66 0,0 0-33 0,0 0-15 0,0 0 0 16,-6 0 9-16,0 0 16 0,-1 0 17 0,1 0 24 0,-7 0 27 0,6 0 45 16,1 0 55-16,-8-3 72 0,2 3 249 0</inkml:trace>
  <inkml:trace contextRef="#ctx0" brushRef="#br0" timeOffset="-52699.18">4031 8440 0 0,'-6'-3'65'0,"6"-1"177"0,-8 0 32 0,8 4 27 0,-6 0 27 16,6 0 39-16,0 4 46 0,-6 0 33 0,6-4 26 0,0 7 19 15,0 0 17-15,0 0-26 0,0 1-48 0,0 3-42 0,-6 0-35 0,6 4-28 16,0 3-22-16,0 0-19 0,0 4-17 0,0 1-31 0,0-2-38 16,0 5-26-16,0 3-17 0,0-3-16 0,0 3-11 0,0 1-11 0,0-1-8 15,6 4-10-15,-6-4-68 0,0 0-35 0,0 0 0 0,6 1 0 16,-6-4 0-16,6-1 0 0,-6 1 0 0,8-4 0 0,-2 0 0 0,-6-4 0 15,6 1 0-15,1-1 0 0,0-7 0 0,-1 3 0 16,1-3 0-16,5-3 0 0,-5-1 0 0,6-3 0 0,-7-4 0 0,8 0 0 16,-1 0 0-16,-1-8 0 0,2 1 0 0,6-4 0 0,-8-4-76 0,8 1-156 15,-1-8-75-15,-5 0-88 0,5 0-96 0,-6-3-63 0,6-2-46 16,-5 2-18-16,-2 3-2 0,2-4 7 0,-8 5 15 0,7 2 23 16,-7 4 24-16,1 1 32 0,0-1 34 0,-7 4 60 0,6 4 76 0</inkml:trace>
  <inkml:trace contextRef="#ctx0" brushRef="#br0" timeOffset="-52165.73">3575 9418 70 0,'0'0'178'0,"-6"0"16"0,6 0 15 0,0 0 15 0,0 0 14 0,0 0 14 16,0 0 14-16,0 0 16 0,0 0 18 0,0 0 7 0,0 0 2 0,0 4 4 16,6-4 3-16,0 0-1 0,8 4-4 0,-8-4-5 0,7 3-3 15,0-3-5-15,6 0-7 0,-5 4-5 0,5 0-5 0,7-4-7 16,-6 3-8-16,6-3-28 0,0 0-38 0,7 4-29 0,-7-4-26 0,6 0-15 15,1 0-11-15,0-4-9 0,-1 4-8 0,7-3-6 0,-7 3-6 16,7-4-8-16,1 0-8 0,-8 1-9 0,7-1-9 0,-6 0-10 16,6-3-9-16,-7 3-7 0,8 1-19 0,-8-1-11 0,1 0 0 0,-1 1 0 15,1-1 0-15,-7-3 0 0,7 7 0 0,-7-7 0 0,-1 3-33 0,-5 4-41 16,0-4-24-16,-1 1-28 0,-6-1-31 0,0 0-46 0,1 1-54 16,-2-1-70-16,-12 0-77 0,6 4-71 0,-6-3-67 0,0 3-30 15,0 0-8-15,0-4 4 0,-6 4 14 0,0 0 17 0,0 4 22 0,-8-4 28 16,8 3 30-16,-7 1 46 0,6 0 54 0,-6 3 70 0,1 0 197 15</inkml:trace>
  <inkml:trace contextRef="#ctx0" brushRef="#br0" timeOffset="-51748.68">3822 9832 19 0,'0'0'177'0,"0"0"14"16,7 4 11-16,-7-4 22 0,7 0 27 0,-1 0 36 0,7 0 47 15,-7 0 45-15,8 0 45 0,-2 0 6 0,2 0-16 0,5-4-21 16,1 4-26-16,0-3-19 0,-1 3-14 0,7-4-7 0,-6 4-5 0,6-4-16 16,-1 4-21-16,1-3-33 0,1 3-40 0,-1-4-43 0,0 1-44 15,0 3-25-15,-1-4-18 0,2 0-13 0,-1 4-9 0,0-3-10 0,0-1-6 16,0 0-7-16,-7 1-6 0,8-1-6 0,-8 4-6 0,0-4-4 16,1 1-5-16,0-1-6 0,-7 0-7 0,7 1-10 0,-14 3-10 0,7-4-12 15,0 0-13-15,-7 4-12 0,1-3-13 0,-1 3-12 0,-6-4-16 16,7 4-28-16,-7 0-33 0,0 0-47 0,-7-4-49 0,7 4-50 0,-6 0-49 15,-1 0-31-15,1 4-23 0,0-4-17 0,-8 4-12 0,2-1-11 16,-2 1-9-16,8-4 2 0,-14 7 9 0,7-3 26 0,1 3 32 0,-8-3 46 16,7 3 49-16,-7 1 52 0,8-1 53 0</inkml:trace>
  <inkml:trace contextRef="#ctx0" brushRef="#br0" timeOffset="-51565.12">4324 9840 0 0,'-13'3'56'0,"7"1"77"16,-1 3 18-16,7-3 19 0,-7 0 16 0,7-4 18 0,0 3 18 0,0 1 19 16,-6 0 20-16,6-4-1 0,0 3-8 0,0-3 8 0,0 4 15 15,0 0 21-15,6-1 21 0,-6 1 13 0,0 4 8 0,0-1 1 0,7 0-2 16,-7 4-5-16,7 0-7 0,-7 4-10 0,0-1-7 0,6 5-10 15,-6-1-11-15,6 0-22 0,-6 4-30 0,0 0-32 0,7 4-37 0,-7 0-26 16,0-1-20-16,0 1-16 0,0-1-13 0,0 1-12 0,7 3-9 16,-7-3-16-16,0-4-17 0,0 3-24 0,0-3-27 0,0 1-31 15,0-1-32-15,0-4-36 0,-7 0-38 0,7 0-59 0,0-3-71 0,0 0-81 16,0 0-89-16,0-4-63 0,-7 0-50 0,7 0-22 0,0 0-7 16,-6-4 8-16,0 4 14 0,6-4 21 0,-7 0 24 0,0 1 31 0,1-1 35 15,-1 0 56-15,1 4 70 0</inkml:trace>
  <inkml:trace contextRef="#ctx0" brushRef="#br0" timeOffset="-49131.64">5438 8689 0 0,'6'-7'22'0,"1"0"203"15,-7-1 38-15,6 5 39 0,-6-1 43 0,0 1 38 0,0-1 37 16,0 0 26-16,0 4 23 0,0-3 18 0,-6 6 17 0,-1-3-23 0,7 4-45 15,-13 0-38-15,7-1-34 0,-7 4-32 0,7 1-30 0,-8 3-35 16,1 4-37-16,-6 3-33 0,6 0-31 0,-7 8-21 0,0-1-18 16,7 5-16-16,-6 6-15 0,0 1-9 0,5 7-9 0,-5 0-8 0,6 7-6 15,6 1-7-15,-5 2-6 0,4 5-3 0,-4 0-6 0,12 3-6 16,-7-3-4-16,7 3-6 0,0 0-5 0,0-3-3 0,7 0-4 0,-1-5-3 16,0-3-5-16,2-3-10 0,4-4-14 0,-5-7-16 0,6-1-19 15,0-7-21-15,-1 1-20 0,2-8-22 0,5-7-20 0,-6-1-36 0,7-3-40 16,-1-7-57-16,1-4-63 0,-1-4-59 0,1-3-59 0,0-4-48 15,-1-7-42-15,7-1-11 0,-6-3 3 0,-1-7 12 0,7 0 17 16,-6-1 19-16,0-2 20 0,5-5 35 0,-5 4 42 0,0-4 55 0,-1 4 64 16</inkml:trace>
  <inkml:trace contextRef="#ctx0" brushRef="#br0" timeOffset="-48898.77">5913 8686 165 0,'0'-15'239'0,"0"8"25"0,0 0 20 16,6 3 22-16,-6 0 22 0,0 1 37 0,0 3 46 0,7 3 32 16,-7 1 24-16,7 3-13 0,-7 0-33 0,6 1-34 0,-6 6-34 0,7-2-32 15,-7 6-31-15,6 0-21 0,0 4-16 0,-6 0-18 0,8 4-19 16,-8-1-35-16,6 4-43 0,-6 1-30 0,0-1-25 0,6 4-16 16,-6-4-16-16,-6 4-9 0,6 1-9 0,0-1-13 0,-6-4-16 0,6 4-21 15,-8-4-24-15,8-3-31 0,-6-1-33 0,6-3-57 0,-6-3-68 16,6-5-75-16,-7-3-77 0,7-4-62 0,0-3-54 0,0-4-27 15,0-4-13-15,0-3 1 0,7-7 8 0,-7-1 14 0,6-3 20 0,-6-4 26 16,6-4 30-16,2 0 54 0,-2 1 66 0</inkml:trace>
  <inkml:trace contextRef="#ctx0" brushRef="#br0" timeOffset="-48730.64">6043 8950 186 0,'6'-11'221'0,"2"0"37"0,-2 0 43 0,0 3 49 16,8 1 58-16,-8 3 33 0,1-3 20 0,5 4 16 0,2-1 12 0,-2-4-24 16,2 4-44-16,-1-3-34 0,-1 3-30 0,8-3-25 0,-6 0-21 15,5 3-35-15,-6-3-39 0,6 0-50 0,-5 3-57 0,5 0-32 0,-6-3-20 16,6 3-15-16,-5 1-14 0,-2-1-14 0,2 0-16 0,-1 1-16 15,-7-1-18-15,7 4-19 0,-6-4-20 0,-1 4-23 0,0 0-21 0,-6 0-44 16,0 0-57-16,0 0-69 0,0 0-79 0,-6 4-66 0,0 3-59 16,-1-3-29-16,-6 3-12 0,7 4 1 0,-7-3 7 0,-1 6 12 15,2-3 16-15,-8 4 19 0,0-4 19 0,7 7 44 0,-7-3 54 0,-5 0 72 16,5-1 251-16</inkml:trace>
  <inkml:trace contextRef="#ctx0" brushRef="#br0" timeOffset="-48349.11">5848 9279 23 0,'-13'18'185'0,"0"1"21"0,7-1 22 0,-1 1 25 15,-6-5 28-15,6 5 36 0,7-1 38 0,-6 0 42 0,0 0 46 16,6 5 7-16,0-5-14 0,0 4-20 0,0 0-25 0,0-4-21 16,0 8-19-16,6-5-16 0,-6 1-15 0,0-3-21 0,6 3-24 0,-6-4-33 15,7 1-35-15,-7-1-43 0,6-4-45 0,1 1-30 0,0-4-20 16,-7 0-16-16,6-3-11 0,0-1-8 0,1-3-9 0,-7-1-6 0,7-3-6 16,5-3-4-16,-5-1-5 0,6-3-4 0,-6-4-2 0,5-4-1 15,2-4 1-15,-2 1-1 0,8-4 0 0,-7-3 0 0,7-1 0 0,0-4 1 16,-1 1-1-16,-6 4 0 0,6-1 1 0,1 1 0 0,0-2 0 15,-1 9 0-15,1 0 2 0,-1 3-1 0,-6 1 0 0,6 3 1 16,-5 4-1-16,6 3 1 0,-8 0 1 0,1 1 1 0,0 3-1 0,0 3 2 16,1 1 0-16,-2 0 4 0,1 3 4 0,-6 0 4 0,6 0 4 0,0 4 6 15,-6-3 4-15,-1 6 8 0,0-3 7 0,1 4 7 0,0-4 6 16,-1 4 9-16,1 3 7 0,-7 0 7 0,6-3 7 0,-6 7 5 16,0-4 3-16,-6 5-84 0,6-5-11 0,-7 4 0 0,7-4 0 15,-6 4 0-15,-1 0 0 0,-6 0 0 0,7-4 0 0,-8 4 0 0,2 0 0 16,-2-3 0-16,1-1 0 0,-7 0 0 0,8 0 0 0,-8-3 0 15,1-1 0-15,-1-2 0 0,0-2 0 0,1-2 0 0,-1-1 0 0,-6-3 0 16,7-4 0-16,-7 0 0 0,6-4 0 0,-6 1-190 0,1-4-180 16,5-4-80-16,0 0-84 0,1-4-54 0,-1-4-39 0,8 1-10 15,-8-4 6-15,13 4 16 0,-6-8 23 0,6 4 27 0,1-4 28 0,0 1 33 16,6-1 36-16,0-3 66 0,6 3 77 0</inkml:trace>
  <inkml:trace contextRef="#ctx0" brushRef="#br0" timeOffset="-48015.07">6793 8678 0 0,'-14'-14'21'0,"2"3"201"0,-2-4 36 16,1 4 30-16,0 4 25 0,6 0 31 0,7-1 34 0,0 1 29 15,0 3 26-15,0 0 18 0,0 1 12 0,7 3-27 0,-7 0-49 0,7 0-40 16,-1 0-33-16,7 3-33 0,-7 1-33 0,8 0-28 0,-1-1-23 0,0 1-30 16,0 4-33-16,7-1-29 0,-8 0-25 0,8 1-22 0,0-1-17 15,-1 4-22-15,-5-4-23 0,4 0-39 0,-4 1-47 0,-1-1-64 16,-1 0-76-16,2 1-75 0,-8-1-77 0,0 0-53 0,2 1-39 0,-2-1-18 15,-6 4-11-15,0-3-1 0,0 3 1 0,-6 0 12 0,-2-4 13 16,2 4 31-16,-6 0 39 0,-2 0 61 0,8 0 71 0</inkml:trace>
  <inkml:trace contextRef="#ctx0" brushRef="#br0" timeOffset="-47632.64">6702 8957 0 0,'-14'4'10'0,"8"-1"207"0,-7 1 35 0,-1-1 30 0,8 1 27 0,0 0 41 15,-1-1 46-15,0 5 37 0,1-5 31 0,6 5 24 0,-6 3 22 0,6 0-18 16,-7 0-38-16,7 4-32 0,-7 3-28 0,7 0-27 0,-6 4-26 15,6 0-22-15,0 4-23 0,-7 0-37 0,1-1-46 0,6 4-35 16,-6-3-32-16,6 3-25 0,-7-3-22 0,7 0-25 0,-7-1-29 0,7-6-35 16,0-1-36-16,-6 0-35 0,6-7-37 0,0 0-35 0,0-4-36 15,6 1-47-15,-6-4-50 0,7-4-50 0,0-4-47 0,-7 0-38 0,6-3-31 16,0-1-12-16,7-3-2 0,-6-3 11 0,0-1 18 0,5-3 24 16,2 0 26-16,-8-1 35 0,7 1 41 0,0-4 57 0,-6 3 69 0,5 1 75 15,2 0 78-15,-2 3 75 0,2 1 67 0,-1-1 63 0,-1 1 60 16,2 3 39-16,-1-5 26 0,6 6 18 0,1-1 12 0,-1 0 4 0,1 0 0 15,6-4-7-15,1 4-11 0,-2 0-17 0,1 0-20 0,6-3-27 16,1 3-30-16,-1 0-35 0,1-1-38 0,7 1-23 0,-8 0-18 16,7 4-7-16,-6 0-7 0,5-1-3 0,-5 1-6 0,7 3-7 0,-8-3-8 15,1 7-8-15,-1-3-10 0,1 3-7 0,-1 3-8 0,-6-3-9 16,1 4-7-16,-8-1-8 0,7 5-6 0,-13-5-5 0,6 5-7 0,-5-1-6 16,-8 0-5-16,7 1-7 0,-6 3-8 0,-7-4-14 0,0 4-18 15,0 0-19-15,-7 4-24 0,0-4-28 0,-5 0-34 0,-2 3-56 16,2 1-68-16,-2-4-78 0,-5 4-79 0,-7 0-63 0,0-1-53 0,0-3-21 15,-7 4-6-15,7-1 6 0,-13 1 15 0,7 0 16 0,-7-1 22 16,-1 1 29-16,7-1 33 0,-5-3 57 0,-1 5 67 0</inkml:trace>
  <inkml:trace contextRef="#ctx0" brushRef="#br0" timeOffset="-47465">6877 9356 179 0,'-7'0'278'0,"1"0"44"0,0 0 44 16,-1 0 38-16,0 8 37 0,7-5 28 0,-6 1 22 0,6 3 18 15,-6 1 17-15,6 2-10 0,-7-2-21 0,7 3-47 0,-7 3-57 0,7-3-45 16,0 4-40-16,-6-1-41 0,6 2-42 0,0-2-37 0,-7 4-38 15,7-3-27-15,0 0-24 0,0-1-29 0,0 1-31 0,0-4-40 0,0 0-45 16,0 0-52-16,0-3-59 0,0-1-79 0,0-4-85 0,0-3-73 16,0 4-63-16,0-4-50 0,7-4-39 0,-1 1-21 0,1-4-9 0,0-1 5 15,-1 0 13-15,0-3 25 0,1 1 28 0,0-1 44 0,-1-4 49 16,7 0 71-16,-6 1 82 0</inkml:trace>
  <inkml:trace contextRef="#ctx0" brushRef="#br0" timeOffset="-47315.69">7020 9407 131 0,'13'-3'200'0,"1"-1"24"0,-2 0 24 16,2 4 33-16,-2-3 37 0,1 3 45 0,1 0 49 0,5 0 33 15,0 0 23-15,-5 3-16 0,5-3-37 0,7 0-29 0,-6 0-25 0,-1 0-20 16,7 4-16-16,-6-4-19 0,-1 0-22 0,7 4-32 0,-6-4-38 0,0 3-44 16,-1-3-48-16,1 0-40 0,-8 4-34 0,8-4-30 0,-7 0-29 15,0 4-30-15,0-4-33 0,-7 0-43 0,2 0-45 0,-2 3-60 16,0-3-68-16,-6 0-60 0,0 4-55 0,0 0-45 0,-6-1-43 0,0 5-13 16,-2-1 1-16,-4 0 8 0,-1 5 13 0,0-1 20 0,0 3 25 15,-7-3 35-15,-6 4 39 0,7-1 58 0,-7 1 65 0</inkml:trace>
  <inkml:trace contextRef="#ctx0" brushRef="#br0" timeOffset="-46882.05">7112 9675 45 0,'-27'11'186'0,"7"-4"17"0,8 0 16 16,-1-3 9-16,0 0 6 0,6-4 10 0,1 0 12 0,0 0 16 16,6-4 18-16,0 0-2 0,0 1-11 0,6-1-6 0,0-3-1 0,1 3-9 15,-1-3-8-15,8 0-9 0,-8-1-8 0,6 1-4 0,2 0-2 0,5-1-8 16,-5 1-10-16,-2-4-13 0,2 3-19 0,-2 2-21 0,8-2-26 16,-7 0-31-16,0 1-32 0,0 0-21 0,1 3-14 0,-2-3-10 15,1 0-5-15,-6 3-5 0,6 0-5 0,-7 4-2 0,0-3-3 0,2-1 0 16,-8 4-3-16,6 0 2 0,-6 0-1 0,0 0 1 0,6 4-2 15,-6-1 0-15,0 1 0 0,0 0 0 0,0 3 3 0,-6-3-1 0,6 3 1 16,0 4 2-16,0-4 0 0,-6 5 1 0,6-6 2 0,-8 6 1 16,8-1 2-16,-6 0 1 0,6 0 1 0,-6 3 1 0,6-3 0 0,-6 4 0 15,-1-1-2-15,0-3 0 0,1 4 0 0,-1 0-1 0,1 0 0 16,0 3-2-16,-2-3 0 0,2-1-3 0,0 1-1 0,-8-1-2 0,8-3-2 16,0 4 0-16,-1 0 0 0,1-5-2 0,-8 6 0 0,8-5-1 15,0-1 0-15,-1-2-2 0,-6 3-1 0,7-4-1 0,-1 4-1 0,-6-7 0 16,6 3 0-16,1 0-1 0,-8 1-1 0,8-5 1 0,0 4 0 15,-7-3 1-15,6 0 1 0,1-1 1 0,-1 1 1 0,1 0 4 16,0-4 1-16,-2 3 4 0,8-3 0 0,0 5 0 0,-6-5 1 0,6 3 0 16,0-3 0-16,0 0 3 0,6 0 4 0,-6 3 5 0,8-3 4 15,4 0 4-15,-5 4 6 0,6-4 5 0,0 0 4 0,7 0 6 0,-1 0 3 16,1 0 3-16,-1 0 2 0,7 0 3 0,-6-4 0 0,6 4-1 16,0-3-6-16,0 0-4 0,-1-2-4 0,8-2-12 0,-7 3-17 0,0-3-23 15,1 3-28-15,-1-3-42 0,0 0-50 0,0 0-81 0,-1-1-94 16,-5 1-90-16,6 0-82 0,-7-4-42 0,8 3-20 0,-8-3-11 15,1 1-6-15,-1-1 3 0,1-5 10 0,0 6 17 0,-7-5 20 16,7 4 37-16,-8-4 44 0,8 1 77 0,-7-1 202 0</inkml:trace>
  <inkml:trace contextRef="#ctx0" brushRef="#br0" timeOffset="-46631.49">7743 9279 393 0,'-13'-3'467'16,"7"3"29"-16,-8 0 17 0,8-4 6 0,0 4 4 0,-1 0 3 15,1 0 3-15,12-4 10 0,-6 4 12 0,7-3 13 0,-1 3 11 0,0 0-112 16,8-4-174-16,-8 4-97 0,14-4-58 0,-7 4-29 0,-1-3-15 16,8 3-6-16,0-4-3 0,-1 0-3 0,-5 1-3 0,5-1-12 0,0 0-14 15,1 1-23-15,-1-1-26 0,-5 0-28 0,-2 1-28 0,8-5-28 16,-7 5-26-16,1-5-42 0,-8 1-48 0,0 4-69 0,0-5-81 15,2 0-74-15,-8 1-68 0,6 3-45 0,-12-2-30 0,6-2-6 0,0 4 5 16,-8-3 15-16,2 3 19 0,0 1 21 0,0-1 24 0,-2 0 39 16,-4-3 48-16,5 3 68 0,-6 1 95 0</inkml:trace>
  <inkml:trace contextRef="#ctx0" brushRef="#br0" timeOffset="-46431.99">7795 8935 234 0,'-12'-7'337'0,"4"-1"51"15,2 5 43-15,0 3 30 0,-1-4 25 0,1 8 18 0,6-4 16 0,-7 3 16 16,0 5 14-16,7 3-11 0,-6 0-23 0,0 3-46 0,0 4-57 15,6 1-58-15,-8 10-62 0,2 1-42 0,6 2-33 0,-6 5-23 16,6-1-20-16,-7 9-13 0,7 2-11 0,-6-3-145 0,6 4-6 0,0-1 0 16,0 1 0-16,0-4 0 0,6 0 0 0,1-4 0 0,-1-6 0 15,0-2 0-15,8-2 0 0,-2-8 0 0,2-1 0 0,5-10 0 16,1 0 0-16,0-7-80 0,5-4-233 0,1-4-89 0,0-3-97 0,7-8-68 16,-7-3-54-16,0-4-20 0,7-3-2 0,-7-4 12 0,7-1 18 15,-7 1 27-15,6-4 31 0,-6 0 34 0,0 4 32 0,6-5 58 0,-6 5 68 16</inkml:trace>
  <inkml:trace contextRef="#ctx0" brushRef="#br0" timeOffset="-46215.11">8570 8979 150 0,'0'-8'400'0,"6"1"58"15,-12 4 40-15,6-1 30 0,0 0 25 0,-6 1 24 0,6 3 25 0,-7 0 21 16,7 0 24-16,-6 0 25 0,6 0 26 0,-7 0-58 0,1 3-101 0,-1-3-88 16,1 4-296-16,0 0-155 0,-2-1 0 0,-4 4 0 0,5-3 0 15,-6 3 0-15,7 1 0 0,-7 3 0 0,-1 0 0 0,2 3 0 16,-8-2 0-16,7 2 0 0,-7 5 0 0,8-5 0 0,-8 4 0 0,0 1 0 15,1-1 0-15,-1 1 0 0,1-2 0 0,-1 2 0 0,0-4 0 16,1-4 0-16,6 3 0 0,-6-6 0 0,5-1 0 0,-5 0 0 16,6-7-511-16,7 0-62 0,-8-3-46 0,8-5-25 0,-1-3-15 0,7-7 5 15,-6 0 15-15,6-5 23 0,6 2 27 0,-6-9 30 0,7 1 32 16,-1-4 44-16,1 0 50 0,0 0 74 0,-1-3 88 0</inkml:trace>
  <inkml:trace contextRef="#ctx0" brushRef="#br0" timeOffset="-46015.08">8173 8730 0 0,'7'-26'77'0,"-1"8"114"0,-6-1 42 0,7 5 47 0,-7 3 52 0,6 4 48 16,-6-1 50-16,6 5 36 0,-6 3 30 0,0 0 5 0,0 0-11 15,0 0-17-15,0 7-20 0,0 0-19 0,0 4-17 0,0 0-27 16,0 7-28-16,0 1-35 0,0 6-40 0,0 4-39 0,0 5-37 0,7-1-27 16,-7 7-22-16,7 0-13 0,-1 4-10 0,0 4-60 0,8-4-79 15,-8 0 0-15,7 3 0 0,1-3 0 0,4-3 0 0,-4-1 0 0,5 0 0 16,1-7 0-16,0-3 0 0,6-1 0 0,-7-7 0 0,7 0 0 16,-6-8 0-16,6-3 0 0,-1 1 0 0,2-9 0 0,-8 0 0 0,8-3 0 15,-8-3 0-15,0-4-148 0,1-1-114 0,-1-3-57 0,1-3-65 16,-7-1-62-16,0-3-63 0,0 0-44 0,1-4-35 0,-2 0-6 15,-5-4 7-15,6 0 19 0,-7-3 21 0,7 0 24 0,-7-4 26 0,2 4 37 16,4-8 42-16,-5 0 58 0,6-3 67 0</inkml:trace>
  <inkml:trace contextRef="#ctx0" brushRef="#br0" timeOffset="-45765.78">9111 8012 148 0,'6'-8'363'0,"-6"4"47"0,7 1 33 0,-7 3 24 16,6 3 20-16,1 1 19 0,-7 0 18 0,7 7 19 0,-1-4 19 15,0 5 13-15,1-1 10 0,0 3-55 0,-1 1-86 0,7 3-74 16,-6 0-72-16,-1 0-40 0,1 4-23 0,-1 0-18 0,0 4-15 0,2 0-178 16,-2-1-24-16,0 5 0 0,0 3 0 0,1-4 0 0,-7 8 0 15,7-1 0-15,-7 1 0 0,0 3 0 0,0 1 0 0,-7 7 0 0,7-5 0 16,-7 5 0-16,-5 3 0 0,6-3 0 0,-8 7 0 0,1 0 0 16,0 0 0-16,-6-1 0 0,-1 2 0 0,0-2 0 0,-5 5 0 0,-1-4 0 15,-1 0 0-15,-5 0 0 0,6 0 0 0,-13-4-4 0,6-3-413 16,1-1-94-16,-8-3-93 0,8-4-42 0,-7-3-15 0,0-4 1 0,0-4 6 15,-1-3 17-15,1 0 20 0,7-8 28 0,-7 1 32 0,7-8 39 16,-8-1 45-16,7 1 79 0,-5-7 145 0</inkml:trace>
  <inkml:trace contextRef="#ctx0" brushRef="#br0" timeOffset="-44415.27">2188 10902 82 0,'0'-3'148'0,"0"-1"13"0,0 1 14 0,0-2 17 16,0 5 21-16,0 0 24 0,0 0 26 0,0 0 21 0,0 0 15 0,0 0 15 16,0 0 16-16,0 0 4 0,6 0 1 0,-6 5 1 0,0-5 0 0,0 3-6 15,0 1-5-15,6-1-9 0,-6 1-8 0,0 3-15 0,8 4-17 16,-8 4-18-16,6 0-21 0,0 3-33 0,1 7-38 0,0 1-22 0,-1 4-14 15,0 2-10-15,-6 1-8 0,7 7-6 0,-1 2-6 0,-6-3-6 16,7 5-8-16,-7 0-9 0,0 4-10 0,0-1-9 0,0 4-9 0,0-3-7 16,0 3-6-16,0 2-8 0,0-3-5 0,-7-2-5 0,7 2-3 0,-6-1-5 15,6-2-4-15,0 1-12 0,-7-7-16 0,7-2-19 0,0-2-21 16,-6-4-27-16,6-7-32 0,0-1-48 0,0-6-58 0,0-8-71 0,0 0-81 16,0-8-63-16,0-3-56 0,0-3-41 0,0-5-33 0,0-2-8 0,0-5 4 15,0-3 15-15,0-4 17 0,0-4 26 0,0-4 31 0,0 1 47 16,0-4 56-16,-6 0 74 0,6-4 102 0</inkml:trace>
  <inkml:trace contextRef="#ctx0" brushRef="#br0" timeOffset="-44131.91">2058 11096 190 0,'0'-29'220'0,"0"-1"21"16,6 5 23-16,0-1 26 0,1 1 32 0,0 3 40 0,-1 0 41 0,7 4 27 16,-7-1 17-16,14 1-25 0,-6-1-43 0,-2 5-34 0,8 3-29 15,-1 0-19-15,7 0-13 0,-6 0-15 0,6 4-17 0,0-1-22 0,0 1-25 16,0 4-32-16,6-2-40 0,-5 2-20 0,-1 3-12 0,6 0-7 15,-5 0-8-15,-1 0-4 0,-1 3-5 0,-5 2-6 0,6-2-2 0,-6 1-4 16,5-1-2-16,-11 5-1 0,5-1 1 0,1-3-1 0,-7 3 1 16,0 4 1-16,-1-4 3 0,2 4 3 0,-8 0 3 0,1 0 2 0,-1 4 0 15,-6-1 0-15,0 5-1 0,0-1-2 0,-6 4-71 0,-1 4-1 16,1-1 0-16,-8 6 0 0,-4-3 0 0,4 5 0 0,-5 0 0 0,-7 0 0 16,6 0 0-16,-6 4 0 0,-7-4 0 0,7-1 0 0,1-2 0 15,-8-1 0-15,7 1 0 0,0-9 0 0,0 5 0 0,-7-8 0 0,13 1-104 16,-6-4-77-16,7-4-32 0,-7 0-58 0,13-4-67 0,-7-3-68 15,8-4-70-15,-2-4-53 0,8 0-45 0,0-3-12 0,-2 0 6 0,8-9 14 16,0 6 19-16,0-9 23 0,8 1 22 0,-2 0 30 0,7-4 32 0,0 0 59 16,0 0 68-16</inkml:trace>
  <inkml:trace contextRef="#ctx0" brushRef="#br0" timeOffset="-43632.33">2748 10851 155 0,'6'0'225'0,"-6"0"21"0,0 3 17 0,0-3 19 0,7 4 21 0,-7-4 39 16,0 4 49-16,7-4 40 0,-7 3 35 0,6 5-7 0,-6-5-26 0,6 5-30 16,0 3-31-16,2-4-22 0,-2 8-15 0,7 0-9 0,-6 3-7 15,6 4-8-15,-1 0-11 0,-5 3-30 0,6 4-40 0,0 1-32 0,0 3-28 16,0 0-20-16,1 3-12 0,-2 1-11 0,2 3-6 0,-2-3-46 16,1 4-75-16,1-5 0 0,4 1 0 0,-4-5 0 0,-1 1 0 0,0-3 0 15,6 0 0-15,-5-5 0 0,-2-3 0 0,2-4 0 0,-1-3 0 16,6-3 0-16,-6-2 0 0,1-6 0 0,-2-1 0 0,1-3 0 15,0-7 0-15,0 0 0 0,1-4 0 0,-2-8 0 0,2-3 0 0,-2 0 0 16,1-7 0-16,-6-4 0 0,6 0 0 0,-7-4 0 0,1 1 0 16,6 0 0-16,-13-2 0 0,6 2 0 0,-6-1 0 0,0 4 0 0,0 4 0 15,0-1-27-15,0 5 0 0,0 3 6 0,-6 0 7 0,6 4 5 16,-6 6 6-16,6-2 6 0,-7 7 7 0,7-1 5 0,0 1 6 0,0 7 2 16,0 0 4-16,0 0-25 0,0 0-2 0,0 7 0 0,0 1 0 0,7 2 0 15,-1 1 0-15,-6 8 0 0,6-1 0 0,1 4 0 0,-1 3 0 16,8 5 0-16,-8 3 0 0,8 0 0 0,-8 4 0 0,7-4 0 15,-7 4 0-15,7-4 0 0,0-1 0 0,1 1 0 0,-2-4 0 0,1-2 0 16,0-2 0-16,0-3 0 0,1-4 0 0,5-3 0 0,-6-4 0 16,0-4 0-16,7-4 0 0,-8-3 0 0,8-3 0 0,-7-8 0 0,7-3 0 15,0-5 0-15,-8-3 0 0,8-3 0 0,-1-9 0 0,-5 2 0 16,4-5 0-16,-4 4 0 0,5-4 0 0,-5 1 0 0,-2-1 0 16,-6 4 0-16,8 1 0 0,-8 2 0 0,1 4 0 0,0 1 0 0,-7 3 0 15,6 0 0-15,-6 7 0 0,0-3 0 0,0 3 0 0,0 4 0 16,0 0 0-16,0 0-278 0,0 0-111 0,0 4-73 0,0 0-74 0,0-1-49 15,0 5-40-15,0-5-8 0,0 5 5 0,0-1 20 0,7 0 26 16,-1 1 28-16,-6-1 32 0,13 0 37 0,-6 1 41 0,-1 3 61 16,7-4 72-16</inkml:trace>
  <inkml:trace contextRef="#ctx0" brushRef="#br0" timeOffset="-43364.77">4220 10767 245 0,'0'-4'371'0,"0"1"44"16,0 3 30-16,-7-5 18 0,7 5 16 0,0 0 14 0,0 0 13 0,0 0 16 16,0 0 13-16,0 5-4 0,0-5-14 0,0 7-58 0,0-4-78 15,0 1-74-15,0 3-71 0,7 4-39 0,-7 0-22 0,0 0-15 16,0 7-10-16,0 1-12 0,6 3-11 0,-6 0-13 0,0 7-13 0,0 1-12 16,-6-2-54-16,6 9-35 0,-7 0 0 0,7 0 0 0,-6 2 0 15,6 2 0-15,-7 3 0 0,7-4 0 0,-6 1 0 0,-1-1 0 0,7 0 0 16,-6-3 0-16,6-4 0 0,0-3 0 0,-6-1 0 0,6-7 0 15,0-4-36-15,0-3-172 0,0-5-68 0,0-6-84 0,0-4-88 0,6-4-73 16,-6-3-62-16,6-7-30 0,-6-4-11 0,7-5 1 0,-1-6 12 16,-6 0 19-16,7-4 25 0,-1 0 34 0,1-3 38 0,-7-2 59 15,6-2 68-15,-6 4 82 0,0 3 275 0</inkml:trace>
  <inkml:trace contextRef="#ctx0" brushRef="#br0" timeOffset="-43165.38">4240 10825 0 0,'0'-14'186'15,"0"-1"120"-15,6 4 35 0,-6 4 36 0,0 3 35 0,0 0 30 16,6 1 26-16,-6 6 23 0,7 1 20 0,0 0 19 0,-1 3 18 0,7 0-32 15,-7 4-58-15,8 4-55 0,-2-1-57 0,2 5-38 0,-2 3-26 16,1 0-29-16,1 4-32 0,6 3-25 0,-8 0-25 0,1 0-20 16,0 5-21-16,0-1-19 0,1-1-78 0,-8-2-33 0,7 2 0 0,0-1 0 15,-7-3 0-15,7 1 0 0,-6-3 0 0,6 0 0 0,-7-4 0 16,1 0-62-16,0 0-80 0,-1-8-33 0,0 5-38 0,1-8-58 0,-1 0-69 16,1-1-75-16,-7-2-78 0,7-4-50 0,-7-1-35 0,0-3-6 15,6 0 6-15,-6-7 16 0,6-1 20 0,2 1 22 0,-8-7 23 16,6-1 32-16,0-3 37 0,0 0 58 0,1-4 69 0</inkml:trace>
  <inkml:trace contextRef="#ctx0" brushRef="#br0" timeOffset="-42932.02">4773 10496 17 0,'0'-4'324'0,"0"0"56"16,0 4 40-16,0 4 31 0,7 0 22 0,-7 3 22 0,0 0 19 0,0 4 21 15,6 0 21-15,-6 0 18 0,0 4 21 0,0 3-48 0,7 0-78 16,-7 8-76-16,0 0-75 0,0-1-49 0,0 8-35 0,-7 5-25 15,7-2-18-15,0 4-20 0,-6 4-115 0,6 4-56 0,-7-1 0 0,1 1 0 16,0 3 0-16,-2 0 0 0,8 4 0 0,-6-7 0 0,0 3 0 16,6-3 0-16,-6-4 0 0,-1-4 0 0,7-3 0 0,0 0 0 0,-7-8 0 15,7-4 0-15,0-6-201 0,0-1-130 0,0-7-89 0,0-4-83 16,0-7-82-16,0 0-36 0,0-7-16 0,7-4 3 0,-7-7 8 0,0-4 20 16,7-7 24-16,-7-1 29 0,0-7 33 0,6-3 47 0,-6 0 57 15,6-4 76-15,-6 3 197 0</inkml:trace>
  <inkml:trace contextRef="#ctx0" brushRef="#br0" timeOffset="-42698.91">4818 10532 38 0,'0'-8'286'0,"8"2"47"15,-8 6 38-15,6-4 33 0,0 4 31 0,-6 4 22 0,14-4 19 16,-8 3 17-16,1 0 15 0,-1 5 10 0,8-4 6 0,-2 7-47 0,1 0-71 16,0 0-60-16,0 3-49 0,1 1-38 0,-2 4-31 0,2-1-25 15,-2 4-24-15,8 0-18 0,-7 0-12 0,7 3-13 0,-8 1-13 0,8 3-12 16,-7-3-14-16,7 3-12 0,-1 0-11 0,-6 5-57 0,6-5-17 15,1 0 0-15,0 4 0 0,-1-4 0 0,1 0 0 0,-8 1 0 16,8-1 0-16,0-4 0 0,-1 1 0 0,-5 1 0 0,-2-6 0 0,2 1 0 16,-1-3 0-16,-1-1-103 0,-5-4-29 0,0 1-39 0,-1-4-44 15,0-1-77-15,-6-2-93 0,0 0-85 0,0-4-80 0,0-4-33 0,0 3-12 16,0-3 3-16,-6 0 10 0,0-3 15 0,-1-1 18 0,7-4 21 16,-7 0 24-16,1 2 38 0,0-2 45 0,-1-3 77 0,-6 0 202 15</inkml:trace>
  <inkml:trace contextRef="#ctx0" brushRef="#br0" timeOffset="-35166.02">2741 10191 123 0,'-6'-3'220'16,"0"-1"18"-16,-2 4 10 0,2-3 11 0,0 3 11 0,-7 0 20 0,6 0 23 16,-6 3 36-16,0-3 40 0,0 4 0 0,1-1-20 0,-8 1-32 15,7 0-35-15,-1 0-26 0,-4 3-22 0,-2-3-12 0,0 3-7 0,1 0-8 16,-7 4-6-16,-1-4-14 0,8 4-19 0,-8 0-30 0,-5 0-34 15,7 4-25-15,-2-4-17 0,-5 3-11 0,-1-3-8 0,1 5-5 0,6-2-2 16,-7 0-2-16,1 1-2 0,-2 0-3 0,9 0-1 0,-8-1-4 0,1 1-1 16,6 4-4-16,-7-5-2 0,7 4-3 0,-7 1-2 0,7-1-2 15,0 0 0-15,0 4-2 0,-7-4-1 0,13 8 0 0,-5-4-2 0,-1 0-1 16,6 7-1-16,-6-3-2 0,7 4-2 0,-1-1-3 0,-6 0-1 0,7 4-1 16,5 0 0-16,-4 0 0 0,-2 0-2 0,6 3 0 0,-5 1-2 15,6-4-1-15,0 0-1 0,7 4-1 0,-8-5 0 0,8 1-1 0,-1-3-1 16,1 3 0-16,6-4 1 0,0 0-2 0,0 1 0 0,0-4 0 15,0 3-1-15,0 0-1 0,6-4 0 0,1 2-1 0,-1 2-1 0,1-4-1 16,0-3 0-16,-1 4 0 0,7-1 1 0,0 1-1 0,-7-4 0 16,7 0-1-16,1 4-1 0,-8-4 1 0,14 0 0 0,-8-4 0 0,2 3-1 15,-1 2 2-15,-1-1-1 0,8-4 0 0,-7 1 0 0,7 2 2 0,-7-2-1 16,6-1 2-16,1 1-1 0,-1-1 1 0,1 0 3 0,0 1 0 16,-1-1 1-16,1 0 2 0,6 0-1 0,-7 1 1 0,1-4 0 0,6 3 1 15,-6 0 0-15,5 0 1 0,-5-3 0 0,6 3 0 0,-6 0-1 0,5-2-1 16,1-2-1-16,1 1 1 0,-1-1-2 0,0 1 0 0,0 0 1 15,7-4 0-15,-7 3 0 0,6-3 1 0,1-4-1 0,-1 4 0 0,7-3-1 16,-6-1 0-16,6 1 1 0,-7-6-1 0,8 3 0 0,-1-1 0 16,6-1 1-16,-5-3-2 0,-2 0-1 0,7 0 1 0,2 0-1 0,-9 0-2 15,8-3 1-15,0 3 0 0,-8-4 0 0,9-1 1 0,-2 3 1 16,1 2-1-16,-7-4 1 0,7 0 1 0,-1 1-1 0,1-1 1 16,-7 1 1-16,6-2-1 0,1 2 1 0,-1-1 0 0,-6 0 0 0,7 1 0 15,-1-1-1-15,-5 0 1 0,5-3 1 0,-6 4 5 0,7-1 6 0,-7-3 4 16,7 3 2-16,-7-3 2 0,6 3 2 0,-5-3 0 0,5-1 1 15,-7 1 1-15,9 0 1 0,-9-1-1 0,1-3 3 0,7 4-2 16,-7-5-2-16,1 5-4 0,5-4-25 0,-6 1 0 0,1-1 0 0,-8 0 0 16,7 0 0-16,-7-4 0 0,7 4 0 0,-6 0 0 0,-1-3 0 0,1-1 0 15,-7 4 0-15,6-4 0 0,-5 0 0 0,-1 1 0 0,0-1 0 16,0 5 0-16,-1-5 0 0,2 0 0 0,-7 0 0 0,6 1 0 16,-7-1 0-16,1 1 0 0,0-5 0 0,-2 4 0 0,2 1 0 0,0-5 0 15,-1 5 0-15,-5-5 0 0,5 1 0 0,1 0 0 0,-1-1 0 16,0-3 0-16,-5 4 0 0,5-4 0 0,1 4 0 0,-8-4 0 15,8 1 0-15,0-2 0 0,-7 1 0 0,-1 4 0 0,8-4 0 0,-7 0 0 16,0 4 0-16,0-4 0 0,-6 3 0 0,6 0 0 0,0 1 0 16,-6 0 0-16,6 0 0 0,-7 0 0 0,7 0 0 0,-6-1 0 0,-1 3 0 15,0-1 0-15,2-2 0 0,4 1 0 0,-12 4 0 0,7-5 0 16,-1 1 0-16,1 3 0 0,-1-3 0 0,1-1 0 0,-7 5 0 16,6-4 0-16,0-1 0 0,-6 1 0 0,0 0 0 0,0 3 0 0,8-4 0 15,-8 1 0-15,0 0 0 0,-8 3 0 0,8-3 0 0,0 0 0 16,-6 3 0-16,6-3 0 0,-6 3 0 0,-1 0 0 0,1-3 0 0,-1 3 0 15,-6 1 0-15,7-1 0 0,-8-3 0 0,8 3 0 0,-7 1 0 16,0-1 0-16,0 1 0 0,0-2 0 0,6 2 0 0,-5-1 0 16,-2 4 0-16,1-3 0 0,0-1 0 0,0 4 0 0,7 0 0 0,-8 4 0 15,2-4 0-15,5 4 0 0,-6-1 0 0,0 1 0 0,7 3 0 0,-8-2 0 16,8-3 0-16,-7 6 0 0,0-5 0 0,7 5 0 0,-7-1 0 0,-1 0 0 16,8-3 0-16,-7 3 0 0,0 1 0 0,0-1 0 0,0-3 0 15,0 3 0-15,-7 1 0 0,8-2 0 0,-2-1 0 0,1 2 0 0,-7-3 0 16,2 3 0-16,4-3 0 0,-5-1 0 0,-1 1 0 0,0 3 0 15,1-3 0-15,-1-1 0 0,0 1 0 0,8 3 0 0,-8-3 0 0,1 0 0 16,-1 3 0-16,8 0 0 0,-8-3 0 0,0 4 0 0,7-5 0 0,-7 5 0 16,8-1 0-16,-8 0 0 0,7 1 0 0,-7 3 0 0,8-4 0 0,-2 0 0 15,-5 1 0-15,-1-1 0 0,8 0 0 0,-8 4 0 0,0-4 0 16,1 1 0-16,-1-1 0 0,1 1 0 0,-1-1 0 0,0 0 0 16,-6 1 0-16,7-1 0 0,-1 1 0 0,1-2 0 0,-7 2 0 0,6-5 0 15,0 5 0-15,8 0 0 0,-8-2 0 0,1 2 0 0,-1-5 0 0,7 5 0 16,-6-1 0-16,-1 1 0 0,7-5 0 0,-7 5 0 0,8-1 0 0,-8 0 0 15,1 1 0-15,5-5 0 0,-5 5 0 0,6-1 0 0,-6 0 0 16,5 1 0-16,-6-1 0 0,8 0 0 0,-8 1 0 0,1-1 0 0,5 0 0 16,-5 1 0-16,6-1 0 0,-6 4 0 0,5-3 0 0,-5-1 0 15,6 4 0-15,0-4 0 0,-7 1 0 0,8 3 0 0,-2-4 0 0,1 4 0 16,0-4 0-16,0 4 0 0,1-3 0 0,-2 3 0 0,1-4 0 0,0 4 0 16,0 0 0-16,7-4 0 0,-14 4 0 0,14 0 0 0,-8-4 0 15,1 4 0-15,1 0 0 0,-2 0 0 0,2 0 0 0,-2 0 0 0,8-3 0 16,-7 3 0-16,0 0 0 0,0 0 0 0,-1 0 0 0,8 0 0 15,-7 0 0-15,0 0 0 0,7-4 0 0,-7 4 0 0,-1 0 0 0,8 0 0 16,-7 0 0-16,6 0 0 0,-6 0 0 0,7 0 0 0,-7 0 0 16,6-3 0-16,-5 3 0 0,5 0 0 0,-6 0 0 0,6 0 0 15,1 0 0-15,-7-4 0 0,6 4 0 0,1 0 0 0,-8 0 0 0,8 0 0 16,0 0 0-16,-1 0 0 0,-6 0 0 0,7 0 0 0,-1 4 0 0,1-4 0 16,0 0 0-16,-8 3 0 0,8-3 0 0,-1 0 0 0,0 4 0 15,-5-4 0-15,5 3 0 0,1-3 0 0,-1 4 0 0,-6-4 0 16,7 4 0-16,-8 0 0 0,8-4 0 0,0 3 0 0,-7 1 0 0,6 0 0 15,0-4 0-15,-5 3 0 0,4 1 0 0,2 0 0 0,-6-4 0 0,5 3 0 16,-6 1 0-16,6-1 0 0,1 1 0 0,-8 0 0 0,2-1 0 16,6 1 0-16,-8 0 0 0,8-1 0 0,-7 1 0 0,-1 3 0 15,2-3 0-15,-2 3 0 0,2-3 0 0,-1 0 0 0,-1 3 0 0,-6 0 0 16,8-3 0-16,-8 3 0 0,7 0 0 0,-7-2 0 0,8 1 0 0,-8-1 0 16,1 1-289-16,-1-1-263 0,8-2-85 0,-8 4-32 0,0-3-7 15,7 0 5-15,-7-1 13 0,8 1 18 0,-8-1 24 0,7 5 29 16,0-4 30-16,0-1 41 0,-7 5 43 0,7-5 79 0,7 8 138 0</inkml:trace>
  <inkml:trace contextRef="#ctx0" brushRef="#br0" timeOffset="18934.4">3171 13170 170 0,'0'0'218'0,"7"-4"30"0,-7 4 32 0,0 0 48 0,0 0 57 16,0 0 41-16,0 0 35 0,0 0 26 0,0 4 23 0,0-4-18 0,0 0-36 15,0 3-30-15,0-3-23 0,0 4-20 0,0-4-15 0,-7 4-23 16,7-1-25-16,-6 1-46 0,0 0-52 0,-2 3-41 0,2-3-33 15,0 7-27-15,-8 0-22 0,2 4-17 0,-8-1-17 0,7 4-15 0,-13 1-17 16,7 3-19-16,-7 4-22 0,0-1-23 0,-7 1-25 0,1 3-24 0,-1 0-21 16,0 0-22-16,1 1-19 0,-8-1-32 0,1 0-34 0,7 1-39 15,-7-4-43-15,7-1-44 0,-1-3-48 0,1 4-28 0,5-8-22 0,1 0-11 16,0 0-4-16,6-7-1 0,1 1 0 0,6-2 1 0,0-2 0 16,-1-1 22-16,8-3 29 0,6 0 37 0,0-4 41 0,0 0 49 15,0 0 50-15,6 0 41 0,2 0 45 0</inkml:trace>
  <inkml:trace contextRef="#ctx0" brushRef="#br0" timeOffset="19134.6">2494 13793 0 0,'6'-4'14'0,"1"4"129"15,6-4 27-15,-7 4 28 0,-6 0 30 0,7-4 28 0,-1 4 30 0,1 0 46 16,0 0 51-16,-1 0 22 0,0 0 4 0,2-3 0 16,4 3-5-16,1 0-5 0,0 0-7 0,0 0-14 0,7-3-17 0,-8 3-19 15,15 0-23-15,-7-4-22 0,-2 4-23 0,9 0-41 0,-7-4-52 0,6 4-33 16,0-3-24-16,-7 3-17 0,7-5-16 0,0 5-13 0,1-3-12 16,-9 3-10-16,9-4-9 0,-7 4-7 0,-2-4-6 0,9 1-7 0,-7-1-7 15,-1 4-12-15,0-3-16 0,1-1-14 0,-1 0-16 0,1 4-18 16,-6-3-18-16,5-1-25 0,-6 0-26 0,0 1-50 0,-1-1-62 0,-4 0-69 15,4 4-76-15,-5-3-70 0,-7 3-64 0,0 0-26 0,0 0-6 16,0 0 4-16,0 3 9 0,0 5 14 0,-7-1 18 0,1 0 23 16,-8 1 26-16,2 2 49 0,-8 6 61 0,7-5 70 0,-13 3 255 0</inkml:trace>
  <inkml:trace contextRef="#ctx0" brushRef="#br0" timeOffset="19400.56">2520 14232 13 0,'-6'4'310'0,"-1"-1"51"15,0 1 36-15,7-4 21 0,0 4 12 0,-6-4 11 0,6 4 10 16,0-4 11-16,0 0 11 0,0 0 9 0,0 0 9 0,0 0-51 0,0 0-80 16,6 0-72-16,-6 0-64 0,14 0-40 0,-8 0-25 0,0-4-12 15,7 4-6-15,7-4-2 0,-6 4-4 0,4-4-3 0,2 4-5 0,7-3-4 16,-2-1-7-16,1 4-7 0,6-7-6 0,1 3-10 0,-7 1-8 16,7-1-9-16,-1 0-11 0,1 0-7 0,7 1-6 0,-8-5-9 15,1 5-5-15,-1-5-13 0,1 5-25 0,5-1 0 0,-5-3 0 0,-1 3 0 16,1 1 0-16,-1-1 0 0,-5 0 0 0,-1 1 0 0,6-1 0 0,-12 0-23 15,6 1-59-15,-7 3-24 0,1-4-24 0,0 4-34 0,-7 0-36 16,-1 0-50-16,2 0-55 0,-8 0-60 0,1 0-64 0,-1 4-52 16,1-1-46-16,-7-3-21 0,0 4-8 0,-7 3 6 0,7-3 15 0,-6 3 21 15,-1-3 21-15,1 3 33 0,-8-3 36 0,2 4 48 0,5-5 55 16,-12 0 60-16,6-3 170 0</inkml:trace>
  <inkml:trace contextRef="#ctx0" brushRef="#br0" timeOffset="19750.98">2944 13536 0 0,'0'0'250'0,"0"0"34"15,0 0 24-15,0 0 26 0,0 4 29 0,0 0 30 0,0-1 35 16,0 4 27-16,0-3 23 0,-8 3 9 0,8 4 2 0,0-3-41 0,0 6-61 16,0-3-49-16,0 4-42 0,0 4-23 0,0-1-13 0,0 0-19 15,0 4-20-15,0 0-25 0,0 3-28 0,0 2-22 0,0-2-19 0,8 4-13 16,-8 0-10-16,0 1-7 0,0 3-9 0,0 4-7 0,0-1-9 15,0 1-7 17,0 3-10-32,0 0-6 0,0 4-5 0,0 1-6 0,0-2-24 0,0 5-14 0,0-4 0 0,0 4 0 0,0-5 0 0,-8 1 0 0,8 0 0 0,0 0 0 0,0-4 0 0,0 1 0 0,0-4 0 0,0-5 0 15,0 1 0-15,0-3 0 0,0-4 0 0,0-5 0 0,0 1 0 0,0-3 0 16,0-5 0-16,0 1 0 0,0-1 0 0,0-3 0 0,0 1 0 16,0-5 0-16,0 1 0 0,0-5 0 0,-6 1 0 0,0-1 0 15,0 1 0-15,-1-4 0 0,0 0 0 0,-6 0 0 0,0-4 0 0,0 1 0 16,-7-1 0-16,-5-3 0 0,-1-1 0 0,0-2-160 0,-1-1-166 15,-5-8-84-15,-1 1-89 0,-5-1-66 0,5-3-52 0,-7 1-20 0,1-5 0 16,7 4 13-16,-7-4 17 0,7 0 29 0,-8 1 31 0,7-1 34 16,7 1 36-16,-6 2 58 0,13-2 70 0</inkml:trace>
  <inkml:trace contextRef="#ctx0" brushRef="#br0" timeOffset="22033.95">5125 13459 81 0,'0'-4'208'0,"0"4"20"0,0 0 13 16,0-3 17-16,0 3 17 0,0 0 28 0,0 3 33 0,7-3 44 15,-7 4 47-15,6 0 7 0,-6 4-16 0,7-2-24 0,-7 6-27 0,6 2-25 16,0 1-22-16,-6 3-12 0,7 0-9 0,0 8-10 0,-7 0-11 15,6-1-24-15,-6 9-31 0,0-5-41 0,0 7-47 0,-6 1-30 0,6 0-23 16,-7-1-18-16,0 4-13 0,1 1-10 0,0-1-7 0,-1 0-13 16,1 1-14-16,-1-4-17 0,0-1-20 0,1-3-21 0,0-4-21 0,-1-3-32 15,0-8-35-15,7 0-51 0,-6-3-57 0,6-7-58 0,0-5-57 16,0-3-45-16,0-7-37 0,6-4-33 0,-6-7-30 0,7-8-7 0,-7-4 2 16,7-6 12-16,-1-4 16 0,0-5 28 0,1-2 33 0,0 0 64 15,-1-5 81-15,7 4 82 0,-7 1 83 0,1 3 73 0,0 0 66 0,-7 7 69 16,6 5 68-16,-6 2 55 0,6 8 47 0,-6 0 46 0,0 4 43 15,0 3 39-15,0 1 34 0,0 3 7 0,8 0-7 0,-8 0-11 16,6 3-15-16,0-3-17 0,1 4-19 0,-1-4-22 0,1 3-25 0,-1-3-29 16,7 4-30-16,-7 0-36 0,14-4-38 0,-7 4-34 0,0-1-31 15,0 1-19-15,7 3-12 0,0-3-10 0,-7 3-6 0,6 1-7 16,0-1-5-16,1 4-4 0,0 4-1 0,-1-1 0 0,1 1-2 0,-1 3 3 16,1 1 2-16,0 6 4 0,-1-3 4 0,0 7 0 0,1-3 2 15,-1 7 0-15,-5 0-1 0,5 4-3 0,-6-1-1 0,0 5-4 0,1-1-5 16,-2 8-51-16,1-4-4 0,-6 3 0 0,-1 4 0 0,1 1 0 15,-1-1 0-15,-6 0 0 0,6 1 0 0,-6-1 0 0,-6-3-45 0,6-1-86 16,0-2-32-16,-6-5-50 0,-1 0-58 0,1-7-76 0,-1 0-81 16,0-3-71-16,1-8-65 0,-6-1-28 0,4-2-7 0,-4-8 7 15,-1-4 16-15,-1-4 21 0,-4 2 26 0,4-10 30 0,1-2 29 0,-7 0 50 16,1-4 58-16,0 0 73 0,-1 0 242 0</inkml:trace>
  <inkml:trace contextRef="#ctx0" brushRef="#br0" timeOffset="22201.15">5327 13891 0 0,'-20'-14'146'0,"1"3"145"0,6 0 53 0,0 4 44 16,-1-1 41-16,8 1 26 0,0 3 19 0,-1 1 9 0,1 3 8 0,6-4 4 15,0 4 1-15,0 0-43 0,0 0-65 0,6 4-56 0,1-4-51 16,-1 0-49-16,8 0-47 0,-2 3-43 0,8-3-38 0,-1 0-25 0,1 4-18 16,0-4-10-16,-1 0-6 0,7 0-4 0,-6 0-3 0,-1 0-3 15,1-4-6-15,0 4-11 0,-1 0-16 0,0-3-17 0,1 3-20 0,-7-4-25 16,0 4-29-16,0-4-44 0,0 4-52 0,0-3-63 0,-6 3-71 16,-7 0-64-16,0 0-64 0,0 0-38 0,0 3-25 0,-7 1-7 15,7 3 3-15,-13 1 9 0,0 3 14 0,0 3 21 0,0-3 26 0,0 7 43 16,-7 1 52-16,1-1 63 0,-8 4 164 0</inkml:trace>
  <inkml:trace contextRef="#ctx0" brushRef="#br0" timeOffset="22350.62">5268 14144 0 0,'-20'19'11'0,"8"-5"212"0,-1-2 27 0,0-1 15 16,6-1 6-16,1-6 4 0,0 3 2 0,6-3 8 0,6 0 12 15,-6-1 13-15,6-3 12 0,1 0-14 0,-1 4-30 0,7-4-36 0,0 0-39 16,1 0-29-16,-2 0-22 0,8-4-12 0,-1 4-6 0,1-3-4 16,0-1-1-16,-1-3-10 0,7 3-14 0,-6-4-25 0,-1-3-35 0,1 0-58 15,0 4-66-15,-1-7-66 0,-6 3-63 0,6 0-58 0,-5-4-54 16,-2 0-35-16,2 4-26 0,-8-3-13 0,7 3-5 0,-7-4-2 15,1 4-1-15,0 0 14 0,-7 4 21 0,6-4 37 0,0 3 45 0,-6 1 49 16,0 0 180-16</inkml:trace>
  <inkml:trace contextRef="#ctx0" brushRef="#br0" timeOffset="22584.78">6089 13093 170 0,'0'-11'402'15,"0"4"45"-15,0 3 23 0,-6 0 12 0,6 1 8 0,0-1 10 16,0 0 10-16,0 1 11 0,0 3 11 0,0 0 8 0,0 0 6 0,0 0-80 16,0 0-122-16,6 0-100 0,-6 3-86 0,7 1-45 0,-1 0-22 15,0-1-12-15,1 1-8 0,0 3-9 0,-1-3-10 0,0 3-20 0,8 1-25 16,-8-1-29-16,1 0-31 0,-1 4-39 0,0-3-45 0,1-1-65 16,0 0-75-16,-1 4-74 0,-6-4-77 0,6 1-53 0,-6 3-40 0,0-4-21 15,0 4-9-15,-6-3 3 0,6 3 12 0,-6 0 19 0,-1 0 22 16,0 3 37-16,-5-3 41 0,5 4 63 0,-6-1 71 0</inkml:trace>
  <inkml:trace contextRef="#ctx0" brushRef="#br0" timeOffset="23451.15">5939 13452 54 0,'-13'7'335'0,"0"0"53"0,1-2 37 0,-2-2 27 15,1 0 22-15,7 1 16 0,-1-4 15 0,0 0 10 0,1 0 6 0,0 0 3 16,6 0 2-16,-7 0-63 0,7 0-95 0,0 0-87 0,7 0-81 16,-7-4-52-16,6 4-36 0,0-3-27 0,1 3-21 0,0-3-17 0,6-2-14 15,-7 2-9-15,14-5-8 0,-8 5-4 0,2-1-4 0,5 0-3 16,-5 1-3-16,4-1-7 0,2 1-11 0,0-1-13 0,-1 0-17 0,1 4-18 15,0-3-20-15,-7 3-34 0,6-4-41 0,0 4-49 0,-5 0-55 16,-1 0-46-16,6 0-43 0,-12 0-32 0,5 0-23 0,2 0-12 0,-8 0-7 16,1 4 5-16,-1-4 7 0,-6 3 15 0,0-3 16 0,0 4 35 15,0 0 41-15,0-4 54 0,-6 3 61 0,-1 1 57 0,1-1 53 0,-8 1 45 16,8 3 42-16,-7-3 36 0,0 0 34 0,-6 4 28 0,5-2 27 16,2 2 32-16,-8-1 34 0,7 1 38 0,-7-1 40 0,8 0 34 15,-2 1 34-15,2-1 15 0,-2 0 7 0,8 1-5 0,-1-5-9 0,-5 1-15 16,12 3-15-16,-8-3-21 0,8-1-21 0,0 1-27 0,0-4-31 15,0 4-37-15,0-1-41 0,8-3-41 0,-2 4-40 0,7-4-26 0,-7 0-16 16,8 4-10-16,-2-4-8 0,8-4-2 0,0 4-3 0,-1-4 0 16,1 1-2-16,-1-1 1 0,7-3-1 0,-6-1 1 0,6 1 0 0,-7 0-1 15,1 0 1-15,0 3 1 0,-1-3-1 0,1-1 2 0,-8 5-2 16,2-1 2-16,-2 0-1 0,2 4 3 0,-8-3 2 0,1 3 1 16,-1 3 3-16,-6-3 3 0,0 4 3 0,0 3 1 0,0-3 3 0,-6 3 3 15,-1 4 4-15,1 0 3 0,-8 0 1 0,2 4 0 0,-2-1 2 16,2 5-1-16,-8-1 0 0,-7 1 0 0,8 3-2 0,-13-1 2 15,6 1 3-15,-7 4 3 0,7-1 4 0,-6-3 3 0,-1 4 5 0,1-4 5 16,5 4 6-16,1-4 3 0,0-3 5 0,0-1 2 0,7-4 1 0,5 1-1 16,2-4-2-16,-1-4-5 0,6 4-6 0,0-7-8 0,7-1-6 15,0 1-7-15,0-4-8 0,7 0-6 0,0-4-8 0,6 4-4 0,-1-3-6 16,8-1-2-16,0-3-2 0,5 0 1 0,1-1 0 0,1-3 2 16,5 4 2-16,-6-4 0 0,7 0 1 0,-1 0 0 0,1 0-1 0,-7-4-1 15,7 4-1-15,-7 0-8 0,0 0-9 0,0-3-12 0,-7 3-15 16,1 3-15-16,0-3-16 0,-7 4-18 0,-1-1-15 0,2 2-17 15,-8 2-17-15,0 0-32 0,-6 1-38 0,0 3-43 0,0 0-45 0,0 0-32 16,-6 3-26-16,-7 1-9 0,6 0-2 0,-5 2 8 0,-1 2 11 16,-7-1 14-16,7 4 15 0,-6 0 17 0,-8 4 16 0,7 0 38 15,-5-1 46-15,-1 4 64 0,0 1 71 0,0 3 70 0,-1-4 71 0,1 4 57 16,1-4 51-16,5 4 48 0,0 0 48 0,1 1 29 0,-1-5 21 16,8 4 14-16,-2-4 11 0,2 4 7 0,4-4 0 0,2 4-9 0,0 1-17 15,6-2-23-15,-7 1-28 0,7 0-28 0,0 4-30 0,0-4-36 16,0 3-39-16,0 1-24 0,0 0-18 0,7-4-13 0,-7 3-11 0,0 1-9 15,6-4-10-15,-6 0-10 0,0 0-8 0,0-4-10 0,6 1-8 16,-6-2-14-16,0-5-16 0,0-1-15 0,0 1-17 0,0-5-15 16,8-4-14-16,-8 0-10 0,0-3-9 0,0-3-6 0,0 0-7 0,6-4-8 15,-6-9-7-15,6 2-3 0,0-1-3 0,2-7 6 0,-2 0 5 16,0-3 10-16,1-5 13 0,6 1 11 0,-6-1 12 0,5 1 9 16,-6 4 8-16,8-5 6 0,-1 4 8 0,0 1 8 0,0 3 9 0,7 4 8 15,-8-1 7-15,8 1 6 0,-1 3 6 0,1 1 6 0,0 3 6 0,-1 0 7 16,1 3 8-16,0 1 7 0,5 3 8 0,-5 1 3 0,6-1 6 15,-6 8 3-15,5-1 6 0,-5 1 1 0,6 0 0 0,-6 7 0 16,-1-4 0-16,1 4-3 0,-1 3-2 0,-6 2-4 0,0-2-5 0,1 4-6 16,-2 4-5-16,2-3-5 0,-8 2-5 0,0 5-5 0,1-3-4 15,-7 2-5-15,0 1-5 0,0 3-11 0,0-4-15 0,-7 1-18 0,1 0-20 16,0-1-28-16,-8-3-32 0,2-3-55 0,-2-2-65 0,1 2-71 16,-6-3-75-16,0-9-65 0,-1 3-60 0,0-6-29 0,1 0-14 0,-7-8-1 15,6 0 6-15,-6-3 15 0,0-3 18 0,0-2 24 0,0-3 31 16,0 1 52-16,0-1 63 0,-1-3 91 0,1 3 234 0</inkml:trace>
  <inkml:trace contextRef="#ctx0" brushRef="#br0" timeOffset="23584.86">6096 14474 93 0,'-27'-11'236'0,"7"0"57"0,2 4 48 0,-2 3 41 16,7-3 38-16,-1 3 23 0,2 4 15 0,6-4 8 0,-2 4 4 0,2 0-17 16,6 0-28-16,0 0-41 0,6 4-52 0,-6-4-51 0,8 4-54 15,4-4-49-15,2 3-45 0,-2 1-38 0,8-4-38 0,-1 4-22 16,1-1-16-16,0 1-15 0,5-4-13 0,1 5-26 0,-6-5-35 0,6 2-60 16,1-2-71-16,-8 0-69 0,0 0-67 0,0 0-51 0,1-2-45 15,0 2-23-15,-7 0-11 0,0-5-6 0,0 5-1 0,-7 0 5 16,1 0 8-16,-7 0 24 0,0 0 33 0,0 7 57 0,-7-3 73 0</inkml:trace>
  <inkml:trace contextRef="#ctx0" brushRef="#br0" timeOffset="23734.33">6063 14723 0 0,'-14'11'184'0,"8"-4"123"0,-6 1 30 0,12 0 16 0,-7-5 7 0,7-3 5 16,0 4 4-16,7-4 16 0,-7-4 25 0,6 4 15 0,6-3 11 16,-4-5-42-16,4 4-69 0,8-3-70 0,-7-1-71 0,13 1-44 0,-6 3-28 15,5-7-20-15,1 4-12 0,7 0-35 0,-7 0-47 0,7-1-91 16,-1 1-111-16,1-1-89 0,-1 1-76 0,2 0-39 0,-2 3-20 15,1-3-10-15,-1 3-6 0,1-3-1 0,-1 3-1 0,-6 0 1 16,7 1 5-16,-7 0 30 0,-1-2 44 0,8 3 72 0,-7-7 261 0</inkml:trace>
  <inkml:trace contextRef="#ctx0" brushRef="#br0" timeOffset="24385.05">7548 13261 0 0,'6'-11'231'0,"-6"4"62"0,6 0 28 0,-6 3 39 15,8 1 46-15,-2 3 34 0,-6-4 30 0,6 4 26 0,-6 4 24 16,7-1 17-16,0 5 14 0,-1-1-38 0,0 4-60 0,1 7-52 16,-1 0-45-16,8 4-32 0,-8 4-22 0,0 3-33 0,1 4-41 0,0 0-29 15,-1 7-23-15,0 1-22 0,1 3-21 0,0 0-75 0,-7 4-58 16,6-5 0-16,1 5 0 0,-7 0 0 0,0-1 0 0,6 1 0 15,-6 3 0-15,0-3 0 0,0-4 0 0,0 4 0 0,0-5 0 0,0-2 0 16,0-4 0-16,0-1 0 0,0-7 0 0,0-3 0 0,0-4 0 0,0-3 0 16,0-9 0-16,6 1 0 0,-6-7 0 0,0-8 0 0,8 1 0 15,-8-8 0-15,6-8 0 0,-6-3 0 0,6-7 0 0,-6-8 0 16,6 0 0-16,-6-10 0 0,7-1 0 0,-7-6 0 0,7-2 0 0,-7 2-18 16,0-5-38-16,6 4 2 0,-6 0 0 0,0 4 4 0,7 3 5 15,-7 1 5-15,6 2 7 0,0 5 7 0,-6 4 7 0,8 7 6 0,-2-1 6 16,7 4 2-16,-6 4 2 0,5 4 0 0,1 4 2 0,1 3 2 15,-2 0 1-15,2 3 1 0,-2 5 4 0,8 3 3 0,-7 0 6 16,7 3 6-16,-8 5 6 0,8 3 6 0,-1 0 5 0,1 3 8 0,-6 1 9 16,5 3 6-16,-6 4 6 0,6 0-36 0,-5 3-32 0,-2 1 0 15,-5 0 0-15,6 3 0 0,-6-3 0 0,-1 7 0 0,0-4 0 0,-6 4 0 16,7 0 0-16,-7 0 0 0,0 0 0 0,-7 0 0 0,7 0 0 16,-6 3 0-16,0-2 0 0,-1 2 0 0,-6-3 0 0,6 0 0 0,-5 3 0 15,-8-2 0-15,7-5 0 0,-7 0 0 0,8 0 0 0,-8-2 0 16,0-6 0-16,-6 1 0 0,7-3 0 0,-7-5 0 0,6-3 0 0,-6-4 0 15,0-3 0-15,0 0 0 0,6-8 0 0,-6 0 0 0,0-3-84 16,7-4-384-16,-7 0-82 0,6-3-58 0,1-1-45 0,-1-3-11 16,7 0 6-16,0-5 16 0,6 5 24 0,1-4 27 0,0 0 31 0,6 0 34 15,0-3 36-15,6 3 57 0,0-1 68 0</inkml:trace>
  <inkml:trace contextRef="#ctx0" brushRef="#br0" timeOffset="24800.83">8870 12939 0 0,'6'-14'21'0,"-6"3"222"15,7 3 47-15,-7 1 39 0,0-1 34 0,0 5 33 0,7 3 33 16,-7-4 27-16,0 4 27 0,0 4 23 0,6-4 21 0,-6 7-18 16,6 1-36-16,-6-2-38 0,7 10-36 0,-1-2-40 0,-6 4-36 0,7 8-30 15,0 0-25-15,-1 6-25 0,8 5-25 0,-8 4-22 0,0 2-20 16,0 5-19-16,1 3-58 0,0 4-99 0,-1 4 0 0,1 0 0 0,-1 3 0 15,0 0 0-15,-6 4 0 0,8 0 0 0,-8-4 0 0,6 4 0 16,-6 0 0-16,0-3 0 0,0-5 0 0,0 1 0 0,0-4 0 0,0-4 0 16,0-7 0-16,0-4 0 0,0-3 0 0,-6-8 0 0,6-3 0 15,0-8-113-15,0-3-174 0,0-8-71 0,0-4-82 0,0-3-71 16,0-10-64-16,0-1-33 0,-8-7-13 0,8-5 3 0,-6-6 14 0,0 0 21 16,-1-8 26-16,1-3 31 0,-1 0 33 0,0-4 50 0,-5 0 56 15,6-4 73-15,-8 1 161 0</inkml:trace>
  <inkml:trace contextRef="#ctx0" brushRef="#br0" timeOffset="25034.19">8818 12976 0 0,'0'-15'168'0,"7"4"91"0,-7 4 41 0,0 0 48 0,0 3 54 0,6 0 39 16,-6 4 27-16,-6 4 23 0,6-4 20 0,0 7 7 0,0 0-4 0,-7 4-26 16,7 4-37-16,-7 0-40 0,1 7-39 0,0-1-35 0,-2 5-32 15,-4 7-42-15,5 0-49 0,-6 4-32 0,0 3-23 0,1 1-22 16,-8 2-20-16,7-3-14 0,-7 8-16 0,7-4-12 0,-6-4-12 0,5 1-56 15,1-1-7-15,1-7 0 0,5-4 0 0,-6-3-11 0,7-4-78 16,-2-3-36-16,8-9-37 0,0 1-51 0,0-7-56 0,0-4-72 16,0-7-75-16,0-1-66 0,8-2-60 0,-8-9-30 0,6-3-16 0,0 0 1 15,8-7 13-15,-8-4 21 0,0 0 26 0,7-3 31 0,1-1 32 0,-2-4 48 16,-5 1 57-16,6 3 68 0,0 1 177 0</inkml:trace>
  <inkml:trace contextRef="#ctx0" brushRef="#br0" timeOffset="25217.3">8772 13038 59 0,'7'-19'181'0,"-1"5"30"0,0 3 34 16,2 0 46-16,-2-4 52 0,7 8 46 0,-6-4 39 0,5 4 25 15,-5 0 18-15,6 3-14 0,0-3-30 0,0 3-23 0,0 0-18 0,0 1-15 16,0 3-13-16,6 0-21 0,1 3-22 0,0 1-37 0,-1 3-44 0,1 1-35 16,6 2-33-16,0 5-19 0,-7 0-13 0,7 3-12 0,1 4-10 15,-1-4-11-15,0 8-8 0,-7-4-11 0,7 4-10 0,-6-1-15 16,-1 1-18-16,1-1-27 0,-8-2-31 0,8-1-36 0,-7-1-40 0,1 1-57 16,-2-3-67-16,-6-5-90 0,2 1-98 0,-2-1-76 0,0-2-65 15,1-1-31-15,-7-4-16 0,0 0-3 0,0 1 4 0,-7-5 14 0,1 1 21 16,0 0 28-16,-2-1 31 0,-4 1 53 0,-1-4 62 0,0 0 86 15,0 4 279-15</inkml:trace>
  <inkml:trace contextRef="#ctx0" brushRef="#br0" timeOffset="27584.37">5607 15065 0 0,'0'-8'205'0,"0"-4"117"0,0 5 49 0,-6 3 33 0,6-3 23 15,0 3 18-15,0 4 16 0,0 0 12 0,0 0 12 0,0 0 8 16,0 0 6-16,0 0-42 0,0 4-70 0,6 3-63 0,0 1-62 0,2-1-51 16,-2 4-46-16,6 4-30 0,-5 0-24 0,6 3-17 0,0 0-15 15,1 4-13-15,-2-4-10 0,1 4-9 0,0 1-8 0,6-5-13 0,-5 1-16 16,-8-5-20-16,8 4-21 0,-2-7-25 0,-5 0-27 0,6 0-41 16,-6-4-50-16,-1 0-64 0,0-2-69 0,1-2-61 0,-7-3-54 0,0 0-45 15,7-3-35-15,-7-2-12 0,-7 2-2 0,7-5 9 0,-7 1 12 16,1 0 19-16,0 0 22 0,-1-4 41 0,0 3 49 0,-6-3 62 0,7 4 71 15</inkml:trace>
  <inkml:trace contextRef="#ctx0" brushRef="#br0" timeOffset="27834.31">5392 15368 122 0,'-20'11'204'0,"8"0"24"0,-1-3 23 0,-1-1 22 16,8 0 18-16,0 0 21 0,-1-3 23 0,7-1 31 0,0 1 39 15,0 0-5-15,0-4-27 0,7 3-18 0,-1-3-12 0,0 4-14 16,8-4-13-16,5 0-13 0,-6 0-12 0,14 0-9 0,-8 0-9 0,7-4-13 15,0 4-13-15,6-7-28 0,-5 3-31 0,11-3-21 0,-5 0-18 0,-1 0-12 16,7-4-12-16,1 0-12 0,-1 0-12 0,0 0-11 0,-7 0-10 16,8-1-11-16,-1 1-9 0,0 4-10 0,-7-4-7 0,1 0-6 15,-1 4-33-15,1 0-4 0,-7-1 0 0,-6 1 0 0,6 0-22 0,-7 3-44 16,1 0-26-16,-8 1-27 0,2 0-30 0,-8-2-46 0,1 2-55 16,-1 3-79-16,-6-4-89 0,0 4-74 0,0 0-65 0,-6 0-27 0,-1 4-6 15,-5-4 7-15,-2 3 15 0,-6 5 18 0,8-5 22 0,-15 5 26 16,8 3 29-16,-7-4 46 0,-6 4 54 0,6 3 78 0,-7 1 266 15</inkml:trace>
  <inkml:trace contextRef="#ctx0" brushRef="#br0" timeOffset="28267.37">5607 15555 175 0,'-13'14'310'0,"-7"1"36"0,8 0 27 0,5-4 24 15,0 4 25-15,1-4 20 0,0 0 22 0,-1-1 19 0,7 1 18 16,0 0-2-16,0 4-11 0,0-4-54 0,7 4-74 0,-7-1-55 0,6 1-46 16,0-1-32-16,1 5-21 0,-7-4-23 0,7-1-22 0,-1 1-21 15,0-4-19-15,1 3-18 0,-1-3-19 0,1 0-17 0,-7-3-14 16,7-1-16-16,-7 0-18 0,6-3-16 0,-6 0-15 0,0-1-12 0,6-3-8 15,-6 0-8-15,8-3-4 0,-8-5-5 0,6 1-3 0,0 0-1 16,0-8-3-16,1 0-1 0,0 1 0 0,-1-4 4 0,7-4 4 0,1 0 8 16,-2 3 8-16,1-3 4 0,0 0 5 0,0 4 3 0,1 0 1 15,4 3 4-15,-4 1 2 0,5 3 2 0,-5 0 3 0,5 3 1 0,-6 1 2 16,7 2 1-16,-7 2 1 0,7 3 1 0,-8-3 2 0,1 3 0 16,0 3 2-16,0-3 1 0,1 3 3 0,-2 2 1 0,-6 2 3 15,2-4 2-15,-2 5 5 0,0 0 2 0,1-1 2 0,-7 4 2 0,0 0 0 16,0 0 0-16,0 0 0 0,0 0-1 0,-7 0 0 0,1 3-2 15,0 1-1-15,-2-4-1 0,-4 3-2 0,-2 1-4 0,2 0-3 0,-1 0-3 16,-1 0-1-16,2-5-2 0,-8 5-2 0,7-4 1 0,-7 0-1 16,1 0 0-16,6 3 0 0,-7-6 1 0,1 2 1 0,5 2-1 15,-4-5-1-15,4 1 0 0,1-1 1 0,7 0 0 0,-8-3-2 0,8-1 0 16,6 1-1-16,-6 0-1 0,6-4 0 0,0 0-1 0,0 0 2 16,0 0-2-16,6 0 0 0,0 0-1 0,1 0-2 0,0 0-4 0,6-4-5 15,-7 4-5-15,8-4-7 0,-2 1-7 0,8 3-8 0,-7-4-13 16,0 1-15-16,0-1-27 0,0-3-33 0,0 3-44 0,0 0-45 0,0 1-50 15,-6-1-48-15,5 0-36 0,-4 4-31 0,-8-3-24 0,6 3-24 16,-6 0-20-16,0 0-18 0,0 0 0 0,-6 0 10 0,-2 3 23 16,2 1 32-16,0 3 42 0,-1-3 46 0,-6 7 50 0,0-4 50 0,0 0 41 15,0 4 171-15</inkml:trace>
  <inkml:trace contextRef="#ctx0" brushRef="#br0" timeOffset="28583.74">5698 16050 0 0,'-20'11'77'0,"1"0"88"0,-1-1 16 16,8-2 20-16,-8 3 21 0,7-4 30 0,0 4 36 0,0-4 43 15,0 4 50-15,0-3 14 0,0 3-1 0,6-4-12 0,1 4-18 0,-1 0-15 16,1-4-15-16,6 4-10 0,-7 4-10 0,7-4-12 0,0 4-16 15,0-4-25-15,0 3-31 0,0 1-41 0,0-1-47 0,7 1-32 0,-7 0-25 16,0 0-16-16,6-1-11 0,-6-3-8 0,0 0-8 0,7 0-9 16,-7-4-12-16,6 1-12 0,-6-5-10 0,0 1-10 0,7 0-9 0,-7-1-7 15,7-6-7-15,-1-1-1 0,0 0-5 0,1-3-1 0,0 0-2 16,-1-4 0-16,0-4 1 0,7-3 3 0,1 3 4 0,-2-7 4 0,2 4 5 16,-2-4 4-16,2 0 4 0,5 0 5 0,1 0 5 0,-1 4 3 15,7-5 2-15,-6 5 2 0,6 0 4 0,7 3 2 0,-7-3 2 0,6 3 4 16,-5 5 6-16,5-6 4 0,7 5 5 0,-7 0 5 0,1 4 2 15,6 0 3-15,-7 0 2 0,8 3 1 0,-8-3 3 0,1 7 1 0,-1-4 1 16,-5 4-2-16,5 4-2 0,-6-4-4 0,-7 4-5 0,8-1-4 16,-8 1-4-16,0 3-3 0,-5 0-2 0,-1-3-3 0,0 3-2 0,-7 5-4 15,1-6-3-15,-1 6-6 0,0-5-7 0,-6 4-11 0,-6 0-13 0,6 4-20 16,-6-1-24-16,-7 1-39 0,6-4-49 0,-12 3-68 0,5 5-76 16,-5-4-63-16,0-1-57 0,-8 1-40 0,1 0-32 0,0-1-11 15,-7 1-4-15,1-1 7 0,-1 1 12 0,1 0 18 0,-1-4 22 0,-5 4 41 16,5-4 47-16,1 0 67 0,-7 0 120 0</inkml:trace>
  <inkml:trace contextRef="#ctx0" brushRef="#br0" timeOffset="28768.54">5809 16416 0 0,'-20'0'42'16,"8"3"193"-16,-2-3 30 0,8-3 22 0,0 3 17 0,-2 0 22 16,2 0 28-16,6 0 34 0,0 0 36 0,-6 0 27 0,6 0 23 0,0 0-20 15,0 0-44-15,0 0-41 0,0 0-39 0,0 0-27 0,0 3-20 0,0-3-9 16,0 0-3-16,0 4-13 0,0-4-18 0,-7 4-26 0,7 0-34 16,0 3-25-16,0-4-23 0,0 8-16 0,-6 1-14 0,6-2-12 15,-7 5-10-15,0 3-12 0,7-3-12 0,-6 7-18 0,0-4-20 0,0 4-27 16,-2-4-27-16,8 4-24 0,-6-3-23 0,0-4-25 0,6-1-25 15,-7-3-37-15,7 0-44 0,0-4-57 0,-6 1-63 0,6-8-55 0,0 0-49 16,0 0-32-16,6-4-22 0,-6-7-12 0,7 0-8 0,-1 0 1 16,0-7 5-16,2 0 16 0,4-4 19 0,-6-1 36 0,8 1 42 0,5-3 62 15,-5-1 72-15,-2 1 70 0,8-1 69 0</inkml:trace>
  <inkml:trace contextRef="#ctx0" brushRef="#br0" timeOffset="29001.28">5828 16405 0 0,'20'-19'63'0,"-7"5"36"0,0 3 36 0,6 0 33 0,-5 0 33 16,-2 3 35-16,2 1 33 0,-1 3 34 0,-1 1 35 0,2-1 19 15,-2 4 13-15,2-4 4 0,-8 4 3 0,7 0-6 0,1 4-6 0,-8-4-9 16,0 7-11-16,8-3-17 0,-8 3-21 0,0 1-26 0,-6 3-24 0,7 0-34 15,-7 4-38-15,7-1-31 0,-7 4-28 0,0 1-15 0,-7 3-12 0,7-1-3 16,0 5-3-16,-7 0-3 0,1-4-7 0,6 3-7 0,-6 1-6 16,-2 0-7-16,8-4-7 0,-6 4-5 0,0-5-2 0,6-2-6 15,0-1-2-15,0 0-6 0,0-3-7 0,0-1-7 0,0 2-7 0,6-6-6 16,0-2-3-16,2-1-4 0,-2 0-1 0,7 1 0 0,0-5-2 0,0 1-1 16,0 0 0-16,6-1-1 0,1-3 1 0,-1 0 0 0,-5 0 1 15,12-3 1-15,-7 3-1 0,1-4-1 0,0 0 1 0,5-3-9 0,-5 3-11 16,0-3-16-16,-1 0-22 0,1-1-30 0,-1 1-37 0,-6 0-61 15,1-5-76-15,-2 6-84 0,1-6-90 0,-6 1-57 0,6 0-42 0,-7 0-22 16,0 0-9-16,2-3 3 0,-2 3 9 0,-6-4 14 0,6 4 21 16,1-3 31-16,-7-1 35 0,6 0 63 0,1 0 76 0</inkml:trace>
  <inkml:trace contextRef="#ctx0" brushRef="#br0" timeOffset="29701.97">7678 15119 0 0,'0'-11'203'15,"7"4"115"-15,-7-1 46 0,0 1 33 0,0 3 29 0,0 4 20 16,0 0 19-16,6 0 17 0,-6 4 17 0,7 3 16 0,-7 1 14 0,6 6-36 15,-6 1-65-15,6 7-59 0,-6 0-60 0,8 7-47 0,-8 4-39 16,6 4-28-16,-6-1-23 0,6 8-18 0,-6 1-15 0,0 2-14 0,0 1-14 16,0-1-14-16,0 4-16 0,0-4-13 0,0 2-11 0,0-2-10 15,0-3-8-15,0 4-8 0,0-8-4 0,0 0-6 0,0-3-6 0,0-4-6 16,0 0-8-16,0-8-15 0,0-3-18 0,0-3-18 0,0-1-20 16,6-7-15-16,-6-3-11 0,0-5-9 0,7-3-9 0,0-7-10 0,-1 0-9 15,1-8-9-15,-1-3-10 0,0-5-5 0,2-2-5 0,-2-8 4 16,0 0 7-16,1-8 15 0,0 1 16 0,5-3 12 0,-5-1 10 0,-1-1 9 15,1 2 9-15,0 2 9 0,-1 1 9 0,0 3 10 0,1 5 10 16,0-1 9-16,5 8 11 0,-5-2 10 0,0 5 14 0,6 4 10 16,-1 0 9-16,-4 3 10 0,4 0 8 0,1 5 9 0,7-2 7 0,-8 2 7 15,8 2 6-15,-6 0 6 0,5 1 6 0,7 0 6 0,-6 3 6 16,-1 0 1-16,7 1 1 0,-6 3 0 0,6 0-1 0,-7 3 3 0,1 1 0 16,6 0 4-16,-13-1 4 0,7 5 4 0,-8 3 6 0,2-3 3 15,-2 2 5-15,1 5 2 0,-6-4 2 0,0 4 3 0,-1 3 2 0,0 0 2 16,-6 0 0-16,0 4-66 0,0 1-67 0,-6 2 0 0,6 1 0 15,-6-1 0-15,-1 5 0 0,0-4 0 0,-6 3 0 0,7-4 0 16,-8 5 0-16,8-5 0 0,-6 1 0 0,-2 0 0 0,-5-1 0 0,5-3 0 16,-5 1 0-16,0-2 0 0,-1 1 0 0,1-3 0 0,-7-1 0 0,6 0 0 15,-7-3 0-15,2-1 0 0,5 1 0 0,-6-4 0 0,-6-4 0 16,5 1 0-16,1-1 0 0,1-7-254 0,-1 3-55 0,0-6-62 16,-1 3-69-16,8-7-55 0,-8-1-46 0,8 1-30 0,-1-4-19 0,8-4 1 15,-2 4 13-15,2-3 19 0,5-1 24 0,1-3 25 0,-1-1 28 16,7 1 43-16,7 0 51 0,-1-4 69 0,1-3 80 0</inkml:trace>
  <inkml:trace contextRef="#ctx0" brushRef="#br0" timeOffset="30250.78">8675 14771 0 0,'6'-4'88'0,"-6"4"207"0,0 0 53 0,0 0 30 16,0 0 19-16,6 4 21 0,-6-4 19 0,0 0 23 0,7 4 21 15,-7-4 24-15,7 3 23 0,-1 1-14 0,1 4-35 0,-7 2-49 0,12 1-58 16,-4 0-48-16,-2 7-44 0,0 1-21 0,7 4-14 0,-6-3-13 16,6 6-16-16,-7 4-16 0,0-1-18 0,8 4-59 0,-8 0-123 0,1 4 0 15,0-1 0-15,5 4 0 0,-12 1 0 0,13 0 0 0,-6 6 0 16,0-4 0-16,-1 5 0 0,-6 3 0 0,6-3 0 0,1 4 0 16,0-1 0-16,-1-1 0 0,0 2 0 0,1-1 0 0,-1 1 0 0,1-4 0 15,0-5 0-15,-1 2 0 0,0-2 0 0,2-2 0 0,-2-9 0 0,0 2 0 16,0-5 0-16,-6-3 0 0,7-4 0 0,-7-4 0 0,7-3 0 15,-7-4 0-15,6-4 0 0,-6 0 0 0,0-3 0 0,0-4 0 16,0 0 0-16,0 0 0 0,0 0 0 0,-6-4 0 0,6-3 0 0,-7 3 0 16,0-7 0-16,7 4 0 0,-12-8 0 0,6 4 0 0,-2-7 0 0,-4 0 0 15,-2-1 0-15,1 1 0 0,1-5 0 0,-2 5 0 0,-5-7 0 16,-1 7 0-16,1-4 0 0,0 0 0 0,5 4 0 0,-5-4 0 16,-1 3 0-16,0 4 0 0,1-3 0 0,6 3 0 0,0 5 0 0,0-1 0 15,0 0 0-15,0 3 0 0,0 5 0 0,6-5 0 0,1 5 0 16,0 3 0-16,-1-4 0 0,7 4 0 0,-7 0 0 0,7 4 0 15,0-4 0-15,0 7 0 0,0-3 0 0,0 3 0 0,7 4 0 0,-7 4 0 16,7 0 0-16,-1 2 0 0,0 5 0 0,7 1 0 0,1 2 0 0,-2 1 0 16,2-1 0-16,-2 1 0 0,2 4 0 0,5-8 0 0,-5 3 0 15,5-3 0-15,0 0 0 0,0-4 0 0,1 0 0 0,0-3 0 0,6 0 0 16,-7-4 0-16,7 0 0 0,-6-4 0 0,-1 1 0 0,7-5 0 16,-6-3 0-16,7 0 0 0,-9-3 0 0,2-1 0 0,0-3 0 0,-1-4 0 15,-5 0 0-15,5-4 0 0,-6-4 0 0,6 1 0 0,-12-4 0 16,6 0 0-16,0-3 0 0,-6-2 0 0,6 2 0 0,-7-4 0 0,0 0 0 15,2-4-243-15,-2 4-169 0,0-5-92 0,0 1-85 0,1 1-42 16,-7-1-20-16,7-1-2 0,6 2 4 0,-7 2 18 0,1-3 21 16,6 4 29-16,-7 0 33 0,8-1 45 0,-2 5 49 0,1-4 88 15,1 4 200-15</inkml:trace>
  <inkml:trace contextRef="#ctx0" brushRef="#br0" timeOffset="158467.85">11879 13851 0 0,'0'-3'293'0,"-6"3"53"0,-1 0 48 0,7 0 26 0,-7 0 16 16,7 0 13-16,-6 0 13 0,6 0 11 0,0 0 15 0,0 0 17 15,0 0 17-15,6 0-41 0,1-4-73 0,0 4-59 0,5 0-54 16,1-4-42-16,7 1-36 0,0-1-18 0,5 0-8 0,1-3-8 0,7 3-5 15,-1-3-10-15,1 3-10 0,7 1-14 0,-8-5-13 0,7 5-83 16,0-1-48-16,1 0 0 0,-8 0 0 0,7 4 0 0,-7-3 0 0,1 3 0 16,6-3 0-16,-7 3 0 0,1 0 0 0,-7 0 0 0,0 0 0 15,7 3 0-15,-7-3 0 0,0 0 0 0,-6 0 0 0,5 0 0 0,-5 0 0 16,0 0 0-16,-7 0 0 0,-1 0 0 0,2 0 0 0,-2 0-47 16,-4 0-154-16,-2 0-44 0,0-3-53 0,1 3-71 0,-7 0-82 0,0 0-66 15,-7 0-56-15,1-4-20 0,6 4-1 0,-14 0 10 0,8-4 19 16,-7 4 22-16,6 0 26 0,-5 0 26 0,-1 0 28 0,-1-3 43 15,8-2 51-15,-7 2 74 0,0-1 239 0</inkml:trace>
  <inkml:trace contextRef="#ctx0" brushRef="#br0" timeOffset="158667">12693 13536 0 0,'6'-7'20'0,"-6"0"231"16,7-1 54-16,-7 5 46 0,0-1 42 0,7 0 33 0,-7 4 27 16,0 0 22-16,0 0 19 0,0 0 18 0,0 4 17 0,-7 0-17 0,7-1-35 15,0 1-41-15,-7 3-44 0,1 4-45 0,0 0-46 0,-1 0-42 16,1 4-38-16,-8 3-31 0,2 4-25 0,-8 4-22 0,0 0-18 0,1 3-19 15,-7 4-16-15,0-1-17 0,-1 5-18 0,-5 4-21 0,-1-5-22 16,1 5-25-16,-1-1-26 0,1 0-25 0,-1 0-24 0,1-3-28 16,-1 0-27-16,7-4-46 0,0-4-54 0,0-4-68 0,7-2-76 0,-1-5-61 15,7 0-53-15,0-7-36 0,0 0-27 0,6-7-3 0,0-1 9 16,7 1 15-16,0-4 20 0,0-4 24 0,7 1 26 0,0-4 44 0,-1 3 54 16,1-7 67-16,6 4 79 0</inkml:trace>
  <inkml:trace contextRef="#ctx0" brushRef="#br0" timeOffset="158834.27">12172 14225 40 0,'13'0'167'0,"-6"4"36"0,-1 3 36 0,0 0 43 16,2 4 49-16,-8 0 45 0,6 4 44 0,-6-1 30 0,6 5 24 15,-6 0-7-15,6 2-24 0,-6 1-17 0,7 0-15 0,-7 4-16 0,0-1-17 16,0 1-22-16,0 4-26 0,7-1-36 0,-7 0-40 0,-7 4-39 16,7-4-40-16,0 4-26 0,0 4-21 0,0-4-17 0,-7 4-14 15,1-4-14-15,6 3-12 0,-6 1-11 0,6-5-10 0,-6-2-13 0,-2-1-13 16,8 1-20-16,-6-9-23 0,6 1-24 0,-6-3-26 0,6-7-31 16,0 2-32-16,0-7-46 0,0-3-52 0,0-4-67 0,0 0-77 0,6-8-62 15,-6 1-60-15,0-8-37 0,6 0-28 0,-6-7-5 0,8 1 8 16,-8-9 15-16,6 1 19 0,-6-4 25 0,6 0 29 0,0 0 45 15,1-3 51-15,0 3 67 0,-1-1 101 0</inkml:trace>
  <inkml:trace contextRef="#ctx0" brushRef="#br0" timeOffset="159116.94">12283 14547 0 0,'0'-18'54'16,"6"0"122"-16,-6 0 21 0,6 2 33 0,-6 2 36 0,7 3 42 15,-7 0 44-15,7 0 36 0,-1 4 32 0,1-1 10 0,-1-3-4 0,1 4-18 16,6-1-23-16,-1 5-20 0,-4-4-17 0,11 0-16 0,-6-1-15 0,0 5-24 16,7-5-29-16,-1 5-33 0,1-5-37 0,-1 5-29 0,0-1-28 15,1 1-14-15,-1 3-10 0,1-5-6 0,6 5-3 0,-6 0-2 16,-1 5-3-16,1-5-1 0,6 3 1 0,-7 1-1 0,1 3-3 0,-7 0 0 15,7 1-2-15,-8-1 1 0,8 4-1 0,-6-1-2 0,-2 5-90 0,1 0-1 16,0 0 0-16,0 3 0 0,-7 0 0 0,8 1 0 16,-1 6 0-16,-7-3 0 0,1 4 0 0,-1-1 0 0,1 2 0 0,-1 2 0 15,1 0 0-15,0 4 0 0,-7 0 0 0,6 4 0 0,-6-4 0 0,0 3 0 16,0-3 0-16,6 3 0 0,-6 1 0 0,0-4 0 0,0 0 0 16,0-4 0-16,0 1 0 0,-6-4 0 0,6-1 0 0,0-3 0 0,0-4 0 15,0 1 0-15,0-9 0 0,0 2 0 0,-6-4 0 0,6-1-274 16,-7-7-72-16,7 0-65 0,-7-7-67 0,1 3-46 0,-7-7-34 15,6-1-23-15,-6-2-14 0,1-1 3 0,-2 0 15 0,1-3 20 0,0 4 23 16,-6-5 32-16,5 1 35 0,-5 0 54 0,6-1 63 0,-6 1 70 16,-7 3 128-16</inkml:trace>
  <inkml:trace contextRef="#ctx0" brushRef="#br0" timeOffset="159300.54">12575 14866 4 0,'-19'-22'157'0,"6"4"30"16,0 0 31-16,0 3 37 0,0 0 44 0,0 1 46 0,6 2 49 0,1 1 32 16,0 0 24-16,-1 4-12 0,1 3-27 0,6-3-23 0,0 0-19 0,0 3-13 15,0 0-15-15,0 1-20 0,6-1-24 0,1 1-33 0,-1-5-38 16,7 5-43-16,0-1-44 0,0-4-31 0,0 1-20 0,6 0-14 15,1 3-8-15,-6-3-8 0,11 0-4 0,-5-1-8 0,0 4-7 0,6-2-6 16,-7 1-9-16,1-2-11 0,-1 3-13 0,1 1-17 0,-1 3-20 16,-6-4-27-16,7 4-29 0,-14-4-43 0,7 4-48 0,-6 0-65 0,-1 0-74 15,1 4-61-15,-7 0-56 0,-7-1-39 0,7 1-30 0,-6 3-9 16,-1 1 1-16,-6-1 9 0,7 1 14 0,-8 3 23 0,2-4 28 0,-2 4 42 16,-5 0 45-16,6 0 66 0,-6-4 132 0</inkml:trace>
  <inkml:trace contextRef="#ctx0" brushRef="#br0" timeOffset="159784.82">12445 14826 84 0,'-20'7'210'0,"8"4"26"0,-1-8 22 0,0 5 21 0,6-4 22 16,1 3 20-16,0-3 20 0,6-4 26 0,-8 3 27 0,8-3-6 0,8 4-21 16,-8-4-30-16,6 5-34 0,0-5-29 0,7 0-29 0,-6 0-22 15,6 0-20-15,7 0-19 0,-8 0-20 0,2-5-21 0,5 1-19 0,1 1-25 16,-1-1-28-16,1-3-21 0,6 3-17 0,-6-4-17 0,-1 1-14 16,1 0-18-16,-8 0-18 0,8-1-30 0,-7 5-35 0,0-4-39 15,0-1-42-15,-7 5-45 0,1-1-45 0,0 1-38 0,-7 3-31 0,0 0-28 16,0 0-22-16,-7 0-17 0,-6 3-14 0,7 1 0 0,-1 3 7 15,-6-3 22-15,0 3 30 0,-7 0 38 0,8 4 39 0,-2 0 62 0,-5 0 71 16,-1 0 60-16,0 5 54 0,1-7 45 0,-1 7 41 0,1-2 41 16,0 1 43-16,-1-1 41 0,1 1 42 0,-1 0 40 0,0-4 40 0,7 0 37 15,1-1 35-15,-2-2 3 0,8-1-13 0,0 0-17 0,-1-3-18 16,7 0-13-16,0-4-13 0,0 3-15 0,0-3-17 0,7 0-26 0,5 0-32 16,-6-3-34-16,8 3-36 0,-1-4-35 0,0 4-36 0,6-4-19 15,-5-3-12-15,5 3-7 0,1-3-4 0,-1 3-5 0,0-3-6 16,-5-1-6-16,5 2-8 0,1-2-19 0,0 1-25 0,-8 0-28 0,1-1-27 15,7 1-29-15,-14 3-29 0,8-3-23 0,-8 4-23 0,0-1-21 16,1 0-21-16,-7 4-17 0,0 0-14 0,0 0-9 0,-7 0-6 0,1 4 13 16,0 0 22-16,-2-1 25 0,2 4 26 0,-6 1 27 0,-2-1 30 15,1 4 27-15,1-4 28 0,-8 4 30 0,6 0 29 0,-5 0 30 16,6 0 31-16,-6 0 32 0,5 0 34 0,2 0 33 0,-8 0 32 0,7-3 32 16,7 3 32-16,-8-4 24 0,8 0 19 0,0 1 6 0,-1-1 0 15,0-4-4-15,7 5-7 0,0-5-10 0,0 1-13 0,0 0-20 0,7-4-23 16,0 3-30-16,-1 1-29 0,0 0-31 0,0-4-30 0,8 0-23 15,-8 3-20-15,8-3-10 0,-1 0-4 0,-1 0-4 0,2-3-3 0,5 3-2 16,-6 0-3-16,0-4-18 0,0 4-22 0,0-4-29 0,1 1-31 0,-2-1-43 16,1 0-48-16,-6 4-43 0,0-3-37 0,-1 3-36 0,0-4-33 15,-6 4-30-15,0 0-28 0,0 0-14 0,0 0-6 0,0 4 11 16,-6-1 20-16,0 1 28 0,-1 0 30 0,0 3 44 0,-6 0 47 0,1 1 41 16,-2-1 151-16</inkml:trace>
  <inkml:trace contextRef="#ctx0" brushRef="#br0" timeOffset="160033.7">12133 15383 33 0,'-26'7'169'0,"6"1"31"0,1-1 37 0,-1 0 45 16,1 0 49-16,5-3 40 0,2 3 37 0,6-3 22 0,-8-1 14 0,14-3-19 15,-6 4-33-15,6-4-19 0,6 4-9 0,0-4-11 0,2 3-9 16,4-3-18-16,1 0-23 0,7 0-33 0,0 0-40 0,5 0-33 0,1 0-26 16,7-3-12-16,6 3-4 0,-6-4-3 0,12-3-1 0,-6 3-5 15,7-3-7-15,6 0-8 0,-7-1-8 0,8 1-10 0,5 0-12 0,-6-4-8 16,7 3-18-16,-7 5-75 0,7-4 0 0,-7-1 0 0,6 1 0 15,-6 3 0-15,1-4 0 0,-8 5 0 0,7-5 0 0,-6 5 0 16,-1-1 0-16,-6-3-36 0,1-1-160 0,-1 1-82 0,0 4-95 0,-7-8-90 16,1 3-91-16,-1 1-46 0,-6-4-20 0,7 1-7 0,-13-2-1 0,6 1 15 15,-1-3 19-15,-5-2 26 0,0 1 28 0,-1-2 44 0,1-2 51 16,-8-3 79-16,8 1 172 0</inkml:trace>
  <inkml:trace contextRef="#ctx0" brushRef="#br0" timeOffset="160500.82">13631 14166 392 0,'-13'-14'468'0,"0"6"32"0,-1-3 17 16,8 8 11-16,-6-1 7 0,4 4 7 0,2-4 11 0,0 4 11 15,-1 0 11-15,1 0 13 0,6 4 12 0,0-4-115 0,0 0-175 16,6 4-100-16,-6-1-60 0,7 1-32 0,5 3-17 0,-4-3-11 0,-2 3-9 16,0 1-19-16,0-5-23 0,8 4-27 0,-8 1-33 0,1 0-32 15,6-2-32-15,-6-1-32 0,-1 1-30 0,0 2-41 0,-6-4-46 0,6 3-48 16,2 0-52-16,-8-3-42 0,0 3-39 0,0 1-15 0,0-1-5 15,0 4 9-15,-8-4 15 0,8 4 20 0,-6 0 23 0,0 0 36 16,0 0 43-16,-1 4 64 0,0-4 78 0,1 4 85 0,-7-4 89 0,7 3 85 16,-2-3 81-16,2 0 54 0,0 4 38 0,6-4 24 0,-6 0 17 0,-2 3 10 15,8-3 5-15,-6 1-3 0,6 2-10 0,0 1-23 0,-6-4-30 16,6 3-34-16,0 1-37 0,0 3-39 0,0-3-42 0,0-1-27 16,0 5-22-16,0-4-17 0,0 3-16 0,0 0-19 0,6-3-20 0,-6 3-25 15,6-3-25-15,-6 3-35 0,0 0-40 0,8 1-43 0,-8-4-46 16,0 3-47-16,6 0-47 0,-6 4-34 0,0-4-25 0,0 2-12 0,0 0-5 15,0 3 5-15,0-5 9 0,0 4 18 0,0 4 22 0,-6-5 39 16,6 5 46-16,-8-4 61 0,2 4 67 0,0 0 75 0,-1-1 82 0,1 1 71 16,-1 3 67-16,0-3 56 0,1-1 49 0,6 1 34 0,-6 0 24 15,-1-1 13-15,0-2 9 0,7-1 0 0,0-4-5 0,0 0-13 0,0-3-16 16,0-1-24-16,7-3-28 0,0-4-34 0,-1 0-36 0,0-3-40 16,8 0-38-16,-1-4-29 0,-1-4-21 0,8-3-16 0,-6-4-11 0,5 0-9 15,7-7-9-15,-6 0-15 0,6-8-18 0,-1-4-29 16,-5 1-29-16,6-4-50 0,-7 0-58 0,7-7-75 0,-6 3-83 0,0-3-76 15,-1 4-71-15,1-5-37 0,-7 1-21 0,0 0-9 0,6-1-4 16,-5 1 7-16,-8 3 11 0,7 1 20 0,0-4 25 0,-7 3 44 0,1 0 55 16,-1 0 73-16,1 1 213 0</inkml:trace>
  <inkml:trace contextRef="#ctx0" brushRef="#br0" timeOffset="160683.78">14132 13976 162 0,'0'-15'415'0,"7"1"53"15,-7 3 31-15,0 3 17 0,0 5 12 0,0-1 11 0,6 0 13 0,-6 4 18 16,7 0 18-16,-7 0 19 0,7 4 17 0,-1 0-69 0,0-1-112 15,1 1-101-15,0 3-95 0,5-3-52 0,1 3-28 0,-6 1-16 0,6-1-128 16,0 0-23-16,6 0 0 0,-5 1 0 0,-1-1 0 0,-1 0 0 16,2 1 0-16,-2-5 0 0,2 5 0 0,-1-5 0 0,-7 1 0 0,8 0-36 15,-8-1-219-15,0 1-70 0,0 0-79 0,-6-4-72 0,8 4-68 16,-8-1-44-16,0-3-32 0,0 0-3 0,0 7 10 0,0-3 21 16,-8 0 25-16,8 3 29 0,-6-3 32 0,-6 3 43 0,4 0 52 0,2-3 70 15,-7 3 78-15</inkml:trace>
  <inkml:trace contextRef="#ctx0" brushRef="#br0" timeOffset="161150.64">14262 14144 0 0,'-19'8'186'0,"-7"3"142"0,6 3 64 0,1-2 41 0,0-1 30 15,-1 3 25-15,0-3 23 0,7 0 20 0,-7 0 19 0,8-4 13 16,5 1 12-16,1-1-39 0,-1 0-65 0,1-3-66 0,6-1-70 0,0 1-58 16,0 0-52-16,6-1-32 0,7-3-20 0,0 4-20 0,1 0-18 15,5-4-17-15,0 3-15 0,1-3-56 0,6 4-47 0,0-4 0 16,6 0 0-16,-6 0 0 0,7 0 0 0,-1 0 0 0,-5 0 0 0,5 0 0 16,-6 0 0-16,7 0 0 0,-7 0 0 0,0-4 0 0,1 4 0 15,-2 0 0-15,-5 0 0 0,0 0 0 0,-8 0 0 0,8 0 0 0,-7 0 0 16,-7 0 0-16,1 0 0 0,0 0 0 0,-1 4 0 0,-6-4 0 15,-6 4 0-15,6-1 0 0,-7 1 0 0,0 0 0 0,-6 4 0 0,7-1 0 16,-14 0 0-16,8 4 0 0,-8 0 0 0,7 0 0 0,-7 3 0 16,-6 1 0-16,7 3 0 0,-1 1 0 0,-6-1 0 0,-7 4 0 0,7 0 0 15,0 4 0-15,0-1 0 0,-7 1 0 0,8-1 0 0,-1 1 0 16,0 0 0-16,-1-4 0 0,8 0 0 0,6 0 0 0,0-4 0 0,0-3 0 16,6 0 0-16,7-8 0 0,0 4 0 0,7-7 0 0,6-1 0 15,0 1 0-15,0-4 0 0,13-4 0 0,-6 1 0 0,6-1 0 16,0-3 0-16,7-1 0 0,-8 1 0 0,7-4 0 0,2 3 0 0,-2-3 0 15,1 4 0-15,-1-4 0 0,-5 4 0 0,5-4 0 0,-7 3 0 16,-5 1 0-16,6 4 0 0,-6-5 0 0,-1 5-27 0,-5-1-108 16,-2 0-9-16,1 0-6 0,1 1-6 0,-8-1 1 0,0 1 3 0,1-1 7 15,0 4 11-15,-1-4 12 0,0 4 13 0,-6-3 15 0,7 3 14 0,-7 0 17 16,7 0 17-16,-7 3 18 0,6-3 21 0,1 4 23 16,-7 0 21-16,6-1 19 0,0 4 17 0,-6 1 11 0,7-1 10 0,0 4 7 15,-7 0 6-15,6-4 1 0,0 8 1 0,-6-4-4 0,8 0-4 0,-8 1-8 16,6-2-10-16,0 1-13 0,-6-3-16 0,7 3-19 0,-7-4-23 15,0 0-24-15,6 0-26 0,-6-3-25 0,0 3-25 0,0-3-32 16,7 0-35-16,-7-4-54 0,0 0-65 0,-7 0-67 0,7 3-71 0,0-3-55 16,0 0-48-16,-6 0-24 0,-1 0-11 0,1 0 6 0,0 0 10 0,-2 0 17 15,2 0 19-15,-7 4 27 0,6-4 32 0,-5 3 53 0,-1 1 65 16,-1 0 67-16,-5 0 219 0</inkml:trace>
  <inkml:trace contextRef="#ctx0" brushRef="#br0" timeOffset="161367.51">14366 14899 201 0,'-6'-4'243'0,"0"0"31"0,-1 4 29 0,7 0 40 16,-6 0 46-16,6 0 37 0,0 0 32 0,-7 4 21 0,7-4 18 16,0 4-20-16,-7 4-40 0,7-5-36 0,-6 5-34 0,6 2-28 15,-6 2-27-15,6-2-23 0,-6 5-23 0,-2 3-36 0,2 1-42 0,0-1-33 16,-1 4-28-16,-6 1-21 0,6-2-16 0,1 1-13 0,0 3-12 0,-1-3-9 16,0-3-11-16,1 2-13 0,0-1-14 0,-1-6-23 0,7 0-25 15,0 1-30-15,0-8-32 0,0 1-42 0,0-5-46 0,0 1-58 16,7-4-65-16,-1-4-63 0,0 1-61 0,1-8-55 0,0 3-52 0,5-6-21 15,-5-1-5-15,6 1 8 0,0-5 18 0,1 1 22 0,-2-1 27 16,1-3 38-16,0 1 43 0,0 2 56 0,1 1 65 0</inkml:trace>
  <inkml:trace contextRef="#ctx0" brushRef="#br0" timeOffset="161533.87">14432 14958 178 0,'7'-11'259'0,"-1"0"40"0,0 3 36 0,-6 1 43 0,6-1 46 0,-6 5 32 16,0 0 27-16,8-2 22 0,-8 5 20 0,6 0-12 0,-6 0-26 16,6 5-36-16,1-2-39 0,-7 5-39 0,7-1-35 0,-1 0-34 0,1 8-31 15,-1-1-40-15,-6 1-41 0,6 0-31 0,2 6-25 0,-8-3-22 16,0 5-20-16,6-1-18 0,-6 0-17 0,0 0-13 0,0-4-15 15,0 4-18-15,0-4-24 0,0 0-26 0,0-2-28 0,0-2-33 0,6-3-35 16,-6-4-53-16,0-2-61 0,0-2-78 0,0-3-84 0,0 0-72 16,6-3-68-16,-6-5-34 0,0-3-14 0,7-3 2 0,0-1 10 0,-7-5 19 15,6-1 23-15,1-1 29 0,-1 0 31 0,0-3 52 0,2 3 61 16,-8-4 76-16,6 4 248 0</inkml:trace>
  <inkml:trace contextRef="#ctx0" brushRef="#br0" timeOffset="161700.57">14647 14866 133 0,'0'4'328'16,"7"-1"50"-16,-7 6 39 0,0 0 30 0,6 2 23 0,-6 5 19 15,6-6 17-15,-6 9 15 0,6-5 17 0,-6 5 0 0,8-2-6 0,-2 2-51 16,0-1-72-16,-6 1-72 0,7-1-71 0,-1-3-49 0,1 3-40 0,0 0-28 16,-7-3-24-16,6 0-21 0,0-1-20 0,-6-3-28 0,7 0-32 15,0-4-38-15,-7 1-40 0,6 0-44 0,-6-4-46 0,6-4-56 16,-6 0-60-16,0 0-70 0,7-4-73 0,-7-4-67 0,0 0-63 0,0-2-29 16,7-1-12-16,-7-4 4 0,0 0 13 0,6-3 21 0,-6 0 26 15,7 0 33-15,-1-4 36 0,-6 3 50 0,6-3 58 0,1 0 68 0,-7 4 261 16</inkml:trace>
  <inkml:trace contextRef="#ctx0" brushRef="#br0" timeOffset="162000.74">14842 14826 0 0,'0'0'151'0,"0"0"191"0,-6 3 61 16,6 1 38-16,0 3 28 0,0 0 21 0,0 1 21 0,0 3 20 15,0 0 22-15,0 3 20 0,6 2 22 0,-6-2-21 0,0 1-42 0,0 3-68 16,7 4-78-16,-7-1-63 0,0 2-52 0,6-1-33 0,1 1-19 16,-7 2-94-16,6-3-125 0,1 3 0 0,-1-3 0 0,0 4 0 15,2-4 0-15,4 0 0 0,-5 0 0 0,6-4 0 0,-7 0 0 0,7 0 0 16,1-3 0-16,-2 0 0 0,2-4 0 0,-1 0 0 0,-1-3 0 15,8-1 0-15,-6-4 0 0,5 1 0 0,-6-4 0 0,6 0 0 0,-5-4 0 16,5 1 0-16,0-1 0 0,-6-3 0 0,7-1 0 0,0 1 0 16,-8-1 0-16,8-3 0 0,-7 4 0 0,7 0 0 0,-8-1 0 0,2 1 0 15,-1-4 0-15,-1 8 0 0,2-5 0 0,-2 1 0 0,-5 0 0 16,6-1 0-16,0 2 0 0,-7-6 0 0,8 5 0 0,-8-4 0 0,8 0 0 16,-8-1 0-16,0-3 0 0,1 5 0 0,-7-5 0 0,6 1 0 15,1-1 0-15,-7-3 0 0,0 3 0 0,0-7 0 0,-7 4 0 0,1-8 0 16,6 4 0-16,-13-3-8 0,7-5-439 0,-2 1-89 0,-4-4-89 15,6 0-36-15,-2 0-12 0,-4 1 5 0,5-1 12 0,1-1 20 16,-1 1 23-16,-6 4 31 0,7 0 32 0,0-1 46 0,-2 5 51 0,2-1 80 16,0 4 167-16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27:26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13384 8070 0 0,'0'0'77'0,"-8"4"39"0,8-4 3 16,-6 0 4-16,6 4 6 0,-6-4 7 0,6 0 7 0,0 0 7 15,0 0 5-15,0 0-13 0,0 0-20 0,0 0-8 0,0 0-1 0,0 0-1 16,0 0-2-16,0 0-2 0,0 0 0 0,0 0 1 0,0 0 3 15,0 0 6-15,0 0 7 0,0 0 6 0,0 0 4 0,0 0 5 16,0 0 1-16,0 0 9 0,6 0 8 0,-6 0 15 0,0 0 13 0,0 0 10 16,0 0 8-16,0 0 0 0,0 0-2 0,6 0-8 0,-6 0-11 15,0 0-11-15,0 0-13 0,8 0-13 0,-8 0-13 0,0 3-15 0,6-3-16 16,-6 0-15-16,0 0-13 0,6 0-10 0,1 0-5 0,-1 4-4 16,-6-4-3-16,7 0-3 0,0 0-1 0,-1 0-1 0,6 0-1 0,-4 4-1 15,-2-4 1-15,7 0-1 0,-6 0 1 0,6 0-4 0,-1 0-1 16,2 0-2-16,-2-4 0 0,2 4 1 0,-1 0-1 0,-1 0 0 0,2 0-3 15,6-4 1-15,-1 4 1 0,-6 0-1 0,6-3 1 0,1 3-1 16,0-4-2-16,-7 4-1 0,6-4-1 0,0 4-2 0,1-3-2 0,-1-1-2 16,-5 4-2-16,6-5 1 0,-1 5 1 0,-6-2-3 0,6 2-1 15,1-4-1-15,-7 4-1 0,6-3 1 0,1 3 0 0,-7-4 1 16,7 4 2-16,-1 0 0 0,-6-4 1 0,6 4 2 0,1-3 4 0,0 3 2 16,-1-5 3-16,1 5 0 0,-1 0 2 0,1-3 0 0,6-1 1 15,-6 4-1-15,-1-4-1 0,7 1-3 0,-6-1 0 0,6 1 0 16,-7-1-2-16,7 4-3 0,-6-4-3 0,5 0-4 0,-5 1-3 0,0 3 0 15,6-4-3-15,-7 1-1 0,7 3-12 0,-6-4-4 0,-1 4 0 16,1 0 0-16,0-4 0 0,5 4 0 0,-11 0 0 0,6 0 0 16,-1 0 0-16,1 0 0 0,-2 0 0 0,2 0 0 0,0 0 0 0,-1 0 0 15,-5 0 0-15,5 0 0 0,1 0 0 0,-8 0 0 0,8 0 0 0,-6 4 0 16,5-4 0-16,0 0 0 0,-6 0 0 0,7 0 0 0,-7 0 0 16,6 0 0-16,1 4 0 0,-1-4 0 0,-5 0 0 0,5 0 0 0,1 3 0 15,-8-3 0-15,8 4 0 0,0-4 0 0,-7 3 0 0,7-3 0 16,-1 4 0-16,-6-4 0 0,6 4 0 0,1-4 0 0,0 0 0 0,-8 4 0 15,8-1 0-15,-1-3 0 0,1 4 0 0,0-4 0 0,-1 3 0 16,1-3 0-16,-1 0 0 0,7 0 0 0,-6 0 0 0,6-3 0 16,-7 3 0-16,7-4 0 0,-6 4 0 0,6-3 0 0,-7-1 0 0,7 0 0 15,1 0 0-15,-7 1 0 0,6-1 0 0,-7 1 0 0,1-1 0 16,6 4 0-16,-7-4 0 0,1 1 0 0,-1 3 0 0,0-4 0 16,-5 4 0-16,5-4 0 0,1 4 0 0,-8 0 0 0,8 0 0 0,0 0 0 15,-7 4 0-15,7-4 0 0,-1 0 0 0,0 0 0 0,-6 0 0 0,7 0 0 16,0 0 0-16,-1 0 0 0,1 0 0 0,-1 0 0 0,1 0 0 15,-1-4 0-15,0 4 0 0,1 0 0 0,0 0 0 0,-1-3 0 16,1 3 0-16,0 0 0 0,-1-4 0 0,1 4 0 0,-8 0 0 0,8 0 0 16,0-4 0-16,-1 4 0 0,1 0 0 0,-8 0 0 0,8 0 0 15,-7 0 0-15,1-3 0 0,-2 3 0 0,8 0 0 0,-7 0 0 0,0 0 0 16,0 3 0-16,-7-3 0 0,8 0 0 0,-2 0 0 0,1 0 0 16,1 0 0-16,-2 0 0 0,2 0 0 0,-2 4 0 0,2-4 0 0,-8 0 0 15,7 0 0-15,1 0 0 0,-2 0 0 0,2 4 0 0,-8-4 0 16,7 0 0-16,0 0 0 0,0 3 0 0,-7-3 0 0,8 0 0 0,-2 4 0 15,1 0 0-15,-6-4 0 0,6 3 0 0,0-3 0 0,0 4 0 16,0 0 0-16,-6-4 0 0,6 3 0 0,-1 1 0 0,2-4 0 16,-2 3 0-16,8-3 0 0,-7 4 0 0,0-4 0 0,6 4 0 0,-5-4 0 15,-1 0 0-15,7 0 0 0,-8 4 0 0,8-4 0 0,-7 0 0 16,7 0 0-16,-1 0 0 0,0 0 0 0,1 0 0 0,0-4 0 0,-1 4 0 16,1 0 0-16,-1-4 0 0,1 4 0 0,0-4 0 0,-1 4 0 15,0-3 0-15,1 3 0 0,-1-4 0 0,1 4 0 0,0-3 0 16,-1-1 0-16,1 4 0 0,6 0 0 0,-7-4 0 0,1 4 0 0,0-3 0 15,5 3 0-15,-5 0 0 0,6-4 0 0,-7 4 0 0,1 0 0 16,6-4 0-16,-6 4 0 0,5 0 0 0,-5 0 0 0,6 0 0 0,1-3 0 16,-1 3 0-16,-1 0 0 0,1-4 0 0,0 4 0 0,1 0 0 15,-1-4 0-15,6 4 0 0,-5 0 0 0,5 0 0 0,-6-3 0 0,7 3 0 16,-7-4 0-16,-1 4 0 0,1 0 0 0,1 0 0 0,-1 0 0 16,6 0 0-16,-6 0 0 0,1 0 0 0,-1 0 0 0,-7 0 0 15,7 0 0-15,0 4 0 0,0-4 0 0,1 3 0 0,-2-3 0 0,-5 4 0 16,6 0 0-16,-6-4 0 0,5 3 0 0,1 1 0 0,-6 0 0 0,6-1 0 15,1 1 0-15,-2-4 0 0,1 4 0 0,0-1 0 0,0 1 0 16,7-4 0-16,-7 3 0 0,0-3 0 0,7 4 0 0,-7-4 0 16,-1 0 0-16,8 4 0 0,-7-4 0 0,6 0 0 0,-5 0 0 0,5 0 0 15,-6 0 0-15,7 0 0 0,-1 0 0 0,-5 0 0 0,5 0 0 16,1 0 0-16,-1-4 0 0,1 4 0 0,-1 0 0 0,8-4 0 0,-8 4 0 16,1 0 0-16,-1-3 0 0,7 3 0 0,-6 0 0 0,-1 0 0 15,7 0 0-15,-5 0 0 0,-2 0 0 0,1 0 0 0,-1 3 0 0,1-3 0 16,-1 0 0-16,-6 4 0 0,7-4 0 0,-7 4 0 0,7-4 0 0,-8 4 0 15,8-1 0-15,-8 1 0 0,8-1 0 0,-7 1 0 0,0 0 0 0,7-1 0 16,-7 2 0-16,0-2 0 0,7 1 0 0,-7 0 0 16,6-1 0-16,-5-3 0 0,5 4 0 0,1-2 0 0,-1-2 0 0,-6 5 0 0,13-1 0 15,-6-4 0-15,-1 3 0 0,1-3 0 0,-1 0 0 0,1 4 0 16,7-4 0-16,-8 0 0 0,1 0 0 0,-1 0 0 0,1 0 0 0,-1 0 0 16,1 0 0-16,-1 0 0 0,1 0 0 0,-1 0 0 0,1 0 0 15,-1 0 0-15,1 0 0 0,-7 0 0 0,6 0 0 0,1 0 0 0,-1 0 0 16,1 0 0-16,-1 0 0 0,1 0 0 0,-1 0 0 0,2 0 0 0,-9 0 0 15,8 0 0-15,-1-4 0 0,2 4 0 0,-2 0 0 0,1-3 0 16,-8-1 0-16,8 4 0 0,-7-5 0 0,6 5 0 0,-6-2 0 0,7-2 0 16,-7 4 0-16,6-3 0 0,-5-1 0 0,-1 4 0 0,0-4 0 0,7 4 0 15,-7-3 0-15,0 3 0 0,-1-5 0 0,1 5 0 0,-6 0 0 16,7 0 0-16,-1 0 0 0,-7 5 0 0,7-5 0 0,-6 0 0 16,6 3 0-16,-7-3 0 0,1 4 0 0,-1-4 0 0,1 4 0 0,-8-1 0 0,8-3 0 15,0 4 0-15,-7-2 0 0,0 3 0 0,0-5 0 0,-1 4 0 16,2-1 0-16,-1 1 0 0,0-4 0 0,-6 4 0 0,5-1 0 0,-5-3 0 15,0 4 0-15,-1-4 0 0,0 4 0 0,1-4 0 0,0 4 0 16,-1-4 0-16,1 3 0 0,-7-3 0 0,6 4 0 0,0-4 0 0,-6 3 0 16,7-3 0-16,-7 4 0 0,0-4 0 0,7 4 0 0,-7-4 0 0,0 0 0 15,6 0 0-15,-6 0 0 0,0 0 0 0,0 0 0 0,0 0 0 16,0 0 0-16,0 0 0 0,-6 0 0 0,6 0 0 0,-7-4 0 0,-6 0 0 16,7 1-300-16,-7-1-440 0,-7-3-16 0,0 3 0 0,1-3 9 15,-1-1 16-15,-6 1 21 0,0 0 27 0,1-4 29 0,-9 4 43 16,9-1 52-16,-1 0 82 0,0-2 95 0</inkml:trace>
  <inkml:trace contextRef="#ctx0" brushRef="#br0" timeOffset="19999.88">16796 9202 35 0,'0'4'92'0,"0"-4"4"0,0 0 3 0,-7 0 5 15,7 0 8-15,0 0 8 0,0 0 9 0,0 0-10 0,0 0-19 0,0 0-9 16,0 0-5-16,0 0 1 0,0 0 2 0,0 0 6 0,0 0 5 16,0 0 8-16,0 0 7 0,0 0 5 0,0 0 6 0,0 0 6 15,0 0 3-15,0 0 5 0,0 0 5 0,0 0 3 0,0 0 2 0,0 0 3 16,0 0 3-16,0 0 1 0,0 0 3 0,0 0 0 0,0 0 3 0,-6 4 0 15,6-4 2-15,0 0-3 0,0 0-6 16,0 0-5-16,0 0-7 0,0 0-7 0,0 0-8 0,0 0-6 0,0 0-8 0,0 0-6 16,0 0-8-16,0 0-9 0,0 0-10 0,0 0-11 0,0 0-13 0,0 0-9 15,0 0-7-15,0 0-5 0,0 0-5 0,0 0-3 0,0 0-2 16,0 0-3-16,0 0 0 0,0 0-2 0,0 0-1 0,0 0-1 16,0 0-1-16,0 0 0 0,0 0-2 0,0 0 0 0,0 0-2 0,0 0-1 15,0 0-1-15,0 0-1 0,0 3 0 0,0-3 0 0,0 0-2 0,0 0 2 16,0 4 0-16,6-4 3 0,-6 0 1 0,0 0 4 0,7 4 4 15,-7-4 2-15,7 0 3 0,-7 0 1 0,6 3 0 0,-6-3-1 0,7 0 0 16,-1 4 0-16,0-4 0 0,-6 0 0 0,7 4 0 0,0-4-2 16,-1 0-2-16,0 0-1 0,2 0 0 0,-2 0 1 0,0 3 1 0,1-3 0 15,-1 0 1-15,1 0 0 0,6 0 1 0,-7 4 1 0,0-4 2 16,8 0 1-16,-8 4 0 0,7-4 1 0,-6 0 3 0,6 3 0 16,-1-3-3-16,-4 0-2 0,4 4-3 0,2-4-1 0,-1 4 1 0,-1-4 2 15,2 3 0-15,-2-3 0 0,8 4-2 0,-7-4-1 0,0 4 0 16,6-4-3-16,-5 3-3 0,-1-3-1 0,6 4 0 0,-6-4 0 15,1 0 1-15,5 4 0 0,-6-4 0 0,6 0-2 0,-5 3-1 0,5-3-1 16,-6 0-1-16,7 0-2 0,-7 0 1 0,7 4 0 0,-8-4 0 16,8 0 1-16,-7 0 0 0,7 0-1 0,-8 0 0 0,8 0 0 0,-7 0 2 15,7 0 0-15,-1 0 2 0,-6 0 1 0,0 3 0 0,7-3 1 16,-8 0 0-16,8 0 1 0,-7 0 1 0,7 0 0 0,-8 4 0 0,8-4 0 16,-6 0-1-16,5 0 1 0,-6 0-1 0,0 0 0 0,7 4-5 15,-1-4-17-15,-6 0 0 0,6 0 0 0,1 0 0 0,-7 0 0 16,7 0 0-16,-1 0 0 0,0 0 0 0,1 0 0 0,0 0 0 0,-7 0 0 15,7 0 0-15,-1 0 0 0,1 0 0 0,-2 0 0 0,-4 0 0 0,6 0 0 16,-7 0 0-16,6 0 0 0,-6 0 0 0,7 0 0 0,-7 0 0 16,6 0 0-16,-6 0 0 0,1 0 0 0,5 3 0 0,-6-3 0 15,0 0 0-15,-1 4 0 0,2-4 0 0,6 0 0 0,-8 0 0 0,1 4 0 16,1-4 0-16,-2 3 0 0,2-3 0 0,5 0 0 0,-6 0 0 16,0 0 0-16,1 5 0 0,-2-5 0 0,1 0 0 0,0 0 0 15,6 0 0-15,-5 0 0 0,-1 0 0 0,0 0 0 0,6 0 0 0,-5 0 0 16,-2 0 0-16,2 0 0 0,5 0 0 0,-6 0 0 0,0 0 0 15,7 0 0-15,-8 0 0 0,8-5 0 0,-7 5 0 0,7 0 0 0,-8 0 0 16,8 0 0-16,-7 0 0 0,7 0 0 0,-8 0 0 0,8 0 0 16,-7 0 0-16,7 0 0 0,-8 5 0 0,8-5 0 0,-6 0 0 0,5 0 0 15,-6 3 0-15,0-3 0 0,0 0 0 0,7 0 0 0,-7 3 0 16,0-3 0-16,-1 0 0 0,2 0 0 0,5 0 0 0,-5 4 0 0,-2-4 0 16,2 0 0-16,5 0 0 0,-6 0 0 0,6 0 0 0,-5 0 0 15,-2 0 0-15,8 0 0 0,-7 0 0 0,7 0 0 0,-8-4 0 16,8 4 0-16,-7 0 0 0,7 0 0 0,-8 0 0 0,8-3 0 0,-6 3 0 15,5 0 0-15,-6 0 0 0,0-3 0 0,7 3 0 0,-8 0 0 16,8 0 0-16,-7 0 0 0,1 0 0 0,-2 0 0 0,8 0 0 16,-7 0 0-16,-1 0 0 0,2 0 0 0,-1 0 0 0,0 0 0 0,0 0 0 15,0 0 0-15,0 0 0 0,0 0 0 0,6 0 0 0,-6 0 0 16,1 0 0-16,6 0 0 0,-8-5 0 0,8 5 0 0,-7 0 0 0,7 0 0 16,-8 0 0-16,8 0 0 0,-1-3 0 0,-5 3 0 0,-2 0 0 15,8 0 0-15,-7-4 0 0,0 4 0 0,6 0 0 0,-5 0 0 0,-2 0 0 16,2 0 0-16,-1-4 0 0,-1 4 0 0,2 0 0 0,-2 0 0 15,2 0 0-15,-1-3 0 0,0 3 0 0,6 0 0 0,-5 0 0 0,-2-4 0 16,8 4 0-16,-7 0 0 0,7-4 0 0,-8 4 0 0,8-3 0 16,-7 3 0-16,7-4 0 0,-1 4 0 0,-6-3 0 0,6-1 0 15,1 4 0-15,-6-4 0 0,5 4 0 0,0-3 0 0,0-1 0 0,1 0 0 16,0 1 0-16,-1 3 0 0,-5-4 0 0,5 0 0 0,1 1 0 0,-1 3 0 16,0-4 0-16,-5 0 0 0,5 4 0 0,1-3 0 0,0 3 0 15,-8-4 0-15,8 4 0 0,-1-4 0 0,-5 4 0 0,5 0 0 0,-6 0 0 16,6 0 0-16,-5 0 0 0,-2 0 0 0,8 0 0 0,-7 0 0 15,0 4 0-15,6-4 0 0,-5 0 0 0,5 0 0 0,-6 0 0 16,7 4 0-16,-7-4 0 0,7 0 0 0,-8 0 0 0,8 0 0 0,-7 0 0 16,7 0 0-16,-1 0 0 0,1 0 0 0,0 0 0 0,-8 0 0 15,8 0 0-15,-7 0 0 0,7 0 0 0,-8 0 0 0,8 0 0 0,-7 0 0 16,0 3 0-16,0-3 0 0,-1 0 0 0,2 4 0 0,-1-4 0 16,0 4 0-16,0-4 0 0,0 3 0 0,-6-3 0 0,5 4 0 15,2-4 0-15,-8 4 0 0,7-4 0 0,-7 3 0 0,8-3 0 0,-2 4 0 16,-4-4 0-16,4 0 0 0,1 4 0 0,-6-4 0 0,6 3 0 15,-7-3 0-15,8 0 0 0,-2 4 0 0,2-4 0 0,-1 0 0 16,-1 4 0-16,2-4 0 0,-2 3 0 0,2-3 0 0,-1 4 0 0,-1-1 0 16,2-3 0-16,-8 4 0 0,14 0 0 0,-14-1 0 0,7 1 0 0,7 0 0 15,-8-1 0-15,2-3 0 0,-1 5 0 0,0-2 0 0,0-3 0 16,0 3 0-16,6-3 0 0,-5 4 0 0,5-4 0 0,-6 4 0 16,6-4 0-16,1 0 0 0,0-4 0 0,-1 4 0 0,1 0 0 0,6-4 0 15,-7 4 0-15,1-3 0 0,6 3 0 0,-7-3 0 0,1 3 0 16,6 0 0-16,-6-5 0 0,5 5 0 0,-5 0 0 0,0 0 0 0,5 0 0 15,-5 0 0-15,6 0 0 0,-6 0 0 0,5-3 0 0,-5 3 0 16,7 0 0-16,-1 0 0 0,-7 0 0 0,7 0 0 0,0 0 0 0,0-4 0 16,1 4 0-16,-1 0 0 0,-1 0 0 0,1-4 0 0,0 4 0 15,1 0 0-15,-1-3 0 0,0 3 0 0,0 0 0 0,-1 0 0 16,2-4 0-16,-1 4 0 0,0 0 0 0,0-4 0 0,0 4 0 0,1 0 0 16,-2 0 0-16,1 0 0 0,0 0 0 0,0 0 0 0,-7 0 0 0,8 0 0 15,-1 0 0-15,0 0 0 0,0 0 0 0,0 4 0 0,1-4 0 16,-9 0 0-16,9 0 0 0,-1 0 0 0,0 0 0 0,0 0 0 15,-7 0 0-15,7 0 0 0,1 0 0 0,-8 0 0 0,7 0 0 0,-6 0 0 16,6 0 0-16,-6 0 0 0,5-4 0 0,-5 4 0 0,6 0 0 16,-7 0 0-16,1 0 0 0,6-3 0 0,-6 3 0 0,-1 0 0 0,1 0 0 15,6 0 0-15,-7 3 0 0,-6-3 0 0,6 0 0 0,1 4 0 16,0-4 0-16,-7 4 0 0,7-4 0 0,-8 3 0 0,8-3 0 16,-7 4 0-16,7 0 0 0,-8-1 0 0,2 2 0 0,5-2 0 0,1 0 0 15,-8 1 0-15,8 0 0 0,-7 0 0 0,7-1 0 0,0 1 0 16,-1 0 0-16,0-1 0 0,1-3 0 0,-1 4 0 0,7 0 0 0,-6-1 0 15,-1 1 0-15,7 0 0 0,-6-4 0 0,-1 3 0 0,7 1 0 16,-6-4 0-16,7 4 0 0,-9-4 0 0,9 3 0 0,-7-3 0 16,6 0 0-16,-7 4 0 0,7-4 0 0,0 0 0 0,-6 4 0 0,6-4 0 15,-7 3 0-15,1-3 0 0,-1 4 0 0,7-1 0 0,-6 1 0 16,0-4 0-16,-1 4 0 0,1-1 0 0,0 1 0 0,-1 0 0 0,7-1 0 16,-6 1 0-16,-1 0 0 0,0-1 0 0,8 1 0 0,-8 0 0 15,7-1 0-15,-6 1 0 0,6-4 0 0,0 4 0 0,-1-4 0 0,-5 3 0 16,6-3 0-16,1 0 0 0,-1 4 0 0,-1-4 0 0,1 0 0 15,0 0 0-15,1 0 0 0,-1 0 0 0,0 0 0 0,-7 0 0 0,7 0 0 16,0 0 0-16,1 0 0 0,-1 0 0 0,-7 0 0 0,7 0 0 16,0 0 0-16,-6 4 0 0,5-4 0 0,-5 0 0 0,0 4 0 0,6-4 0 15,-7 0 0-15,1 0 0 0,6 3 0 0,-7-3 0 0,7 0 0 16,-6 3 0-16,6-3 0 0,-7 5 0 0,8-5 0 0,-1 3 0 16,-6-3 0-16,5 4 0 0,1-4 0 0,-6 4 0 0,6-4 0 0,0 0 0 15,-7 3 0-15,1-3 0 0,6 4 0 0,-7-4 0 0,8 4 0 16,-8-4 0-16,8 0 0 0,-8 3 0 0,0-3 0 0,8 4 0 0,-8-4 0 15,0 3 0-15,1-3 0 0,-1 0 0 0,1 4 0 0,0-4 0 16,-1 4 0-16,-5-4 0 0,4 3 0 0,-4-3 0 0,-1 4 0 0,0-4 0 16,0 4 0-16,0-4 0 0,0 3 0 0,-7-3 0 0,7 0 0 15,1 4 0-15,-8-4 0 0,0 0 0 0,8 4 0 0,-8-4 0 16,0 0 0-16,8 3 0 0,-8-3 0 0,1 0 0 0,-1 4 0 0,8-4 0 16,-8 0 0-16,0 4 0 0,0-4 0 0,2 3 0 0,-2-3 0 15,7 0 0-15,-13 4 0 0,6-4 0 0,1 0 0 0,0 0 0 0,-1 0 0 16,0 4 0-16,0-4 0 0,-6 0 0 0,8 0 0 0,-2 0 0 15,0 0 0-15,-6 0 0 0,7 0 0 0,-1 0 0 0,1 0 0 0,-7 0 0 16,7 0 0-16,-1-4 0 0,0 4 0 0,-6 0 0 0,6 0 0 16,2-4 0-16,-2 4 0 0,0 0 0 0,1-3 0 0,-7 3 0 15,7 0 0-15,-7-4 0 0,6 4 0 0,-6 0 0 0,7-4 0 16,-7 4 0-16,0 0 0 0,6 0 0 0,0-3 0 0,-6 3 0 0,7-4 0 16,-7 4 0-16,7-4 0 0,-7 4 0 0,6-3 0 0,0 3 0 0,-6-4 0 15,7 4 0-15,0-4 0 0,-1 4 0 0,1-3 0 0,-7 3 0 16,13-4 0-16,-7 0 0 0,1 1 0 0,-1-1 0 0,0 1 0 15,2-1 0-15,4 0 0 0,-5-3 0 0,6 3 0 0,-7 1 0 0,1-2 0 16,5 2 0-16,-4 0 0 0,4-1 0 0,-5 0 0 0,6 0 0 16,-6 1 0-16,-1-1 0 0,7 4 0 0,-6-4 0 0,-1 1 0 0,0-1 0 15,1 0 0-15,0 4 0 0,6-3 0 0,-13 3 0 0,6-4 0 16,1 4 0-16,-1 0 0 0,1-4 0 0,-7 4 0 0,6 0 0 16,0 0 0-16,-6-3 0 0,8 3 0 0,-2 0 0 0,-6 0 0 0,6 0 0 15,1-4 0-15,-7 4 0 0,6 0 0 0,-6 0 0 0,7 0 0 0,-7 0 0 16,6-4 0-16,-6 4 0 0,7 0 0 0,-7 0 0 0,0 0 0 15,6 0 0-15,-6 0 0 0,6-3 0 0,-6 3 0 0,8 0 0 16,-8-4 0-16,6 4 0 0,-6 0 0 0,0 0 0 0,6 0 0 0,-6-4 0 16,7 4 0-16,-7 0 0 0,0 0 0 0,0 0 0 0,0 0 0 0,0 0 0 15,0 0 0-15,0 0 0 0,0 0 0 0,0-3 0 0,-7 3-60 16,7 0-289-16,-6 0-85 0,0-4-80 0,-8 4-76 0,8-3-34 16,-7 3-11-16,0-4 3 0,0 4 7 0,-1-4 16 0,8 1 18 15,-7 3 29-15,7-4 31 0,-1 0 48 0,1 1 51 0,6-1 80 0,0 4 184 16</inkml:trace>
  <inkml:trace contextRef="#ctx0" brushRef="#br0" timeOffset="49716.47">18424 11954 0 0,'6'0'35'0,"2"-4"48"0,-8 4 0 0,6-4 3 0,0 4 5 0,-6 0 5 16,7-3 5-16,0 3-8 0,-7 0-14 0,6-4-9 0,0 4-7 15,1-4-3-15,-1 4 0 0,-6 0 1 0,7-3 4 0,0 3 6 16,-1 0 9-16,-6-4 8 0,6 4 10 0,1 0 10 0,-7 0 12 0,7 0 8 16,-1-5 7-16,0 5 8 0,1 0 7 0,-7-2 11 0,6 2 11 15,1 0 10-15,0-4 9 0,-1 4 6 0,0 0 8 0,2-4 4 0,-2 4 3 16,0 0-4-16,0-3-7 0,1 3-9 0,0 0-8 0,-1 0-9 15,-6-4-11-15,7 4-13 0,-1 0-13 0,-6 0-12 0,6 0-11 16,2 0-12-16,-8 0-11 0,6 0-12 0,0 0-10 0,0 0-9 0,2 4-5 16,-2-4-4-16,7 0-2 0,-7 3-1 0,8-3 1 0,-8 0 1 15,6 4 0-15,2-4 0 0,-1 0 0 0,0 4-2 0,0-4-3 0,-1 0 0 16,8 2-2-16,-6 3-2 0,-1-5 0 0,6 0 0 0,-6 4-2 16,7-4-1-16,-7 3 0 0,0 1-3 0,6-4 0 0,1 4-1 0,-1-1-1 15,-5-3 0-15,4 4-2 0,2 0-1 0,0-4-3 0,-1 4-2 16,1-4-1-16,0 3-1 0,6-3-1 0,-7 4-2 0,1-4 0 15,6 0-1-15,-7 0-1 0,1 3 0 0,6-3 1 0,-7 0-1 0,7 4-1 16,-6-4 1-16,6 0-1 0,1 4 0 0,-8-4 2 0,7 3-1 16,0 1 1-16,-6-4 1 0,5 4 2 0,1 0 0 0,0-1 1 0,1 0 0 15,-1 1 0-15,0 0 1 0,-1-1 3 0,1 1 2 0,7 0 2 16,-7-1 0-16,0 1 0 0,7-4 1 0,-1 4-1 0,-5-1 0 0,5 1-3 16,1-4 0-16,-1 4-2 0,1-4 0 0,-1 3-2 0,1-3-2 15,6 0-3-15,-6 0-3 0,-1 0-1 0,1 0-3 0,6 0 0 0,-7 0-4 16,7 0-1-16,-6 0-1 0,6-3-2 0,-6 3 0 0,6 0-1 15,-7 0 0-15,1 0-1 0,-1-4 1 0,1 4 0 0,-1 4 1 0,1-4 0 16,-1 0 2-16,1 0 0 0,-7 3 0 0,6-3 2 0,-5 4 1 16,5-4-1-16,-6 3 3 0,1 2-1 0,5-5 2 0,-6 3 1 0,1 1 0 15,-1 0-14-15,6-4 0 0,-7 3 0 0,2 1 0 0,5 0 0 16,-6-1 0-16,7 1 0 0,-7 0 0 0,7-1 0 0,-7 1 0 16,6 0 0-16,1-1 0 0,-7 1 0 0,7 0 0 0,-1-1 0 0,-6 1 0 15,7-1 0-15,-7 1 0 0,6-4 0 0,-5 4 0 0,-1-4 0 16,-1 3 0-16,9 1 0 0,-9-4 0 0,1 4 0 0,0-4 0 0,0 4 0 15,-6-4 0-15,6 3 0 0,0-3 0 0,0 0 0 0,0 0 0 16,-6 0 0-16,5 0 0 0,1 0 0 0,1 0 0 0,-1 0 0 0,0 0 0 16,0-3 0-16,-1 3 0 0,2 0 0 0,-1-4 0 0,0 4 0 15,0 0 0-15,0-4 0 0,1 4 0 0,5 0 0 0,-13-4 0 16,7 4 0-16,1 0 0 0,-1 0 0 0,-7-3 0 0,7 3 0 0,0 0 0 16,0 0 0-16,-6 0 0 0,5 0 0 0,2 0 0 0,-1-4 0 15,0 4 0-15,0 0 0 0,0-4 0 0,1 4 0 0,-2 0 0 16,1-3 0-16,0 3 0 0,7-4 0 0,-7 4 0 0,6-3 0 0,-5-1 0 15,5 4 0-15,1-4 0 0,-1 4 0 0,-6-3 0 0,13-1 0 16,-6 0 0-16,-1 4 0 0,1-3 0 0,-1-1 0 0,1 0 0 0,-1 4 0 16,-6-3 0-16,7-1 0 0,-1 4 0 0,1-4 0 0,0 1 0 15,0 3 0-15,-8-4 0 0,9 4 0 0,-2 0 0 0,-7-4 0 0,8 4 0 16,0 0 0-16,-7-3 0 0,6 3 0 0,1 0 0 0,0 0 0 0,0 0 0 16,-1-5 0-16,1 5 0 0,-7 0 0 0,13-3 0 0,-7 3 0 15,1 0 0-15,-1-4 0 0,1 4 0 0,-1 0 0 0,1-3 0 16,-1 3 0-16,7 0 0 0,-6-4 0 0,0 4 0 0,0 0 0 0,-1-4 0 15,1 4 0-15,5 0 0 0,-5 0 0 0,-1-3 0 0,1 3 0 16,-1 0 0-16,1 0 0 0,-1 0 0 0,1 0 0 0,0 0 0 0,0 0 0 16,-1 0 0-16,1 0 0 0,-7 0 0 0,7 0 0 0,-1 0 0 15,1 0 0-15,-1 0 0 0,-6 0 0 0,7 0 0 0,-7 0 0 16,7-4 0-16,-1 4 0 0,-7 0 0 0,9-4 0 0,-9 1 0 0,7 3 0 16,1-4 0-16,-7 4 0 0,7-4 0 0,-7 4 0 0,6-3 0 15,-5 3 0-15,5-4 0 0,-6 4 0 0,1 0 0 0,5-4 0 0,-6 4 0 16,7-3 0-16,-7 3 0 0,6 0 0 0,-5 0 0 0,5 0 0 15,-7 0 0-15,2 0 0 0,-1 0 0 0,0 0 0 0,0 0 0 16,0 0 0-16,1 0 0 0,-2 0 0 0,-5 3 0 0,6-3 0 0,0 4 0 16,-7-4 0-16,7 0 0 0,-6 4 0 0,6-4 0 0,-7 0 0 15,7 3 0-15,1-3 0 0,-7 0 0 0,6 0 0 0,-7 4 0 0,7-4 0 16,-6 0 0-16,5 0 0 0,-5 0 0 0,6 0 0 0,-6-4 0 16,5 4 0-16,-5 0 0 0,6 0 0 0,-6 0 0 0,-1-3 0 0,7 3 0 15,-6 0 0-15,-1-4 0 0,7 4 0 0,-12 0 0 0,5-4 0 16,1 4 0-16,-1 0 0 0,-6-3 0 0,0 3 0 0,0 0 0 0,0 0 0 15,1 0 0-15,-2 0 0 0,1-3 0 0,-6 3 0 0,6 0 0 16,-7 0 0-16,0 0 0 0,8 0 0 0,-8 0 0 0,1 0 0 16,0 3 0-16,-1-3 0 0,1 0 0 0,-7 0 0 0,6 0 0 0,0 0 0 15,1 3 0-15,0-3 0 0,-1 0 0 0,0 0 0 0,1 4 0 16,-7-4 0-16,7 0 0 0,-1 0 0 0,1 0 0 0,-1 0 0 16,1 4 0-16,-1-4 0 0,1 0 0 0,-1 3 0 0,0-3 0 0,2 0 0 15,-2 0 0-15,0 0 0 0,1 4 0 0,6-4 0 0,-7 0 0 16,1 0 0-16,5 0 0 0,-4 4 0 0,4-4 0 0,-5 0 0 0,6 0 0 15,-7 0 0-15,7 0 0 0,-6 0 0 0,0 0 0 0,5 0 0 0,-5 0 0 16,6 0 0-16,-7 3 0 0,1-3 0 0,6 0 0 0,-6 0 0 16,5 0 0-16,-4 0 0 0,-2 0 0 0,6 0 0 0,-5 0 0 15,6 0 0-15,-6 0 0 0,5 4 0 0,-4-4 0 0,4 0 0 0,-6 0 0 16,2 0 0-16,4 0 0 0,-5 0 0 0,6 0 0 0,-6 0 0 16,-1 0 0-16,0 0 0 0,8 0 0 0,-8 0 0 0,0 4 0 0,1-4 0 15,-1 0 0-15,1 0 0 0,0 0 0 0,-1 0 0 0,-6 0 0 16,6 0 0-16,2 0 0 0,-2 0 0 0,0 0 0 0,0 0 0 0,1 0 0 15,-7 0 0-15,7 0 0 0,-1 3 0 0,1-3 0 0,-1 0 0 16,-6 0 0-16,6 0 0 0,2 0 0 0,-8 0 0 0,6 0 0 16,0 0 0-16,0 0 0 0,-6 4 0 0,7-4 0 0,0 0 0 0,-1 0 0 15,1 0 0-15,-7 4 0 0,6-4 0 0,1 0 0 0,-7 0 0 16,7 3 0-16,-1-3 0 0,-6 0 0 0,6 0 0 0,0 4 0 0,-6-4 0 16,8 0 0-16,-8 0 0 0,6 3 0 0,-6-3 0 0,6 0 0 15,-6 0 0-15,7 0 0 0,-7 5 0 0,6-5 0 0,-6 0 0 0,0 0 0 16,7 0 0-16,-7 0 0 0,0 0 0 0,0 0 0 0,0 0 0 15,0 0 0-15,0 0 0 0,7 0 0 0,-7 0 0 0,0 0 0 16,0 0 0-16,0 0 0 0,0 0 0 0,0 0 0 0,0 0 0 0,-7 0 0 16,7 0 0-16,-7-5 0 0,-6 5-227 0,7-3-296 0,-8 3-83 15,2-4-41-15,-8 4-21 0,-6 0-1 0,7 0 7 0,-7 0 16 0,-1 4 22 16,1 4 29-16,-6-1 34 0,6 4 38 0,-7 0 45 0,8 4 74 16,-1-1 92-16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28:36.4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9782 9074 148 0,'0'0'203'16,"6"0"13"-16,-6-3 8 0,0 3 6 0,0 0 4 0,7-4 11 16,-7 4 13-16,0 0 15 0,0 0 15 0,0 0-19 0,0 0-38 15,0 0-15-15,0 0-4 0,0 0-2 0,0 0-3 0,0 0 2 0,0 0 4 16,0 0 1-16,0 0 1 0,0 0-7 0,-7 0-10 0,7 0-10 15,0 0-14-15,0 0-14 0,0 0-12 0,0 0-17 0,0-4-17 0,0 4-19 16,7-3-17-16,-7-1-11 0,0 4-4 0,6-4-4 0,-6 1 0 0,6-1-2 16,-6 0 1-16,8 1 1 0,-2-1-1 0,0-4-1 15,1 5-2-15,0-1-2 0,5-3-4 0,-5 4-2 0,-1-5-2 0,8 4-2 16,-8-3-2-16,7 3-1 0,-6-3-1 0,5 3-3 0,-5-3 0 0,6 3-1 16,0-3 0-16,1 3 1 0,-2-3 0 0,1 3 1 0,0-3 0 15,0 0 1-15,7 3-2 0,-8-3-1 0,8-1-2 0,-7 1 0 16,7-1 0-16,0 2-1 0,5-2 0 0,-5 0 0 0,0 1-1 0,6 0 0 15,-7 0 0-15,7-1-1 0,0 1 1 0,1 0 0 0,-1-1 2 0,-7 1-2 16,7 3 0-16,0 1-2 0,0-1-1 0,0 0-1 0,-7 1-1 16,8 3 0-16,-8-4-2 0,8 8 0 0,-8-4-1 0,7 0 0 15,-6 3-2-15,6 1 0 0,-7 0 0 0,7-1 1 0,0 1-1 0,0 0 0 16,-7-1-17-16,8-3-4 0,-1 4 0 0,6 0 0 0,-6-4 0 16,1 3 0-16,-1-3 0 0,6 0 0 0,-5 0 0 0,-2 0 0 15,7 0 0-15,1 0 0 0,-7 0 0 0,7 0 0 0,-7 0 0 0,6 0 0 16,-6 0 0-16,1 0 0 0,-1 0 0 0,0 0 0 0,0 0 0 0,-1 0 0 15,-5 4 0-15,7 0 0 0,-9-4 0 0,9 3 0 0,-7-3 0 16,-1 4 0-16,0-4 0 0,8 4 0 0,-8-4 0 0,8 3 0 16,-8-3 0-16,7 4 0 0,-6-4 0 0,6 3 0 0,-1-3 0 0,-5 4 0 15,6-4 0-15,0 0 0 0,-7 4 0 0,8-4 0 0,-1 3 0 16,-6 1 0-16,6-4 0 0,-1 4 0 0,-5 0 0 0,6-4 0 0,-7 4 0 16,7-1 0-16,-6 0 0 0,0-3 0 0,-1 4 0 0,1 0 0 15,-1 0 0-15,1-1 0 0,0 1 0 0,-1 0 0 0,0-1 0 0,-6 1 0 16,7 0 0-16,0-1 0 0,6 1 0 0,-7-4 0 0,1 4 0 15,6-1 0-15,0-3 0 0,7 0 0 0,-8-3 0 0,7 3 0 16,2-4 0-16,5 0 0 0,-7 1 0 0,7-5 0 0,0 5 0 0,7-5 0 16,-1 1 0-16,1-1 0 0,-1 2 0 0,1-2 0 0,6-3 0 15,-6 3 0-15,6 1 0 0,-7 0 0 0,8 0 0 0,-1-1 0 16,-7 5 0-16,8-5 0 0,-8 1 0 0,7 3 0 0,1-3 0 0,-2 3 0 16,2 1 0-16,-1-1 0 0,-1 0 0 0,2 1 0 0,-1-1 0 0,0 1 0 15,0-1 0-15,0 0 0 0,7 1 0 0,-7 3 0 0,0-4 0 16,0 0 0-16,0 1 0 0,7-2 0 0,-7 2 0 0,7 3 0 15,-1-3 0-15,-5 3 0 0,4-4 0 0,2 0 0 0,0 1 0 0,0 3 0 16,-1-4 0-16,1 4 0 0,0-4 0 0,-1 0 0 0,1 4 0 16,0-3 0-16,6 3 0 0,-6-4 0 0,6 4 0 0,-7 0 0 15,7-4 0-15,-6 4 0 0,6 0 0 0,0 0 0 0,-6-3 0 0,6 3 0 16,0 0 0-16,-6-4 0 0,6 4 0 0,0-3 0 0,0 3 0 16,-7-4 0-16,7 0 0 0,0 0 0 0,0 4 0 0,1-3 0 0,-1-1 0 15,0 0 0-15,0 4 0 0,0-3 0 0,0-1 0 0,0 4 0 16,0-4 0-16,1 4 0 0,-1-3 0 0,-6 3 0 0,6-4 0 0,0 4 0 15,0 0 0-15,0 0 0 0,-6 0 0 0,6 0 0 0,-6 0 0 16,-1 0 0-16,7 4 0 0,-6-4 0 0,0 0 0 0,0 3 0 16,6-3 0-16,-7 4 0 0,1-4 0 0,-1 0 0 0,8 4 0 0,-9-4 0 15,2 3 0-15,0-3 0 0,0 4 0 0,6-4 0 0,-7 0 0 0,1 4 0 16,0-4 0-16,-1 3 0 0,1-3 0 0,6 0 0 0,-6 0 0 16,6 4 0-16,-6-4 0 0,6 0 0 0,-7 0 0 0,7 0 0 0,-6 0 0 15,6 0 0-15,-6 0 0 0,6 0 0 0,-7-4 0 0,7 4 0 16,1 0 0-16,-8-3 0 0,7 3 0 0,0-4 0 0,0 4 0 0,-6 0 0 15,6 0 0-15,1-4 0 0,-8 4 0 0,0 0 0 0,7-3 0 16,-6 3 0-16,6 0 0 0,-6-4 0 0,0 4 0 0,6 0 0 16,-7 0 0-16,1-4 0 0,6 4 0 0,-6 0 0 0,-1 0 0 0,7 0 0 15,-6-3 0-15,0 3 0 0,0 0 0 0,-1 0 0 0,1 0 0 16,6 0 0-16,-6 3 0 0,-1-3 0 0,1 0 0 0,0 0 0 16,-1 4 0-16,0-4 0 0,7 0 0 0,-6 0 0 0,0 0 0 0,-7 4 0 15,7-4 0-15,6 0 0 0,-13 0 0 0,7 0 0 0,6 0 0 16,-6 3 0-16,-2-3 0 0,2 0 0 0,0 0 0 0,0 0 0 0,-1 0 0 15,1 0 0-15,0 0 0 0,-1 0 0 0,1 0 0 0,0 0 0 16,-8 0 0-16,8 0 0 0,0 0 0 0,-7 0 0 0,7 0 0 0,0 4 0 16,-8-4 0-16,1 0 0 0,7 0 0 0,-7 4 0 0,0-4 0 15,0 3 0-15,1-3 0 0,-2 0 0 0,2 0 0 0,-7 0 0 16,5 4 0-16,1-4 0 0,1 0 0 0,-2 0 0 0,2 0 0 0,-1 4 0 16,0-4 0-16,0 0 0 0,0 0 0 0,0 4 0 0,0-4 0 0,1 0 0 15,-2 3 0-15,1-3 0 0,1 0 0 0,-8 4 0 0,7-4 0 16,1 0 0-16,-2 3 0 0,2-3 0 0,-1 0 0 0,-7 4 0 0,7-4 0 15,1 0 0-15,-2 4 0 0,-5-4 0 0,7 3 0 0,-8-3 0 0,7 4 0 16,-7-4 0-16,8 0 0 0,-8 4 0 0,1-4 0 0,-1 4 0 16,1-4 0-16,-1 0 0 0,8 3 0 0,-8-3 0 0,1 4 0 0,-1 0 0 15,1-4 0-15,-1 0 0 0,1 3 0 0,0-3 0 0,0 3 0 0,-1-3 0 16,1 5 0-16,-7-5 0 0,7 3 0 0,-7-3 0 0,-1 0 0 16,1 4 0-16,7-4 0 0,-13 0 0 0,6 0 0 0,0 4 0 0,-7-4 0 15,8 0 0-15,-8 0 0 0,1 0 0 0,6 0 0 0,-13 0 0 16,6 0 0-16,1 0 0 0,-1 0 0 0,-5 3 0 0,-1-3 0 0,6 0 0 15,-6 0 0-15,-7 0 0 0,8 0 0 0,-8 4 0 0,0-4 0 0,1 4 0 16,0-4 0-16,-1 3 0 0,-5-3 0 0,-2 4 0 0,2-4 0 16,-1 3 0-16,0-3 0 0,0 4 0 0,-7-4 0 0,0 0 0 0,2 4 0 15,-8-4 0-15,6 0 0 0,-6 0 0 0,-6 0 0 0,-8 0 0 16,8 0 0-16,-14-4-587 0,1 4-245 0,-7-4 3 0,-7 1 15 16,-7-4 27-16,-5 3 33 0,-7-3 35 0,0-4 34 0,-6 3 48 0,-7 1 56 15,0 0 88-15,-1-5 107 0</inkml:trace>
  <inkml:trace contextRef="#ctx0" brushRef="#br0" timeOffset="2833.49">9880 10715 39 0,'6'0'104'0,"-6"0"0"0,6 0 1 0,-6 4 0 0,7-4 1 16,0 0 0-16,-7 4 0 0,6-4-14 0,-6 0-23 0,6 3-20 16,1-3-19-16,-1 0-13 0,1 4-7 0,0-4-4 0,-1 0-2 15,-6 0 1-15,6 0 0 0,2 0 5 0,-2 3 8 0,-6-3 6 0,6 0 9 16,0 0 6-16,1 0 7 0,0 0 10 0,-1-3 8 0,1 3 12 15,-1 0 9-15,-6-4 17 0,14 4 18 0,-8-3 15 0,0 3 17 16,8-4 9-16,-8 0 8 0,7 4 6 0,-7-3 5 0,8-1 4 0,-2 0 5 16,2 1 3-16,-8-1 5 0,7 0 3 0,0 1 2 0,0-5-4 15,1 5-9-15,-2-1-9 0,8 0-9 0,-7 1-9 0,-1-5-11 0,2 5-9 16,-2 3-9-16,8-8-8 0,-7 8-8 0,7-3-8 0,-8-1-11 16,2 1-11-16,5 3-11 0,1-4-10 0,-8 0-8 0,8 4-6 15,-6-3-4-15,5-1-4 0,-6 4-1 0,6-4-3 0,1 4-1 0,-7 0-3 16,7-3-1-16,0 3-2 0,-1-5-1 0,0 5-1 0,0-3 1 0,1 3 3 15,7 0-1-15,-8 0 2 0,7-4 1 0,-6 4 2 0,6 0-1 16,0 0 2-16,0 0 2 0,-1 4 0 0,2-4 3 0,-1 0 1 16,0 3 2-16,0 2 0 0,7-2 0 0,-7-3 0 0,0 4 0 0,-1 3-1 15,8-3 0-15,-7 0-2 0,0 3 1 0,7-4-2 0,-7 5-2 16,6-5-2-16,1 5-2 0,-7-1 0 0,7-3-1 0,-1 3-1 0,-6 0-2 16,7 1-2-16,-1-1 0 0,1 0-3 0,-1-3-1 0,1 3-1 15,7 0 1-15,-8 2-2 0,7-2-1 0,-6-4 1 0,5 5-1 0,-5-1 0 16,7-4 0-16,-2 5-2 0,-5-1 0 0,6-3 0 0,0 3 0 15,0 0-1-15,0-3-1 0,0 3 0 0,0-3-1 0,-6 3-2 16,6 0 0-16,0 1 1 0,0-5 0 0,-7 5 3 0,8-1 3 0,-1-3-25 16,0 3 0-16,-1-3 0 0,2 3 0 0,5-3 0 0,1-4 0 15,0 3 0-15,0-3 0 0,-1 0 0 0,7 0 0 0,1-3 0 16,-2-1 0-16,8 0 0 0,-7 1 0 0,7-1 0 0,-8-3 0 0,8 3 0 16,6-3 0-16,-6-1 0 0,-1 1 0 0,7 0 0 0,-6-4 0 0,6 4 0 15,0-1 0-15,1 1 0 0,-1 0 0 0,0-1 0 0,0 1 0 16,0 0 0-16,0 0 0 0,0 2 0 0,0-1 0 0,-6 1 0 15,6 3 0-15,1-7 0 0,-8 6 0 0,8-1 0 0,-9 1 0 0,10 3 0 16,-10-4 0-16,9 4 0 0,-8-4 0 0,1 4 0 0,7 0 0 16,-9 0 0-16,2 0 0 0,6 0 0 0,-6 0 0 0,6 0 0 0,-6 0 0 15,6 0 0-15,-7 0 0 0,7 0 0 0,1 0 0 0,-1 0 0 16,0-3 0-16,0 3 0 0,-6 0 0 0,6 0 0 0,6 0 0 0,-6 0 0 16,1 0 0-16,-1-4 0 0,7 4 0 0,-1 0 0 0,-6 0 0 15,7 0 0-15,-7 0 0 0,7 0 0 0,-7 0 0 0,7 4 0 16,-7-4 0-16,6 0 0 0,-6 0 0 0,8 0 0 0,-2 0 0 0,-6 0 0 15,6 0 0-15,2 0 0 0,-8 0 0 0,6 0 0 0,0 0 0 0,-6 0 0 16,8 0 0-16,-2 0 0 0,-6 0 0 0,7 0 0 16,-7-4 0-16,7 4 0 0,-1 0 0 0,1-4 0 0,-7 4 0 0,7 0 0 15,-1-3 0-15,1 3 0 0,-1-4 0 0,1 4 0 0,6-4 0 0,-6 1 0 16,0-1 0-16,6 0 0 0,-7 1 0 0,8 3 0 0,-1-4 0 16,-6-3 0-16,5 7 0 0,-5-4 0 0,6 0 0 0,-6 1 0 15,6-1 0-15,1 0 0 0,-8 1 0 0,8 3 0 0,-8-4 0 0,0 4 0 16,8-3 0-16,-8 3 0 0,0 0 0 0,8-4 0 0,-8 4 0 15,2 0 0-15,-2 0 0 0,7 0 0 0,-6 4 0 0,-1-4 0 16,1 0 0-16,0 0 0 0,-1 3 0 0,0-3 0 0,2 0 0 0,-2 0 0 16,0 0 0-16,2 0 0 0,-8 0 0 0,6 0 0 0,0 0 0 0,2 0 0 15,-2 0 0-15,8 0 0 0,-8 0 0 0,0 0 0 16,2 0 0-16,-2-3 0 0,0 3 0 0,2 0 0 0,-2 0 0 0,0-4 0 16,1 4 0-16,0 0 0 0,-1 0 0 0,-6 0 0 0,7 4 0 0,-7-4 0 15,7 0 0-15,-7 3 0 0,0-3 0 0,0 4 0 0,1-1 0 16,-1 1 0-16,-6 0 0 0,6-1 0 0,0 1 0 0,-7 0 0 0,7-1 0 15,-6 5 0-15,0-5 0 0,-1 1 0 0,0 0 0 0,1-1 0 16,0 5 0-16,-1-5 0 0,1 1 0 0,0 0 0 0,-1-1 0 16,1 1 0-16,0-4 0 0,0 4 0 0,-2-1 0 0,2 1 0 0,0-1 0 15,-1-3 0-15,-5 4 0 0,6 1 0 0,-1-5 0 0,-6 0 0 0,6 2 0 16,-5 3 0-16,5-5 0 0,1 3 0 0,-7-3 0 0,0 3 0 16,7-3 0-16,-7 5 0 0,7-5 0 0,-8 3 0 0,2 1 0 15,-1-4 0-15,-1 3 0 0,-4-3 0 0,5 4 0 0,-1 0 0 0,2-4 0 16,-1 3 0-16,0 1 0 0,-6 0 0 0,6-4 0 0,0 3 0 15,-6 1 0-15,5 3 0 0,2-7 0 0,-7 4 0 0,5 0 0 0,-5-1 0 16,-1 1 0-16,8 0 0 0,-8-1 0 0,1 1 0 0,6-1 0 16,-7 1 0-16,8 0 0 0,-8-1 0 0,7 1 0 0,-7 0 0 15,8-4 0-15,-1 3 0 0,-7 1 0 0,8 0 0 0,-8-4 0 0,7 3 0 16,-6-3 0-16,0 4 0 0,6-4 0 0,-7 0 0 0,7 4 0 16,-6-4 0-16,0 0 0 0,6 0 0 0,-1 0 0 0,-4 0 0 0,4 3 0 15,1-3 0-15,1 0 0 0,-8 0 0 0,7 0 0 0,1 0 0 16,-8 0 0-16,7 0 0 0,-7 0 0 0,8 0 0 0,-7 0 0 0,-1 0 0 15,0 0 0-15,8 0 0 0,-7 4 0 0,-1-4 0 0,7 0 0 16,-7 0 0-16,1 0 0 0,0 0 0 0,0 0 0 0,-1 0 0 16,-5 0 0-16,5 4 0 0,-7-4 0 0,9 0 0 0,-9 0 0 0,1 0 0 15,1 0 0-15,-1 0 0 0,0 0 0 0,-1-4 0 0,2 4 0 16,-1 0 0-16,0 0 0 0,0 0 0 0,-7-4 0 0,8 4 0 16,-8 0 0-16,7-3 0 0,-6 3 0 0,-1 0 0 0,1-4 0 0,-1 4 0 15,1 0 0-15,-1 0 0 0,-5 0 0 0,-1-4 0 0,0 4 0 0,0 0 0 16,0 0 0-16,-7 0 0 0,7 0 0 0,-6 0 0 0,-1 0 0 15,1 0 0-15,0 0 0 0,-1 0 0 0,1 0 0 0,-8 0 0 16,8 0 0-16,-7 0 0 0,1 0 0 0,4-3 0 0,-4 3 0 0,-1 0 0 16,0 0 0-16,0 0 0 0,1 0 0 0,-8 0 0 0,6 0 0 15,2-4 0-15,-1 4 0 0,-1 0 0 0,-4-4 0 0,4 4 0 0,2-3 0 16,-2 3 0-16,1 0 0 0,-6-4 0 0,6 0 0 0,-1 4 0 16,-4-3 0-16,4-1 0 0,-5 4 0 0,6-4 0 0,-6 4 0 0,-1-3 0 15,0 3 0-15,1-4 0 0,0 4 0 0,-1 0 0 0,0-3 0 16,1 3 0-16,0 0 0 0,-7-4 0 0,6 4 0 0,1 0 0 15,-1-4 0-15,0 4 0 0,1 0 0 0,6-3 0 0,-7 3 0 0,2-4 0 16,4 4 0-16,1-4 0 0,-6 0 0 0,6 4 0 0,-1-3 0 16,-4-1 0-16,4 1 0 0,2 3 0 0,-2-4 0 0,1 0 0 0,1 1 0 15,-2-1 0-15,-5 4 0 0,6-4 0 0,0 1 0 0,-7 3 0 16,8-4 0-16,-2 4 0 0,2-3 0 0,-8 3 0 0,7-5 0 0,0 5 0 16,-6-3 0-16,5 3 0 0,-4-3 0 0,-2 3 0 0,7-5 0 15,-7 5 0-15,1-2 0 0,-1 2 0 0,1 0 0 0,-1 0 0 16,1 0 0-16,-7 0 0 0,7 0 0 0,-1 0 0 0,0 0 0 0,-6 0 0 15,7 0 0-15,0 0 0 0,-7 2 0 0,6-2 0 0,-6 0 0 16,6 0-8-16,-6 5-218 0,0-5-28 0,0 0-36 0,0 0-62 0,0 0-73 16,0 0-67-16,-6 3-65 0,0-3-25 0,-1 3-4 0,-6-3 8 15,0 5 14-15,-7-2 19 0,1 1 21 0,0 3 23 0,-1-3 25 0,0-1 40 16,-5 1 50-16,5-4 73 0,0 4 217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29:34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7209 8297 56 0,'0'-3'179'16,"-6"-5"15"-16,6 5 14 0,0-4 19 0,-7 3 23 0,7 0 27 16,-7 0 26-16,1-3 37 0,0 3 41 0,-1 1 1 0,1-4-23 0,-1 3-23 15,0-3-23-15,1 3-16 0,0 0-14 0,-8-3-10 0,8 3-7 16,0-3-14-16,-8 0-17 0,8 3-18 0,-1-3-21 0,-5-1-31 0,4 4-35 16,-4-2-20-16,6-2-14 0,-8 4-7 0,1-3-4 0,1 3-1 15,-8 0-1-15,6 1-1 0,-5-1-3 0,-1 0-1 0,2 1-3 0,-2 3-1 16,-7-3-3-16,1 3-3 0,0 0-2 0,1 0-2 0,-1 3-3 0,-7-3-4 15,1 3-6-15,-1 1-4 0,-7 3-3 0,8 1-4 0,-7-1-1 16,0 0-1-16,-1 1 0 0,8 2 0 0,-13 2-3 0,12-5-1 16,-6 4-1-16,0 0 0 0,6 4 1 0,1-4 1 0,-1 0 2 0,1 0 1 15,-1 0 0-15,7 0 0 0,0 0-1 0,-1 0-14 0,9-1-23 16,-9 2 0-16,7 3 0 0,2-5 0 0,-2 1 0 0,0 4 0 16,1-4 0-16,5 4 0 0,-5 3 0 0,6-4 0 0,0 2 0 0,0 2 0 15,-6 0 0-15,5 0 0 0,1 4 0 0,1 0 0 0,-8 1 0 16,6 6 0-16,2-4 0 0,-8 8 0 0,7-3 0 0,-7 6 0 0,1 1 0 15,6-1 0-15,-6 5 0 0,5-1 0 0,-5 0 0 0,6 4 0 16,-6-4 0-16,5 5 0 0,2-2 0 0,-2 1 0 0,1-3 0 0,-6 3 0 16,12 0 0-16,-5-1 0 0,-2-2 0 0,8 3 0 0,-7-4 0 15,6 1 0-15,1-1 0 0,-1 0 0 0,7-4 0 0,-6 1 0 16,6 0 0-16,0-1 0 0,0-3 0 0,6 1 0 0,-6-5 0 0,7 4 0 16,-1-4 0-16,1 1 0 0,-1 2 0 0,1-2 0 0,-1-1 0 15,8 0 0-15,-8-3 0 0,7 3 0 0,0 1 0 0,0-5 0 16,0 1 0-16,0 0 0 0,0 3 0 0,6-4 0 0,1 1 0 0,-1 0 0 15,-5-1 0-15,5 1 0 0,7 0 0 0,-6-1 0 0,-1 1 0 16,1-4 0-16,6 3 0 0,-6 1 0 0,-1-4 0 0,7 4 0 0,-6-4 0 16,6 0 0-16,-1 0 0 0,-5 0 0 0,6 0 0 0,1 0 0 15,-1-4 0-15,-1 0 0 0,7 4 0 0,-5-6 0 0,-1 2 0 0,6 0 0 16,-5-4 0-16,5 1 0 0,-6-4 0 0,7 3 0 0,-7-3 0 16,7 0 0-16,-7 0 0 0,0 0 0 0,6-3 0 0,-5 3 0 15,-2-4 0-15,1 1 0 0,0-1 0 0,0 0 0 0,1 1 0 0,-1-1 0 16,-1 0 0-16,-5 4 0 0,6-4 0 0,0 1 0 0,1-1 0 0,-9 0 0 15,9 1 0-15,-1-1 0 0,0 4 0 0,0-6 0 0,0 1 0 16,7-2 0-16,-8-1 0 0,8 1 0 0,-7-1 0 0,6-3 0 16,1 0 0-16,-1-3 0 0,1 3 0 0,0-4 0 0,0-3 0 0,6 3 0 15,-7-3 0-15,7-4 0 0,-6 4 0 0,-1-5 0 0,1-2 0 16,-1 3 0-16,8-3 0 0,-14 3 0 0,7-4 0 0,-1 4 0 0,1-3 0 16,-7 2 0-16,-1-3 0 0,1 4 0 0,0 0 0 0,-6-3 0 15,7 3 0-15,-9 0 0 0,9-4 0 0,-7 4 0 0,-1-3 0 0,0-1 0 16,1-4 0-16,-1 1 0 0,1 0 0 0,-7 0 0 0,7-4 0 15,0 0 0-15,-8-4 0 0,8 0 0 0,-1 1 0 0,-5-4 0 16,4-1 0-16,-4 1 0 0,-1-1 0 0,7-2 0 0,-8-2 0 0,2 6 0 16,-2-6 0-16,-5 1 0 0,6 4 0 0,-6-4 0 0,-1 4 0 15,0-1 0-15,1 1 0 0,0 0 0 0,-1-4 0 0,-6 3 0 0,6 1 0 16,-6 0 0-16,0-4 0 0,7 0 0 0,-7 0 0 0,0 0 0 16,0 0 0-16,0-3 0 0,7-1 0 0,-7 4 0 0,0-7 0 0,0 3 0 15,0 0 0-15,0 1 0 0,0-1 0 0,0 1 0 0,0-1 0 16,-7 0 0-16,7 4 0 0,-7 0 0 0,7 4 0 0,-6-4 0 15,0 4 0-15,-1-1 0 0,0 5 0 0,1-1 0 0,-7-3 0 0,6 3 0 16,-6 4 0-16,7-3 0 0,-8-1 0 0,8 0 0 0,-6 4 0 16,-2-4 0-16,1 5 0 0,1-5 0 0,-2 0 0 0,2 0 0 0,-2 1 0 15,8-4 0-15,-7 3 0 0,-1-3 0 0,8 3 0 0,-6-3 0 16,4 3 0-16,2 1 0 0,0-1 0 0,-1 0 0 0,1 5 0 0,-1-2 0 16,0 5 0-16,1-4 0 0,0 4 0 0,-8 3 0 0,8-3 0 15,0 3 0-15,-1 0 0 0,0 1 0 0,-6 3 0 0,7-4 0 16,0 4 0-16,-8 0 0 0,8 0 0 0,-8 0 0 0,8 4 0 0,-7-4 0 15,0-1 0-15,0 6 0 0,1-2 0 0,-2 1 0 0,1-1 0 0,0 1 0 16,-6 0 0-16,5 3 0 0,2-3 0 0,-8-1 0 0,7 1 0 16,0 0 0-16,-6 3 0 0,5-3 0 0,1 0 0 0,0 3 0 15,0-3 0-15,1-1 0 0,-2 5 0 0,1-5 0 0,0 5 0 0,7-5 0 16,-7 5 0-16,-1-2 0 0,8-2 0 0,0 4 0 0,-8 0 0 16,8-2 0-16,0 5 0 0,-1-3 0 0,1-1 0 0,-1 0 0 15,0 4 0-15,1-3 0 0,0-1 0 0,-1 4 0 0,0-4 0 0,1 1 0 16,-7 3 0-16,6-4 0 0,1 0 0 0,-1 4 0 0,1-3 0 15,0 0 0-15,-2-1 0 0,2 4 0 0,-6-4 0 0,5 0 0 0,0 1 0 16,1 3 0-16,-1-4 0 0,1 0 0 0,0 1 0 0,-8-1 0 16,8 4 0-16,-1-3 0 0,-6-1 0 0,0 0 0 0,7 0 0 0,-8 4 0 15,2-3 0-15,-2 3 0 0,2-4 0 0,-2 4-402 0,-5 0-170 16,-1 0-55-16,1 4-36 0,6-1-10 0,-14 5 4 0,9-1 14 16,-2 0 21-16,0 4 26 0,-5 1 30 0,5 2 36 0,-7-3 38 0,8 3 57 15,0 1 70-15</inkml:trace>
  <inkml:trace contextRef="#ctx0" brushRef="#br0" timeOffset="7133.8">10381 7990 126 0,'0'-8'203'0,"0"1"22"0,0 0 25 16,-6-1 22-16,6-3 23 0,-7 5 32 0,0-6 40 0,1 1 32 0,-1-1 29 15,1 2-11-15,0-5-35 0,-2 4-24 0,2 0-20 0,-6-3-20 16,5 3-18-16,-6 0-18 0,0 0-17 0,-1 0-15 0,2 4-17 0,-2-4-27 16,-5 3-33-16,6 1-28 0,-6 0-27 0,-7-1-18 0,6 5-12 15,-7 3-12-15,2 0-10 0,-1 0-6 0,-6 3-6 0,-1 5-6 16,-7-1-5-16,8 4-7 0,-7 4-7 0,0 3-6 0,-1 0-6 0,2 8-5 15,-8-1-4-15,0 5-2 0,7 0-4 0,-7 6-2 0,8 0-1 16,-8 1 0-16,7 7-2 0,0-4 0 0,6 4 2 0,-5 4 3 0,5-4 2 16,7 4 0-16,0 3 2 0,-1-4 1 0,15 5 2 0,-8-1 1 15,7-4 3-15,0 5 1 0,13-1 1 0,-7-3 4 0,7 0 1 0,7-1 1 16,0-3 0-16,-1 0 0 0,7 0 1 0,7-4 0 0,-8 0 0 16,8-3-1-16,7 0 0 0,-1-4 0 0,-1-1-1 0,1-2-2 0,0-4 0 15,7 3-3-15,-7-7-2 0,7 3 0 0,-1-3-2 0,1-3-1 16,-1-1-3-16,1-3-2 0,6 3-1 0,-6-3 1 0,-1-4-1 15,1 0 0-15,6 0 1 0,-7-4-1 0,7 0 1 0,-6-3-2 0,-1 0 1 16,8 0 0-16,-8-4-1 0,1-4-1 0,6 4 1 0,-7-4-1 16,1-3 1-16,-1 3 0 0,1-3-1 0,-1-1 1 0,1-3-1 15,-7 4-1-15,6-4 1 0,-5 0-1 0,5-3 0 0,-6 3 1 0,-6-4-1 16,6 0 1-16,-7 0-1 0,8 1 0 0,-8-5 1 0,0 5-2 16,-5-8-2-16,5 4-1 0,1-4 0 0,-8 0-2 0,2-4 0 0,6 4-1 15,-7-7-2-15,-1 3-1 0,-5 1-1 0,6-5 0 0,-7 1 0 0,8-1-1 16,-8 1 1-16,-6 0-1 0,7-4 2 0,-7 4 1 0,0-4 1 15,0 0 1-15,0-1 0 0,-7 2 1 0,1 2 1 0,-1-2 0 16,0-1 1-16,-5-4-2 0,-2 4-1 0,8 0-2 0,-13 0-2 0,5 0-4 16,2-4-5-16,-8 4-8 0,7 1-8 0,-7-5-14 0,0 4-12 15,8 0-16-15,-8 0-16 0,1-1-27 0,-1 2-30 0,-6 3-45 16,7 0-53-16,-7-1-63 0,6 5-69 0,-6-1-59 0,-7 4-56 0,7 0-23 16,0 3-10-16,1 1 3 0,-2 4 9 0,1 3 13 0,0 0 17 0,0 3 26 15,-1 4 30-15,9-4 47 0,-2 8 55 0,1-3 65 0,-1 3 240 16</inkml:trace>
  <inkml:trace contextRef="#ctx0" brushRef="#br0" timeOffset="7834.41">11970 7755 143 0,'7'-7'201'16,"-7"4"32"-16,6-5 33 0,-6 4 42 0,0 0 46 0,0 4 39 15,0 0 40-15,0 0 22 0,0 0 20 0,0 0-15 0,0 0-30 0,0 0-24 16,0 4-21-16,0 0-23 0,-6-1-21 0,6 5-27 0,-7 4-29 16,0 2-36-16,1 0-43 0,-7 8-38 0,7 4-35 0,-8-1-28 0,2 9-21 15,-8 2-17-15,1 4-15 0,-1 4-9 0,0 4-8 0,1 0-4 16,-7-1-5-16,0 5-4 0,6-1-7 0,-6 0-10 0,0 0-13 0,0-3-14 15,6-1-15-15,0-2-19 0,-5-5-19 0,12-4-29 0,-6-2-30 16,5-5-55-16,1-7-68 0,6-8-72 0,1-3-72 0,6-7-61 0,0-11-51 16,6-4-21-16,1-4-5 0,0-10 5 0,5-5 10 0,2-7 16 15,5-3 17-15,1-5 27 0,0-1 30 0,-1-6 56 0,1 0 68 0</inkml:trace>
  <inkml:trace contextRef="#ctx0" brushRef="#br0" timeOffset="8033.51">11898 7766 0 0,'14'-26'142'0,"-8"8"123"0,0 0 36 0,-6 7 43 16,7 0 46-16,-7 0 31 0,0 8 25 0,7-1 17 0,-7 4 18 15,0 0 11-15,6 4 13 0,0 3-30 0,-6 4-51 0,7 0-43 16,6 7-39-16,-6 0-31 0,5 9-24 0,2 1-35 0,-2 5-40 0,8 7-27 16,-7 1-22-16,1 3-16 0,4 0-14 0,-4 4-16 0,-1-1-16 15,7 0-13-15,-8-3-12 0,-5 4-13 0,6-4-13 0,0-4-20 0,-7 1-24 16,8-5-27-16,-8-3-29 0,8 0-31 0,-8-7-33 0,0-4-50 16,7 0-59-16,-6-7-80 0,-1-4-87 0,1-1-78 0,-1-6-73 0,0-4-37 15,2-4-18-15,-2-6-1 0,0-1 7 0,0-4 18 0,1-7 21 16,6 0 26-16,-6-4 31 0,-1-3 47 0,1-4 58 0,6 0 77 0,-7 0 225 15</inkml:trace>
  <inkml:trace contextRef="#ctx0" brushRef="#br0" timeOffset="8250.53">12504 7678 0 0,'6'-14'216'0,"8"-1"132"16,-8 8 60-16,1 0 38 0,-7 3 29 0,6 4 22 0,-6 0 18 0,6 0 19 16,-6 4 17-16,0 3 20 0,0 0 19 0,-6 4-33 0,6 0-58 15,-6 7-66-15,6 1-68 0,-7 2-59 0,-6 2-53 0,6 6-34 16,-5 4-25-16,5 0-20 0,-6 3-134 0,-6 1-40 0,5 3 0 0,-6 0 0 15,8 1 0-15,-8 3 0 0,1 0 0 0,-1-3 0 0,8-1 0 0,-8 0 0 16,0-4 0-16,7-2 0 0,1-1 0 0,4-8 0 0,-4 1 0 16,5-8 0-16,1 0 0 0,6-7-194 0,-7-4-87 0,7-2-62 15,0-5-68-15,0-5-62 0,7-2-59 0,-1-7-38 0,1-5-29 0,-1-3-1 16,0-3 11-16,8-4 21 0,-8-5 26 0,7-2 29 0,0-4 32 16,0-1 41-16,7 1 46 0,-8-4 62 0,2 4 70 0</inkml:trace>
  <inkml:trace contextRef="#ctx0" brushRef="#br0" timeOffset="8417.33">12478 7796 7 0,'6'-15'176'0,"8"8"34"0,-8-4 38 15,0 8 55-15,1 3 66 0,0 0 47 0,-1 3 36 0,1 4 27 16,5 0 25-16,-5 4-3 0,0 4-14 0,5 7-16 0,-4 0-19 0,4 3-12 16,1 5-13-16,-6-1-21 0,6 8-27 0,-7-1-49 0,0 5-61 0,2-1-43 15,4 1-34-15,-5 3-26 0,0-4-23 0,-1 0-19 0,1 0-110 16,-1-4-14-16,0 1 0 0,1-4 0 0,0-3 0 0,-1-1 0 16,0-7 0-16,8 0 0 0,-8-4-42 0,1-3-118 0,5-4-36 0,-5-3-51 15,0-2-59-15,5-2-67 0,-4-4-76 0,-2 0-63 0,0-4-60 16,1-2-18-16,-7-6-2 0,6 1 13 0,1 0 18 0,-7-7 24 0,6 2 25 15,-6-1 31-15,7-5 34 0,-7 0 49 0,0 0 56 0,6 4 69 16,-6-4 251-16</inkml:trace>
  <inkml:trace contextRef="#ctx0" brushRef="#br0" timeOffset="8735.79">12928 8026 0 0,'0'0'202'0,"6"4"114"0,-6-1 49 0,0 2 41 0,0 2 35 15,0 4 27-15,0-4 21 0,6 0 17 0,-6 4 17 0,0 1 15 0,0 2 15 16,0 1-39-16,0 3-66 0,0 0-58 0,0 0-57 0,7 5-49 15,-7-1-43-15,0 3-38 0,7-3-32 0,-7 0-26 0,6 4-20 16,0-4-18-16,7-4-15 0,-6 0-16 0,6 1-15 0,-7-5-12 16,8-3-11-16,5 0-10 0,-6-3-8 0,6-5-5 0,1-3-6 0,0 0-2 15,-1-3-2-15,1-5-3 0,6-3 1 0,-7 0 0 0,1-3 1 0,6-5-1 16,-6-2 1-16,-1 1-1 0,1-5-2 0,-8 3-1 0,2-3 0 0,5 3 0 16,-13-4 0-16,8 4 0 0,-8-4 0 0,0 1 0 15,-6 3 0-15,0 0 0 0,0 0 0 0,-6 0 0 0,6 0 0 0,-6 0 0 16,-8 4 0-16,2-4 0 0,-1 3 0 0,-1 5 0 0,2-1 0 15,-8 1 0-15,1-1 0 0,-1 7 0 0,0-3 0 0,1 4 0 0,-1 3 0 16,1 1 0-16,0-1 0 0,-8 4-38 0,8 4-18 0,0-1-21 16,5 1-22-16,-5 0-26 0,-1 2-28 0,8 2-48 0,-2 0-57 0,8 3-73 15,-8 0-84-15,8-4-69 0,-1 4-63 0,1 1-25 0,6-2-7 16,0 1 7-16,6 0 13 0,7 0 18 0,-6 0 21 0,6 0 25 16,7 0 29-16,-1-4 47 0,7 0 57 0,-6 1 75 0,12 0 252 0</inkml:trace>
  <inkml:trace contextRef="#ctx0" brushRef="#br0" timeOffset="9067.36">13826 7939 168 0,'7'-4'401'0,"-1"0"55"0,1 4 36 0,-7-3 30 0,6 3 29 15,-6 0 24-15,-6-4 25 0,6 4 20 0,0 0 21 0,-7-4 16 16,1 4 15-16,-1 0-74 0,7 0-117 0,-12 0-97 0,4 4-86 0,2-4-223 16,-7 4-75-16,0 3 0 0,0 1 0 0,0-2 0 0,0 5 0 0,0-3 0 15,0 6 0-15,0-3 0 0,0 4 0 0,0-1 0 0,7 5 0 16,-8-4 0-16,14-1 0 0,-6 5 0 0,6-5 0 0,0 5 0 15,6-5 0-15,0 4 0 0,8-2 0 0,-8-3 0 0,14 3 0 0,-7-2 0 16,7 1 0-16,-1 0 0 0,-6-5 0 0,6 5 0 0,1-4 0 16,0 4 0-16,-1-1 0 0,-6 1 0 0,0 0 0 0,1 0 0 0,-2-1 0 15,-5 1 0-15,-1-1 0 0,-6 5 0 0,7-5 0 0,-7 4 0 16,-7-2 0-16,7 2 0 0,-6 0 0 0,-7 0 0 0,7 1 0 16,-8-1 0-16,-5 0 0 0,-1 0 0 0,0 5 0 0,1-5 0 0,-7 0 0 15,0 0 0-15,0-3 0 0,-7 4 0 0,7-5 0 0,-6 1 0 16,-1-4 0-16,1-1 0 0,-1 2 0 0,1-5 0 0,-1-3 0 0,-6 0 0 15,7-1-704-15,-2-3-119 0,2-3-10 0,7-1 15 0,-8 0 33 0,7-3 38 16,6 0 45-16,-6-4 47 0,7 3 50 0,-1-3 62 16,0 0 67-16,7-3 103 0,0 2 246 0</inkml:trace>
  <inkml:trace contextRef="#ctx0" brushRef="#br0" timeOffset="23217.44">12080 6022 0 0,'7'-7'153'0,"0"-4"106"0,-7 4 41 0,6 3 44 0,-6 0 46 0,0 4 30 16,0 0 21-16,0 0 16 0,0 4 13 0,-6 0-1 0,6-1-7 15,-7 5-33-15,0-1-44 0,7 4-45 0,-6 0-45 0,0 3-39 16,0 2-38-16,-2 2-41 0,2 4-44 0,0-4-27 0,-1 7-22 0,1-3-15 16,-8 8-13-16,8-4-7 0,0 3-8 0,0-4-6 0,-8 9-6 0,8-5-7 15,-1 0-4-15,-6 4-4 0,6-4-4 0,1 5-3 0,0-5-2 16,-8 0-4-16,8-3-2 0,0-1-5 0,-1 1-7 0,0-4-8 15,1 0-10-15,-1-4-12 0,7-3-13 0,-6-4-21 0,6 0-25 0,-6-4-38 16,6 0-42-16,0-3-57 0,0-4-63 0,0-7-51 0,6-1-45 16,-6-3-39-16,6-3-35 0,1-4-14 0,-1-4 1 0,8-8 6 15,-8-3 10-15,7 0 19 0,0-4 25 0,0-2 37 0,7-2 42 0,0 1 57 16,-8 0 63-16</inkml:trace>
  <inkml:trace contextRef="#ctx0" brushRef="#br0" timeOffset="23400.39">12139 6074 159 0,'7'-15'249'15,"0"1"52"-15,-1 3 54 0,0 3 43 0,-6 4 38 0,0 1 28 16,0-1 20-16,0 4 16 0,0 0 11 0,0 0-21 0,7 0-41 0,-7 4-28 15,0-1-24-15,6 1-29 0,1 7-33 0,0-3-38 0,-1 6-42 0,8 1-33 16,-2 7-28-16,1 0-21 0,0 3-15 0,0 4-11 0,7 5-9 16,-8-1-8-16,8 3-7 0,-7 5-86 0,7-5-37 0,-8 4 0 15,2-3 0-15,-1 0 0 0,7-1 0 0,-8 1 0 0,2-8 0 0,-2 0 0 16,2-3 0-16,-8 0 0 0,7-8 0 0,0 0 0 0,-6-3-49 16,5-4-147-16,-5 0-49 0,0-4-64 0,-1 1-72 0,1-8-64 15,-1 3-62-15,0-6-44 0,1-1-37 0,-7-2-7 0,7-6 7 0,-7 1 15 16,6-4 22-16,-6 1 25 0,6-8 28 0,-6 3 41 0,0-6 47 15,0 2 65-15,8-6 71 0</inkml:trace>
  <inkml:trace contextRef="#ctx0" brushRef="#br0" timeOffset="23616.91">12654 6030 28 0,'0'-11'187'16,"6"0"31"-16,1 3 31 0,-7 5 37 0,0-5 40 0,7 8 41 16,-7-3 44-16,0 3 30 0,0 3 20 0,6-3-10 0,-6 0-24 0,0 4-23 15,7 0-23-15,-7-1-21 0,0 1-21 0,6 0-22 0,-6 3-25 16,0 4-30-16,6 0-34 0,-6 3-37 0,7 5-41 0,-7-1-25 15,0 8-20-15,0 3-14 0,0 0-12 0,0 8-10 0,-7 0-9 0,7 3-9 16,-6 0-9-16,0 5-13 0,-1-2-15 0,1-3-21 0,-8 5-20 0,8-9-27 16,0 1-30-16,-2-4-52 0,8-4-61 0,-6-7-82 0,6 0-89 15,6-7-73-15,-6-8-63 0,8-3-32 0,-2-4-16 0,7-8-3 16,-6-3 4-16,6-3 10 0,-1-4 15 0,2-4 23 0,5-4 25 0,-6 0 49 16,6-3 60-16,-5-4 80 0,6 4 274 0</inkml:trace>
  <inkml:trace contextRef="#ctx0" brushRef="#br0" timeOffset="23785.18">13031 6008 15 0,'0'0'352'0,"0"0"62"0,0 3 41 16,-6 1 27-16,6 0 20 0,0 3 17 0,0 1 15 0,0-1 15 15,0 0 11-15,-6 4 14 0,6-3 11 0,0 2-52 0,0 1-83 0,0 0-99 16,0 0-103-16,0 0-62 0,0-3-40 0,6 3-31 0,-6-1-23 16,0 1-32-16,6-3-33 0,-6-1-39 0,7 1-40 0,0-5-48 15,-7 1-52-15,6 3-68 0,1-7-74 0,-7 4-71 0,6-4-68 0,-6 4-60 16,0-4-53-16,6 0-25 0,-6 0-9 0,0 0 7 0,0 0 15 15,0 0 23-15,0 0 27 0,8 3 35 0,-8-3 40 0,0 4 61 16,-8 3 70-16</inkml:trace>
  <inkml:trace contextRef="#ctx0" brushRef="#br0" timeOffset="23917.44">13058 6264 163 0,'-7'11'209'0,"1"0"37"0,-1 0 32 0,7 0 32 0,-7 4 31 0,1-4 29 15,0 0 30-15,6 0 20 0,-6-4 12 0,6 4-24 0,-8-4-43 16,8 4-39-16,0-3-39 0,0-1-33 0,0 0-33 0,0-3-32 16,0 3-35-16,8 1-46 0,-8-1-53 0,6-3-62 0,-6 3-67 0,6-4-68 15,-6 5-70-15,6 0-54 0,-6-2-47 0,0 2-44 0,0-1-42 16,7 1-22-16,-7-1-12 0,0 4-1 0,-7 0 0 0,7 0 17 15,0 0 22-15,-6 0 31 0,6 3 37 0,-6-3 50 0,6 4 56 0</inkml:trace>
  <inkml:trace contextRef="#ctx0" brushRef="#br0" timeOffset="24067.08">12986 6689 0 0,'-7'18'147'0,"7"2"36"16,-6-3 26-16,-7 5 25 0,13-4 28 0,-6 1 26 0,-1-1 27 15,0-3 30-15,1 3 31 0,6-3 6 0,0-5-8 0,0 6-17 16,0-5-23-16,0-1-19 0,6 1-19 0,-6 0-18 0,7-3-19 0,0-1-21 16,-1 0-23-16,0 0-24 0,1-3-26 0,-1 4-29 0,8-5-32 15,-8-3-24-15,0 4-22 0,8-4-16 0,-8 0-14 0,7 0-16 16,-6-4-15-16,6 1-30 0,-7-1-39 0,8-4-54 0,-2-2-64 0,-5-5-66 15,6 0-69-15,0 1-56 0,0-9-50 0,0 2-26 0,0-1-12 16,0-8-4-16,0 5-1 0,0-4 6 0,0-5 11 0,1 5 25 0,-2-4 32 16,8 0 51-16,-7-4 62 0</inkml:trace>
  <inkml:trace contextRef="#ctx0" brushRef="#br0" timeOffset="24467.1">13455 6129 0 0,'6'-11'158'0,"-6"3"166"0,0 1 69 15,0 3 48-15,0 4 34 0,0 0 26 0,0 0 21 0,0 0 18 16,0 4 15-16,-6 0 13 0,6-1 12 0,-6 5-35 0,-2-1-58 0,2 4-62 15,0 0-64-15,0 3-62 0,-8 5-64 0,8-1-42 0,-7 1-29 16,-1 3-22-16,2 0-18 0,-2 3-15 0,-5 1-59 0,6 3-50 16,0-3 0-16,-7 3 0 0,8 0 0 0,-1 0 0 0,-1 1 0 0,2-5 0 15,-2-2 0-15,8-1 0 0,0-4 0 0,6-4 0 0,-7-3 0 16,7-3 0-16,7-1 0 0,-1-7 0 0,0-3 0 0,2-5 0 16,4 1 0-16,1-8 0 0,0 1-80 0,6-8-30 0,1 0-8 0,0-4-2 15,-1-3-2-15,7-1 6 0,-6 1 5 0,-1 0 8 0,1 3 7 0,6 0 7 16,-13 1 6-16,7 6 12 0,-1 1 11 0,0 4 15 0,-5-1 18 15,5 8 20-15,-5-1 22 0,-2 1 19 0,8 3 19 0,-7 4 15 16,7 0 13-16,-8 4 15 0,2 0 11 0,5 3 13 0,-6 0 12 0,0 4 8 16,7 0 9-16,-8 4 3 0,-5-1-1 0,6 5-91 0,0 3-60 15,-7 0 0-15,8 0 0 0,-8 3 0 0,0 1 0 0,-6 3 0 16,8 5 0-16,-8-6 0 0,6 6 0 0,-6-2 0 0,0 5 0 0,0 0 0 16,-6-1 0-16,6 1 0 0,-8 0 0 0,2-1 0 0,0-3 0 0,-1 4 0 15,0 0 0-15,1-5 0 0,0 1 0 0,-7 0 0 0,6-3 0 16,0-4 0-16,1-1 0 0,0 1 0 0,-8-8 0 0,8 0 0 15,0 1 0-15,6-8 0 0,-7 0 0 0,1-4 0 0,-1-3 0 0,0 0 0 16,1-8-36-16,6 4-247 0,-6-7-49 0,-2-1-53 0,2 1-58 16,0-8-43-16,0 4-35 0,-1-4-29 0,-6-3-23 0,6 4 0 15,1-5 13-15,-8-3 19 0,8 0 23 0,-6 0 25 0,4-4 25 0,-4 1 42 16,5-1 50-16,-6-3 63 0,6 4 69 0</inkml:trace>
  <inkml:trace contextRef="#ctx0" brushRef="#br0" timeOffset="24801.02">13488 6627 12 0,'0'-11'169'0,"-7"0"31"16,7 3 37-16,0 5 40 0,-6-5 39 0,-1 8 48 0,7-3 47 0,-7 3 29 15,1 3 20-15,0-3-11 0,-2 4-26 0,2 3-22 0,0-3-17 16,0 4-17-16,-8 3-14 0,8-4-25 0,-7 4-27 0,7 4-33 16,-2-4-35-16,2 3-38 0,0 1-41 0,0-1-22 0,-2 1-15 0,2 0-10 15,6 0-7-15,0 3-9 0,0-4-9 0,0 1-7 0,6 3-9 16,2-7-6-16,-2 4-9 0,0 0-8 0,0-8-5 0,8 5-8 0,-1-5-8 16,0-1-12-16,0-1-13 0,-1-2-13 0,2-3-16 0,6 0-15 15,-7-3-17-15,-1-2-17 0,2-1-18 0,5-6-19 0,-6 5-20 0,0-4-26 16,1-4-29-16,-8 4-27 0,6 0-24 0,-4-3-18 0,-2 3-12 15,0-4-1-15,-6 4 3 0,7 4 10 0,-7-4 13 0,0 3 18 0,0 1 17 16,0 1 28-16,0 1 30 0,-7-2 44 0,7 7 52 0,0-4 52 16,-6 4 53-16,6-4 45 0,0 4 42 0,-6 0 25 0,6 0 16 0,0 4 11 15,0-4 7-15,0 4 3 0,0-1 1 0,0 6-3 16,0-7-8-16,0 6-13 0,6 3-17 0,-6 0-23 0,0 0-25 0,0 0-23 16,6 3-21-16,-6-3-13 0,7 4-7 0,-7 0-7 0,6-1-4 0,-6 1-6 15,7-1-9-15,-7-3-13 0,0 5-21 0,7-6-36 0,-7-2-45 0,0 2-64 16,6-2-73-16,-6-1-76 0,0-3-78 0,0-4-45 0,0 0-31 15,0 0-15-15,0 0-7 0,0 0-1 0,0 0 2 0,0 0 10 16,0-4 15-16,0 1 33 0,-6-5 40 0,6 4 61 0,0-3 100 16</inkml:trace>
  <inkml:trace contextRef="#ctx0" brushRef="#br0" timeOffset="25350.25">14204 6026 140 0,'-7'4'384'0,"7"-4"44"0,0 4 27 0,-6-4 11 15,6 3 7-15,0-3 5 0,0 0 2 0,0 0 5 0,0-3 8 0,6 6 8 16,-6-3 11-16,7 0-72 0,-1 4-113 0,1 0-91 0,0-1-85 15,5 0-43-15,-5 2-25 0,0 2-12 0,5-3-6 0,-5 3-6 16,6-4-2-16,-6 5-15 0,5-5-20 0,-4 5-28 0,-2-5-31 0,6 5-43 16,-5-5-50-16,6-3-63 0,-6 4-70 0,5 0-62 0,-4-4-58 15,4 0-53-15,2-4-52 0,-8 4-25 0,7-4-10 0,0-3 2 16,0 3 10-16,7-3 16 0,-8 3 20 0,8-3 35 0,-7 0 43 0,7-4 58 16,-1 4 66-16</inkml:trace>
  <inkml:trace contextRef="#ctx0" brushRef="#br0" timeOffset="26383.4">14660 6022 0 0,'12'-3'72'0,"-4"3"218"0,4 0 69 16,-5 3 50-16,-1-3 40 0,1 4 28 0,0-4 22 0,-1 4 18 15,-6-4 13-15,0 4 10 0,-6-4 8 0,-1 3-30 0,0 1-51 0,-6 0-59 16,1-1-65-16,-2 0-68 0,-5 5-67 0,-1 0-49 0,0 2-39 16,-6-2-29-16,1 3-23 0,5 0-16 0,-6 3-14 0,0-3-11 0,-1 4-8 15,2-1-12-15,5-3-9 0,-6 4-9 0,0 0-6 0,0 0-7 16,1-1-4-16,-2 1-2 0,7-4-1 0,-6 3-1 0,7 1-1 0,-7-4 1 16,6 4-1-16,8-4 0 0,-8 0 2 0,13-4 3 0,-6 1 3 15,7-1 5-15,-1 0 4 0,7-3 4 0,0 0 3 0,0-4 3 16,7 3 1-16,6-3 1 0,0 0 1 0,0-3 1 0,6 3 3 0,1-4 0 15,-1 0 1-15,7 1 1 0,0-1 3 0,1-3 4 0,5-1 4 0,1 1 3 16,5-1 3-16,-5 1 2 0,-1 0 0 0,8-1 2 0,-7 1 0 16,6 0-1-16,-7-1-2 0,-6 1-1 0,7 3 0 0,-7-3 0 15,0 4-4-15,-7-1-1 0,1 0-4 0,-7 4-3 0,0-3-2 0,-6 3-2 16,-1 0 0-16,0 0-2 0,1 0 2 0,-7 0 0 0,0 0 0 16,-7 0 0-16,7 3-1 0,-6 1 1 0,0 0 0 0,-1 3 1 15,-6-4-1-15,0 5 0 0,0-1-1 0,0 0 0 0,0 1-2 0,0 3 0 16,-6-4-1-16,-1 4-2 0,0 0-5 0,1 0-3 0,-7 0-3 15,6 0-4-15,1 0-3 0,-7 4-3 0,0-4-3 0,6 3-2 16,-7 1-2-16,9-1-1 0,-2 2-1 0,1-2-1 0,-1 1 2 0,0-1 1 16,7 1 4-16,0 0 3 0,6-1 4 0,-5-3 2 0,6 4 4 0,-2-1 3 15,2 1 5-15,6 0 4 0,-6 0 6 0,6-1 7 0,0 5 5 16,0-5 6-16,0 4 7 0,0 2 7 0,0 1 6 0,-7-3 9 16,7 4 7-16,0-4 8 0,0 4 6 0,0-3 5 0,0 3 4 0,-6-1 0 15,6-2-1-15,0-1-1 0,0-3-4 0,0 0-4 0,-7-1-7 16,7-3-5-16,0 0-7 0,0-4-8 0,0 1-9 0,0-5-33 15,0 1-3-15,0 0 0 0,0-4 0 0,0-4 0 0,7 0 0 0,-7 1 0 16,6-5 0-16,1-3 0 0,-1 1 0 0,0-2-8 0,2-2-33 0,-2-5-4 16,6 1-5-16,2 0-3 0,-8-1-3 0,7-2-3 0,1-1-1 15,-2 3 2-15,8 1 0 0,-7 0 3 0,0 0 3 0,6-1 7 0,1 4 5 16,-7 1 7-16,7-1 8 0,0 4 5 0,-2-3 4 0,2 3 5 16,-1 3 3-16,-5 1 2 0,6-4 3 0,-1 7 0 0,1-3 1 15,-8 3 0-15,2 1 1 0,5 3 0 0,-13 0-1 0,8 0 1 0,-2 0-1 16,2 3 1-16,-8 1 2 0,0 0 1 0,1 3 0 0,0-3 4 15,-1 7 3-15,-6-5 5 0,7 6 6 0,-7-1 5 0,0 0 4 0,-7 0 5 16,7 3 6-16,-6-3 6 0,6 4 5 0,-7 0 4 0,0 0 3 16,1-1 2-16,0 1 2 0,-1-1-3 0,0 1-3 0,-5 0-4 15,5-4-6-15,0 3-4 0,-6-7-4 0,7 4-28 0,-8-3-10 0,8 0 0 16,-6-1 0-16,5-4 0 0,-6 1 0 0,6-4-19 0,-5 4-31 0,-2-4-10 16,8-4-9-16,-8 4-7 0,2-4-7 0,-1 1-2 0,-1-4-3 15,2 3 1-15,6-3 0 0,-8-1 6 0,1 0 6 0,0 1 9 16,6 0 9-16,-5 0 9 0,4-4 9 0,-4 3 10 0,6-3 8 0,-1 4 7 15,0 0 5-15,1-1 3 0,-1 1 2 0,7 0 1 0,0-1 2 0,0 1-1 16,0 0 0-16,0 3 1 0,7-3 0 0,-1 0 1 0,1 3-1 16,6 0 0-16,-7-3 0 0,8 3-1 0,-2-2 1 0,2 1 0 15,5 1 1-15,-5 1-2 0,-2-1 0 0,8 0-2 0,-7 4-4 0,7 0-5 16,-8-3-7-16,2 3-8 0,-2 0-5 0,-5 0-4 0,6 3-5 16,-6-3-3-16,-1 4-2 0,0-4-2 0,0 4-2 0,-6 3 0 15,0-2 1-15,0-3 2 0,-6 6 4 0,0-1 7 0,0 1 5 0,-1 3 8 16,-6-4 6-16,0 4 8 0,-1 0 6 0,2 0 8 0,-2 0 5 15,-5 0 5-15,-1 3 4 0,2-3 5 0,4 4 3 0,-5-3 5 0,-1 1 4 16,0-1 3-16,1-1 5 0,-1 0 4 0,8-1 5 0,-2 2 0 16,2-1 0-16,-2-4-4 0,8 0-4 0,-1 1-4 0,1-1-2 0,-1-4-5 15,7 1-4-15,0-4-6 0,7 4-4 0,-1-4-6 0,-6 0-6 16,7 0-9-16,-1 0-7 0,8 0-8 0,-8-4-5 0,6 4-3 16,-4-4-4-16,4 1-4 0,-5-1-3 0,6 1-5 0,-6-1-1 0,5 0-3 15,-6 0-1-15,8 1 1 0,-8 3-1 0,1-4 3 0,0 4 2 16,-1 0 5-16,1 0 2 0,-7 0 4 0,0 0 4 0,6 4 4 15,-6-1 5-15,0 1 4 0,-6 4 4 0,6-1 3 0,0-4 2 0,-7 5 3 16,7-1 5-16,-6 0 3 0,-1 4 3 0,7-3 2 0,0-4 1 0,-7 3 0 16,7 0 0-16,0-3 0 0,0 3-2 0,0-3 0 0,0-4-3 15,7 4-4-15,-7-4-7 0,7 0-9 0,-7 0-13 0,6 0-22 16,1-4-28-16,-1 0-45 0,0-3-51 0,2 3-64 0,-2-3-71 0,0-4-66 16,0 0-61-16,-6-4-31 0,7 0-13 0,0 1-3 0,-7-4 1 0,6-1 7 15,-6 1 8-15,0 0 20 0,0-5 26 0,0 5 42 0,0-4 50 16</inkml:trace>
  <inkml:trace contextRef="#ctx0" brushRef="#br0" timeOffset="26634.08">14197 6444 0 0,'-12'3'161'0,"-2"9"97"0,8-1 26 0,-7 3 28 16,0 4 29-16,6 1 35 0,-6 3 41 0,0 0 28 0,7 3 21 15,-8 1 13-15,8 3 7 0,0 1-32 0,-1 2-56 0,7 1-43 16,0 1-39-16,0-2-27 0,0 1-23 0,7 0-26 0,-1-3-25 15,0-1-36-15,14 0-39 0,-7 0-26 0,7-3-21 0,6 0-16 0,0-4-15 16,0-4-12-16,7 1-12 0,-7-2-9 0,7-2-8 0,5 0-8 16,-5-4-7-16,-1 0-11 0,1-3-12 0,-1 3-13 0,1-8-17 0,-1 5-17 15,1-5-19-15,-7 1-25 0,0 0-30 0,-6-4-40 0,-1 3-48 16,1-3-56-16,-1-3-63 0,-5 3-49 0,-8-4-43 0,7 0-32 0,-6 1-30 16,-1-5-7-16,-6 1 6 0,0-4 10 0,6 0 16 0,-12 1 24 15,6-2 29-15,0-3 39 0,-6-3 47 0,6 3 57 0,-7-3 62 16</inkml:trace>
  <inkml:trace contextRef="#ctx0" brushRef="#br0" timeOffset="26868.09">14035 5931 0 0,'0'-11'72'0,"6"4"178"0,-6 3 47 15,13 0 44-15,0 8 43 0,0 0 29 0,1-1 26 0,5 5 17 0,0-1 14 16,1 0 12-16,6 4 9 0,-7-4-39 0,1 4-62 0,6 0-49 15,-7 0-42-15,8 0-48 0,-7 0-49 0,-2 0-56 0,2 1-59 0,-7-5-77 16,7 3-84-16,-8-2-105 0,2 0-117 0,-1-5-80 0,-7 4-60 16,8-3-32-16,-8 0-16 0,0-1-9 0,-6-3-4 0,6 0-2 15,2 4 1-15,-8-4 10 0,0 0 18 0,0 0 47 0,6-4 59 0</inkml:trace>
  <inkml:trace contextRef="#ctx0" brushRef="#br0" timeOffset="39850.31">16398 8847 0 0,'0'-4'115'15,"0"-3"31"-15,0 0 6 0,0 3 6 0,-6-3 7 0,0-1 13 0,6-3 14 16,-7 4 19-16,1-4 22 0,-1-3-2 0,-6 3-11 0,7-4-5 16,0 0 1-16,-8 0 5 0,1 1 5 0,0-1 5 0,0 0 4 0,0 1 2 15,-6-1 2-15,-1 1-3 0,7-1-5 0,-13 4-11 0,6-3-16 16,1-2-18-16,-7 5-22 0,6 1-18 0,-6 2-20 0,0-3-16 0,0 4-17 16,0 0-11-16,0-1-7 0,0 1-7 0,0 3-6 0,-1 1-9 15,-5-1-9-15,-1-1-7 0,1 5-4 0,6 0-4 0,-13 5-5 16,6-5-3-16,1 4-3 0,-7 3-1 0,7 0-1 0,-8 1-2 15,-5 3 0-15,6 0-2 0,-7 0-2 0,1 3-1 0,-2 4 2 0,2 1-1 16,-1-1 0-16,-5 4 2 0,5 0 3 0,1 0 2 0,-1 4 1 16,0 0 2-16,0-1 2 0,1 1 2 0,-1-1 1 0,7 1 2 0,0-1 0 15,0-2 0-15,0-1 1 0,0 3-2 0,7-3-1 0,-1 0-1 16,1-4-1-16,-1 4-2 0,7 1 0 0,0-5-2 0,-1 0-4 0,1 0-3 16,0 1-2-16,7-1-3 0,-1 0 0 0,0-3 0 0,1 4-2 15,-1-1-1-15,2 4 1 0,4-4-3 0,-5 4-2 0,-1 3-2 0,0 2 0 16,1-2 0-16,-1 4 3 0,1 0-1 0,0 4 0 0,-1 1-1 15,-6-1 0-15,7-1 0 0,-8 5 1 0,8-1 0 0,0-2 0 0,-8 2 1 16,7 1 1-16,1-4-1 0,0 4-1 0,-1-4-1 0,7-1 0 16,-7-2 0-16,8 3 0 0,-2-4 0 0,1-3 2 0,0 3 0 0,7-4-1 15,-1 1 0-15,-5-4 1 0,12 4 0 0,-8-4 1 0,2 0-1 16,0 0 2-16,6 0 0 0,0 4 0 0,-7-8 0 0,7 4 0 0,0 0 0 16,0-4 0-16,0 0 1 0,7 0-1 0,-7 1 1 0,6-4-1 15,0 3-1-15,2-3 0 0,-8-1-1 0,12 5-1 0,-5-1 1 16,-1-4 0-16,7 5-1 0,-6-1 1 0,5 1 1 0,-4-2 1 0,4 2-2 15,1-1 1-15,0 1 0 0,0-1 0 0,1 1-1 0,5-1 1 16,-6 0-1-16,6 0 1 0,-5 1-1 0,6-5 0 0,-1 5 0 16,0 0 3-16,8-1-2 0,-8 0 1 0,7-4-1 0,0 5 0 0,0-1 2 15,0 0-1-15,7-3 1 0,-7 3-1 0,7-3 1 0,-1 3 0 0,7-3 1 16,-7 0-2-16,7 3 1 0,1-7-2 0,-1 3 1 0,0 1-1 16,-1-4-1-16,9 0 2 0,-9 0 0 0,8 0-1 0,-7-3 2 15,6-1 0-15,1-3 1 0,0 3 0 0,0-7 0 0,-7 4 1 0,13-4 0 16,-7 0 0-16,7-4 1 0,1 4-1 0,-8-7 0 0,7 3-1 15,0-3 0-15,-6-4 1 0,6 3-2 0,0-3-1 0,-6 0 0 0,5-4 0 16,-5 0-2-16,-1 5 2 0,2-8 0 0,-2 3-1 0,1 0 1 16,-1 1 0-16,-5-4-1 0,-2-1 1 0,8 4-1 0,-7-3 1 0,-6 0 0 15,6-1-1-15,0 1 1 0,-7-4 0 0,1 3-3 0,-1-2 1 16,1-1-2-16,0 0 1 0,-8 0 0 0,1 0 1 0,1-4 1 16,-7 4 1-16,6-4-2 0,-7 4 1 0,1-3-1 0,-8 3 0 0,8-3 1 15,-1-2-1-15,-5 6 2 0,-2-5 0 0,2 0-1 0,-2-3 1 16,2 3-1-16,-8-3 0 0,7 3 0 0,1-3-1 0,-8 0 0 15,0-1 1-15,8-3 0 0,-8 4 0 0,0-4 0 0,1 0-1 0,-1 0 1 16,1-3 1-16,0 3-1 0,-1-4 1 0,-6 4 0 0,6-4-2 0,0 1 1 16,-6-4 0-16,8 3 0 0,-8 0-1 0,6-3 1 0,-6 4-1 15,6-1 1-15,-6-4 0 0,0 5 0 0,0-1 0 0,0 0 1 16,0 1-1-16,0-1 2 0,0 5 1 0,-6-2 1 0,6 1 2 0,-6 0 3 16,6 4 3-16,-8-4 3 0,8 7 0 0,-6-3 3 0,0 0 0 0,0 0 1 15,-1 3 1-15,0-4 0 0,-6 5 2 0,7-1 0 0,0 1 0 16,-8-1-1-16,8 4-1 0,-8-4-3 0,8 4-2 0,-7 0-3 15,0 1-1-15,0 2-2 0,1-3-2 0,-8 4-7 0,6-4-10 0,-5 3-13 16,-1 1-15-16,1 0-18 0,-7 3-21 0,0-3-27 0,0 4-32 0,-7-2-53 16,7 5-65-16,-7-3-67 0,1 7-67 0,-7-4-61 0,7 3-58 15,-1 5-22-15,-7-1-7 0,15 0 5 0,-8 4 9 0,0 0 15 16,1 4 19-16,6-4 25 0,0 4 33 0,0-1 52 0,6 1 65 16</inkml:trace>
  <inkml:trace contextRef="#ctx0" brushRef="#br0" timeOffset="41983.52">20352 4997 0 0,'-6'-4'24'0,"-1"0"111"16,0 1 7-16,-5-1 6 0,5-3 6 0,-6-1 6 0,6 2 5 0,-5-2 8 15,-2 0 11-15,2-3-4 0,-2 4-10 0,1 0-10 0,0 0-9 16,0-4-3-16,1 3 2 0,-8 0 0 0,6 2 2 0,-5-2 2 16,-1 1 2-16,-6 3-2 0,7 0-2 0,-7 1-5 0,0-1-6 0,-7 4-8 15,1 4-10-15,-1-4-8 0,1 7-10 0,-1-3-7 0,-7 7-6 16,8-4-1-16,-7 8 0 0,0 0 0 0,7-1 0 0,-7 4 3 0,7 1 3 16,-2-1-1-16,2 4 0 0,-1 3-6 0,8-2-5 0,5 2-6 15,-6 5-4-15,6-5-8 0,1 8-8 0,-1-3-8 0,7 3-9 0,0-1-8 16,0 2-9-16,7-1-6 0,-1 3-5 0,0 1-4 0,7-1-2 15,-6 1-1-15,6 0-1 0,6-5-1 0,1 5-1 0,0-4-3 16,-1 4 1-16,0-4-1 0,7-4 0 0,-6 4-1 0,6-4-1 0,7 4 2 16,-7-7 0-16,6 3 0 0,0 1 0 0,1-5-1 0,0 1 1 0,6-4 0 15,0 0-2-15,0-4 0 0,0 0 2 0,0-3 0 0,7-1-1 16,-7-6 0-16,6 3 0 0,1-7 1 0,-1-4 0 0,1 0 1 16,-1 0-1-16,7-7 0 0,-6-1 1 0,0 0 1 0,6-6 0 0,-6 3 1 15,-1-7 0-15,7-1 0 0,-7 1 1 0,7-4 0 0,-5-3 0 16,-2-1 0-16,1 0-2 0,-1 0 1 0,1-3-1 0,-1 0 1 0,1-4-2 15,-7 4 2-15,6-4-2 0,-5 0 0 0,-1 4 0 0,-7-4-1 16,1-1 1-16,-1 5-2 0,-6 0 1 0,0 0-4 0,-7 0-8 0,1-1-17 16,-7 4-21-16,-7 1-32 0,1-1-37 0,-7 4-47 0,-7-3-51 15,1 6-43-15,-7-3-40 0,-6 4-44 0,-1 0-46 0,-7 3-21 16,2 0-13-16,-8 1 0 0,0 2 4 0,7 1 15 0,-7 5 20 0,8-2 33 16,-1 4 36-16,0-3 45 0,5 3 52 0</inkml:trace>
  <inkml:trace contextRef="#ctx0" brushRef="#br0" timeOffset="42950.59">23928 9092 25 0,'0'-3'157'0,"6"-1"17"0,0-3 16 0,-6 3 27 16,0-3 27-16,0 0 32 0,0-1 35 0,0-3 41 0,-6 4 44 15,6-4 2-15,-6 3-20 0,-1-3-16 0,1 0-12 0,-8 0-12 0,8 4-10 16,-14-4-13-16,8 8-13 0,-8-5-23 0,1 5-26 0,-1-1-31 16,-6 4-33-16,0 0-38 0,-7 4-43 0,7 3-26 0,-7 4-20 0,-6 3-10 15,7 5-5-15,-7 3-4 0,-1 4-1 0,2 7 0 0,-1 3 4 16,0 5 3-16,-1 2 3 0,1 9 5 0,7 2 5 0,-7 2 2 0,6 2 1 16,1 5 1-16,-1-1-1 0,7 0-1 0,0 0-4 0,6-3-5 15,1 0-4-15,6-5-4 0,0 2-7 0,7-5-7 0,-2-4-5 0,8-3-6 16,8-3-6-16,-2-1-5 0,0-7-3 0,7 0-4 0,1-7-5 15,4-5-1-15,9-2 0 0,-1-1 0 0,0-7-1 0,7-7 0 16,-1-1 1-16,1-3 0 0,5-3-1 0,2-5 2 0,-1-3 0 0,0-3-2 16,1-5-1-16,5-2-4 0,0-5-3 0,-5-4-6 0,5-3-8 15,1 1-4-15,-1-9-6 0,-6 4-5 0,7-6-2 0,-7 2-3 16,0-3-2-16,7 4-4 0,-14-4-3 0,1 0-2 0,-1 0-2 0,1 4 0 16,-7-4 1-16,-6 3 3 0,-1-2 2 0,1 2 4 0,-8 1 3 15,-5 3 1-15,0 1 0 0,-7-1 0 0,0 4-3 0,-7 4-3 0,0-4-3 16,-5 7-7-16,-8 1-6 0,1-1-17 0,-7 7-22 0,-7-2-33 15,1 6-37-15,-1 0-48 0,-7 4-50 0,1 4-44 0,1 3-41 0,-8 1-40 16,0 6-41-16,0 1-14 0,1 0-5 0,6 3 5 0,-7 4 8 16,1-4 18-16,5 4 25 0,-5 0 36 0,6 1 40 0,7-6 50 15,-8 5 54-15</inkml:trace>
  <inkml:trace contextRef="#ctx0" brushRef="#br0" timeOffset="60016.67">27822 8510 24 0,'7'-11'145'0,"-7"0"5"0,0 0 1 0,0 0 2 0,-7 0 1 16,7 0 2-16,-6-4 6 0,6 4 8 0,-7-3 10 0,1-1-12 0,0 0-25 16,-2-3-12-16,-4 4-4 0,5-5 5 0,-6 4 8 0,0-3 13 15,0 4 14-15,-6-5 18 0,5 5 18 0,-11-5 18 0,5 1 19 0,0 3 4 16,-6 0-1-16,1 1-10 0,-2-1-14 0,-5 0-14 0,6 5-13 15,-7-5-15-15,-7 4-17 0,8 4-17 0,-7-1-16 0,-6 1-17 16,5 0-20-16,-5 3-20 0,-1-1-23 0,1 5-13 0,0 0-8 0,-1 0-5 16,1 5-3-16,-8 2-1 0,7-3-1 0,1 3 0 0,-1 5 1 0,1-2 0 15,-8 1 2-15,8 4 1 0,5-1 1 0,-5 1 2 0,0 7 0 16,-1-3 1-16,1 6 2 0,5-3-2 0,-5 4 0 0,6 3-1 16,-7 1-1-16,7 2-1 0,1 1 0 0,-2 4-1 0,1 0 1 0,0 3 0 15,7-3-1-15,-8 6 1 0,7 2-1 0,1-2 1 0,-1 1 1 16,7 4 1-16,1 3-1 0,-1-3 2 0,-1 7-1 0,8-4-1 0,0 4 1 15,-1 4-2-15,7-1-2 0,0 5-3 0,0-1-1 0,-1 0-2 16,8 4-1-16,6-3-2 0,0 2 0 0,0-3-2 0,6 1-2 0,1-1-2 16,0 1-1-16,6-5-2 0,6 0 1 0,0-2-1 0,1-5 0 15,0 4 0-15,5-7-1 0,2-5 2 0,-1 1 2 0,6 0 1 0,1-7 0 16,-1-1 2-16,8 2 0 0,-1-6 4 0,0 1 1 0,0-7 2 16,7 4 1-16,-1-5 2 0,1 1 1 0,-1-1 1 0,7 1 2 15,1-3-1-15,-2-3-2 0,2-1-1 0,-1 3 0 0,7-4 1 0,-8 1-1 16,8-1 1-16,0-3-2 0,-1 4 0 0,1-6-1 0,6 2 0 15,0 0-2-15,-6-4-1 0,6 0 0 0,7-4 1 0,-7 4-1 0,0-7 1 16,6-1-1-16,-6 1 0 0,-6-4-3 0,6 0-1 0,0-4 0 16,-6 1-1-16,0-1-1 0,-1-7 0 0,1 4 0 0,-7-4 0 15,0 0 0-15,0-4-1 0,-6 0 0 0,-1-3 0 0,8-4 0 0,-8 0-1 16,-6-3 1-16,7-4 1 0,-1-1 0 0,-5-3 1 0,-1 0 0 16,-1-3 0-16,2-4-1 0,-1-5-1 0,0 1 0 0,-7-4-1 0,1 1 0 15,-1-8 0-15,1 4-2 0,-1-8 0 0,-5 1-1 0,-1-5-1 16,0 1-1-16,-6-4-1 0,5 0-1 0,-5 0-1 0,-7-3 0 0,6-1 0 15,-12 0-2-15,6 1 0 0,-13-1-2 0,7 0 0 0,-14 1-2 16,0 3-1-16,-6 0-2 0,-6 4-2 0,0-1-3 0,-8 1 0 0,1 3-3 16,-6 1-2-16,-1 3-2 0,-6 0-3 0,-7 4-1 0,8-1-4 15,-9 5-6-15,-4 3-7 0,5 4-9 0,1-1-11 0,-8 5-11 0,8 3-19 16,-1-1-22-16,1 9-34 0,5 0-36 0,-5-1-47 0,13 4-52 16,-1 4-42-16,1-1-37 0,-1 1-36 0,13 3-36 0,0 0-18 15,1 1-8-15,6 3 3 0,6 0 8 0,1 4 19 0,0 3 23 0,6 4 34 16,0 0 41-16,6 0 49 0,0 4 56 0</inkml:trace>
  <inkml:trace contextRef="#ctx0" brushRef="#br0" timeOffset="61250.56">30050 8865 94 0,'6'-14'189'0,"1"3"23"0,-1 0 21 0,-6 3 28 15,7-3 30-15,-7 8 40 0,0-5 46 0,0 5 38 0,0-1 31 16,0 0-8-16,0 1-27 0,0 3-19 0,0-4-15 0,0 4-16 0,0 0-19 15,-7 0-20-15,1 4-20 0,-1-1-26 0,-5 1-28 0,-2 0-40 16,1 7-45-16,-6-4-35 0,-1 8-29 0,-6-4-22 0,0 7-15 16,-6 0-14-16,-1 4-11 0,1 0-7 0,-8 4-4 0,1-1 1 0,0 1-1 15,-1 3-1-15,8-3 0 0,-7 4-1 0,7-5 2 0,-1 1-3 16,7-4-1-16,0-4-3 0,7 1-5 0,-1-5-3 0,7 1-2 0,0-8-3 16,13 0-3-16,-7 1-2 0,14-8-2 0,-1 0 0 0,1 0 0 15,12-4-2-15,1 0-1 0,6-7-2 0,1 4 0 0,11-4 1 16,1 0 0-16,7-3 1 0,-1-2 3 0,8 6 2 0,-2-5 0 0,-5 4 0 15,7 0-1-15,-8 0 0 0,1 4-1 0,-1 3 1 0,-6 0 1 16,1 1 3-16,-8 3 6 0,-6 3 5 0,0 1 6 0,0 3 5 0,-6 1 4 16,0 3 6-16,-8-4 5 0,1 4 5 0,-6 0 5 0,-1 0 4 0,1 3 3 15,-1 2 2-15,-6-2 2 0,-6 1-2 0,-1-1-6 0,1 1-4 16,-1 3-6-16,-12-3-6 0,5 3-31 0,2-3-7 0,-8 3 0 0,-6 1 0 16,7-1 0-16,-8-3 0 0,1 3 0 0,0-4-37 0,0 5-39 15,1-5-18-15,-9-2-20 0,9 2-21 0,-8-3-22 0,1 0-28 16,-2 0-31-16,2-4-31 0,-1 1-31 0,-5-1-21 0,5 0-16 0,1-3-5 15,-1 0 0-15,1-1 12 0,5-3 14 0,-5 4 19 0,6-4 17 16,-1 0 22-16,9 0 20 0,-2 0 29 0,0 0 31 0,7-4 34 16,-1 4 33-16,8 0 38 0,-6-3 36 0,5 3 32 0,0 0 30 0,1 0 29 15,6 3 26-15,0-3 29 0,-7 4 31 0,7 3 22 0,-6 1 19 16,6 3 13-16,0-1 11 0,-6 9 7 0,6-1 8 0,0 1-1 0,-8 3-4 16,2 3-6-16,0 1-8 0,0 3-13 0,-1 1-15 0,0 3-23 15,1-4-24-15,-7 4-18 0,-1 0-15 0,2 0-12 0,-2 0-9 0,2-4-9 16,-1 4-9-16,-1-4-8 0,-4 1-8 0,4-8-11 0,8 3-8 15,-8-7-12-15,8 1-12 0,-1-8-9 0,1 0-11 0,6-4-6 0,0-3-6 16,6-4-6-16,1-7-6 0,-1-1-5 0,8 1-4 0,6-8-3 16,-2-3-5-16,2-4 0 0,7 0-2 0,-2-4 2 0,8-3 3 0,-8 4 4 15,8-5 5-15,-1 1 3 0,-5 3 2 0,5 4 3 0,1-3 6 16,-1 6 5-16,-6-3 4 0,1 7 4 0,5 1 4 0,-6 3 4 16,1 0 2-16,-1 4 4 0,6 3 4 0,-6 0 3 0,1 4 5 0,-8 0 4 15,7 4 5-15,0 0 6 0,-6 3 5 0,-1 4 4 0,1-4 5 16,-1 8 3-16,1-1 3 0,-1 1 0 0,-6 3 2 0,7 1-1 0,-7-1-3 15,-7 4-3-15,7 0-5 0,-6 4-5 0,5-5-5 0,-4 5-4 16,-8 0-7-16,6 0-8 0,-12-4-10 0,6 3-14 0,-8 1-14 0,2-4-18 16,0 0-17-16,-7 0-24 0,6-4-23 0,-6 0-38 0,-7-3-45 15,8 0-60-15,-2-5-71 0,-5 1-68 0,6-3-68 0,-6 0-48 16,5-5-41-16,-5 0-11 0,-1-3-2 0,8 0 10 0,-8-3 13 0,0 0 19 16,7-5 22-16,-7 0 37 0,8 1 44 0,-2-4 61 0,2 0 71 15</inkml:trace>
  <inkml:trace contextRef="#ctx0" brushRef="#br0" timeOffset="61533.71">29835 10107 63 0,'13'-3'182'0,"-7"-5"30"0,1 8 35 16,-7 0 44-16,6 4 50 0,-6 0 44 0,0 3 43 0,-6 4 27 0,6 0 20 16,-7 3-15-16,1 1-33 0,-7 0-26 0,7 3-22 0,-8 4-19 15,-6-4-17-15,8 8-26 0,-8-4-32 0,1 3-42 0,-7-3-47 0,6 4-44 16,-7 0-42-16,2-4-27 0,-1 3-21 0,0-3-13 0,0-3-11 16,-1 3-10-16,1-4-9 0,1-4-15 0,5 1-17 0,0 0-19 0,1-4-20 15,6-4-19-15,-6 1-21 0,11-1-29 0,-4-2-32 0,6-3-33 16,-1 2-31-16,7-4-27 0,0 0-24 0,0-4-12 0,7 2-6 0,-1-3 5 15,0-2 9-15,8 3 14 0,5 0 16 0,-6 1 18 0,6-1 21 16,1 0 29-16,0 4 32 0,-1 0 40 0,7 0 44 0,-6 4 44 16,5 3 44-16,-5 1 39 0,6 4 32 0,1-2 34 0,-1 0 32 0,-7 6 21 15,7-2 16-15,0 4 10 0,0 1 5 0,-7-1 3 0,7 4 3 16,-6-4-8-16,6 5-11 0,-7-5-16 0,1 0-20 0,0 0-24 0,-1-3-26 16,1 3-37-16,-7-3-41 0,7-4-52 0,-8 0-55 0,2-3-70 15,-2-1-81-15,-4 0-72 0,4-3-73 0,-5-1-45 0,6 1-31 16,-7-4-17-16,7 0-8 0,-7-4-3 0,8 1-1 0,-8-1 7 0,1-3 11 15,6 0 30-15,0-1 40 0,-7 0 61 0,8-3 104 0</inkml:trace>
  <inkml:trace contextRef="#ctx0" brushRef="#br0" timeOffset="61800.42">30596 9565 176 0,'-12'-15'374'0,"5"-3"34"0,1 3 16 0,-1 1 9 0,0 3 4 16,7-4 6-16,0 4 7 0,7 0 10 0,0 4 9 0,6-1 13 15,7 1 10-15,-8 3-78 0,14 1-122 0,-6-1-80 0,5 4-60 0,-5 0-28 16,7 0-13-16,-1 4-5 0,-7-1-3 0,7 5-5 0,-6-1-5 16,0 0-10-16,5 1-11 0,-12-1-11 0,6-4-10 0,1 9-12 0,0-8-10 15,-7 3-17-15,7 0-20 0,-8-3-20 0,2 3-22 0,-8-3-33 0,7-1-37 16,-7 1-55-16,1-4-63 0,0 4-70 0,-1-4-70 0,-6 0-60 15,0-4-53-15,0 4-24 0,0-4-11 0,0 4 2 0,0-3 8 0,0-5 15 16,0 1 16-16,0 0 29 0,-6-4 37 0,6-1 53 0,0 2 61 16</inkml:trace>
  <inkml:trace contextRef="#ctx0" brushRef="#br0" timeOffset="61999.97">31033 9096 191 0,'-7'-7'209'15,"7"0"14"-15,-6-1 11 0,6 8 22 0,-6 0 30 0,6 4 35 16,0 3 39-16,0 0 36 0,0 8 33 0,0 0-16 0,-7 3-36 0,7 1-29 15,0 6-23-15,-6-3-15 0,-1 7-10 0,0-3-7 0,7 3-10 0,-6-3-20 16,0 3-29-16,-8 1-34 0,8-1-41 0,-1-4-36 0,1 5-33 16,-1-4-31-16,-6-1-30 0,1-3-33 0,4 4-32 0,-4-4-44 15,-1-1-50-15,0 2-62 0,-6-1-65 0,-1-4-58 0,6 0-55 0,-5 0-50 16,-1 1-51-16,-6-1-24 0,7-3-10 0,-1 3 2 0,-6-3 8 0,7 3 17 16,-1-3 18-16,0 3 38 0,-6-7 43 0,14 4 56 0,-8-1 62 15</inkml:trace>
  <inkml:trace contextRef="#ctx0" brushRef="#br0" timeOffset="62234.66">30415 9931 75 0,'-8'0'204'0,"2"0"17"0,0 0 13 0,6 0 19 16,0 0 27-16,0 0 42 0,0 0 48 0,6 0 39 0,0-3 35 16,2 3-1-16,4 0-20 0,1 0-20 0,1 0-20 0,4 0-19 15,2 3-19-15,0-3-8 0,7 0-1 0,-2 4-13 0,1 0-18 0,6-1-36 16,8 1-42-16,-1 0-36 0,-6-1-33 0,5 1-22 0,8 3-20 0,-7-3-16 16,0 0-16-16,7 3-12 0,-7-3-10 0,0 3-12 0,1-3-9 0,-8 3-9 15,7-4-7-15,-7 1-5 0,7 0-6 0,-6 3-5 0,-1-7-3 16,-6 4-1-16,7-4-4 0,-7 3-1 0,0-3-2 0,7 0-6 0,-7-3-7 15,-7 3-11-15,7-4-12 0,-6 0-14 0,0 1-17 0,-1-1-16 16,1 0-19-16,-8 1-24 0,2-1-27 0,-8-3-45 0,1 3-57 0,-1 1-69 16,-6-5-77-16,0 5-66 0,-6-1-58 0,-1 0-25 0,1 1-3 15,-8 3 6-15,-4-4 12 0,-2 4 15 0,0 0 17 0,1 0 23 0,-7 4 28 16,-1-4 47-16,-5 3 55 0,6 1 71 0,-7 3 249 0</inkml:trace>
  <inkml:trace contextRef="#ctx0" brushRef="#br0" timeOffset="62900.55">30727 10144 0 0,'-6'7'226'0,"-1"0"20"16,7-3 10-16,0 3 6 0,0-3 5 0,13 0 17 0,-6 0 24 0,12-1 36 16,-6 1 45-16,13-1 19 0,-7-3 11 0,7 4-40 0,7 0-60 0,-7 0-42 15,0-1-30-15,7 1-16 0,-7 0-7 0,0-1-5 0,0 1-6 16,1 3-16-16,-2-3-23 0,-5-1-37 0,6 1-44 0,-7 0-29 0,1-1-22 16,-7-3-19-16,6 4-16 0,-5-4-17 0,-2 0-15 0,-5 0-18 15,-1 0-17-15,1 0-30 0,0 0-35 0,-7 0-41 0,0 0-47 0,0-4-41 16,-7 1-39-16,0-1-27 0,7 0-20 0,-13 1-13 0,7-1-6 0,0-3-2 15,-8 3 2-15,2-3 8 0,-2 3 10 0,1-3 26 0,0 3 34 16,0-3 42-16,1 3 48 0,-2-3 46 0,1-1 44 0,0 1 34 16,0 0 26-16,-7 3 24 0,8-3 22 0,-2-1 19 0,2 5 15 0,-1-5 15 15,-1 5 13-15,2-1 10 0,-2 4 10 0,1 0 11 0,0 0 11 16,0 0 16-16,1 4 17 0,-2 3 19 0,1 0 21 0,0 1 23 0,0 3 26 16,1 3 26-16,-2 1 26 0,8 4 17 0,-8-1 13 0,2 4 5 15,5 0 6-15,1 3 0 0,6 1-3 0,-7-1-11 0,7-2-15 0,0 2-20 16,7-3-20-16,-1 0-28 0,1 0-30 0,-1-3-32 0,7-5-35 0,0 1-23 15,1-4-20-15,-2-1-14 0,1 2-13 0,0-5-12 0,0-3-13 16,7-1-11-16,-7 1-10 0,0-4-10 0,0-4-12 0,-7 1-9 16,8-1-8-16,-2-3-10 0,-5 0-10 0,6-1-9 0,-6-3-9 0,-1-3-8 15,7 3-8-15,-6-4-3 0,-1 4-4 0,-6-4 0 0,6 0 2 0,2 1 1 16,-8-1 5-16,0 1 7 0,6-1 6 0,-6 4 9 0,0 0 9 16,0 3 10-16,-6 2 10 0,6-2 8 0,0 5 7 0,0-2 6 15,0 5 7-15,0 5 4 0,-8-2 6 0,8 5 4 0,-6-2 3 0,6 6 5 16,-6 2 3-16,6 1 3 0,-7 3 1 0,0 4 4 0,7-4 1 0,-6 4 1 15,0 4 3-15,-1-4 2 0,1 4 2 0,-1-1 2 0,0-3 2 16,1 4 3-16,0 0 2 0,-1-1 1 0,0-3-1 0,-6 4 1 0,7-1-1 16,-7-3 0-16,6 1-3 0,-5-2-3 0,4-2-2 0,-4-1-3 15,5 0-3-15,-6-3-9 0,0-4-7 0,7 1-13 0,-8-2-16 0,2-2-17 16,-2-1-17-16,2 0-18 0,-1-3-17 0,-7 0-22 0,7-4-25 16,-6 3-22-16,-1-3-22 0,7 0-13 0,-7-3-10 0,8-1-4 15,-8 0 1-15,7 4 5 0,-1-7 8 0,2 3 13 0,-2 1 14 0,8-5 15 16,0 5 16-16,-1-4 30 0,7 2 39 0,0-2 45 0,0 0 49 0,0-1 32 15,7 5 23-15,-1-5 15 0,8 1 10 0,-2 0 7 0,2-1 7 16,-2 1 3-16,1 4 3 0,7-5 1 0,0 5 2 0,-1-5-9 0,1 1-14 16,-1 0-22-16,7-1-26 0,-6 1-18 0,6 0-14 0,-6-5-9 15,-1 1-5-15,7 0-7 0,-6 1-7 0,-1-1-6 0,7-4-8 0,-6 4-14 16,-1-4-17-16,1 1-32 0,-1-4-39 0,0-1-50 0,1 4-58 16,0-7-55-16,-1 4-54 0,1 0-51 0,-1-5-50 0,1 2-28 0,0-1-16 15,-8 0-7-15,8-4 1 0,-1 1 8 0,-5 3 15 0,5-4 30 0,-6-4 37 16,0 5 50-16,0-4 57 0</inkml:trace>
  <inkml:trace contextRef="#ctx0" brushRef="#br0" timeOffset="63150.51">31476 9572 0 0,'0'-7'127'0,"0"7"165"0,0 4 42 0,0 3 27 0,-6 7 20 16,-1 2 17-16,7 2 16 0,-7 4 19 0,7 3 19 0,-6 4 21 16,-1 4 20-16,1 4-17 0,0 4-40 0,-2-1-41 0,2 8-45 0,0-1-34 15,-8 4-29-15,2 4-16 0,-1 0-10 0,6 0-13 0,-6 4-12 0,1-4-16 16,-2-1-18-16,8 2-20 0,-1-2-29 0,1-2-153 0,-1-1 0 15,0-7 0-15,7 0 0 0,0 0 0 0,0-4 0 0,0-3 0 16,7-4 0-16,-7-4 0 0,7 0 0 0,-1-3 0 0,1-3 0 0,-1-2 0 16,0-2 0-16,2-1 0 0,-2-7 0 0,0 0 0 0,7-1 0 0,-6-2 0 15,-1-4 0-15,7-4 0 0,-7 0-116 0,8-4-33 0,-2 0-19 16,2-3-26-16,-8-4-30 0,14 0-37 0,-7-3-41 0,0-1-43 0,0-3-48 16,0 0-32-16,0-1-26 0,0 0-17 0,-7-3-15 0,8 4-9 15,-2-4-8-15,2 0 8 0,-1 1 13 0,-7-2 27 0,8 1 32 0,-2-3 43 16,-6 3 46-16,8 0 54 0,-1-1 54 0</inkml:trace>
  <inkml:trace contextRef="#ctx0" brushRef="#br0" timeOffset="63316.87">31711 10474 0 0,'0'-7'106'0,"-8"2"139"0,-4 5 45 0,6 5 45 0,-8-2 46 16,1 4 33-16,-7 4 28 0,8 0 22 0,-8 0 18 0,1 3 7 0,-1 5 1 15,0-4-23-15,-5 3-38 0,-1 0-34 0,6 5-36 0,-6-5-36 16,-1 4-34-16,1 0-36 0,-6 3-35 0,7-3-27 0,-2 1-24 0,-5-2-20 16,-1 1-18-16,7 0-13 0,0-4-14 0,0 1-13 0,0-1-12 0,-1-3-18 15,8 0-18-15,0-4-27 0,6-4-32 0,-1 0-36 0,8-7-37 16,0 0-47-16,6-3-52 0,-7-5-67 0,14-3-74 0,-1-4-69 15,0 1-69-15,2-8-53 0,11 0-44 0,-6-4-18 0,6-3-4 0,1-3 11 16,6 2 19-16,-7-3 23 0,7-4 28 0,-6 4 41 0,6-4 48 0,-7-3 63 16,7 0 74-16</inkml:trace>
  <inkml:trace contextRef="#ctx0" brushRef="#br0" timeOffset="63500.16">31808 9558 0 0,'19'-11'8'0,"1"3"301"0,-6 5 67 0,-2 3 34 0,1 0 15 16,-6 3 10-16,6 1 6 0,-7 3 7 0,0 1 8 0,8-5 9 0,-8 8 13 15,1-3-12-15,6-1-26 0,-6 0-71 0,-1-3-93 0,0 4-75 16,-6-5-65-16,7 0-32 0,-7 2-17 0,0-2-9 0,7 1-7 0,-7-4-15 16,0 0-18-16,-7 0-28 0,7 0-31 0,0 0-46 0,-7 0-55 0,1-4-66 15,0 4-74-15,-1-3-64 0,0-2-62 0,1 2-47 0,-1 3-39 0,-5-3-18 16,4-2-11-16,-4 5 5 0,5-3 6 0,-6 3 16 0,0 0 20 16,1 3 36-16,-2-3 45 0,-6 5 60 0,8 1 68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33:07.1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6702 4477 0 0,'0'-4'134'0,"-8"-1"31"0,8 5 12 0,0-2 19 15,-6 2 27-15,6 0 32 0,-6-4 38 0,-1 4 42 0,7-4 41 16,-6 4 4-16,-1 0-15 0,0-3-16 0,-5 3-19 0,5-4-9 0,-6 4-6 16,7-4-4-16,-8 4-6 0,1 0-12 0,1-4-19 0,-2 4-26 15,-5 0-32-15,6 0-36 0,0 0-39 0,-7 0-21 0,8 0-16 16,-8 0-7-16,0 0-7 0,1 0-5 0,-1 4-3 0,0-4-3 0,1 4-2 16,-1-4 0-16,1 7-4 0,-7-3-1 0,6 0-3 0,-6-2-3 15,7 7-2-15,-7-2-2 0,0 0-2 0,0 1-1 0,6 2 2 0,-6 1-2 16,0-3-1-16,6 3-5 0,-6 0-6 0,7 0-3 0,-7 0-5 15,6-1-2-15,-6 6-1 0,7-2-2 0,-1-3-1 0,0 4-2 0,1-1-1 16,-1 5-4-16,1-4-4 0,6 2-2 0,-7 2-2 0,1-1 0 16,-1 4-11-16,0 0-7 0,8 0 0 0,-8 0 0 0,7 4 0 15,-7-4 0-15,1 4 0 0,6-1 0 0,0 4 0 0,-7 1 0 0,8-5 0 16,-2 8 0-16,1-3 0 0,-6 3 0 0,6-1 0 0,0 2 0 16,0 2 0-16,0 1 0 0,0-1 0 0,6 1 0 0,-5 0 0 0,-2 3 0 15,8-4 0-15,-7 5 0 0,6-4 0 0,1 3 0 0,-1-4 0 16,1 1 0-16,6 0 0 0,-6-1 0 0,6 1 0 0,0-4 0 15,0 0 0-15,0 0 0 0,0 0 0 0,6 0 0 0,0-4 0 0,-6 4 0 16,7-4 0-16,-1 4 0 0,1-4 0 0,-1-3 0 0,1 4 0 0,-1-1 0 16,0-4 0-16,2 5 0 0,4-4 0 0,-5-1 0 0,6 1 0 15,-7-1 0-15,7 1 0 0,1 0 0 0,-2-4 0 0,-5 3 0 16,6-3 0-16,0-3 0 0,0 2 0 0,0-2 0 0,7-1 0 0,-8 0 0 16,2 1 0-16,-1-4 0 0,7-1 0 0,-8-3 0 0,8 4 0 0,-1-4 0 15,-5 0 0-15,4 0 0 0,2 0 0 0,-7-4 0 0,7 4 0 16,0-3 0-16,-1-2 0 0,7 6 0 0,-6-5 0 0,6 0 0 15,-7 1 0-15,7-5 0 0,0 5 0 0,1-1 0 0,-1-3 0 0,0 3 0 16,-1-2 0-16,1-3 0 0,7 6 0 0,-7-5 0 0,0-3 0 16,0 4 0-16,1 0 0 0,-2-4 0 0,1 4 0 0,0-4 0 0,7 0 0 15,-13 0 0-15,6 0 0 0,0 0 0 0,7 0 0 0,-8-4 0 16,-5 4 0-16,6 0 0 0,0-4 0 0,0 0 0 0,0 1 0 0,0-1 0 16,-6 0 0-16,6-3 0 0,0 3 0 0,-7-3 0 0,7 3 0 15,0-3 0-15,-6 0 0 0,6-1 0 0,-7 1 0 0,1-4 0 16,-1 3 0-16,1-2 0 0,0-1 0 0,-1 0 0 0,1 0 0 0,-8 0 0 15,8 0 0-15,-7 0 0 0,1-4 0 0,-2 4 0 0,2-3 0 16,-2-1 0-16,1-4 0 0,1 1 0 0,-2 3 0 0,2-2 0 16,-2-2 0-16,2 1 0 0,-8-1 0 0,7 1 0 0,-7 0 0 0,1 0 0 15,6-1 0-15,-7 1 0 0,2-1 0 0,-2 1 0 0,0 0 0 16,1 0 0-16,-1-1 0 0,1 1 0 0,0 0 0 0,-1-5 0 16,0 5 0-16,-6 0 0 0,6-4 0 0,2 4 0 0,-2-4 0 0,-6 4 0 15,6-1 0-15,1-3 0 0,-7 4 0 0,6-1 0 0,1-2 0 0,-7 2 0 16,7-3 0-16,-7 0 0 0,6 4 0 0,-6-4 0 0,6 0 0 15,-6-4 0-15,0 4 0 0,7-4 0 0,-7 5 0 0,0-5 0 16,7 0 0-16,-7 1 0 0,0-1 0 0,0 1 0 0,6-1 0 0,-6 0 0 16,0 4 0-16,-6-3 0 0,6-1 0 0,0 4 0 0,-7-4 0 0,7 4 0 15,0 0 0-15,-7 0 0 0,1-3 0 0,6 2 0 0,-6 2 0 16,-1-5 0-16,7 4 0 0,-7-3 0 0,1 3 0 0,-1-4 0 0,1 4 0 16,0-4 0-16,-2 1 0 0,2 3 0 0,0-4 0 0,0 4 0 15,-1-4 0-15,0 1 0 0,-6 3 0 0,7 0 0 0,0 0 0 0,-2 4 0 16,2-4 0-16,0 3 0 0,-8 5 0 0,8-5 0 0,0 5 0 15,-1-1 0-15,-6 4 0 0,6-4 0 0,1 4 0 0,-7 0 0 16,6 1 0-16,-5 2 0 0,5-3 0 0,-6 3 0 0,0-2 0 0,7 3 0 16,-8-1 0-16,2 1 0 0,-2-1 0 0,1 1 0 0,1 0 0 15,-2-1 0-15,2 1 0 0,-2 3 0 0,1-3 0 0,0 0 0 16,0 0 0-16,1-1 0 0,-2 0 0 0,8 5 0 0,-7-5 0 0,6 1 0 16,-6 0 0-16,0 0 0 0,6 3 0 0,-5-3 0 0,-2-1 0 15,8 2 0-15,-7-6 0 0,7 5 0 0,-8-4 0 0,8 4 0 16,-8-4 0-16,8 0 0 0,0 0 0 0,-7 0 0 0,-1-1 0 0,8 1 0 15,-6 0 0-15,-2 1 0 0,1 2 0 0,0-3-61 0,-6 4-478 0,5-4-68 16,-5 4-56-16,-1-1-19 0,1 5-1 0,-7-1 11 0,6 4 16 16,-6 0 24-16,0 0 31 0,0 4 35 0,1-1 38 0,5 5 51 15,-13-5 59-15,7 5 89 0,0-1 252 0</inkml:trace>
  <inkml:trace contextRef="#ctx0" brushRef="#br0" timeOffset="832.64">2449 4730 200 0,'0'0'272'0,"0"0"40"15,0 0 34-15,0 0 32 0,0 0 32 0,0 0 21 0,0 0 18 16,0 0 13-16,0 0 10 0,0 0-22 0,0 0-40 0,0 0-43 15,0 0-47-15,0 0-46 0,0 3-45 0,0-3-36 0,6 0-29 0,-6 0-26 16,6 0-24-16,1 0-14 0,6 0-12 0,-6 0-10 0,5 0-7 0,8-3-5 16,-1 3-7-16,1-5-3 0,0 5-3 0,6-3-3 0,-7-1-1 15,7 0-4-15,0 1-4 0,7-1-7 0,-7 0-7 0,0 1-6 16,-1-4-5-16,2 3-5 0,-1 1-3 0,-6-1-8 0,6 4-11 0,-7-4-14 16,1 0-18-16,-8 4-19 0,8 0-21 0,-7 0-34 0,1 0-40 0,-8 0-54 15,0 4-62-15,0-4-65 0,-6 4-66 0,8 0-54 0,-8-1-46 16,-8 4-19-16,8-3-3 0,-6 3 9 0,0-3 13 0,0-1 19 0,-1 5 19 15,-6-5 34-15,6-3 38 0,-5 0 55 0,4 0 59 0</inkml:trace>
  <inkml:trace contextRef="#ctx0" brushRef="#br0" timeOffset="1032.84">2963 4392 52 0,'0'-3'348'0,"0"3"50"0,0 0 28 0,-7 3 23 0,7 1 18 0,-6-1 15 15,0 1 14-15,6 4 12 0,-8-1 10 0,2 0 11 0,-6 0 9 16,5 4-57-16,0 1-89 0,-6 1-85 0,0 7-83 0,0-2-45 0,0 0-25 15,-6 4-21-15,6 4-18 0,-7 0-14 0,0 3-14 0,1 0-12 16,-7 4-10-16,0 0-16 0,0 0-19 0,-1 0-24 0,1 3-27 0,1 1-32 16,-7 0-32-16,5-1-43 0,-5 1-47 0,-1-1-63 0,7 1-74 15,-6-4-61-15,5-3-56 0,1-1-50 0,0-4-44 0,0-2-21 0,7-1-9 16,-1-4 8-16,7-7 14 0,0 3 22 0,6-6 22 0,1-1 39 16,0-7 42-16,6 0 64 0,0 0 71 0</inkml:trace>
  <inkml:trace contextRef="#ctx0" brushRef="#br0" timeOffset="1632.52">2331 5217 37 0,'13'0'166'0,"-7"0"25"0,2 3 29 15,-2 5 35-15,0-1 39 0,0 0 42 0,1 4 46 0,0 4 31 0,-1-4 26 16,1 4-10-16,-1 2-28 0,0-1-20 0,-6 2-18 0,8 4-11 16,-2-4-9-16,-6 4-18 0,6 0-21 0,-6 0-30 0,0 4-34 15,0-1-41-15,0 1-42 0,0-1-31 0,0 5-26 0,-6-4-16 0,6 3-14 16,-6-4-13-16,-2 5-9 0,8-5-14 0,-6 1-13 0,6-4-19 0,-6 0-19 16,6-4-22-16,0-3-21 0,-7-4-28 0,7 0-29 0,0-4-35 15,0 0-37-15,7-3-37 0,-7-4-35 0,0-4-35 0,6-3-31 0,-6-4-24 16,6 0-19-16,-6-7-5 0,8 0-1 0,-2-8 7 0,0 1 13 15,1-5 21-15,0-3 27 0,-1 0 33 0,0-3 37 0,1-1 35 0,-1 4 38 16,1 0 42-16,0 0 42 0,-1 0 44 0,0 4 43 0,1-1 40 16,0 5 42-16,-1 3 36 0,0-1 35 0,-6 2 33 0,7 2 30 0,-1 5 33 15,1-1 33-15,0 4 25 0,-1-3 16 0,-6 3 5 0,6 3-2 16,8-3-6-16,-8 4-11 0,0 0-18 0,8-1-19 0,-8 1-24 0,7-1-23 16,1 2-22-16,-2 1-24 0,1-2-25 0,7 3-28 0,0 1-19 15,-8-1-12-15,8 0-8 0,-1 1-5 0,1 3-3 0,0 3-4 0,-8 1-1 16,8 0-1-16,-1 3-3 0,1 5-3 0,-7-2-3 0,7 5-2 15,-7 0-4-15,0 7-5 0,-1 0-3 0,-4-1-3 0,4 9-4 0,-5-5-6 16,6 9-3-16,-6-2-5 0,-1 1-6 0,-6 4-6 0,6 0-4 16,0-1-4-16,2 1-2 0,-8 3-5 0,6-3-2 0,0-1 0 0,-6 1-3 15,7-1 0-15,-7-2-3 0,7-1-2 0,-1 0-5 0,-6-4-5 0,7-3-11 16,-1-4-12-16,-6 0-12 0,6-4-14 0,-6 0-14 0,7-7-15 16,-7 4-14-16,0-8-13 0,7 0-14 0,-7-3-13 0,0 0-21 15,0-4-24-15,0 0-33 0,0 0-38 0,-7-4-35 0,7 0-38 0,-7-3-21 16,1 0-17-16,0-4-5 0,-7 3 1 0,-1-3 1 0,8 0 2 0,-8-3 3 15,-4-1 3-15,4 1 14 0,-5-1 18 0,5-4 34 0,-11 5 40 16,5-5 49-16,-6 1 50 0,6-4 43 0,-5 4 42 0,-9-4 34 16,9 3 31-16,-1-2 35 0,0 2 39 0,0 1 42 0,-1 0 46 0,1 3 40 15,7-3 37-15,-1 7 33 0,8-4 30 0,-2 4 23 0,2 0 21 16,5 0 6-16,0 4-2 0,7-4-6 0,-6 3-12 0,6 1-18 0,6 3-23 16,-6-3-28-16,7 0-32 0,6 0-26 0,-7 3-28 0,8-3-25 15,-2-1-26-15,8 5-21 0,-7-5-21 0,7 5-13 0,-1-1-9 0,1-3-8 16,6 3-3-16,-6 4-4 0,5-4-5 0,-5 1-3 0,0 3-4 0,-1-4-8 15,1 4-7-15,-8 0-19 0,8 0-22 0,-7 0-36 0,0 0-42 16,-6 0-44-16,-1 0-47 0,1 0-47 0,0 4-46 0,-7-1-44 0,0-3-43 16,-7 4-35-16,7 3-34 0,-7-3-13 0,-6 3-4 0,0 4 11 15,0-3 19-15,0 3 31 0,-6 3 40 0,6-3 43 0,-7 4 46 0,0-4 44 16,1 3 109-16</inkml:trace>
  <inkml:trace contextRef="#ctx0" brushRef="#br0" timeOffset="1934.04">2630 5663 149 0,'-19'8'178'0,"13"-1"13"0,-8-3 15 15,8-1 8-15,0-3 8 0,0 4 3 0,-2-4 1 0,8 4 4 16,0-4 1-16,0 0-23 0,0 0-34 0,0-4-19 0,8 4-11 0,-2-4-6 15,0 4-3-15,0-3-4 0,1 3-4 0,6-4-2 0,-6 0 1 16,5 1 0-16,2 3 2 0,-2-4-2 0,2 0-2 0,-1 1-13 0,0-1-17 16,0 4-14-16,-1-7-15 0,8 7-10 0,-13-4-10 0,6 1-15 15,0-1-19-15,-1 0-21 0,-4 1-23 0,-2 3-23 0,0-4-19 0,1 0-23 16,0 4-23-16,-7 0-25 0,0 0-26 0,0 0-22 0,-7 0-20 16,7 0-10-16,-7 4-5 0,-5 0 3 0,4 3 8 0,-4-3 15 0,-1 3 19 15,0 4 23-15,-6-4 25 0,5 4 32 0,2-4 34 0,-8 4 39 16,0 0 45-16,7 0 43 0,-7 0 42 0,8 1 34 0,-1-1 29 0,-1-4 22 15,2 0 15-15,6 0 9 0,-2-3 5 0,2 0-4 0,0-1-8 16,6 1-12-16,0-4-13 0,0 4-14 0,0-4-16 0,6 0-21 0,-6 0-23 16,6 0-24-16,8 0-25 0,-8 0-17 0,7 0-16 0,-6-4-8 15,6 4-4-15,-1-4-2 0,8 1-2 0,-7 3-1 0,0-4 0 0,0 0-6 16,1 1-5-16,4-4-19 0,-4 3-25 0,-8 0-32 0,7 1-36 16,1-2-30-16,-8 2-28 0,0 3-27 0,-6-3-27 0,0 3-32 15,0 0-36-15,0 0-20 0,-6 0-14 0,0 3-3 0,-1 0 3 0,-6 5 16 16,0 0 23-16,-1-1 32 0,-4 4 37 0,4 0 29 0,-5 0 28 0</inkml:trace>
  <inkml:trace contextRef="#ctx0" brushRef="#br0" timeOffset="2149.53">2415 5964 115 0,'-19'14'167'0,"-7"1"26"0,6 0 29 0,1-4 32 0,6 4 34 0,0-4 27 15,-7-5 28-15,14 6 9 0,-7-8 3 0,6 3-21 0,7-4-32 0,-6-3-22 16,6 4-18-16,6-4-5 0,-6 0-3 0,7 0-11 0,6 0-18 0,-7-4-22 16,8 4-24-16,5-3-23 0,-6 3-18 0,14-4-13 0,-9 1-9 15,9-1-2-15,-1-3 2 0,6 2 1 0,1 2 3 0,-1-4-7 0,7 3-11 16,-6-3-9-16,7 3-10 0,-2-3-8 0,7 3-6 0,-5 0-6 15,-1 1-5-15,0-5-6 0,0 5-6 0,-6-1-5 0,6 0-5 0,-6 1-6 16,-1-1-8-16,1 4-15 0,-7-4-18 0,6 1-20 0,-6-1-23 16,1 0-41-16,-8 4-50 0,0-3-72 0,8-1-83 0,-15 0-79 15,8-3-77-15,-7 4-41 0,7-5-21 0,-8 5-9 0,-5-5-3 0,6-3 6 16,-7 4 11-16,1-4 17 0,6 0 20 0,-6-4 38 0,-7 0 49 16,6-3 69-16,0 0 201 0</inkml:trace>
  <inkml:trace contextRef="#ctx0" brushRef="#br0" timeOffset="2616.36">3210 4799 326 0,'0'-18'431'0,"0"7"32"0,0 0 18 15,0 3 11-15,0 5 11 0,0-2 10 0,0 5 9 0,-6-3 8 0,6 3 4 16,0 0 6-16,0 0 4 0,0 3-106 0,6-3-159 0,-6 5-89 16,0-2-54-16,6 5-29 0,2-1-14 0,-2 0-13 0,0 1-10 15,1 3-11-15,0 0-8 0,5-1-18 0,-5-2-20 0,6 3-23 0,-6 0-24 16,-1 0-34-16,7-4-35 0,-6 4-49 0,-1 0-56 0,0-3-61 15,1 3-67-15,-1 0-50 0,1-4-42 0,-7 7-30 0,7-3-26 0,-7 0-6 16,0 4 4-16,0 0 15 0,0-1 21 0,0 5 33 0,0-1 41 16,0 0 58-16,0 1 66 0,-7-1 80 0,7 0 85 0,0 4 73 0,-7-4 69 15,7 1 60-15,0-1 59 0,-6-3 48 0,6 3 40 0,0-3 36 16,0-1 32-16,-7 1 14 0,7 0 5 0,0-4-6 0,0 0-10 0,7-1-15 16,-7-2-18-16,0 3-23 0,0 0-25 0,6-4-30 0,-6 4-33 15,0-3-31-15,7 3-32 0,-7-4-34 0,7 4-35 0,-7 0-36 16,6 0-35-16,-6 0-41 0,0 0-45 0,0 3-50 0,0 1-51 15,0 0-41-15,0 0-34 0,0-1-24 0,-6 5-19 0,6-1-11 0,-7 0-9 16,0 0-4-16,7 5-1 0,-6-1 12 0,-1 3 18 0,1 1 34 16,0-4 41-16,-1 3 53 0,0 1 58 0,1 0 49 0,0-1 44 0,6-3 37 15,-7 4 30-15,0-4 28 0,7 0 28 0,-6 0 26 0,6-4 24 0,0 0 23 16,0-3 19-16,0 0 13 0,0-4 10 0,0 0 5 0,0 0 2 16,6-4 5-16,1 1 5 0,-7-5 10 0,7 1 12 0,-1-4-1 15,0 0-8-15,1 0-11 0,6-4-18 0,-7 4-15 0,7-7-16 0,1-1-15 16,-8 1-11-16,8-8-12 0,-2 1-14 0,1-1-23 0,7-7-28 15,-8 0-52-15,2-3-61 0,-1-1-71 0,6-4-73 0,-6-2-65 16,1-5-59-16,5 4-52 0,-6-7-44 0,0 3-25 0,0-3-10 0,0 3-5 16,7-3-3-16,-8 0 9 0,-5 3 11 0,6 0 29 0,0-3 37 0,-7 3 54 15,8 1 65-15</inkml:trace>
  <inkml:trace contextRef="#ctx0" brushRef="#br0" timeOffset="3265.92">3699 4850 22 0,'0'-14'336'0,"0"2"58"0,0 5 41 0,0 0 28 0,0 3 21 16,0 1 13-16,0 3 9 0,0 0 9 0,0 0 7 0,0 0 5 15,0 0 3-15,0 0-58 0,0 0-92 0,0 0-88 0,0 3-87 0,6-3-54 16,-6 4-39-16,7-4-26 0,0 3-20 0,-1-3-12 0,6 0-11 16,-4 4-7-16,4-4-8 0,1 4-11 0,-6-4-14 0,6 0-14 15,-1 0-15-15,2 0-21 0,-1 0-20 0,0 0-29 0,0 0-32 0,-7 0-39 16,8 0-43-16,-8 3-39 0,0-3-35 0,1 0-26 0,-7 0-20 0,0 4-7 16,0 0 0-16,0 3 5 0,0-3 11 0,-7 3 15 0,1 0 16 15,0 5 27-15,-8-1 28 0,2 3 40 0,-8 1 44 0,7 0 48 16,-7-1 54-16,1 4 51 0,-7 1 48 0,6-1 45 0,1 0 43 0,-7 0 41 15,6-3 42-15,0 4 28 0,-5-1 22 0,11-3 15 0,-4-1 13 16,-2 1 7-16,6-4 5 0,8 0-7 0,-7-4-15 0,7 0-24 0,-1-3-28 16,7 4-29-16,0-5-30 0,0-3-33 0,0 4-32 0,7-4-21 15,-1 4-17-15,0-4-8 0,7 3-6 0,1-3-3 0,-2 0-3 0,8 0 0 16,-7 0 2-16,7-3 1 0,0 3 4 0,-2-4-1 0,2 4 1 16,0-4-2-16,-1 1-4 0,7-1-5 0,-6 0-4 0,-1 0-5 15,-5 1-7-15,5-1-5 0,1 4-4 0,-8-4-2 0,2 4-3 0,-2-3-2 16,2 3-2-16,-1 0-1 0,-7-3-1 0,0 3-1 0,2 0 2 15,-2 3 4-15,-6-3 6 0,0 0 5 0,0 0 8 0,0 3 4 0,0-3 3 16,0 4 2-16,0 0 1 0,-6 3 0 0,-2-3 0 0,2 7-1 16,-7-4-35-16,0 4-13 0,0 4 0 0,0-4 0 0,0 7 0 0,-6-3 0 15,-1 3 0-15,6 1 0 0,-4-2 0 0,-2 6 0 0,1-5 0 16,-1 4 0-16,0-4 0 0,7 4 0 0,-7-4 0 0,8-2 0 16,-2-2 0-16,8 1 0 0,0-1 0 0,-1-3 0 0,1 0 0 0,6 0 0 15,6-3 0-15,-6-1 0 0,7-4 0 0,-1 5 0 0,8-5 0 0,-8 1 0 16,6-4 0-16,2 0 0 0,-1 0 0 0,7 0 0 15,-8-4 0-15,8 1 0 0,-1-1 0 0,1 0 0 0,0-3 0 0,-8 0 0 16,8-4 0-16,-1 4-10 0,1-4-47 0,0 0-9 0,-1 3-8 0,1-3-7 16,0 1-6-16,-8-1-4 0,1-1-4 0,7 5 1 0,-8-4 3 15,-4 4 3-15,4-4 3 0,2 3 6 0,-8 1 7 0,1 3 8 16,-1-3 7-16,0 3 10 0,-6 1 10 0,7-1 7 0,-7 4 6 0,0 0 8 16,0 0 9-16,0 0 5 0,0 0 5 0,7 0 5 0,-7 4 4 0,0-1 6 15,0 1 4-15,0 0 5 0,0 3 4 0,6 0 3 0,-6 1 2 16,0 3 1-16,0-1 1 0,6 1-2 0,-6 1-1 0,0-2-3 15,0 5-1-15,7-4-4 0,-7 0-3 0,0 0-10 0,0 0-14 0,7 0-19 16,-7-3-22-16,0-1-29 0,0 0-32 0,0 0-53 0,0-3-62 0,0 3-73 16,0-3-79-16,-7 0-67 0,7-1-60 0,-7 5-30 15,1-8-15-15,0 3-1 0,-8 1 5 0,8 0 14 0,-7 0 17 0,0-1 24 16,0 1 31-16,-1-4 50 0,-4 4 62 0</inkml:trace>
  <inkml:trace contextRef="#ctx0" brushRef="#br0" timeOffset="3449.31">3796 5612 0 0,'-12'-3'46'0,"5"3"205"0,-6 0 41 0,6 3 44 15,1-3 47-15,0 4 33 0,-2 0 30 0,2-1 20 0,0 5 19 16,0-5 13-16,-1 5 10 0,0-1-23 0,1 4-43 0,-1-4-46 16,1 4-46-16,-1 0-38 0,0 0-33 0,1 4-39 0,0-1-41 0,0 1-33 15,-2 0-27-15,2 3-21 0,0-3-17 0,-1 3-14 0,1-3-13 0,-1 3-21 16,0-4-25-16,1-3-29 0,0 4-33 0,6-4-36 16,-6 0-39-16,6-3-56 0,0-1-66 0,-8 0-74 0,8-7-80 0,0 0-66 15,0 0-58-15,0 0-33 0,8 0-20 0,-2-3-2 0,-6-1 7 0,6-3 15 16,7-4 22-16,-6 3 26 0,-1-3 32 0,7 0 52 0,-7 0 60 15,8-4 73-15,-2 5 221 0</inkml:trace>
  <inkml:trace contextRef="#ctx0" brushRef="#br0" timeOffset="3733.51">3737 5773 91 0,'8'-3'196'0,"-8"3"34"16,0 0 38-16,0 0 44 0,0 3 46 0,0 1 36 0,0 3 32 15,0-3 21-15,0 3 13 0,0 1-21 0,0-1-37 0,0 0-33 16,0 4-29-16,0-3-26 0,0-1-28 0,6 0-33 0,-6 0-38 0,0 1-43 16,0-1-47-16,6 0-43 0,-6-3-40 0,7 0-37 0,-7 0-34 0,0-1-41 15,6-3-45-15,1 4-52 0,0-8-56 0,-1 4-46 0,-6-3-44 16,6-1-34-16,0-4-27 0,2 1-24 0,-2 0-18 0,0-1-9 15,1-3-1-15,0 1 12 0,-1-1 16 0,1 3 40 0,-1-3 48 0,0 0 60 16,1 4 68-16,0 0 63 0,-1-1 64 0,-6 5 59 0,0 3 54 16,6 0 56-16,-6 3 56 0,0 1 47 0,0 3 45 0,7 1 43 0,-7 3 44 15,0 0 25-15,0 0 13 0,0 0 3 0,0 3-5 0,7 1-13 16,-1-4-13-16,-6 4-19 0,7-4-22 0,-1 3-26 0,0-3-32 0,8 0-30 16,-8-3-33-16,8 2-36 0,-2-2-39 0,1-1-30 0,1 0-24 15,-8-3-14-15,14 0-8 0,-8-4-8 0,2 0-5 0,-1 0-11 16,-1-4-12-16,8 0-15 0,-7-3-18 0,0 0-35 0,0-4-43 0,0 0-65 15,0-4-72-15,-7 1-70 0,8-1-66 0,-8-4-50 0,1 1-41 16,-1 0-22-16,1-4-8 0,-7 0-3 0,6 0 3 0,-6 0 9 0,0 0 15 16,0-4 31-16,-6 1 40 0,-1-1 62 0,7-3 72 0</inkml:trace>
  <inkml:trace contextRef="#ctx0" brushRef="#br0" timeOffset="3933.98">4141 5136 0 0,'0'-4'172'0,"0"0"136"0,7 1 37 0,-7 3 34 16,0 0 32-16,0 0 26 0,7 3 25 0,-1 1 20 0,-6 0 16 15,6-1 19-15,2 5 15 0,-2-1-34 0,0 0-57 0,1 1-57 16,-1-1-59-16,1 4-38 0,-1 0-27 0,1 0-26 0,5 0-25 0,-4 4-23 16,-2-1-20-16,0 1-18 0,8 0-15 0,-8 3-16 0,0 1-16 0,1-1-13 15,-1 0-17-15,-6 0-71 0,7 1 0 0,0-1 0 0,-7 0 0 16,6-3-84-16,-6-1-45 0,0 1-56 0,6-4-61 0,-6-3-81 16,0 3-90-16,0-8-78 0,0 5-69 0,0-8-35 0,0 0-14 0,0 0 2 15,0-8 12-15,0 1 20 0,0-4 25 0,0-4 31 0,0-3 33 16,7-1 50-16,-7 1 59 0,0-7 78 0,7 3 251 0</inkml:trace>
  <inkml:trace contextRef="#ctx0" brushRef="#br0" timeOffset="4199.74">4337 5257 49 0,'0'-19'321'0,"-6"1"61"16,6 7 47-16,0-3 31 0,0 3 22 0,0 0 17 0,0 3 13 16,0-3 11-16,0 4 11 0,0-1 7 0,6 1 4 0,-6 0-47 0,6-1-73 15,7 1-76-15,-6-4-80 0,6 4-52 0,-7 0-42 0,14-1-24 16,-7-3-19-16,7 4-13 0,0-4-10 0,-1 4-10 0,7 0-8 0,-6-1-8 16,6 5-12-16,-1-5-9 0,-5 0-13 0,12 5-34 0,-5-1-15 15,-1 4 0-15,0-3 0 0,0 3 0 0,-1 0 0 0,2 0 0 16,-7 0 0-16,6 0 0 0,0 3 0 0,-7-3 0 0,1 4 0 0,-1-1 0 15,1 1 0-15,-8 4 0 0,2-4 0 0,-2 2 0 0,2 2 0 16,-8-1 0-16,1 4 0 0,6 0 0 0,-13 0 0 0,7 0 0 0,-7 0 0 16,0 4 0-16,0-1 0 0,0 2 0 0,0-2 0 0,-7 1 0 15,7-1 0-15,-7 1 0 0,1 0 0 0,-7 3 0 0,7-4 0 0,-8 1 0 16,8 0 0-16,-8-4 0 0,2 3 0 0,-1-2 0 0,-7-1 0 16,0-4-169-16,8 4-165 0,-8-4-81 0,1-3-86 0,-1 3-63 0,-6-3-52 15,7-1-17-15,-1 1 0 0,0 0 12 0,1-4 18 0,-1 0 26 16,-6 0 28-16,7 0 35 0,5 0 36 0,-4-4 61 0,-2 0 74 0</inkml:trace>
  <inkml:trace contextRef="#ctx0" brushRef="#br0" timeOffset="4349.46">4447 5297 0 0,'-6'-3'148'0,"6"-1"126"0,0 0 23 0,-6 0 13 0,6 4 11 0,0 0 20 15,0 0 26-15,6 0 29 0,-6-3 27 0,0 3 20 0,6 0 15 16,2-4-37-16,-2 4-64 0,7 0-58 0,-7-4-53 0,7 4-32 16,0-3-20-16,1 3-14 0,-2-4-10 0,8 0-19 0,-7 1-26 0,7-1-30 15,0-3-30-15,-2 3-30 0,-4-3-30 0,5 0-44 0,1 3-48 16,-1-3-65-16,-6-1-69 0,0 5-68 0,1-5-64 0,-2 5-52 0,2 3-43 15,-8-4-22-15,0 4-11 0,1 0-4 0,-1 4-1 0,-6-1 10 16,0 1 14-16,0 0 32 0,0 3 43 0,-6 0 57 0,-1 4 67 0</inkml:trace>
  <inkml:trace contextRef="#ctx0" brushRef="#br0" timeOffset="4532.72">4565 5444 0 0,'-13'15'91'0,"7"-5"207"16,-8 1 49-16,8-3 28 0,0-1 16 0,-1-3 11 0,7-1 9 15,0-3 11-15,0 0 12 0,0 0 14 0,0-3 12 0,7 3-26 0,-1-4-46 16,0 0-61-16,1 1-71 0,0-5-55 0,5 5-46 0,1-1-26 15,1-3-16-15,-8 3-11 0,14-4-8 0,-8 5-12 0,8-4-12 16,-7-1-13-16,7 4-13 0,-1-3-16 0,-6 0-16 0,7 0-24 0,-1-1-26 16,1 5-43-16,-7-8-50 0,7 3-68 0,-8 1-78 0,2-4-70 15,-2 4-69-15,2-4-39 0,-8 4-24 0,1-4-14 0,-1-5-5 0,0 6 3 16,2-1 5-16,-8-4 14 0,6 0 19 0,-6 1 39 0,0-1 48 16,0-3 66-16,0 3 169 0</inkml:trace>
  <inkml:trace contextRef="#ctx0" brushRef="#br0" timeOffset="4783.67">4715 4696 182 0,'-7'-10'322'0,"-6"2"37"0,6 4 27 0,1 1 19 16,0 3 14-16,0 3 13 0,-2 1 10 0,2 4 12 0,0 2 14 15,-7 1-4-15,13 4-11 0,-7 3-52 0,0 4-72 0,1 4-54 0,0 3-42 16,6 4-21-16,0 3-10 0,-6 2-4 0,12 5 2 0,-6 1 1 16,0 4 3-16,6 3 2 0,0 0-1 0,1 1 0 0,0 3-3 0,-1 0-70 15,7-4-132-15,-7 0 0 0,2 4 0 0,4-7 0 0,-6-1 0 16,8 1 0-16,-8-8 0 0,7 1 0 0,-6-9 0 0,6 2 0 0,-7-5 0 15,8-3 0-15,-2-1 0 0,1-7 0 0,-6 1 0 0,6-8 0 16,-7 4 0-16,8-8 0 0,-2 0 0 0,-5-3 0 0,6 0 0 0,0-4 0 16,1 0 0-16,-2-8 0 0,1 5 0 0,0-8 0 0,0-4-325 15,7-4-99-15,0 1-87 0,-8-7-59 0,8-1-44 0,-1 0-15 16,1-3 1-16,6-4 9 0,-7 4 15 0,7-4 18 0,-6 0 23 0,6 0 28 16,7 0 35-16,-7 0 57 0,-1 0 69 0</inkml:trace>
  <inkml:trace contextRef="#ctx0" brushRef="#br0" timeOffset="28866.55">9957 4018 0 0,'0'0'63'0,"-6"0"172"0,6 4 39 0,0-4 42 15,-6 0 42-15,6 0 36 0,0 0 31 0,-7-4 24 0,7 4 20 0,0 0 15 16,0 0 11-16,0 0-33 0,-7 0-58 0,7 0-44 0,0 0-34 16,0 0-37-16,0 0-38 0,7 0-34 0,-7 0-34 0,13 0-26 15,-7 0-26-15,2 0-15 0,10 0-14 0,-4-3-8 0,5 3-8 0,1-5-7 16,6 2-4-16,0 3-5 0,-1-3 0 0,2-5-4 0,-1 5-1 0,6-1-7 16,1 0-9-16,-1 1-7 0,-5-5-7 0,5 5-6 0,-6-4-8 15,7 3-5-15,-7-3-5 0,0 3-4 0,0 0-8 0,-7-3-13 16,1 3-16-16,0 1-18 0,-7 0-21 0,-1-2-24 0,2 2-24 0,-8-1-43 15,1 4-49-15,-1-4-75 0,-6 4-90 0,0 0-75 0,-6 4-73 0,-1-4-33 16,-5 4-12-16,-2-1 2 0,1 5 10 0,-6 3 17 0,-8-4 18 16,1 4 22-16,1 3 24 0,-9 1 41 0,2 0 50 0,-1 3 75 15,1 1 241-15</inkml:trace>
  <inkml:trace contextRef="#ctx0" brushRef="#br0" timeOffset="29116.12">9782 4389 0 0,'-13'7'89'0,"6"4"131"16,1-7 30-16,6 3 24 0,-6-4 26 0,-2 1 30 0,8 0 34 15,0-4 33-15,0 3 31 0,0-3 14 0,8 4 7 0,-2-4-20 16,0 4-34-16,1-4-30 0,6 3-27 0,0-3-21 0,-1 4-20 0,8-4-15 16,0 0-14-16,-1 4-22 0,7-4-27 0,0 0-27 0,7 0-26 0,-7 0-18 15,13-4-14-15,-7 4-14 0,8-4-13 0,-1 4-12 0,0-3-12 16,0-5-9-16,1 5-11 0,-2-1-10 0,1 0-9 0,7-3-9 16,-7 4-7-16,0-1-5 0,0-4-6 0,0 5-4 0,-6-4-4 0,-1 3-7 15,1 0-11-15,0 1-12 0,-7-1-15 0,0 0-17 0,-1 1-20 0,-5-1-21 16,0 0-24-16,-7 1-32 0,0 3-37 0,-7-4-61 15,1 4-72-15,-1-4-74 0,-6 4-73 0,0 0-50 0,-6 0-37 0,-1 0-12 16,-6 4 4-16,0-4 11 0,1 4 16 0,-8-1 20 0,0 1 23 0,1 0 32 16,-7-1 35-16,0 1 61 0,-1 3 73 0</inkml:trace>
  <inkml:trace contextRef="#ctx0" brushRef="#br0" timeOffset="29399.31">10140 4088 36 0,'-7'0'161'0,"1"-3"21"0,6-1 23 0,-6 4 22 15,6-3 22-15,-8 3 23 0,8 0 21 0,0 0 32 0,-6 3 35 0,6 1 0 16,0-1-15-16,6 1-9 0,-6 7-5 0,0-4-8 0,0 4-10 16,8 0-15-16,-8 7-14 0,0 0-17 0,6 1-16 0,-6 3-15 15,0 4-17-15,0-1-28 0,0 4-32 0,-6 5-28 0,6-1-27 0,-8 0-19 16,2 3-15-16,0 5-11 0,0-1-8 0,-8 0-7 0,1 4-7 0,7 0-7 15,-14 0-6-15,8-4-9 0,-2 4-11 0,1-3-14 0,0-1-13 16,6-3-24-16,-5-4-25 0,-2-1-44 0,8-10-51 0,0 0-68 16,-1-4-77-16,7-6-72 0,-7-5-70 0,7-7-35 0,0 0-18 15,0-7-5-15,7-5-1 0,-7-6 8 0,7-4 11 0,-1-3 20 0,0-4 24 16,8-4 42-16,-2-8 50 0,-5 5 68 0,6-8 233 0</inkml:trace>
  <inkml:trace contextRef="#ctx0" brushRef="#br0" timeOffset="29599.99">10342 4007 0 0,'13'-7'111'0,"-7"3"150"0,1 1 35 0,0 6 41 0,-1-3 44 0,0 8 35 16,-6-2 29-16,6 6 21 0,-6 3 19 0,8 0 13 0,-2 3 12 15,-6 0-35-15,6 8-58 0,1-5-48 0,-7 9-47 0,7-4-35 16,-1 3-30-16,-6 4-38 0,7 0-42 0,-7-1-32 0,6 6-29 0,-6-2-21 16,6 1-16-16,-6 0-14 0,0 0-13 0,7 2-11 0,-7-2-12 0,0 0-16 15,0-1-18-15,0 1-22 0,7-4-24 0,-7-4-27 0,0 1-31 16,6-1-48-16,-6-3-60 0,0-5-66 0,6-2-72 0,1-1-62 15,-7-3-55-15,7-4-36 0,-1-4-24 0,1 0-5 0,-7-3 6 0,6-4 13 16,1-4 16-16,-7 1 26 0,6-8 26 0,1 0 47 0,-1-4 59 16,0-3 64-16,8-4 168 0</inkml:trace>
  <inkml:trace contextRef="#ctx0" brushRef="#br0" timeOffset="29815.99">10947 3916 130 0,'7'-7'379'0,"0"3"45"0,-7 4 25 15,6 0 16-15,-6 0 10 0,0 0 12 0,6 4 13 0,-6-1 12 0,0 1 12 16,8 3 12-16,-8 1 11 0,6-1-68 0,0 4-108 0,7 0-90 16,-6 3-82-16,6 1-43 0,-1 0-24 0,2-1-14 0,-2 1-9 0,8 4-13 15,-7-1-11-15,7 0-21 0,0-3-22 0,-1 3-33 0,-6 0-39 16,6 1-54-16,1-4-63 0,-7 3-90 0,0-4-103 0,6 1-87 16,-5 0-78-16,-2-4-39 0,-5 0-21 0,6 0-9 0,0-4-5 0,-6 0 4 15,6-3 10-15,-1-1 21 0,-4-3 27 0,4 0 43 0,1-3 54 16,-6-1 84-16,6-3 230 0</inkml:trace>
  <inkml:trace contextRef="#ctx0" brushRef="#br0" timeOffset="29999.42">11632 3989 0 0,'6'-11'19'0,"-6"4"305"0,0 0 74 15,6-1 47-15,-6 5 34 0,-6-1 25 0,6 0 22 0,0 4 22 16,0-3 21-16,-6 3 20 0,6 0 20 0,0 0-7 0,-8 0-20 0,8 3-70 16,-6-3-96-16,6 8-80 0,-6-5-73 0,-1 1-46 0,1 3-32 0,-7 0-117 15,6 1-68-15,-5 3 0 0,4 0 0 0,-4 0 0 0,-8 4 0 16,7-4 0-16,0 7 0 0,-6-3 0 0,5 3 0 0,-5-4 0 15,-1 5-198-15,0-1-114 0,2-3-89 0,-2 3-79 0,1-3-75 0,-1-1-44 16,0 1-30-16,1 0-4 0,-1-1 8 0,0-3 20 0,1 4 24 16,-1-4 29-16,8 3 30 0,-8-3 45 0,7 1 50 0,0-1 75 15,0-4 109-15</inkml:trace>
  <inkml:trace contextRef="#ctx0" brushRef="#br0" timeOffset="30174.6">11104 4389 0 0,'0'3'189'0,"7"1"35"0,-7-4 33 16,0 3 42-16,6 1 48 0,0-4 43 0,-6 4 39 0,7-4 26 15,6 4 21-15,-7-4 0 0,7 0-14 0,-6 0-21 0,12 0-28 0,-5-4-21 16,5 4-19-16,1-4-19 0,6 0-22 0,-7 1-33 0,7-1-42 0,6 1-38 15,-5-5-34-15,5 5-25 0,-6-5-20 0,7 5-15 0,-1-5-14 16,-5 5-15-16,5-1-15 0,-6 0-14 0,0-3-15 0,-7 3-15 16,8 1-15-16,-7 3-20 0,-1-4-23 0,-6 0-24 0,0 4-25 0,0 0-25 15,-6 0-26-15,-1 0-41 0,0 0-51 0,-6 4-69 0,0-4-81 16,-6 4-76-16,0 3-73 0,-1-3-41 0,-6 3-26 0,6 4-5 0,-12 0 8 16,6 0 15-16,-6 0 19 0,-1 4 23 0,0-5 23 0,-6 9 41 15,1-4 49-15,-2-2 70 0,-5 7 104 0</inkml:trace>
  <inkml:trace contextRef="#ctx0" brushRef="#br0" timeOffset="30350.29">11117 4660 0 0,'-13'7'214'0,"0"-3"94"0,0-1 37 0,6 1 27 0,-6-4 24 0,13 0 20 16,-6 0 20-16,6 0 18 0,6 0 20 0,-6-4 17 0,6 4 17 15,1-3-38-15,6-1-66 0,0 0-56 0,1 1-50 0,5-1-37 16,7 0-27-16,-6 4-22 0,12-3-21 0,-6-1-17 0,7 4-19 0,-1 0-16 16,7 0-19-16,-6 0-18 0,5 0-16 0,-4 4-16 0,-2-1-14 0,1-3-18 15,-1 8-19-15,1-5-23 0,-7 1-27 0,-1 3-29 0,2-3-31 16,-7 4-43-16,-1-5-50 0,0 4-65 0,-5 0-75 0,-8-3-72 15,1 3-73-15,-1-3-49 0,0 3-38 0,-6 1-12 0,0-5-3 0,-6 4 10 16,6-2 16-16,-6-2 23 0,-1 1 25 0,-6 0 41 0,6-4 48 0,1 3 65 16,-7-6 74-16</inkml:trace>
  <inkml:trace contextRef="#ctx0" brushRef="#br0" timeOffset="30566.36">11468 4458 0 0,'0'-11'77'0,"0"7"240"0,-6-3 72 0,6 7 43 16,0 0 32-16,0 4 27 0,-6 3 27 0,6 1 27 0,0 3 23 0,-7 3 25 15,7 1 22-15,-6 3-15 0,-1 0-31 0,7 4-58 0,-7 0-70 16,1 4-64-16,-8 0-62 0,8-1-37 0,0 5-187 0,-7-1-91 16,0 0 0-16,0 1 0 0,-1 3 0 0,2-4 0 0,-8 4 0 0,1 0 0 15,5-4 0-15,-4 5 0 0,-2-6 0 0,0 2 0 0,1-5 0 0,-1 1 0 16,0-4 0-16,7 0 0 0,-6-4 0 0,6-3 0 0,0-4-327 16,0 0-160-16,0 0-84 0,6-4-51 0,-6 1-36 0,7-8-7 15,0 3 9-15,6-6 20 0,-8 3 25 0,8-8 31 0,8 1 33 0,-8 0 38 16,6-5 41-16,0 5 67 0,7-8 82 0</inkml:trace>
  <inkml:trace contextRef="#ctx0" brushRef="#br0" timeOffset="30732.84">11182 5063 56 0,'14'-8'236'16,"4"5"59"-16,-4-1 61 0,5 4 50 0,-5 0 44 0,4 0 33 16,-4 4 27-16,-1-1 23 0,7 5 20 0,-2-5 1 0,-4 5-11 15,5-1-27-15,1 4-32 0,6-4-38 0,-6 4-40 0,5 0-49 0,-5 0-52 16,6 4-44-16,0-4-37 0,1 4-29 0,-2-1-173 0,1-3-22 16,7 4 0-16,-7 0 0 0,0-5 0 0,0 5 0 0,0-4 0 0,1 0 0 15,-2 0 0-15,1-3 0 0,0-1 0 0,-6 0 0 0,6 1 0 16,-7-1 0-16,1-3 0 0,-7-1-274 0,7 5-198 0,-8-8-82 15,2 3-64-15,5 1-32 0,-6-4-15 0,0 3 1 0,-7-3 9 0,8 0 19 16,-2 0 23-16,2 0 32 0,-1 0 37 0,0 0 56 0,0-3 65 16,0-1 98-16,6 4 296 0</inkml:trace>
  <inkml:trace contextRef="#ctx0" brushRef="#br0" timeOffset="42215.57">10263 2689 0 0,'0'0'68'0,"-6"0"87"0,6 0 14 0,-6 0 21 16,6 0 22-16,-6 0 26 0,6 0 30 0,0 0 28 0,-8 0 30 16,8 0 12-16,0 0 3 0,0 0-2 0,0 0-6 0,0 0-8 0,0 0-7 15,0 0-8-15,0 0-10 0,0 0-14 0,0 0-17 0,0 0-22 0,0 0-24 16,0 0-24-16,0 0-23 0,0 0-26 0,0 0-30 0,0 0-18 16,0 0-14-16,0 3-7 0,0-3-4 0,0 0-2 0,8 0 0 15,-8 0 2-15,6 4 3 0,0-4 1 0,0 0 1 0,1 4-1 0,0-4-2 16,-1 0-2-16,7 0 0 0,-6 3-2 0,6-3-2 0,-1 0-4 0,2 0-4 15,-1 0-2-15,0 0-2 0,0 0-5 0,-1 0-5 0,2 0-3 16,6 0-6-16,-7-3-1 0,6 3-4 0,-6 0-2 0,7 0-3 0,-1 0-2 16,-6 0-2-16,6-4 0 0,1 4 0 0,-7 0-27 0,7 0-1 15,0 0 0-15,-8 0 0 0,8 0 0 0,-7 0 0 0,7 4 0 16,-8-4 0-16,2 0 0 0,5 3 0 0,-6-3 0 0,0 0 0 0,7 4 0 16,-7-4 0-16,0 3 0 0,0-3 0 0,-1 4 0 0,2-4 0 0,-1 0 0 15,0 4 0-15,-7-4 0 0,7 0 0 0,-6 0 0 0,6 0 0 16,-7 0 0-16,8 0 0 0,-8 0 0 0,0 0 0 0,1 0 0 15,-7 0 0-15,6 0 0 0,1 0 0 0,-7-4 0 0,7 4 0 0,-7-4 0 16,0 4 0-16,0 0 0 0,0 0 0 0,6-3 0 0,-6 3 0 0,0-4 0 16,0 4 0-16,0-3 0 0,0-1 0 0,0 0 0 0,0 1 0 0,0-5 0 15,6 1 0-15,-6 0 0 0,0-4 0 0,0-1 0 0,0 2 0 16,0-5 0-16,0 1 0 0,0-1 0 0,0 0 0 0,0-3 0 16,0 3 0-16,0-3 0 0,0 3 0 0,0-3 0 0,0 0 0 0,0-1 0 15,-6 1 0-15,6-1 0 0,0-2 0 0,0 2 0 0,0-3 0 0,0 0 0 16,-6 0 0-16,6 0 0 0,0 4 0 0,0-4 0 0,0-4 0 15,0 5 0-15,0-1 0 0,0-1 0 0,-7 1 0 0,7 0 0 0,0 1 0 16,0-1 0-16,0 3 0 0,0-3 0 0,0 0 0 0,0 0 0 16,0 0 0-16,0 4 0 0,0-4 0 0,0 4 0 0,0-4 0 0,0 3 0 15,0 5 0-15,0-5 0 0,0 5 0 0,0-1 0 0,0 1 0 0,0 3 0 16,7-4 0-16,-7 4 0 0,0 0 0 0,0 4 0 0,0-1 0 16,0-3 0-16,0 7 0 0,0-3 0 0,0 0 0 0,0 3 0 0,0 0 0 15,0 1 0-15,0 3 0 0,0 0 0 0,0 0 0 0,0 0 0 16,0 0 0-16,0 0 0 0,0 0 0 0,0 0 0 0,0 0 0 0,0 0 0 15,0 0 0-15,0 0 0 0,0 0 0 0,0 0 0 0,0 0 0 0,0 0 0 16,0 0 0-16,0 0 0 0,0 0 0 0,0 0 0 0,0 0 0 16,0 0 0-16,0 0 0 0,0 0 0 0,0 0 0 0,0 0 0 0,0 0 0 15,0 0 0-15,0 0 0 0,0 0 0 0,0 0 0 0,0 0 0 0,0 0 0 16,0 3 0-16,0-3 0 0,0 0 0 0,0 0 0 0,6 0 0 16,-6 0 0-16,6 0 0 0,-6 0 0 0,8 0 0 0,-2 0 0 0,0-3 0 15,0 3 0-15,1 0 0 0,6 0 0 0,-6 0 0 0,5-4 0 16,-4 4 0-16,4 0 0 0,1 0 0 0,0-3 0 0,0 3 0 0,7 0 0 15,-7-4 0-15,6 4 0 0,1-4 0 0,-7 4 0 0,7-3 0 0,-1 3 0 16,7-4 0-16,-6 4 0 0,-1-4 0 0,1 4 0 0,0-3 0 16,-2 3 0-16,2 0 0 0,0-4 0 0,-7 4 0 0,7 0 0 0,-8 0 0 15,8 0 0-15,-7 0 0 0,0 0 0 0,-6 0 0 0,5 0 0 16,2 4 0-16,-8-4 0 0,7 0 0 0,-7 3 0 0,8-3 0 0,-8 4 0 16,0-4 0-16,2 4 0 0,-2-4 0 0,0 0 0 0,1 3 0 15,-1-3 0-15,1 0 0 0,-7 4 0 0,6-4 0 0,-6 0 0 0,7 0 0 16,-7 4 0-16,0-4 0 0,6 0 0 0,-6 0 0 0,0 0 0 0,0 0 0 15,0 0 0-15,0 3 0 0,0-3 0 0,6 0 0 0,-6 0 0 0,0 4 0 16,0-4 0-16,0 3 0 0,0 1 0 0,0-4 0 0,0 4 0 16,0-1 0-16,-6 5 0 0,6-5 0 0,0 5 0 0,0-1 0 15,0 4 0-15,0 0 0 0,-6 0 0 0,6 4 0 0,-7 0 0 0,7-1 0 16,-6 4 0-16,-1 1 0 0,7 3 0 0,-6-4 0 0,-1 4 0 0,1 4 0 16,0-4 0-16,-2 3 0 0,2-3 0 0,0 4 0 0,-1 0 0 15,7-1 0-15,-7-3 0 0,1 4 0 0,0-1 0 0,6-2 0 0,0 2 0 16,-7-3 0-16,7 0 0 0,0 0 0 0,-6-4 0 0,6 5 0 15,0-5 0-15,0 0 0 0,0 0 0 0,0-3 0 0,0 0 0 0,0-1 0 16,0-3 0-16,0 4 0 0,0-4 0 0,0-4 0 0,6 1 0 0,-6-1 0 16,0 0 0-16,0 1 0 0,0-5 0 0,0 1 0 0,0 0 0 15,7-4 0-15,-7 3 0 0,0-3 0 0,0 0 0 0,0 4 0 16,0-4 0-16,0 0 0 0,0 0 0 0,0 0 0 0,0 0 0 0,0 0 0 16,0 0 0-16,0 0 0 0,6-4 0 0,-6 4 0 0,0 0 0 0,6 0 0 15,-6 0 0-15,7 0 0 0,-7 0 0 0,7 0 0 0,-1 0 0 16,0 0 0-16,2 0 0 0,-2 0 0 0,7 0 0 0,-7 0 0 0,7 0 0 15,0 0 0-15,1 0 0 0,-8 0 0 0,7 0 0 0,7 0 0 16,-8 0 0-16,2 0 0 0,-2 0 0 0,2 0 0 0,-1 0 0 0,-1 0 0 16,2 0 0-16,6 0 0 0,-8 0 0 0,1 0 0 0,0 0 0 15,6 0 0-15,-5 0 0 0,-1 0 0 0,6 0 0 0,-6 0 0 0,1 0 0 16,-2 0 0-16,2-3 0 0,-2 3 0 0,1 0 0 0,1 0 0 16,-2 0 0-16,2-4 0 0,-2 4 0 0,-5 0 0 0,0-4 0 0,6 4 0 15,-7 0 0-15,0-3 0 0,2 3 0 0,-2 0 0 0,0-4 0 0,0 4 0 16,1-4 0-16,6 4 0 0,-13 0 0 0,7-4 0 0,-1 4 0 15,1 0 0-15,0-3 0 0,-1 3 0 0,0 0 0 0,-6-4 0 16,7 4 0-16,0 0 0 0,-7 0 0 0,6-3 0 0,-6 3 0 0,6 0 0 16,-6 0 0-16,7 0 0 0,-7-4 0 0,0 4 0 0,0 0 0 0,0 0 0 15,0 0 0-15,6-4 0 0,-6 4 0 0,0 0 0 0,0 0 0 16,0-4 0-16,0 4 0 0,7-3 0 0,-7 3 0 0,0-4 0 16,0 0 0-16,0-3 0 0,0 3 0 0,7-3 0 0,-7 0 0 0,0-4 0 15,0 0 0-15,0 0 0 0,0 0 0 0,0-4 0 0,0 1 0 0,0-1 0 16,0 1 0-16,0-5 0 0,0 1 0 0,0 3 0 0,0-7 0 15,0 4 0-15,0 0 0 0,0-4 0 0,-7 3 0 0,7-3 0 0,0 0 0 16,0 0 0-16,0 0 0 0,-7 0 0 0,7 1 0 0,0-2 0 16,0-2 0-16,0 3 0 0,-6-4 0 0,6 4 0 0,0 0 0 0,0 4 0 15,0-4 0-15,-7 3 0 0,7 1 0 0,0 4 0 0,0-1 0 0,0 0 0 16,0 4 0-16,-6 0 0 0,6 4 0 0,0-1 0 0,0 1 0 16,0 3 0-16,0-3 0 0,0 7 0 0,0-4 0 0,-6 1 0 0,6 3 0 15,0 0 0-15,0 0 0 0,0 0 0 0,0 0 0 0,0 0 0 16,0 0 0-16,0 0 0 0,0 0 0 0,0 0 0 0,0 0 0 0,0 0 0 15,0 0 0-15,0 0 0 0,0 0 0 0,0 0 0 0,0 0 0 0,0 0 0 16,0 0 0-16,0 0 0 0,0 0 0 0,6 0 0 0,-6 0 0 16,6 0 0-16,-6 0 0 0,7 0 0 0,-1 0 0 0,1 0 0 0,0 0 0 15,-1 0 0-15,0 0 0 0,8 0 0 0,-8 0 0 0,7 0 0 16,0 0 0-16,-6 0 0 0,5 0 0 0,2 0 0 0,-2 0 0 0,2 0 0 16,-1 0 0-16,0 0 0 0,0 0 0 0,-7 0 0 0,8 0 0 0,-2 0 0 15,1 3 0-15,7-3 0 0,-8 0 0 0,2 0 0 0,-1 0 0 0,0 0 0 16,0 0 0-16,0 0 0 0,0-3 0 0,0 3 0 0,0 0 0 15,0 0 0-15,0 0 0 0,0 0 0 0,-7-4 0 0,8 4 0 16,-1 0 0-16,-7 0 0 0,8 0 0 0,-8 0 0 0,6-4 0 0,-4 4 0 16,-2 0 0-16,7 0 0 0,-6-3 0 0,-1 3 0 0,1 0 0 0,-1 0 0 15,-6 0 0-15,6-4 0 0,1 4 0 0,-7 0 0 0,7 0 0 0,-7 0 0 16,0 0 0-16,0 0 0 0,0 0 0 0,0 0 0 0,0 4 0 16,0-4 0-16,0 0 0 0,0 3 0 0,0-3 0 0,0 4 0 0,0-4 0 15,0 4 0-15,-7-1 0 0,7 1 0 0,0 0 0 0,0 3 0 16,0 0 0-16,-7 1 0 0,7 3 0 0,0 0 0 0,-6 0 0 0,6 4 0 15,0-1 0-15,-6 1 0 0,6 3 0 0,-7 0 0 0,7 1 0 0,-6-1 0 16,6 1 0-16,-7-1 0 0,7 0 0 0,-7 4 0 0,7-4 0 0,-6 0 0 16,6 4 0-16,-6-3 0 0,6 3 0 0,-8-4 0 0,8 4 0 0,-6-4 0 15,6 4 0-15,-6-3 0 0,6 3 0 0,-6 0 0 0,6-4 0 16,-7 0 0-16,7 4 0 0,-7-3 0 0,7-1 0 0,-6 0 0 0,6 1 0 16,0-5 0-16,-7 5 0 0,7-5 0 0,-6-3 0 0,6 4 0 0,0-4 0 15,0 0 0-15,-6 0 0 0,6-4 0 0,0 1 0 0,0-1 0 0,0 0 0 16,0 1 0-16,0-5 0 0,0 1 0 0,0 0 0 0,0-1 0 15,0-3 0-15,0 4 0 0,0-4 0 0,0 0 0 0,0 0 0 0,0 0 0 16,0 0 0-16,0 0 0 0,0 0 0 0,0 0 0 0,0 0 0 0,0 0 0 16,0 0 0-16,0 4 0 0,0-4 0 0,0 0 0 0,6 0 0 0,-6 0 0 15,0 0 0-15,0 3 0 0,0-3 0 0,6 0 0 0,-6 0 0 16,7 0 0-16,-7 0 0 0,6 0 0 0,-6 4 0 0,7-4 0 0,0 0 0 16,-1 0 0-16,-6 0 0 0,6 4 0 0,0-4 0 0,2 0 0 0,4 0 0 15,-5 0 0-15,0 0 0 0,-1 0 0 0,7 0 0 0,-7 0 0 0,8 0 0 16,-8 0 0-16,7 0 0 0,-6 0 0 0,6 0 0 0,-1 0 0 15,2 3 0-15,-8-3 0 0,8 0 0 0,-2 0 0 0,1 0 0 0,7 0 0 16,-8 4 0-16,2-4 0 0,-1 0 0 0,0 0 0 0,0 4 0 0,-7-4 0 16,8 0 0-16,-2 0 0 0,2 0 0 0,-8 0 0 0,7 0 0 0,-7 0 0 15,8-4 0-15,-8 4 0 0,0 0 0 0,2 0 0 0,-2-4 0 16,0 4 0-16,0 0 0 0,-6-3 0 0,7 3 0 0,0-4 0 0,-7 4 0 16,0-4 0-16,6 4 0 0,1 0 0 0,-7-3 0 0,0-1 0 15,6 0 0-15,-6 4 0 0,6-3 0 0,-6-1 0 0,0-3 0 0,8 3 0 16,-8-4 0-16,0 5 0 0,6-4 0 0,-6-5 0 0,0 5 0 0,0 0 0 15,6-4 0-15,-6 0 0 0,0 0 0 0,0 0 0 0,0-4 0 0,0 1 0 16,0-1 0-16,0 1 0 0,0-5 0 0,-6 4 0 0,6-7 0 0,0 4 0 16,0 0 0-16,0 0 0 0,-6-4 0 0,6 0 0 0,0 3 0 15,0 1 0-15,0-1 0 0,0 1 0 0,0 0 0 0,0 0 0 0,0 3 0 16,0 0 0-16,0 5 0 0,0-6 0 0,0 5 0 0,0 1 0 16,0-1 0-16,0 3 0 0,6 1 0 0,-6 0 0 0,0-4 0 0,0 7 0 0,0-3 0 15,0-1 0-15,0 5 0 0,0-1 0 0,0-3 0 0,0 3 0 16,0 1 0-16,6-1 0 0,-6-3 0 0,0 3 0 0,0 0 0 0,0 1 0 15,7-2 0-15,-7 2 0 0,0-1 0 0,0 1 0 0,0-1 0 0,6 0 0 16,-6 1 0-16,0-1 0 0,0 0 0 0,0 1 0 0,7-1 0 16,-7 0 0-16,0 4 0 0,0-3 0 0,0-1 0 0,0 4 0 0,0 0 0 15,6-4 0-15,-6 4 0 0,0-3 0 0,0-1 0 0,0 4 0 16,7 0 0-16,-7-4 0 0,0 4 0 0,0-3 0 0,6 3 0 0,-6-4 0 0,0 4 0 16,7 0 0-16,-7-4 0 0,0 4 0 0,7 0 0 0,-7 0 0 15,0-3 0-15,6 3 0 0,-6 0 0 0,0 0 0 0,6 0 0 0,-6 0 0 16,7 3 0-16,-7-3 0 0,7 0 0 0,-1 0 0 0,-6 4 0 15,6-4 0-15,1 4 0 0,-1-4 0 0,1 3 0 0,0-3 0 16,-1 0 0-16,0 4 0 0,2-4 0 0,-2 4 0 0,0-4 0 0,0 3 0 16,1-3 0-16,0 4 0 0,6-4 0 0,-7 4 0 0,0-4 0 0,8 3 0 15,-2-3 0-15,-5 0 0 0,6 4 0 0,-6-4 0 0,5 0 0 0,-4 4 0 16,4-4 0-16,-6 0 0 0,8 3 0 0,-8-3 0 0,1 0 0 0,6 0 0 16,-6 4 0-16,-1-4 0 0,6 0 0 0,-4 0 0 0,-2 0 0 0,0 4 0 15,8-4 0-15,-8 0 0 0,1 0 0 0,-1 0 0 0,0 3 0 0,1-3 0 16,0 0 0-16,-1 4 0 0,0-4 0 0,1 0 0 0,0 0 0 15,-7 4 0-15,6-4 0 0,1 0 0 0,-1 0 0 0,-6 0 0 0,6 0 0 16,-6 3 0-16,8-3 0 0,-8 0 0 0,6 0 0 0,-6 0 0 16,6 0 0-16,-6 4 0 0,6-4 0 0,-6 0 0 0,8 0 0 0,-8 0 0 0,0 0 0 15,6 0 0-15,-6 0 0 0,0 3 0 0,0-3 0 0,0 0 0 0,0 0 0 16,0 0 0-16,6 0 0 0,-6 0 0 0,0 0 0 0,0 0 0 16,0 5 0-16,0-5 0 0,0 0 0 0,0 3 0 0,-6-3 0 0,6 4 0 15,0 0 0-15,0-1 0 0,0 5 0 0,-6-5 0 0,6 5 0 0,0-1 0 16,-8 0 0-16,8 0 0 0,-6 4 0 0,6 0 0 0,-6 0 0 0,6 0 0 15,-6 0 0-15,-2 4 0 0,8-1 0 0,-6-2 0 0,0 2 0 0,-1 1 0 16,7 3 0-16,-6-3 0 0,6 3 0 0,-7-3 0 0,0 3 0 0,7 0 0 16,-6 1 0-16,6-1 0 0,-6 1 0 0,6-1 0 0,0 0 0 15,-7 0 0-15,7 1 0 0,0-4 0 0,0 3 0 0,0-4 0 0,0 1 0 16,0-4 0-16,0 4 0 0,0-4 0 0,0 0 0 0,0-4 0 0,0 4 0 16,7 0 0-16,-7-4 0 0,0 0 0 0,0 1 0 0,6-1 0 0,-6 0 0 15,0-3 0-15,0 4 0 0,0-1 0 0,6-3 0 0,-6-1 0 16,0 5 0-16,0-5 0 0,7 1 0 0,-7 3 0 0,0-3 0 0,7 0 0 15,-7 3 0-15,0-4 0 0,0 1 0 0,0 0 0 0,0-1 0 0,6 1 0 16,-6 0 0-16,0 3 0 0,0-3 0 0,0-1 0 0,0 1 0 0,0 0 0 16,0-1 0-16,0 5 0 0,0-5 0 0,0 1 0 0,0 0 0 15,0 0 0-15,0-4 0 0,7 3 0 0,-7 1 0 0,0-4 0 0,0 4 0 16,0-4 0-16,0 0 0 0,0 0 0 0,0 3 0 0,0-3 0 0,6 0 0 16,-6 0 0-16,0 0 0 0,0 0 0 0,6 0 0 0,-6 0 0 15,0 0 0-15,8 0 0 0,-8 0 0 0,6 0 0 0,-6 0 0 0,6 0 0 16,-6 0 0-16,6 0 0 0,2 0 0 0,-2 0 0 0,0-3 0 0,1 3 0 15,-1 0 0-15,1-4 0 0,0 4 0 0,-1-4 0 0,0 4 0 16,8-3 0-16,-8-1 0 0,7 4 0 0,-6-4 0 0,6 0 0 0,-7 4 0 16,7-3 0-16,-6-1 0 0,5 4 0 0,2-4 0 0,-8 1 0 0,7 3 0 15,-7-4 0-15,8 4 0 0,-2-4 0 0,-4 4 0 0,4-3 0 0,1 3 0 16,0 0 0-16,0-4 0 0,1 4 0 0,-2 0 0 0,1 0 0 16,0 0 0-16,0 0 0 0,1 0 0 0,-2 0 0 0,2 4 0 0,-2-4 0 15,8 0 0-15,-13 0 0 0,5 0 0 0,2 3 0 0,-1-3 0 0,0 0 0 16,0 0 0-16,-7 0 0 0,8 0 0 0,-2 0 0 0,-5 4 0 0,6-4 0 15,-7 0 0-15,7 0 0 0,-6 0 0 0,6 0 0 0,-7 0 0 16,1 0 0-16,0 0 0 0,-1 0 0 0,0 0 0 0,1 0 0 0,-1 0 0 16,1 0 0-16,-7 0 0 0,7 0 0 0,-7 0 0 0,6 4 0 15,-6-4 0-15,6 0 0 0,-6 0 0 0,0 0 0 0,0 0 0 0,7 0 0 16,-7 0 0-16,0 0 0 0,0 0 0 0,0 0 0 0,0 0 0 0,0 0 0 16,0 0 0-16,0 0 0 0,0 0 0 0,0 0 0 0,0 0 0 0,0 0 0 15,0 0 0-15,-7 3 0 0,7-3 0 0,-6 4 0 0,0-4 0 16,-8 0 0-16,8 4-694 0,-7-4-175 0,0 0 4 0,0 0 23 0,0 0 29 15,-7 0 41-15,7-4 46 0,0 4 51 0,-7-4 55 0,1 1 75 16,6-1 89-16</inkml:trace>
  <inkml:trace contextRef="#ctx0" brushRef="#br0" timeOffset="54632.99">10101 1106 146 0,'-6'0'180'0,"6"-4"31"0,0 4 36 0,0 0 36 15,0 0 39-15,0-3 39 0,0 3 40 0,-7 0 15 0,7 0 3 16,0 0-10-16,0 0-18 0,0 0-14 0,0 0-11 0,0-3-16 0,0 3-17 16,0 0-27-16,-7 0-29 0,7 3-33 0,0-3-35 0,0 0-37 0,-6 0-36 15,6 0-27-15,0 3-20 0,0-3-16 0,0 4-12 0,0-4-10 16,0 4-11-16,-7-4-7 0,7 3-8 0,0 1-5 0,0 3-5 0,0-3-3 15,0 7-3-15,-6-4 0 0,6 5-1 0,0-1 1 0,0 3 0 0,0-3 2 16,0 4 0-16,0-1 3 0,0 5 2 0,0-5 1 0,0 4 2 0,0-3 2 16,0 4 2-16,0-1 2 0,0-3-1 0,0 3 1 0,6 0-2 15,-6 0 0-15,7 1-1 0,-7-1-1 0,6-3 0 0,-6 3-1 0,7 1-1 16,0-5 0-16,-1 1-2 0,0-1 0 0,0-3-2 0,2 4-2 0,-2-4-1 16,0 0 0-16,1 0 2 0,-1-3-1 0,1 2 2 0,6-2 0 15,-7-1 3-15,8-3 2 0,-8-1 4 0,7 1 4 0,-6 0 5 0,6-4 4 16,-1 3 5-16,2-6 1 0,-2 3 3 0,2-4 1 0,-1 0 0 0,0 1 2 15,6-5 3-15,-5 5 0 0,-2-8-44 0,1 4-8 0,7-4 0 16,0-1 0-16,-8-2 0 0,8-1 0 0,-1 0 0 0,-5 1 0 0,5-5 0 16,1 1 0-16,-1 0 0 0,-6-1 0 0,7-3 0 0,-1 0 0 15,-6 1 0-15,6-1 0 0,-5 0 0 0,6 0 0 0,-7-1 0 0,-1 1 0 16,2 4 0-16,-2-4 0 0,2 0 0 0,-8 4 0 0,7-1 0 0,-7-2 0 16,1 6 0-16,0-3 0 0,-1-1 0 0,0 5 0 0,2-1 0 0,-8 4 0 15,6-3 0-15,-6 6 0 0,6-3 0 0,-6 4 0 0,0 0 0 0,0 3 0 16,0 0 0-16,0 0 0 0,0 1 0 0,0-1 0 0,-6 0 0 15,6 4 0-15,0-3 0 0,0 3 0 0,-6 0 0 0,6 0 0 16,-8 0-151-16,8 0-146 0,-6 0-78 0,0 0-81 0,6 3-80 0,-7 1-48 16,0 3-32-16,1 1-7 0,0-1 5 0,-1 4 16 0,1-3 22 0,-1 3 25 15,7 3 30-15,-7-3 37 0,1 0 46 0,6-4 68 0,-6 4 78 0</inkml:trace>
  <inkml:trace contextRef="#ctx0" brushRef="#br0" timeOffset="54866.52">10811 1209 0 0,'0'3'35'0,"0"-3"188"16,0 0 27-16,0 0 26 0,0 4 21 0,0-4 27 0,0 0 27 0,0 0 28 15,0 0 28-15,0 0 23 0,0 0 18 0,0 0-26 0,0 0-50 16,0 4-40-16,0-4-38 0,0 0-29 0,0 3-23 0,0 1-19 0,0 0-16 16,0-1-20-16,0 1-21 0,0 3-26 0,0 1-25 0,0-1-19 0,-7 0-18 15,7 5-10-15,0-2-10 0,0 1-6 0,-6 0-6 0,6 0-6 16,0 4-6-16,0-4-13 0,-7 0-17 0,7 0-20 0,0 0-25 0,0 0-31 15,0-4-37-15,0 4-53 0,0-4-63 0,0-3-67 0,0 4-67 16,0-5-60-16,7 1-55 0,-7-4-26 0,0 3-13 0,0-3 0 0,6 0 7 16,1 0 13-16,-1-3 19 0,0-1 27 0,-6 4 32 0,8-3 53 0,-2-1 61 15</inkml:trace>
  <inkml:trace contextRef="#ctx0" brushRef="#br0" timeOffset="129715.96">11019 3102 70 0,'0'0'146'16,"-6"-3"12"-16,6 3 14 0,0 0 15 0,0 0 13 0,0 0 18 15,0 0 18-15,0-4 10 0,0 4 6 0,0 0-8 0,0 0-15 16,0 0-11-16,0 0-3 0,0 0-2 0,0 0 2 0,0 0 5 0,0 0 8 16,0 0 1-16,0 0-2 0,0 0-7 0,6 0-11 0,-6 0-10 15,7 0-12-15,-1-3-10 0,0 3-11 0,8 0-8 0,-8 0-4 0,7 0-9 16,-6 0-10-16,6 0-12 0,7-4-16 0,-8 4-11 0,8 0-7 16,-1 0-5-16,1-4-3 0,0 4-5 0,6 0-4 0,-7 0-2 0,7 0-4 15,-6 0-4-15,6 4-3 0,-1-4-4 0,-5 4-2 0,7-1-3 16,-1 1-3-16,-7-1-5 0,7 5-1 0,0-4-4 0,0 3-1 0,0 4-3 15,7-4 0-15,-7 4-2 0,-1 1 0 0,2 2-1 0,-1 1-1 16,6-1-2-16,-5 0-2 0,-1 5-1 0,6 3-1 0,-6-4 0 0,7 4-1 16,-7 1-1-16,7 2-1 0,-7-3 1 0,6 4 1 0,-5-1 0 15,-2 1-2-15,7 0 1 0,-6-4 1 0,1 3 1 0,-1 1 3 16,0-1 1-16,0 5 2 0,1-4 1 0,-2-1-1 0,-5 0 1 0,6 1-1 16,-7 0-1-16,1 0-2 0,6-1 0 0,-6 1 1 0,-1 0-1 15,1-1-1-15,6 1 1 0,-14-4-3 0,8 4 0 0,-1-1-4 0,1 1-19 16,0-1 0-16,-1 1 0 0,1-4 0 0,-8 4 0 0,8-1 0 15,-7 1 0-15,1-4 0 0,-2 4 0 0,8-4 0 0,-7 0 0 16,0 0 0-16,0 0 0 0,-7-1 0 0,8-2 0 0,-2 3 0 0,2-4 0 16,-8 1 0-16,7-1 0 0,-7 0 0 0,8 0 0 0,-8 1 0 0,8-4 0 15,-8 3 0-15,0-3 0 0,7 0 0 0,-6-1 0 0,-1 0 0 16,1-3 0-16,-1 4 0 0,0-4 0 0,2 0 0 0,-2 0 0 16,0-3 0-16,1 3 0 0,-7-4 0 0,6 0 0 0,-6-3 0 0,0-1 0 15,7 5 0-15,-7-5 0 0,0-3-7 0,0 0-141 0,0 4-42 16,0-4-76-16,-7 0-91 0,7 0-83 0,-6-4-80 0,-1 4-48 15,1 0-31-15,0-3-10 0,-2 3 4 0,-4-4 13 0,5 4 18 0,-6 0 21 16,0 4 24-16,1-4 36 0,-2 3 42 0,1-3 75 0,0 8 90 16</inkml:trace>
  <inkml:trace contextRef="#ctx0" brushRef="#br0" timeOffset="130232.43">12745 4898 0 0,'0'-7'113'0,"-6"-1"158"0,6 5 42 0,-7-5 42 0,0 5 42 0,1-5 30 15,0 4 24-15,-1 4 20 0,-6-3 16 0,7-1 14 0,-1 4 11 16,-6 0-35-16,6 4-56 0,-5-1-50 0,-2 1-46 0,8 4-43 16,-14 3-37-16,7 0-39 0,1 7-37 0,-2 0-26 0,1 4-20 0,-6 0-15 15,6 7-10-15,-1 0-7 0,-5 1-9 0,6 7-7 0,0-1-7 0,7 1-5 16,-8 0-4-16,8-1-4 0,0 4-5 0,6-3-4 0,-8 3-4 15,8-3-3-15,8-1-4 0,-8 1-5 0,6 0-2 0,0-4-6 16,8 3-2-16,-1-2-3 0,-1-1-2 0,2-4-3 0,5 4-2 0,1-8-1 16,-1 1-1-16,0 0 0 0,8-8 1 0,-1 0 0 0,0 1-1 15,7-5-1-15,-7-3-2 0,6-4-2 0,1 1-3 0,6-5 0 16,-7 1 0-16,7-4 0 0,-6-4 0 0,6 1 0 0,-6-5 0 0,5 1 0 16,-5-4 0-16,0-3 0 0,-1 3 0 0,1-4 0 0,-1 0 0 15,-6-3 0-15,0 0 0 0,1 0 0 0,-1-1 0 0,0-3 0 0,-7 4 0 16,1-4 0-16,-8 0 0 0,2 0 0 0,5 0 0 0,-5 0 0 15,-8 3 0-15,6-2 0 0,-4-1 0 0,-2 0 0 0,0 3 0 0,1-2 0 16,0-2 0-16,-1 1 0 0,-6-3 0 0,0 3 0 0,0 0 0 0,0-1 0 16,0-2 0-16,0-1 0 0,-6 1 0 0,-1 3 0 15,0-4 0-15,1 0 0 0,0 1 0 0,-8-1 0 0,8 1 0 0,-7 3 0 16,0 0 0-16,0 0 0 0,-7 0 0 0,8 0 0 0,-8 3 0 0,0 5 0 16,1-4 0-16,-7 7 0 0,6-4 0 0,-5 8 0 0,-2-4 0 15,1 7 0-15,-6-3 0 0,5 7 0 0,-5-4 0 0,-7 8 0 16,7-4-42-16,-2 3-195 0,-5 5-60 0,7-5-73 0,-1 5-78 0,-6-1-56 15,7 4-45-15,-1-4-31 0,7 1-23 0,0-1 2 0,0 0 14 16,7 0 21-16,-1 1 27 0,6-5 28 0,-4 5 34 0,11-5 49 16,-6 1 59-16,6 0 73 0,1-1 109 0</inkml:trace>
  <inkml:trace contextRef="#ctx0" brushRef="#br0" timeOffset="130449.45">12628 5066 28 0,'0'4'241'0,"0"3"36"0,0 1 30 0,0-1 39 0,0 0 45 0,6 1 33 16,-6-1 26-16,6 4 23 0,2 0 18 0,-2 0 2 0,7 3-6 15,0 1-30-15,0 0-42 0,7 3-37 0,-1 1-36 0,1-1-26 16,6 4-20-16,-6 0-33 0,5-1-38 0,1 2-29 0,0-1-23 0,0 0-20 16,7 0-19-16,-7-4-15 0,0 4-15 0,1-3-16 0,-2-1-14 0,-5 0-24 15,6-3-50-15,-7 3 0 0,1-4 0 0,0 1 0 0,-8 0 0 16,8-4 0-16,-7 0 0 0,0 0-3 0,0 0-88 0,-7-4-30 16,2 1-30-16,4-1-46 0,-12 0-53 0,6-3-71 0,-6 3-77 15,7-3-69-15,-7-4-62 0,0 0-36 0,0 0-18 0,0 0-2 0,-7 0 10 16,1-4 19-16,6 0 22 0,-6-3 28 0,0 0 30 0,6 0 46 15,0-4 52-15,-8-4 70 0,8-4 141 0</inkml:trace>
  <inkml:trace contextRef="#ctx0" brushRef="#br0" timeOffset="130666.24">13273 5173 0 0,'6'-19'63'0,"0"4"161"16,-6 4 44-16,8 0 51 0,-8 4 53 0,0 0 41 0,0 7 37 0,6-4 28 16,-6 4 25-16,0 0 15 0,0 0 10 0,-6 4-17 0,6 0-30 15,-8 3-29-15,8 0-28 0,-6 0-34 0,0 4-35 0,-1 4-43 16,-6 0-49-16,0 3-38 0,7 4-33 0,-14 0-27 0,7 0-21 0,-7 7-23 15,1-3-101-15,0 4-20 0,-1-5 0 0,-6 8 0 0,7-4 0 16,-8 0 0-16,1 1 0 0,0-4 0 0,0 3 0 0,7-4 0 16,-7-3 0-16,-1 4-2 0,8-7-150 0,-8-1-43 0,8 0-50 0,-7-3-71 15,14-1-80-15,-8-3-69 0,0 0-62 0,7-3-39 0,0-1-23 16,6-4-4-16,-5-3 10 0,5 5 17 0,0-10 20 0,1 5 26 0,6-3 25 16,0-1 44-16,0-3 48 0,0 3 72 0,0-3 81 0</inkml:trace>
  <inkml:trace contextRef="#ctx0" brushRef="#br0" timeOffset="132215.44">12849 5924 136 0,'0'-4'199'0,"0"4"24"0,6 0 26 16,-6 0 30-16,8 0 33 0,-8 4 39 0,0-1 43 0,6 1 31 15,-6 3 23-15,6-3-18 0,1 3-36 0,-7 0-27 0,6 1-23 0,-6 3-16 16,7 0-14-16,-1-4-21 0,-6 4-21 0,7 0-25 0,-7 0-29 0,6 0-34 16,-6 3-39-16,7-2-24 0,-7-1-18 0,0 0-14 0,7 0-10 15,-7 0-6-15,6 0-5 0,-6-4-2 0,0 4-3 0,6 0-1 16,-6 0 1-16,0-3 1 0,7 2-1 0,-7 1 0 0,0 0 1 16,0 0-1-16,0 4 0 0,0 0 1 0,0-1 0 0,-7 1-1 0,7-1 0 15,-6 5-2-15,6-1-2 0,-6 1-2 0,6-1-16 0,-7 0-41 16,0 4 0-16,1-4 0 0,6 1 0 0,-7 2 0 0,1-2 0 0,-1 3 0 15,1-4 0-15,-1 1 0 0,1-1 0 0,6 0 0 0,-6 0 0 16,-2 1 0-16,2-1 0 0,0-3 0 0,6 3 0 0,-7 1 0 16,1-5 0-16,6 4 0 0,-7-3 0 0,7 3 0 0,-6-3 0 0,-1 4 0 15,1-5 0-15,6 4 0 0,-6-3 0 0,-2 3 0 0,8-3 0 16,-6 3 0-16,0-3 0 0,6 0 0 0,-7 3 0 0,0-4 0 0,1 1 0 16,6 0 0-16,-6 0 0 0,-1-1 0 0,1 4 0 0,6-2 0 15,-7-2 0-15,0-3 0 0,1 4 0 0,0-1 0 0,6 1 0 0,-7-4 0 16,0 3 0-16,1 1 0 0,0 1 0 0,-1-6 0 0,1 5 0 15,-1-4 0-15,0 3 0 0,1-3 0 0,0 0 0 0,-2 4 0 16,2-4 0-16,0 0 0 0,0 0 0 0,-1-4 0 0,0 4 0 0,7 1 0 16,-6-6 0-16,-1 6 0 0,1-5 0 0,0 1 0 0,-2 2 0 15,2-3 0-15,6 1 0 0,-6-1 0 0,-1-3 0 0,7 3 0 0,-7 0 0 16,1 0 0-16,6 1 0 0,-6-1 0 0,-1 0 0 0,1 1 0 0,-1-1 0 16,7 0 0-16,-7 4 0 0,1-3 0 0,0-1 0 0,-1 4 0 15,0-3 0-15,1 3 0 0,0-4 0 0,-1 4 0 0,1 0 0 0,-1-4 0 16,0 4 0-16,-5 0 0 0,4 0 0 0,2-4 0 0,0 4 0 15,0 0 0-15,-1 1 0 0,-6-6 0 0,13 6 0 0,-13-1 0 16,7-4 0-16,6 4 0 0,-8-4 0 0,2 1 0 0,0-1 0 0,0 0 0 16,-1 1 0-16,0-1 0 0,1 0 0 0,-1 1 0 0,1-1 0 15,-1 0 0-15,0 0 0 0,7 1 0 0,-6 0 0 0,0-1 0 16,0 1 0-16,-2-2 0 0,2 2 0 0,0-1 0 0,-1 0 0 0,1 1 0 16,-1-1 0-16,0 0 0 0,1 1 0 0,0-1 0 0,0 0 0 15,-2 0 0-15,2 1 0 0,0-1 0 0,-1 0 0 0,0 1 0 0,1-2 0 16,-1 2 0-16,1 0 0 0,0-1 0 0,-1 1 0 0,0-1 0 15,1 4 0-15,0-4 0 0,-1 1 0 0,-6 2 0 0,6 1 0 0,1-3 0 16,-1 3 0-16,-6-4 0 0,7 4 0 0,0 0 0 0,-8 0 0 16,8-4 0-16,-1 5 0 0,1-5 0 0,-8 4 0 0,8-4 0 15,0 0 0-15,0 1 0 0,-2-1 0 0,2 1 0 0,0-5 0 0,6 4 0 16,-7-3 0-16,0 3 0 0,1-3 0 0,-1 0 0 0,7 3 0 16,-6-4 0-16,0 1 0 0,-1 0 0 0,0 3 0 0,1-3 0 0,0-1 0 15,6 5 0-15,-7-5 0 0,0 2 0 0,1-2 0 0,-1 0 0 16,1 1 0-16,0 4 0 0,-1-5 0 0,0 1 0 0,7 0 0 0,-6-1 0 15,0 1 0-15,-2 3 0 0,2-3 0 0,0 0 0 0,-1-1 0 16,1 5 0-16,-1-5 0 0,1 1 0 0,-1 0 0 0,1 3 0 16,0-4 0-16,-2 1 0 0,2 3 0 0,-7-3 0 0,13 4 0 0,-7-5 0 15,-5 1 0-15,12 3 0 0,-13-3 0 0,6 3 0 0,0-3 0 16,7-1 0-16,-6 5 0 0,-7-4 0 0,13-1 0 0,-7 0 0 0,1 4 0 16,0-2 0-16,-1-1 0 0,1-1 0 0,-1 1 0 0,0 0 0 15,1-1 0-15,0 1 0 0,-2-1 0 0,2 1 0 0,0 0 0 0,-1-4 0 16,1 3 0-16,-1 1 0 0,1 0 0 0,-1-1 0 0,1 1 0 15,0-4 0-15,-2 4 0 0,2-1 0 0,0 1 0 0,-1 0 0 0,0-1 0 16,1-3 0-16,0 4 0 0,-1 0 0 0,1-4 0 0,-1 3 0 16,0-3 0-16,1 4 0 0,0-4 0 0,6 0 0 0,-7 4 0 15,0-4 0-15,1 0 0 0,0 3 0 0,-1-3 0 0,1 0 0 0,6 4 0 16,-7-4 0-16,0 0 0 0,7 0 0 0,-6 4 0 0,0-4 0 16,6 0 0-16,-8 0 0 0,8 0 0 0,-6 0 0 0,6 0 0 0,-6 0 0 15,6 0 0-15,-6 0 0 0,-1 0 0 0,7 0 0 0,0 0 0 0,-7 0 0 16,1 0 0-16,6 0 0 0,-7 0 0 0,7 0 0 0,-6 0 0 15,6 0 0-15,-6 0 0 0,6 0 0 0,-8 0 0 0,8 0 0 16,-6 0 0-16,6 0 0 0,-6 0 0 0,0 0 0 0,6 0 0 16,-7 0 0-16,7 0 0 0,-7-4 0 0,1 4 0 0,6 0 0 0,-7 0 0 15,1 0 0-15,-1 0 0 0,7 0 0 0,-7-4 0 0,1 4 0 16,0 0 0-16,6 0 0 0,-6 0 0 0,-2 0 0 0,2-3 0 0,0 3 0 16,6 0 0-16,-7 0 0 0,1 0 0 0,-1-4 0 0,0 4 0 15,1-4 0-15,0 4 0 0,0 0 0 0,-2-3 0 0,-4 3 0 0,5 0 0 16,0-4 0-16,1 4 0 0,-1-4 0 0,1 4 0 0,0 0 0 15,-1-3 0-15,7 3 0 0,-7 0 0 0,1-4 0 0,0 4 0 16,6 0 0-16,-7-4 0 0,7 4 0 0,-7 0 0 0,7-3 0 0,-6 3 0 16,6 0 0-16,-7-4 0 0,7 4 0 0,0 0 0 0,-6-4 0 15,6 1 0-15,-7 3 0 0,0-4 0 0,7 4 0 0,-6 0 0 0,6-4 0 16,-6 1 0-16,0 3 0 0,-2-4 0 0,2 0 0 0,0 1 0 16,-1-1 0-16,1 1 0 0,-1-1 0 0,-6 0 0 0,7 1 0 0,-8-1 0 15,2-1 0-15,-2 3 0 0,1-3-311 0,-6 2-104 0,6 0-88 16,-7-1-85-16,7 0-39 0,-6 0-13 0,6 1 0 0,-7-1 9 0,7 0 17 15,0 1 22-15,0-1 25 0,1 0 28 0,4 1 41 16,-4-1 46-16,5 4 80 0,0-7 170 0</inkml:trace>
  <inkml:trace contextRef="#ctx0" brushRef="#br0" timeOffset="138049.13">13741 4898 0 0,'0'0'76'0,"0"0"154"0,0 0 33 0,-6 4 25 16,6-1 21-16,-6 1 22 0,-1 0 22 0,0 3 29 0,7 0 30 0,-6 0 21 15,6 4 17-15,0-3-35 0,-6 6-57 0,6 1-41 0,0 3-32 16,6 1-30-16,-6-1-31 0,0 4-24 0,6 0-19 0,-6 4-20 15,7-1-22-15,0 4-26 0,-7-3-30 0,6 4-20 0,0-1-16 0,-6 0-11 16,7 0-9-16,-7 1-6 0,0-1-5 0,7 0-5 0,-7 0-2 16,0 1-3-16,0-4-4 0,0 3-5 0,-7-3-8 0,7-1-15 15,0-3-14-15,-7-3-27 0,7 3-34 0,0-8-45 0,0-3-52 0,-6 4-60 16,6-12-65-16,0 1-58 0,0-4-54 0,0-4-28 0,-6-3-15 0,6-4-2 16,6-7 3-16,-6-4 10 0,0 0 12 0,0-8 28 0,6 1 31 15,-6-4 45-15,7 1 52 0</inkml:trace>
  <inkml:trace contextRef="#ctx0" brushRef="#br0" timeOffset="138332.44">13794 5103 0 0,'0'-22'4'0,"0"0"202"0,0 4 34 16,-7 3 35-16,7-4 36 0,-7 9 40 0,7-1 44 0,-6 0 28 16,0 3 23-16,6 5 13 0,0-5 11 0,-7 5-30 0,7-1-50 0,0 0-37 15,7 1-34-15,-7-1-29 0,6 0-28 0,0 1-30 0,1-1-29 0,6-3-34 16,1 3-37-16,-2-3-24 0,1 0-18 0,7-1-12 0,0 0-8 16,-1-2-6-16,7 3-5 0,-6-5-2 0,6 5-2 0,-1-4-4 15,1 4-4-15,-6-1-4 0,6 1-6 0,1 3-6 0,-2-3-7 0,-5 4-5 16,6 3-3-16,-6 0-3 0,-1 0 0 0,1 3-2 0,-8 1-1 15,2 3-2-15,-2 0 1 0,2 5 0 0,-1-2 1 0,-7 5 1 16,0 4 0-16,2-1 0 0,-2 4 0 0,0 0 0 0,-6 3 0 0,0 1 0 16,0 4 0-16,0 2-1 0,-6-2 0 0,0 6-1 0,-2-3-1 0,8 4-1 15,-12-4-2-15,5 3-2 0,1 1-1 0,-1-4-4 0,0 0-5 16,-5 0-9-16,5-4-13 0,0 0-16 0,1-3-16 0,0 0-25 16,6-8-28-16,-7 0-43 0,7-3-50 0,0-4-65 0,0-4-69 0,-7 1-61 15,7-5-54-15,0-3-39 0,0 0-26 0,0 0-8 0,-6-3 4 16,6-5 12-16,-7 5 13 0,1-8 23 0,-7 3 28 0,6-3 43 0,1 4 50 15,-7-4 63-15,0 0 108 0</inkml:trace>
  <inkml:trace contextRef="#ctx0" brushRef="#br0" timeOffset="138498.99">13982 5436 112 0,'-19'-7'183'0,"0"-1"30"0,-1 1 34 0,0 4 36 15,7-5 38-15,-7 5 35 0,8-1 32 0,5-3 19 0,-6 3 10 0,7 0-24 16,6 1-42-16,-7-1-25 0,7 0-20 0,7 1-15 0,-1-1-13 0,1 0-26 16,-1 1-29-16,7-1-34 0,1-3-35 0,5 3-34 0,-6 1-32 15,6-1-18-15,1 0-11 0,0 1-9 0,5-1-9 0,-5 0-8 0,6 1-6 16,-6-2-7-16,-1 5-7 0,7 0-15 0,-13-3-19 0,7 3-38 15,0 0-47-15,-8 0-59 0,2 0-66 0,-2 3-55 0,-5-3-48 0,-1 5-48 16,1 2-48-16,-7-3-24 0,-7 7-11 0,7-4-6 0,-13 7 0 16,7-3 9-16,-7 4 15 0,0 0 34 0,-7 3 44 0,1 0 57 15,-1 0 67-15</inkml:trace>
  <inkml:trace contextRef="#ctx0" brushRef="#br0" timeOffset="138631.75">13826 5689 165 0,'-12'11'191'0,"4"-4"7"15,2 1 6-15,0-5 4 0,-1 1 2 0,7 0 8 0,0-1 13 0,0-3 12 16,7 4 9-16,-1-4-26 0,0-4-42 0,8 4-29 0,-1 0-24 15,0-3-16-15,0-1-13 0,7 0-7 0,-1 1-6 0,0-5-4 16,1 1-4-16,6-4-15 0,-7 0-22 0,8 0-44 0,-7 0-52 0,5-3-55 16,1-1-54-16,-6 0-46 0,6 1-43 0,0-5-23 0,-7 1-10 0,7-4-5 15,-6 4-3-15,6-4-1 0,-7 0 3 0,8-4 4 0,-7 4 11 16,5-4 29-16,1-3 49 0</inkml:trace>
  <inkml:trace contextRef="#ctx0" brushRef="#br0" timeOffset="138832.37">14784 4674 0 0,'0'-14'138'16,"-7"3"223"-16,7 3 55 0,-6 1 31 0,-1 3 20 0,7 1 13 0,-7 3 9 16,7 0 6-16,-6 0 6 0,6 0 5 0,0 3 9 0,0-3-27 15,0 4-44-15,0 3-88 0,6-3-111 0,-6 3-74 0,7 1-53 0,0-1-30 16,-1 0-21-16,7 1-13 0,-7-1-9 0,1 0-13 0,6 4-15 16,1-4-21-16,-8-3-25 0,7 3-38 0,-7-2-42 0,7-2-62 0,-6 0-69 15,-1 1-67-15,0-1-67 0,2-3-56 0,-8 5-53 0,6-5-25 16,-6 0-13-16,0 3 1 0,-6 5 5 0,6-5 14 0,-8 1 17 15,2 3 30-15,0-3 38 0,-7 3 57 0,0 4 68 0</inkml:trace>
  <inkml:trace contextRef="#ctx0" brushRef="#br0" timeOffset="139015.73">14615 4927 0 0,'-20'11'158'0,"-6"0"111"0,6 1 30 0,1-6 35 0,5 2 37 16,-5-1 32-16,6-3 31 0,0-1 21 0,-1 1 19 0,8 0 11 16,-6-1 7-16,12 1-46 0,-7-4-75 0,7 3-56 0,0-3-47 0,0 0-33 15,0 4-27-15,7-4-32 0,-1 0-34 0,6 0-31 0,2 0-26 16,-1 0-22-16,7 0-20 0,0-4-10 0,-2 4-8 0,9-3-3 15,-7-1-3-15,6 1-2 0,-1-5-2 0,1 5-11 0,-6-1-14 0,6-3-19 16,-7 3-23-16,1-3-41 0,0 4-49 0,-7-5-62 0,-1 4-67 0,2 4-58 16,-8-4-49-16,0 4-48 0,-6 0-45 0,0 0-23 0,0 4-11 15,-6 0 3-15,0 4 8 0,-1-2 14 0,-6 5 20 0,7 0 38 0,-14 0 47 16,7 4 61-16,-7-1 68 0</inkml:trace>
  <inkml:trace contextRef="#ctx0" brushRef="#br0" timeOffset="139415.65">14530 5150 96 0,'-20'15'199'0,"1"-4"28"0,-1 0 27 0,0-3 24 16,8 3 24-16,-2-4 21 0,8-3 19 0,-7 3 12 0,7-3 9 0,6-1-24 15,-8-3-42-15,8 4-33 0,0-4-31 0,8 3-29 0,-8-3-24 0,6 4-28 16,0-4-26-16,7 4-24 0,-6-4-21 0,6 3-21 0,-1-3-19 16,8 0-13-16,0 4-9 0,-1-4-9 0,1-4-5 0,0 4-11 15,5 0-10-15,-5-3-10 0,6 3-8 0,1-4-7 0,-9 4-4 0,9-4-4 16,-1 1-1-16,0-1-3 0,-6 1 0 0,5 3-1 0,-5-4 2 16,0 0 2-16,-1 1 4 0,1 3 7 0,-8-4 9 0,2 4 16 0,-1 0 15 15,-7 4 29-15,1-4 32 0,-1 0 26 0,-6 3 20 0,0 1 16 16,0 0 13-16,-6 3 6 0,6-4 5 0,-13 5 2 0,6-1 0 0,-5 4 1 15,-2-4-1-15,-5 8-5 0,6-4-10 0,-14 3-22 0,8-2-26 16,-7 3-23-16,0-1-21 0,0 1-15 0,0-1-12 0,-1 1-6 16,-5 0-5-16,7-1-1 0,-9 1-2 0,9-4 0 0,-7 4 0 0,5-4-1 15,1 3 0-15,0-3-1 0,6 0 0 0,-5-3 0 0,11 3 2 0,-6-4 0 16,1 0 1-16,6 0 0 0,6-3 1 0,-5 0 0 0,6-1-1 16,-2 1 1-16,8 0-1 0,-6-4-1 0,6 0 1 0,6 0-1 15,-6 0 0-15,14 0 1 0,-8 0 0 0,7-4 4 0,0 4 3 0,6-4 2 16,1 1 2-16,0-1 2 0,6-3 1 0,-1 3 2 0,9-3 1 15,-1 0 0-15,-1-1 1 0,1 1 1 0,-1 0 2 0,7-1-2 16,-7 1 0-16,1 0-3 0,-1-4-5 0,1 3-3 0,-1 1-2 0,-5-1-6 16,5-2-6-16,-12 2-10 0,6 4-14 0,-7-3-16 0,-5 3-19 15,5-3-30-15,-12 7-37 0,6-3-47 0,-13-1-53 0,6 4-56 16,-6 0-53-16,0 0-44 0,-6 0-38 0,-1 4-29 0,1-1-23 0,-1-3-5 16,-12 7 5-16,5-3 12 0,1 3 18 0,-6 1 28 0,6 3 35 15,-7-3 45-15,1 2 54 0,-1 1 55 0,-6 0 162 0</inkml:trace>
  <inkml:trace contextRef="#ctx0" brushRef="#br0" timeOffset="139799.44">14589 5598 0 0,'-27'11'47'0,"7"3"116"0,-6-3 19 0,14 0 21 16,-8 0 25-16,7-4 24 0,-1 4 25 0,2-3 27 0,6 3 27 0,-1-4 17 16,0 4 15-16,7 0-2 0,0 0-11 0,-6 0-9 15,6 4-12-15,6 3-10 0,-6-3-10 0,0 3-15 0,7 4-17 0,-7 0-19 16,0 0-20-16,0 0-22 0,7 4-23 0,-7-1-30 0,0 1-35 0,0-1-25 16,0 1-19-16,0-1-14 0,0-2-11 0,0 2-10 0,0-3-6 15,0 0-8-15,0-4-8 0,0 1-13 0,0-4-12 0,0-1-17 16,0-3-17-16,0-3-19 0,0-5-19 0,0 1-19 0,0 0-18 0,6-8-23 15,-6 0-28-15,6-3-25 0,-6-4-24 0,6 0-17 0,2-7-14 16,-8 3-1-16,6-7 6 0,0 0 10 0,1 0 14 0,0-4 17 16,-1 0 17-16,1 5 17 0,-1-5 19 0,0 4 28 0,2 0 31 0,-2 0 40 15,0 4 43-15,0 0 41 0,1-5 44 0,0 9 31 0,-1-5 25 16,7 1 18-16,1 4 12 0,-8-1 9 0,6 0 7 0,8 1 6 0,-7-1 6 16,1 4 2-16,4 0 1 0,2 0-8 0,0 4-15 0,6-1-18 15,-7 1-23-15,1 3-21 0,6 1-20 0,-7 3-12 0,8 0-8 0,-1 0-3 16,0 3-5-16,-7 1-3 0,7 3-2 0,-6 4-5 0,6 0-5 15,-7 1-4-15,1 2-2 0,0 1-4 0,-7-4-3 0,0 7-3 0,0 0-2 16,-1-3-4-16,-4 3-5 0,-2 0-4 0,0 5-4 0,-6-5-3 16,7 0-4-16,-7 1-5 0,0-1-5 0,0 4-10 0,-7-8-12 15,7 5-17-15,-6-1-18 0,0-4-28 0,6 2-29 0,-14-2-48 0,8-3-55 16,-1 4-69-16,-6-8-80 0,7 4-69 0,-13-4-66 0,5 1-34 16,1-1-14-16,-6-4-2 0,6 5 6 0,-7-5 13 0,0-3 16 0,1 5 25 15,-1-5 28-15,0 0 47 0,1 0 55 0,0 0 71 0,0-5 229 16</inkml:trace>
  <inkml:trace contextRef="#ctx0" brushRef="#br0" timeOffset="139983.06">14510 6015 54 0,'-6'-7'177'0,"6"3"16"0,-7 0 14 0,7 1 31 15,0-1 39-15,7 0 37 0,-1 4 39 0,0-3 32 0,8 3 33 0,-2-4-8 16,2 4-28-16,5-4-26 0,1 4-24 0,0-3-18 0,5 3-17 0,-5-4-13 16,6 0-14-16,0 1-29 0,-7 3-39 0,7-4-38 0,-6 0-37 0,6 1-34 15,-7-1-33-15,1 4-27 0,0-3-24 0,-7-1-36 16,7 4-41-16,-14-4-56 0,7 4-62 0,-7 0-66 0,1 0-66 0,-7 0-58 15,0 0-52-15,-7 8-25 0,7-1-12 0,-6 0-8 0,-7 0-1 0,-1 4 5 16,2 0 9-16,-1 0 28 0,-7 4 34 0,0-4 51 0,1 4 59 16</inkml:trace>
  <inkml:trace contextRef="#ctx0" brushRef="#br0" timeOffset="140149.71">14497 6228 187 0,'-6'3'199'0,"-1"-3"19"0,7 4 22 0,0-4 28 15,7 0 33-15,-7 0 33 0,6 0 34 0,1 0 29 0,5 0 24 0,2 0-21 16,-2 0-44-16,2 0-36 0,-1-4-30 0,7 4-16 0,-2 0-10 15,-4-3-19-15,5 3-20 0,1 0-29 0,6-4-31 0,-7 4-35 16,1-4-34-16,0 4-33 0,-1-3-34 0,1 3-44 0,-1-4-49 0,0 0-61 16,-5 4-66-16,5-3-62 0,-6-1-59 0,0 4-53 0,1-4-50 0,-2 1-25 15,-5-1-13-15,-1 4-5 0,1-4-3 0,-1 4 3 0,1-3 8 16,-7 3 28-16,0 0 37 0,0 0 54 0,0 0 62 0</inkml:trace>
  <inkml:trace contextRef="#ctx0" brushRef="#br0" timeOffset="146949.43">13481 2974 0 0,'0'-3'92'0,"0"-1"25"0,0 4 5 0,0-4 9 16,0 4 9-16,-6-3 10 0,6 3 11 0,0-4 4 0,0 4 2 16,0-4-3-16,0 4-2 0,0 0 1 0,0 0 3 0,0 0 6 15,0 0 6-15,0 0 7 0,0 0 6 0,0 0 3 0,0 0 0 0,0 0-1 16,0 0 1-16,-7 0-6 0,7 0-8 0,0 0-7 0,0 0-7 15,0 0-9-15,0 4-6 0,0-4-7 0,0 0-6 0,0 0-6 0,0 0-6 16,0 4-5-16,0-4-5 0,7 3-5 0,-7-3-6 0,0 4-5 16,0-4-3-16,6 4-7 0,-6-4-6 0,7 3-6 0,-7 1-4 0,6 0-4 15,-6 3-3-15,6-3-4 0,1 3 0 0,0 0-1 0,-1 5-2 16,0-1-1-16,1 0-1 0,0 3 0 0,-1 4 0 0,7 1-1 0,-7-1-2 16,8 4-3-16,-8 0-4 0,0 4-3 0,8 3-4 0,-8 0-3 15,1 0-3-15,6 4-4 0,-6 1-4 0,-1-2-3 0,6 4-3 0,-4-1-4 16,-2 1-3-16,7 0-4 0,-6 1 0 0,-1-1-2 0,7-2-1 15,-7 2 0-15,8 1-1 0,-8-4 0 0,0 4-2 0,8-5 0 16,-8 1-1-16,1-3 1 0,5 3-2 0,-5-4 0 0,0 0 0 0,-1 0 0 16,0-3 0-16,2 4 0 0,-2-5 0 0,-6-2 0 0,6 2-2 15,1 0 0-15,-7-3-2 0,6-4-2 0,1 5-2 0,-7-5-4 0,0 1-7 16,6-5-7-16,-6 1-11 0,0-1-12 0,7 1-15 0,-7-4-23 16,0 0-26-16,0-4-45 0,0 1-55 0,0-5-69 0,0 5-79 0,0-8-62 15,-7 3-56-15,7-3-24 0,0 0-9 0,0 0 1 0,-6-3 6 16,-1 3 11-16,1-8 14 0,-1 5 21 0,1-5 26 0,0-2 45 15,-2-2 56-15</inkml:trace>
  <inkml:trace contextRef="#ctx0" brushRef="#br0" timeOffset="147549.15">13507 3030 31 0,'0'0'109'0,"0"-5"10"0,0 2 8 0,0 3 14 0,0-3 14 16,0 3 18-16,0 0 21 0,0 0 4 0,0-4-1 0,0 4 7 16,0 0 11-16,0 0 15 0,-7 4 14 0,7-4 17 0,0 0 18 0,-6 3 9 15,6 0 5-15,0 2-4 0,-6 2-7 0,6 0-13 0,-7 4-13 16,1 0-19-16,-1 4-20 0,0-1-21 0,-5 8-23 0,4 0-22 0,-4 4-23 15,-1 0-24-15,0-1-25 0,0 8-16 0,-7 0-12 0,8 0-10 16,-2 0-6-16,-5 0-7 0,5 0-5 0,-4 0-5 0,4-4-2 0,1 4-3 16,7-7-4-16,-8-1-6 0,8-3-7 0,-6 1-15 0,4-5-20 15,8-3-32-15,-6-4-41 0,6-4-47 0,0 0-54 0,0-3-45 0,0-1-41 16,0-3-37-16,0-3-34 0,6-4-33 0,2-1-33 0,-2 1-13 16,0-8-3-16,-6 5 9 0,13-9 15 0,-6 5 31 0,-1-5 37 0,1-3 49 15,-1 3 53-15,0-2 45 0,2-1 104 0</inkml:trace>
  <inkml:trace contextRef="#ctx0" brushRef="#br0" timeOffset="148149.47">13449 2971 54 0,'0'0'112'0,"6"0"6"0,-6 0 4 0,0 0 7 0,0 0 7 15,0 0 6-15,0 0 10 0,0 0-10 0,0 0-17 0,0 0-8 0,0 0-3 16,0-4 2-16,0 4 6 0,6 0 9 0,-6-4 11 0,0 4 12 15,7 0 13-15,-7 0 12 0,7-3 11 0,-1 3 11 0,1 0 13 0,-1 0 12 16,0 0 15-16,1 0 7 0,6 0 2 0,-7 3-3 0,8-3-2 0,-8 4-8 16,13 3-8-16,-5-3-9 0,-2 3-12 0,8 1-10 0,-7-1-12 15,7 5-13-15,6-5-12 0,-6 4-17 0,-1 3-19 0,7-3-14 16,0 0-10-16,-7 4-8 0,7-1-7 0,1-3-8 0,-1 4-8 0,0-1-5 16,0-3-3-16,-7 5-5 0,7-6-4 0,-6 5-7 0,6-4-5 15,1 4-3-15,-8-4-4 0,0 0-2 0,8-1-3 0,-8 1-1 16,0 0-5-16,1 0-1 0,-1-2-2 0,1-3-2 0,-7 5-5 0,0-3-3 15,6-1 0-15,-5-3-2 0,-2 3-1 0,-5-3-2 0,6 3-1 0,-6-3-4 16,-1-1-7-16,0 1-8 0,-6 0-11 0,8-4-15 0,-8 3-17 16,0-3-34-16,0 0-43 0,0 4-79 0,0-4-96 0,-8 0-91 15,2 0-86-15,0 0-44 0,-1 0-20 0,-6 0-8 0,6-4 0 0,-5 4 5 16,-2 0 9-16,2-3 14 0,-2-1 16 0,1 0 34 0,1 1 43 16,-2-1 78-16,2 0 189 0</inkml:trace>
  <inkml:trace contextRef="#ctx0" brushRef="#br0" timeOffset="155799.38">7131 8734 77 0,'0'-15'169'0,"7"4"23"0,-7 0 23 0,-7 3 30 0,7 1 34 16,0 0 42-16,-7-1 43 0,7 5 40 0,0-1 35 0,0 4-8 16,0-3-27-16,0 3-15 0,0 0-8 0,0 0-8 0,0 0-5 0,0 3-11 15,0 1-12-15,0 3-20 0,0 0-21 0,7 4-32 0,-7 8-36 16,7-5-31-16,-1 9-29 0,0 2-20 0,-6 8-17 0,7 0-12 15,0 3-12-15,-1 5-9 0,-6 3-8 0,0 3-10 0,7 1-10 0,-7 3-65 16,0 1-13-16,-7 3 0 0,7-4 0 0,-6 4 0 0,6 0 0 16,-7-4 0-16,7 1 0 0,-7-5 0 0,1-3 0 0,6 0 0 0,-6-4 0 15,6-3-37-15,0-8-87 0,-7 0-30 0,7-3-34 0,7-4-56 16,-7-7-67-16,0-1-68 0,0-3-67 0,6-3-53 0,-6-5-49 0,6-3-20 16,-6 0-8-16,7-7 8 0,-7 0 13 0,7-4 19 0,-7-4 24 15,6-3 29-15,-6-4 33 0,0-4 56 0,7-3 69 0,-7 0 66 16,0-4 224-16</inkml:trace>
  <inkml:trace contextRef="#ctx0" brushRef="#br0" timeOffset="156131.91">7112 8781 0 0,'0'-18'146'0,"6"3"124"16,-6 1 30-16,6 2 29 0,-6 5 30 0,0 0 32 0,7-4 35 16,0 3 26-16,-7 5 21 0,6-1 17 0,0 0 15 0,1 1-35 15,0-1-60-15,-1 4-47 0,7-4-42 0,0 1-30 0,0 3-22 0,1-4-21 16,5 4-23-16,1 0-26 0,-2-3-28 0,9 3-19 0,-7 0-13 15,6-4-12-15,0 4-10 0,-1 0-11 0,8 0-13 0,0 0-9 0,0 0-9 16,-1 0-5-16,-7 0-8 0,9 0-5 0,-2 0-56 0,1 4-1 16,-1-4 0-16,-5 3 0 0,5 1 0 0,-7-1 0 0,2 5 0 0,-8-1 0 15,1 0 0-15,-1 1 0 0,1 3 0 0,-7-4 0 0,0 8 0 16,-6-4 0-16,-1 4 0 0,0-1 0 0,-6 4 0 0,0 1 0 16,0-1 0-16,-6 4 0 0,0 0 0 0,-1 0 0 0,-6 0 0 0,0 4 0 15,0-4 0-15,-6 3 0 0,5 1 0 0,-5-4 0 0,-1 4 0 16,0-4 0-16,-5 3 0 0,5-7 0 0,-6 4 0 0,7-4 0 15,-7 1 0-15,6-4 0 0,-6-1 0 0,0 1 0 0,7-4 0 0,-8-4 0 16,8 1 0-16,0-5 0 0,-1 1 0 0,0-4-246 0,1-4-297 16,5 1-66-16,-5-1-54 0,12-3-15 0,-5-4 4 0,5 0 14 15,1 0 21-15,-1 0 25 0,7-4 31 0,0 4 35 0,0-3 36 0,0-1 56 16,7 0 64-16,-1 0 82 0,1 1 246 0</inkml:trace>
  <inkml:trace contextRef="#ctx0" brushRef="#br0" timeOffset="156565.15">7893 8814 113 0,'13'4'361'0,"6"3"43"0,-11-3 26 0,4 7 21 0,-6-4 22 16,8 0 19-16,-8 4 20 0,1 0 20 0,-1 1 22 0,0-2 19 15,2 5 20-15,4 0-61 0,-6 3-98 0,2 0-80 0,-2 4-67 0,7 1-33 16,-7-2-16-16,1 5-14 0,6 3-13 0,-7-3-42 0,8 3-169 16,-2 0 0-16,-5 4 0 0,6-3 0 0,0-1 0 0,-7 0 0 15,8 0 0-15,-2-3 0 0,-5 0 0 0,6-1 0 0,-6-3 0 0,5-3 0 16,2-1 0-16,-8-4 0 0,8-2 0 0,-2-5 0 0,-5 1 0 15,6-5 0-15,0-3 0 0,-7-3 0 0,8-5 0 0,-2 1 0 0,-5-8 0 16,6 0 0-16,0-3 0 0,0-8 0 0,-6 1 0 0,5-1 0 16,2-7 0-16,-8 0 0 0,7 0 0 0,0-3 0 0,-6-1 0 0,-1 4 0 15,7 4 0-15,-6-4 0 0,-1 7 0 0,1 1 0 0,-7 2 0 16,6 5 0-16,-6 3 0 0,7 4 0 0,-7 1 0 0,0 2 0 16,0 5 0-16,0 3 0 0,0 0 0 0,0 3 0 0,6 1 0 0,-6 3 0 15,0 0 0-15,0 8 0 0,7-4 0 0,-7 7 0 0,6 1 0 0,-6 3 0 16,6 0 0-16,2 0 0 0,-8 3 0 0,6-3 0 0,0 4 0 15,1-4 0-15,-1 4 0 0,1-8 0 0,-1 0 0 0,7 1 0 16,-7-5 0-16,8-3 0 0,-8 1 0 0,8-6 0 0,-2-2 0 0,1-4 0 16,1-4 0-16,5 1 0 0,-6-5 0 0,7-6 0 0,-7-1 0 15,7-3 0-15,-1-4 0 0,0-4 0 0,0 1 0 0,1-1 0 0,0-3 0 16,-7-1 0-16,7 1 0 0,-8 0 0 0,2-1 0 0,-2 5 0 16,-5-1-117-16,6 1-202 0,-6 3-69 0,5-1-66 0,-4 1-67 0,-8 4-47 15,6-4-36-15,0 8-8 0,0-5 8 0,1 5 17 0,0-1 23 16,-1 1 24-16,1 3 27 0,-1-4 34 0,0 4 38 0,2-4 58 15,4 4 69-15</inkml:trace>
  <inkml:trace contextRef="#ctx0" brushRef="#br0" timeOffset="156765.64">9176 8579 0 0,'0'0'327'0,"6"0"70"15,-6 5 49-15,0-2 35 0,-6 0 28 0,6 1 26 0,0 3 27 0,0-3 26 16,0 4 26-16,0-1 23 0,-6 4 21 0,6 0-32 0,0 0-62 0,0 3-74 16,-7 1-81-16,7 4-61 0,0-1-348 0,0 4 0 15,-7 0 0-15,7 3 0 0,-6 1 0 0,6 3 0 0,-6 0 0 0,-1 5 0 16,0 2 0-16,1-3 0 0,-7 4 0 0,7 3 0 0,-2 0 0 0,-4 1 0 15,6-1 0-15,-8-3 0 0,8 3 0 0,-7-4 0 0,7-3 0 16,-2 1 0-16,2-9 0 0,0 1 0 0,0-8 0 0,6 0 0 16,0-10 0-16,0-1 0 0,0-3-92 0,0-12-566 0,6 1-67 0,0-8-22 15,0-7 0-15,2 1 18 0,4-9 25 0,1-3 32 0,-6-4 33 0,6-3 44 16,-1 0 49-16,2-1 61 0,-1 1 67 0,0 0 86 0,-6 0 230 16</inkml:trace>
  <inkml:trace contextRef="#ctx0" brushRef="#br0" timeOffset="156949.01">9182 8803 66 0,'0'-11'343'16,"0"-3"53"-16,0 6 40 0,0 1 31 0,0 3 29 0,0 4 24 0,7-3 25 15,-7 6 22-15,7 1 23 0,-1 0 20 0,1 3 17 0,-1 0-54 16,0 4-93-16,8 0-77 0,-8 4-74 0,7-1-43 0,-6 5-33 0,6-1-49 16,-7 4-204-16,8 0 0 0,-8 4 0 0,6-4 0 0,-4 3 0 15,-2 4 0-15,0-3 0 0,1 0 0 0,6-1 0 0,-6 1 0 16,-1-4 0-16,-6 0 0 0,6 0 0 0,0-4 0 0,2 1 0 0,-8-5 0 16,6-3 0-16,-6 0-37 0,6-3-352 0,-6-1-90 0,0-7-94 0,0 0-50 15,0 0-29-15,0-4-5 0,7-7 6 0,-7 0 18 0,0 0 22 16,7-7 28-16,-1 0 31 0,1-5 40 0,-1 2 42 0,0-5 72 15,8-3 86-15</inkml:trace>
  <inkml:trace contextRef="#ctx0" brushRef="#br0" timeOffset="157132.93">9606 8711 147 0,'0'-10'402'0,"0"2"59"0,0 4 40 0,0 1 31 0,0 3 28 0,0 3 23 16,0-3 22-16,0 4 21 0,-6 4 20 0,6-1 20 0,-8 4 17 0,8 4-64 16,-6-1-104-16,0 1-95 0,-7 3-195 0,6 4-225 0,1 0 0 15,-7 0 0-15,7 3 0 0,-8 1 0 0,1 0 0 0,0 3 0 16,7 0 0-16,-14 4 0 0,7 1 0 0,7-5 0 0,-8 4 0 0,2-4 0 15,-1 0 0-15,6 1 0 0,-6-8 0 0,7-4 0 0,-2 0 0 16,2-7 0-16,6-3 0 0,0-8 0 0,0-4-287 0,6-7-311 16,2-4-82-16,-2-7-31 0,0-7-10 0,8-1 9 0,5-6 20 0,-6-4 28 15,0 0 32-15,7 0 42 0,-1-5 48 0,-6 1 59 0,6 4 65 0,-5 3 83 16,-1 1 209-16</inkml:trace>
  <inkml:trace contextRef="#ctx0" brushRef="#br0" timeOffset="157299">9600 8678 0 0,'6'-18'112'0,"0"4"205"0,1 3 72 0,0 3 47 15,-7 1 39-15,6 0 32 0,0 3 33 0,1 0 28 0,-1 4 27 0,1 0 25 16,-7 4 24-16,7 0-15 0,-1-1-35 0,0 5-50 0,1-1-59 15,0 4-52-15,6 0-130 0,-7 7-303 0,7-3 0 0,-6 7 0 0,5 0 0 16,-4 4 0-16,-2-1 0 0,7 4 0 0,-7 1 0 0,1 2 0 16,-1 2 0-16,1-1 0 0,-1-4 0 0,0 4 0 0,2-4 0 0,-2-3 0 15,0 3 0-15,1-3 0 0,0-1 0 0,-1-2 0 0,-6-6 0 16,6 6 0-16,-6-9 0 0,0 5-718 0,0-5-72 0,0 1-9 16,0 0 10-16,0-1 26 0,-6-3 34 0,6 1 37 0,0-6 38 15,0 2 48-15,0-1 50 0,0 1 72 0,0-5 82 0</inkml:trace>
  <inkml:trace contextRef="#ctx0" brushRef="#br0" timeOffset="158616.2">10622 8759 15 0,'0'0'182'0,"0"-3"23"0,0 3 19 0,0 0 20 15,0 0 22-15,0 0 26 0,0 0 30 0,0-5 40 0,0 5 46 0,0 0 7 16,6-3-14-16,-6 3-13 0,7 0-12 0,0-3-15 0,-1 3-17 16,7 0-10-16,0-4-6 0,0 0-9 0,7 4-12 0,5-3-16 15,-5-1-21-15,6 0-31 0,7 0-40 0,-1 1-23 0,7-5-18 0,-6 1-14 16,6 0-12-16,6-1-11 0,-6 1-12 0,7-4-11 0,-7 0-12 15,7 0-11-15,-7 0-75 0,6 0 0 0,-5 4 0 0,-7-4 0 16,5 0 0-16,-11 3 0 0,5 2 0 0,-6-2 0 0,0 0 0 0,-7 5 0 16,1-1 0-16,-7 4 0 0,0-4 0 0,-6 4 0 0,-1 0 0 0,0 0 0 15,-6 4 0-15,0-4 0 0,0 7 0 0,-6 1 0 0,0 0 0 16,-1 2 0-16,-6 5 0 0,0 3 0 0,-7 1 0 0,1 6 0 16,0-3 0-16,-8 7 0 0,1 0 0 0,-6 1 0 0,5 3 0 0,-11 0 0 15,5 4 0-15,-6-1 0 0,7-3 0 0,-8 4 0 0,1 3 0 16,0-3 0-16,1-4 0 0,-2 3 0 0,1-3 0 0,6-3 0 15,1-1-27-15,-1-7-329 0,7 0-75 0,0-4-64 0,7-7-56 0,-1-4-39 16,0-2-29-16,8-5-6 0,-2-5 7 0,8-2 18 0,0-4 22 0,-1-3 28 16,7-5 31-16,0-3 42 0,7 0 49 0,-1-3 67 0,0-1 80 15</inkml:trace>
  <inkml:trace contextRef="#ctx0" brushRef="#br0" timeOffset="158798.81">10843 8950 0 0,'14'-15'79'0,"-2"4"171"16,1 0 37-16,1 4 44 0,-8-1 51 0,0 8 39 0,1 0 34 15,0 0 28-15,-1 8 21 0,-6-1 21 0,6 0 15 0,1 4-25 16,-1 4-50-16,8 3-41 0,-8 0-38 0,0 4-33 0,8 0-28 0,-8 4-39 15,0 4-43-15,8-1-34 0,-8 0-30 0,1 0-23 0,-1 4-22 0,0 0-17 16,2 0-18-16,-2 0-56 0,-6 0-43 0,0 0 0 0,6-4 0 16,-6 4 0-16,0-3 0 0,0-1 0 0,0 0 0 0,0-7 0 15,0 4 0-15,0-8 0 0,0 0-108 0,0-7-85 0,0 1-63 0,0-5-85 16,0-3-94-16,0-4-75 0,0 0-66 0,0-8-30 0,0-2-13 16,0-6 5-16,6 2 13 0,-6-8 19 0,0-4 23 0,7 1 30 15,-7-4 29-15,0-1 53 0,7-3 62 0,-7 0 84 0,6 4 272 0</inkml:trace>
  <inkml:trace contextRef="#ctx0" brushRef="#br0" timeOffset="158982.14">11111 9129 0 0,'6'0'70'0,"-6"0"183"0,6 0 35 0,1 4 46 16,0 3 50-16,-1 0 38 0,0 1 32 0,1-1 23 0,6 4 21 0,0 0 18 15,-7 4 15-15,8-4-26 0,-2 3-44 0,8-3-47 0,-7 0-43 16,1 4-33-16,-2-4-29 0,1 0-41 0,0 0-49 0,0 0-37 0,1-3-31 16,-2 2-23-16,2-2-21 0,-2-1-19 0,1 0-21 0,-6 1-26 15,6-5-28-15,-7 1-29 0,0 3-31 0,2-7-31 0,-2 4-35 16,0-4-48-16,1 0-57 0,0 0-75 0,-7 0-84 0,0 0-72 0,6 0-65 15,1-4-36-15,-7 4-22 0,0-3-3 0,6-1 8 0,-6 0 15 16,0 1 18-16,0-5 24 0,6 5 26 0,-6-5 45 0,0 1 53 0,7-1 74 16,-7 2 170-16</inkml:trace>
  <inkml:trace contextRef="#ctx0" brushRef="#br0" timeOffset="159382.67">11912 8653 0 0,'19'-7'157'0,"-6"3"129"16,-7-3 42-16,7 3 45 0,1 0 48 0,-2-3 34 0,-4 3 26 16,4-3 22-16,-6-1 19 0,1 5 17 0,0-1 17 0,-1 0-32 15,1 1-60-15,-1 0-47 0,0-2-44 0,-6 2-34 0,0 3-30 0,8-4-34 16,-8 4-37-16,0 0-23 0,0 0-16 0,0 0-8 0,0 0-165 0,0 0-26 16,0 4 0-16,-8-4 0 0,8 3 0 0,0-3 0 15,-6 5 0-15,6-2 0 0,-6 0 0 0,6 1 0 0,-7 0 0 0,1 3 0 16,-1 1 0-16,0-5 0 0,1 5 0 0,0-1 0 0,0 0 0 0,6 1 0 15,-8-5 0-15,2 5 0 0,6-5 0 0,-6 1 0 0,6-4 0 16,0 3 0-16,0-3 0 0,0 0 0 0,0 0 0 0,0 0 0 16,0 0 0-16,0 0 0 0,0 0 0 0,0 0 0 0,0 0 0 0,0 0 0 15,0 0 0-15,0 0 0 0,0-3 0 0,0 3 0 0,0 0 0 0,0 0 0 16,0 0 0-16,0 0 0 0,0 0 0 0,0 0 0 0,0 0 0 16,0 0 0-16,0 0-30 0,0 0-61 0,0 0-17 0,0 0-16 15,0 0-19-15,0 0-21 0,0 0-23 0,0-4-29 0,0 4-32 0,0 0-38 16,0 0-37-16,0 0-36 0,0 0-32 0,0 0-19 0,0 0-11 15,0 0-4-15,6-3 3 0,-6 3 9 0,0 0 9 0,0 0 18 16,6 0 22-16,-6 0 31 0,0 0 35 0,8 0 39 0,-8 0 42 0,6 0 42 16,-6 0 39-16,0 0 30 0,6-4 23 0,-6 4 12 0,0 0 8 15,0 0-1-15,0 0-6 0,0 0-2 0,0 0-2 0,0 0 1 0,0-4-1 16,0 4 2-16,6-3 36 0</inkml:trace>
  <inkml:trace contextRef="#ctx0" brushRef="#br0" timeOffset="159782.31">11983 8689 0 0,'-6'4'146'0,"6"0"32"0,-7-4 23 0,7 4 28 0,-7-1 34 0,7-3 39 16,-6 4 40-16,6-4 41 0,0 0 39 0,-7 3 2 0,7-3-19 16,0 0-18-16,-6 4-19 0,6-4-16 0,0 4-17 0,-6-1-18 0,-1 1-22 15,7 4-26-15,-7-5-32 0,1 5-37 0,0 3-39 0,-1-4-39 16,0 4-40-16,-6 3-25 0,7-3-17 0,-7 4-12 0,6 3-7 0,-5-3-7 15,-2 3-3-15,1 1-3 0,7-1-1 0,-7 4-4 0,-6-4-2 16,5 4-3-16,1-4 0 0,0 1-1 0,0 3 0 0,0-4-1 16,6 1 0-16,-5-5-1 0,5 1 1 0,0-4-1 0,1 0-2 0,6-4 0 15,0-3-1-15,0-1 0 0,6 1 1 0,-6-4 1 0,7 0 0 16,6 0 1-16,-7 0 1 0,8-4 3 0,-1 1 5 0,6-5 4 0,-6 5 3 16,7-5 6-16,-1-3 4 0,1 4 7 0,0-4 4 0,6 0 4 15,-7 0 3-15,7-3 3 0,-6 2 3 0,5 1 0 0,-5 0 0 0,6 0-2 16,-6 0-3-16,5 4-4 0,-5-4-4 0,0 4-3 0,-1 0-3 15,-5-1-5-15,5 1-5 0,-6 3-4 0,0-3-5 0,0 3-9 16,-6 1-10-16,5-1-13 0,-4 4-13 0,-2-4-12 0,0 1-16 0,-6 3-21 16,6-4-26-16,-6 4-43 0,0-4-51 0,0 4-59 0,0 0-65 0,0-4-52 15,-6 4-43-15,0 0-33 0,6-3-30 0,-6 3-9 0,-2 0 3 16,2-3 8-16,0 3 12 0,-8 0 20 0,8-4 25 0,-1 4 42 0,-5-4 50 16,5 4 61-16,0-4 76 0</inkml:trace>
  <inkml:trace contextRef="#ctx0" brushRef="#br0" timeOffset="160131.91">12080 8763 70 0,'0'-7'196'0,"0"2"32"0,0 5 30 0,0 0 37 0,0 0 37 0,7 5 42 16,-7-2 42-16,0 5 26 0,7-1 22 0,-7 4-14 0,6 0-32 0,-6 7-22 16,7-3-22-16,-7 7-20 0,6-1-24 0,-6 1-22 0,7 4-23 15,-7 4-28-15,0-1-30 0,7 1-35 0,-7 2-36 0,0 1-23 16,0 0-17-16,-7 4-12 0,7 0-12 0,0-1-9 0,-7 1-9 0,7-1-10 16,-6-3-8-16,6 0-9 0,0-3-8 0,0-1-13 0,-7-4-17 15,7-6-20-15,0-1-21 0,0-3-23 0,0-4-22 0,0-4-20 16,7-3-16-16,-7-1-19 0,0-6-17 0,0-1-27 0,0 0-29 0,6-6-29 15,-6-1-29-15,0 0-24 0,0-4-19 0,0 0-4 0,0-3 4 16,0-1 13-16,-6-2 15 0,6 2 18 0,-7 1 18 0,7 0 28 0,-6 0 34 16,-8-1 46-16,8 4 54 0,0 1 62 0,-8 3 67 0,2-4 63 15,-1 4 60-15,-1 4 41 0,8-4 32 0,-6 3 21 0,-2 5 18 0,1-1 13 16,0 1 12-16,0-1 1 0,0 4-5 0,6 4-11 0,-5-4-16 16,5 3-26-16,-6 1-30 0,6 3-28 0,1-3-27 0,0 3-20 0,-1 0-20 15,7 1-14-15,0-1-14 0,0 0-13 0,0 1-13 0,0-5-11 16,0 5-13-16,7-1-10 0,-1-3-8 0,7-1-7 0,0 1-7 0,0-4-14 15,0 0-14-15,6-4-18 0,1 1-20 0,-1-5-24 0,7-3-24 16,1 0-33-16,-1-3-40 0,0-5-64 0,7 1-74 0,-7-4-79 16,-1-4-77-16,1 4-55 0,0-3-43 0,1-4-15 0,-1 3-2 0,-7 0 9 15,7-3 16-15,-6 3 20 0,6-3 23 0,-7 3 34 0,7-3 37 16,-6 3 64-16,0-3 77 0</inkml:trace>
  <inkml:trace contextRef="#ctx0" brushRef="#br0" timeOffset="161182.84">12667 8525 0 0,'0'-11'245'0,"7"7"115"0,-7-3 63 0,0 3 44 0,0 0 35 15,6 1 28-15,-6-1 26 0,0 4 22 0,0 0 21 0,0 0 17 16,-6 0 13-16,6 0-40 0,-7 4-69 0,7-1-74 0,-7 1-77 0,1 3-66 16,0-3-62-16,-2 7-45 0,-4-4-174 0,6 4-22 0,-8 1 0 15,8-2 0-15,-7 5 0 0,-1-1 0 0,2 5 0 0,-2-4 0 16,2 3 0-16,-1 0 0 0,-1 0 0 0,2-3 0 0,-2 3 0 0,8-3 0 16,-7 0 0-16,7-5 0 0,-1 2 0 0,7-1 0 0,0-4 0 0,0-3 0 15,0-1 0-15,7-3-8 0,6 0-87 0,-7-3 2 0,7-1 5 16,0 1 6-16,0-5 5 0,7 1 5 0,-1-5 7 0,-6 6 11 15,7-5 13-15,-1-1 10 0,-5 5 10 0,4-4 7 0,-4 4 5 0,-1-1 4 16,7 5 3-16,-14-1 2 0,14 0 0 0,-14 1 3 0,7-1 1 16,-6 4 3-16,6 0 3 0,-7 0 1 0,0 4 3 0,1-4 1 0,0 0 3 15,-1 3 1-15,0 1 2 0,-6-4 1 0,8 7 0 0,-8-3 0 16,0 0-1-16,0 0-2 0,0 3-2 0,-8 0-3 0,8 0-5 16,-6 5-8-16,0-5-11 0,-1 3-14 0,0 2-16 0,-5-1-17 0,5 0-18 15,-6 0-13-15,0 3-13 0,-7 1-11 0,8 0-10 0,-8-1-7 16,1 4-4-16,-1 1-1 0,0-4 1 0,1 3 7 0,-7 0 7 0,6-3 14 15,1 3 14-15,5-3 15 0,-5-4 16 0,6 3 13 0,7-6 12 16,-7-1 12-16,6 1 11 0,7-5 11 0,0-3 11 0,0 0 10 0,0 0 7 16,7-3 9-16,6-1 7 0,-7 0 7 0,7-3 5 0,0-1 4 15,0 2 2-15,7-2 4 0,-8-3 4 0,8 3 4 0,0 1 2 16,-1 0 0-16,-5 0-2 0,4-1-5 0,2 1-6 0,-6 3-6 0,5 1-6 16,-6-1-4-16,0 4-4 0,0 0-3 0,0 0 0 0,0 4-2 15,0-4-3-15,-6 3-1 0,-1 5-3 0,8-1-1 0,-14 0-1 0,6 0-3 16,0 4-1-16,-6-3-1 0,7 3-1 0,-7 0-2 0,0 0-3 0,0 4-1 15,0-4-3-15,-7 0-1 0,7 0-4 0,-6 3-1 16,6-3-2-16,-6 0-8 0,-2 0-8 0,2 0-12 0,0 0-12 0,-1 0-15 16,-6 0-16-16,7-4-17 0,-7 5-16 0,6-5-24 0,-6 0-29 0,0 0-34 15,0-3-33-15,0 3-35 0,0-3-33 0,0 0-18 0,-1-1-10 16,-4-3 0-16,4 4 9 0,1 0 13 0,-7-4 15 0,8 0 21 16,-2 0 23-16,2 0 41 0,-8 0 49 0,7 0 56 0,0 0 61 0,0 0 70 15,7 0 73-15,-7 0 54 0,6 0 44 0,0 0 25 0,1 0 13 16,0 3 9-16,6-3 6 0,0 0 2 0,0 0-1 0,0 0-9 0,6 0-13 15,0 0-20-15,1-3-21 0,0 3-31 0,6 0-35 0,-1-4-29 16,2 4-26-16,5-4-14 0,-6 4-11 0,6-3-7 0,-5 3-6 0,6-4-5 16,-1 4-7-16,-6-4-7 0,6 4-11 0,-5-3-11 0,-2 3-12 15,2 0-16-15,-1-4-17 0,-7 4-16 0,7 0-20 0,-6 4-24 16,-1-4-30-16,-6 0-33 0,6 3-34 0,-6-3-36 0,0 4-35 0,0 0-20 16,-6-1-12-16,0 1-2 0,6 3 6 0,-7-3 10 0,-6 3 12 15,7-3 16-15,-7 3 16 0,-1 1 30 0,2-1 36 0,-8 0 46 16,7 4 51-16,-7-4 53 0,0 4 55 0,-6-3 43 0,7 3 37 0,-1 0 33 15,-6 0 28-15,7-4 26 0,-1 4 23 0,0-3 16 0,2 3 11 16,-2-4 4-16,7 0-3 0,-1 0-8 0,8-3-12 0,-6 3-15 0,5-3-17 16,0 0-20-16,7-1-21 0,-6-3-22 0,6 4-22 0,0 0-20 15,0-4-18-15,6 3-12 0,1-3-7 0,-7 4-4 0,7 0-1 0,-1-1-1 16,6 1 0-16,-4 4 0 0,4-5 1 0,-5 5 1 0,6-1 3 16,0 0-2-16,-7 1 1 0,8-1-3 0,-2 0-4 0,2 0-4 0,-8 1-4 15,7-1-3-15,0 0-5 0,-6-3-1 0,5 3-4 0,-5 1-3 16,6-5-2-16,0 5-4 0,0-5-4 0,-6 1-1 0,5 0-3 0,2-4 0 15,-1 3-2-15,-7 1-1 0,8-4 0 0,-2 0-2 0,2 0-5 16,-2 0-3-16,2 0-7 0,-1 0-7 0,-1-4-12 0,2 4-13 16,-2-3-14-16,-5-1-16 0,6 0-17 0,0-3-26 0,-7 0-29 0,1-1-33 15,0 1-37-15,-1-4-40 0,0 4-39 0,2-4-31 0,-2 0-27 16,-6 0-15-16,0 0-6 0,0-1 2 0,0 6 7 0,0-6 12 0,0 5 15 16,-6 0 25-16,6-1 28 0,-8 1 38 0,8 3 42 0,-6-3 52 15,0 3 55-15,6 4 57 0,-7-3 58 0,0-1 54 0,1 4 53 16,6 0 51-16,-6 0 47 0,6 0 45 0,-7 0 40 0,7 4 25 0,-6-4 17 15,6 0 9-15,0 3 3 0,0-3-1 0,0 4-4 0,0 0-12 16,6-1-20-16,-6 1-26 0,0 0-32 0,7-1-37 0,-1 5-37 0,0-5-39 16,-6 1-37-16,14 0-25 0,-8-1-16 0,0 1-13 0,2-4-12 15,-2 4-18-15,0-4-21 0,7 0-27 0,-6 0-26 0,-1 0-45 16,1 0-51-16,-1-4-68 0,0 4-74 0,8-4-66 0,-14-3-62 0,6 3-48 16,1 1-41-16,-1-5-19 0,-6 5-7 0,7-5 4 0,-1 1 8 0,-6 0 17 15,7-1 21-15,-7 1 37 0,6 0 49 0,-6 0 63 0,7-1 70 16</inkml:trace>
  <inkml:trace contextRef="#ctx0" brushRef="#br0" timeOffset="161332.47">12973 9338 0 0,'0'4'103'0,"6"-1"113"0,-6 1 28 16,7-4 29-16,-7 4 31 0,7-1 33 0,-1 1 36 0,-6 0 24 15,6-1 20-15,2-3-2 0,-2 4-11 0,0 0-33 0,0-4-46 0,1 3-43 16,0 1-41-16,-1-4-60 0,1 0-67 0,-1 4-93 0,0-4-107 16,2 3-106-16,-2-3-108 0,0 0-60 0,1 4-38 0,-1-4-19 0,1 0-8 15,-1 0-5-15,1 0-2 0,-1 0 1 0,1-4 5 0,0 1 28 16,5-1 40-16,-5 0 64 0,6-3 223 0</inkml:trace>
  <inkml:trace contextRef="#ctx0" brushRef="#br0" timeOffset="161532.41">13423 8551 0 0,'0'-8'346'0,"0"-3"81"15,-7 7 41-15,7 1 24 0,0-1 14 0,0 4 13 0,0 0 13 16,0 0 13-16,7 4 12 0,-7-4 11 0,0 3 9 0,0 1-45 15,6 0-77-15,-6-1-104 0,6 5-119 0,-6-4-67 0,0-1-43 0,6 4-24 16,-6-3-17-16,0-1-28 0,8 5-31 0,-8-5-40 0,0 2-42 16,0-2-61-16,0 4-69 0,0-3-89 0,-8-1-95 0,8 1-79 0,-6 4-70 15,0-5-34-15,0 5-17 0,6-5-7 0,-14 8-1 0,8-3 11 16,-1-1 18-16,-5 4 27 0,4-4 28 0,-4 4 51 0,-2 0 61 0,8-3 80 16,-7 2 257-16</inkml:trace>
  <inkml:trace contextRef="#ctx0" brushRef="#br0" timeOffset="162149.07">13194 8880 0 0,'0'11'225'0,"-6"0"95"15,6 4 41-15,0-4 36 0,-7 0 32 0,7 0 23 0,0 0 18 16,-6-1 15-16,6 1 10 0,0 4 11 0,0-3 9 0,-6 2-46 16,6 1-74-16,0-1-65 0,-7 1-61 0,7 0-46 0,-7-1-43 0,7 1-34 15,0-1-31-15,-6 1-23 0,6-4-21 0,0 0-16 0,0 0-18 0,0-3-18 16,0-5-17-16,0 1-15 0,0-4-12 0,0 0-9 0,6-4-5 16,1 1-5-16,0-2-1 0,-1-6-2 0,0 1 0 0,7-1 0 15,-6-4 1-15,6 0 4 0,-7-3 6 0,8 4 8 0,-2-5 9 0,2 1 10 16,-1-1 10-16,7 5 8 0,-8-5 10 0,1 5 8 0,0 3 6 15,6-4 6-15,-5 4 5 0,6 0 4 0,-8 0 4 0,8 4 3 0,-1-4 4 16,1 3 4-16,-7 2 4 0,7 2 1 0,-1-4 0 0,0 4-3 16,1 1-4-16,-1-1-7 0,1 4-5 0,0-4-5 0,-1 4-2 0,1 0-6 15,0 0-2-15,-1 0-5 0,1 0-2 0,-1 0-6 0,0 0-6 16,1 4-3-16,-1-4-4 0,-5 4-3 0,6-4-2 0,-8 3-1 0,8 1-1 16,-7 0-1-16,-1 0 0 0,-4 3-1 0,4-4 0 0,-5 5-1 15,-1-4-2-15,-6 3-3 0,7 0-4 0,-7 1-9 0,0 3-8 16,0-4-14-16,0 0-16 0,-7 4-17 0,1 0-19 0,-1-4-26 0,1 4-30 15,0-3-39-15,-8 3-42 0,1 0-49 0,7-4-54 0,-14 4-39 16,8-3-35-16,-2 3-23 0,-6-4-17 0,8 4-12 0,-8-4-8 16,1 0-3-16,5 4 2 0,-5-3 17 0,-1-1 25 0,0 0 37 15,8 1 41-15,-8-1 65 0,1 0 75 0,5-3 69 0,2 4 66 0,-8-5 58 16,7 4 51-16,0-3 54 0,0-1 56 0,0 2 59 0,0-2 60 16,7 1 64-16,-7 0 63 0,6-4 41 0,0 3 31 0,1 1 5 0,0-4-7 15,-2 0-17-15,8 3-23 0,-6-3-22 0,6 0-19 0,0 0-25 0,0 0-25 16,6-3-34-16,-6 3-37 0,8 0-50 0,-2-4-56 0,0 4-37 15,1-3-29-15,6-1-17 0,0 0-12 0,-7 1-8 0,8-2-6 0,5 2-5 16,-6-1-4-16,0 0-6 0,1 1-8 0,4 0-10 0,-4-1-12 16,-1 0-11-16,0 0-11 0,6 4-10 0,-13 0-7 0,8 0-6 15,-1 0-3-15,-6 4-6 0,-1 0-2 0,1 0-1 0,-1 2-2 0,-6 2 1 16,6 0 0-16,-6 3 5 0,0-1 5 0,0 1 8 0,-6 0 8 0,6 4 8 16,-6 0 7-16,6-1 5 0,-7-3 5 0,7 4 3 15,-6-1 4-15,6 1 2 0,0 0 2 0,0 0 0 0,0-4 2 0,0 0-1 16,0 0 1-16,0-4-1 0,6 4 0 0,1-8 0 0,-7 5-2 0,6-5-1 15,0 1-2-15,1-4-5 0,0 4-3 0,-1-4-11 0,0-4-11 16,1 4-25-16,0-4-31 0,-1 1-40 0,-6-1-48 0,7-3-53 16,-7-1-59-16,6 5-45 0,-6-4-38 0,0-1-36 0,0 1-35 0,0 0-19 15,-6-1-11-15,6 1 2 0,-7 3 9 0,1-3 22 0,-1 3 29 16,0 1 41-16,-5-5 47 0,5 4 54 0,-6 1 57 0</inkml:trace>
  <inkml:trace contextRef="#ctx0" brushRef="#br0" timeOffset="162482.65">13507 9308 0 0,'-26'5'82'0,"6"-2"101"0,0 0 18 0,-5 5 19 0,5-1 18 15,0 1 19-15,-6-1 15 0,7 4 15 0,-1 0 14 0,8 0-1 16,-8 0-8-16,1 3-25 0,-1 1-31 0,8 0-27 0,-8-1-22 0,6 4-15 16,-5-2-11-16,6 2-8 0,0-4-9 0,0 5-13 0,0-5-14 15,6 1-13-15,-6-4-14 0,7 0-13 0,-1 0-14 0,1-3-12 16,0-2-14-16,6-1-18 0,0-5-19 0,0 0-28 0,0 0-30 0,0 0-35 16,0-5-38-16,6 2-29 0,-6 0-25 0,6-2-18 0,1-2-15 15,-1 3-9-15,1-3-7 0,-7 4 2 0,6-5 5 0,1 5 11 0,-1-1 17 16,-6 0 22-16,7 4 28 0,0-3 36 0,-1 6 40 0,0-3 50 15,-6 4 53-15,7-4 51 0,6 4 51 0,-7 3 51 0,1-3 56 16,6 3 38-16,0-4 29 0,1 5 20 0,-2-5 13 0,1 5 9 0,7 0 8 16,0-1-4-16,-2-4-5 0,2 1-20 0,7 3-26 0,-9-3-32 15,9 0-32-15,-1-1-43 0,6-3-45 0,-5 0-34 0,5 0-26 0,-6 0-19 16,7 0-15-16,-1-3-12 0,1 3-9 0,-7-4-9 0,7 4-7 16,-7-4-4-16,6 4-6 0,-13-3-2 0,7 3-1 0,1 0-3 0,-8 0 0 15,0 0-2-15,1 0-1 0,-7 0-1 0,0 0-2 0,0 0-5 16,1 0-10-16,-8 0-14 0,0 0-20 0,1 0-38 0,0 0-50 0,-1 0-77 15,0 0-90-15,-6 0-82 0,7 0-77 0,-1 3-39 0,1-3-18 16,0 4-9-16,-1 0-2 0,0-1 4 0,2-3 6 0,-2 4 15 16,0 0 18-16,1-1 40 0,6 1 49 0,-7 0 77 0,1-1 215 15</inkml:trace>
  <inkml:trace contextRef="#ctx0" brushRef="#br0" timeOffset="171065.47">14309 9140 0 0,'0'4'81'0,"-8"-4"145"0,8 3 37 0,-6-3 35 0,0 0 33 0,6 0 38 16,-7 0 42-16,7 0 29 0,-6 0 25 0,-1 0 18 0,7 0 17 15,-7 0-34-15,7 0-58 0,0-3-34 0,0 3-22 0,0 0-30 0,-6 0-35 16,6 0-32-16,0 0-30 0,6 0-33 0,-6-4-35 0,0 4-20 15,7 0-13-15,0-4-9 0,-1 4-3 0,7-3-1 0,1 3-3 0,-2-4 1 16,8 0 2-16,-1 4 2 0,1-3 6 0,6 3 5 0,0-4-121 16,7 4-3-16,-7-4 0 0,7 4 0 0,-1-3 0 0,1 3 0 15,-1 0 0-15,1 0 0 0,-1 0 0 0,1 0 0 0,-1 0 0 0,1 0 0 16,-1 3 0-16,1-3 0 0,-7 4 0 0,0-4 0 0,0 4 0 16,0-1 0-16,0-3 0 0,0 4 0 0,-6-4 0 0,0 4 0 0,-1-1 0 15,0-3 0-15,0 4 0 0,-5-4 0 0,5 4 0 0,-6-4 0 16,0 0 0-16,1 0 0 0,-2 0 0 0,-5 0 0 0,6-4 0 0,-7 4 0 15,1-4 0-15,-1 4 0 0,1-3 0 0,0-1 0 0,-7 0 0 16,6 1 0-16,-6-1 0 0,6-3 0 0,-6-1 0 0,0 5 0 16,-6-5 0-16,6 1 0 0,-6-4 0 0,6 4 0 0,-7-4 0 0,-6 4 0 15,6-4 0-15,-5-1 0 0,5 5 0 0,-12-3 0 0,5-2 0 16,1 5 0-16,-6-4 0 0,0 3 0 0,-1 1 0 0,0-4 0 0,1 4 0 16,-1 0 0-16,0-4 0 0,1 3 0 0,-1 1 0 0,1-4 0 15,-1 3 0-15,7 2 0 0,-6-2-8 0,5-3-1 0,2 7 4 16,-1-3 4-16,0 0 0 0,6 3 2 0,1 0 0 0,0 1 2 15,-2-1 1-15,8 0 3 0,-6 4 0 0,6 0-6 0,0 0-1 0,0 0 0 16,0 0 0-16,0 0 0 0,0 4 0 0,6 0 0 0,2-1 0 0,-2 1 0 16,7 3 0-16,-7-3 0 0,7 3 0 0,6 4 0 0,-5-3 0 15,5 2 0-15,1-2 0 0,0 3 0 0,-1 0 0 0,7 0 0 0,-6 0 0 16,6 0 0-16,-7 0 0 0,7 0 0 0,-6 0 0 0,6 0 0 16,-7 3 0-16,1-3 0 0,6 1 0 0,-7 2 0 0,7 1 0 0,-6-4 0 15,0 3 0-15,-1 1 0 0,1-4 0 0,-1 4 0 0,-6-1 0 16,6 1 0-16,-5-1 0 0,-2-2 0 0,2 2 0 0,-1 1 0 15,-7-4 0-15,1 0 0 0,0 4 0 0,-1-4 0 0,-6 0 0 0,6 3 0 16,-6-3 0-16,0 4 0 0,-6 0 0 0,6-4 0 0,-6 3 0 16,-1 5 0-16,-6-5 0 0,0 4 0 0,-1-3 0 0,2 3 0 0,-8 1 0 15,7-1 0-15,-7 1 0 0,2-1 0 0,-9 0 0 0,7-3 0 16,-6 3 0-16,7-7 0 0,-1 3 0 0,-6-6 0 0,6 0-414 0,1-5-142 16,0 0-61-16,6-6-32 0,-1 0-19 0,2-5 3 0,5-3 13 15,1-4 22-15,-1-3 27 0,7 0 33 0,0-8 34 0,7 1 44 0,6-5 47 16,-7 1 75-16,8-4 88 0</inkml:trace>
  <inkml:trace contextRef="#ctx0" brushRef="#br0" timeOffset="171431.89">15988 8503 112 0,'14'-15'348'16,"-1"1"52"-16,-1 3 38 0,-5-1 31 0,0 5 25 0,-1 0 24 15,0-1 20-15,1 5 21 0,0-5 22 0,-7 8 16 0,0-3 12 0,6 3-49 16,-6 0-84-16,0 0-73 0,0 0-70 0,-6 3-47 0,6 1-37 15,-7 3-29-15,0 1-219 0,1-1-1 0,-7 0 0 0,6 5 0 0,-12 2 0 16,6 1 0-16,-6-1 0 0,-1 5 0 0,0-1 0 0,-5 0 0 16,5 0 0-16,-6 4 0 0,7-3 0 0,-8 3 0 0,8-4-139 0,-8 4-108 15,1-3-31-15,7 2-31 0,-1-2-31 0,0-1-17 0,8-3-10 16,-8 3 7-16,7-3 14 0,1 3 22 0,-2-7 26 0,8 4 25 16,0-5 25-16,-2 1 32 0,8 1 40 0,0-2 54 0,8-2 65 15,-8-1 72-15,6 1 73 0,6-5 54 0,-4 5 44 0,4-5 25 0,8 1 20 16,-7-4 13-16,7 0 8 0,5 0 8 0,-5-4 6 0,6 1-4 15,0-1-10-15,0-3-23 0,1 3-28 0,-2-7-33 0,1 3-37 0,0 2-24 16,0-6-16-16,1 5-14 0,-1-4-12 0,-1 4-9 0,-5-1-9 16,0-3-7-16,-1 8-8 0,1-5-11 0,-8 1-13 0,2 3-13 0,-8 1-14 15,7-1-15-15,-6 0-13 0,-7 4-19 0,6-3-24 0,-6 3-39 16,0 0-51-16,0 0-66 0,-6 0-76 0,-1 0-64 0,1 0-58 0,-7 0-40 16,7 3-32-16,-8 1-11 0,1-4 1 0,0 4 7 0,0-4 8 15,-7 3 17-15,8-3 21 0,-2 0 39 0,2 0 49 0,-1-3 66 16,-1 3 77-16</inkml:trace>
  <inkml:trace contextRef="#ctx0" brushRef="#br0" timeOffset="171615.57">15911 8660 0 0,'0'4'210'0,"0"-1"105"0,0 5 41 0,0 3 37 15,0 0 38-15,0 3 26 0,0 5 20 0,0 2 19 0,6 2 15 0,-6-1 15 16,0 7 13-16,0 0-40 0,0 1-67 0,0 6-60 0,0-3-55 16,0 4-41-16,0 3-36 0,-6 1-33 0,6-1-33 0,-8 0-24 15,2 4-19-15,6-4-17 0,-6 4-16 0,-1-4-15 0,1 5-15 0,-1-5-21 16,1 0-25-16,-7-3-30 0,13-4-32 0,-6 0-39 0,-2-8-42 15,2 1-67-15,6-7-80 0,0-5-88 0,0 1-91 0,0-8-63 16,0-3-49-16,0-4-25 0,6-4-11 0,-6-3 2 0,8-4 11 0,-2-4 19 16,0 1 22-16,1-9 31 0,-1 1 34 0,1-3 63 0,-1-1 77 0</inkml:trace>
  <inkml:trace contextRef="#ctx0" brushRef="#br0" timeOffset="171831.83">15956 9243 0 0,'0'-15'14'0,"0"0"308"0,-7 4 74 0,7 4 41 0,-13 4 28 0,7-1 19 15,-1 0 16-15,-5 4 13 0,-2 0 13 0,1 4 8 0,0 0 7 16,0 3-19-16,1-4-29 0,-8 5-79 0,6-1-102 0,2 0-83 15,-1 4-73-15,-7-3-42 0,7 3-28 0,0-4-20 0,7 4-19 0,-8-4-20 16,8 0-22-16,-1 1-19 0,1-1-21 0,6-3-14 0,-6-1-8 0,12 2-7 16,-6-5-2-16,6 0-1 0,7 0-2 0,1 0 0 0,-2-5-1 15,8 5 3-15,0-3 1 0,5-5 10 0,1 5 9 0,1-5 13 16,5 1 15-16,-6 4 9 0,7-5 8 0,-1 1 3 0,1 0 2 0,-7-1 1 16,0 5 1-16,0-5-7 0,1 5-7 0,-8-1-22 0,0 0-31 15,0 1-50-15,-5 3-59 0,-1-4-67 0,0 4-70 0,0-4-63 0,-7 4-59 16,1-3-28-16,0-1-15 0,-1 0-7 0,-6 1-3 0,6-1 3 15,-6-3 7-15,7 3 23 0,-7-4 30 0,7-3 49 0,-1 1 57 0</inkml:trace>
  <inkml:trace contextRef="#ctx0" brushRef="#br0" timeOffset="172981.87">16594 8492 125 0,'7'-4'397'0,"-7"-1"58"0,6 5 34 0,-6 0 26 16,0 0 20-16,0 0 20 0,0 0 17 0,0 0 15 0,-6 0 13 15,-1 5 12-15,7-5 12 0,-6 7-66 0,-8-3-105 0,8 3-102 16,-6 4-97-16,4-3-55 0,-4 3-35 0,-2 0-24 0,-5 3-134 0,6-3-6 16,0 4 0-16,-7-4 0 0,7 4 0 0,1-4 0 0,-8 3 0 0,6 1 0 15,-5-4 0-15,6 0 0 0,0 3 0 0,1-6 0 0,-2 3 0 16,8-4 0-16,-1 0-21 0,1 1-75 0,6-4-5 0,0-1 1 16,0 1 5-16,6-4 7 0,1 0 8 0,5 0 9 0,2-4 10 0,-2 4 6 15,2-3 5-15,5-1 6 0,1 0 8 0,0 0 8 0,-1 1 11 16,1-1 8-16,-1 0 7 0,0 1 4 0,8-1 5 0,-7 1 3 0,-2-1 3 15,2 4 4-15,-1 0 2 0,-5 0 5 0,6 0 4 0,-8 0 6 16,8 4 4-16,-7-1 5 0,-7 1 5 0,8-1 5 0,-8 1 3 0,0 0 1 16,1 3 2-16,-1-3 1 0,1 3-2 0,-7 1-2 0,0-2-2 15,-7 2-4-15,7 3-5 0,-6-3-6 0,-1 2-4 0,-5 1-8 16,4 0-13-16,-4 4-14 0,-1 0-20 0,-7-4-20 0,8 3-22 0,-8 1-22 16,0-1-22-16,1 5-23 0,-1-4-25 0,-6-1-26 0,6 1-28 15,-5-1-24-15,5 1-21 0,0 0-11 0,-5-4-7 0,5 0-3 0,6 0-1 16,2-4 3-16,-1 1 3 0,6-5 12 0,0 1 16 0,1-4 21 15,6 0 24-15,0 0 38 0,0 0 42 0,6-4 43 0,-6 1 45 0,7-1 39 16,0 0 41-16,6 1 36 0,-7-1 35 0,8 0 31 0,-2 0 27 16,2 1 20-16,-2-1 13 0,1 4 11 0,1-4 8 0,5 4-2 15,-6 4-7-15,6-4-13 0,-5 4-17 0,6-1-18 0,-2 1-20 0,-4 4-17 16,5-1-15-16,-5 0-11 0,4 1-9 0,-4 3-8 0,-1 0-7 16,0-1-7-16,0 1-8 0,-1 4-6 0,-4-4-5 0,4 4-7 0,-12 0-6 15,7-1-5-15,-1 1-6 0,1-1-6 0,-7 1-7 0,0 0-4 16,0-1-5-16,0-3-4 0,-7 4-4 0,1-1-11 0,6-3-12 0,-7 5-15 15,-5-6-20-15,4 1-22 0,2 0-25 0,-6-3-37 0,-2-1-44 16,1 0-59-16,1 1-63 0,-8-5-60 0,6 1-56 0,2-4-43 16,-8 0-33-16,7 0-19 0,1-4-13 0,-8 1-1 0,6-5 3 0,1 1 22 15,1-4 29-15,-8 4 57 0,7-4 68 0,0-1 82 0,0 1 88 16,-1 0 88-16,2 4 86 0,-2-4 81 0,2 4 74 0,-1 3 71 0,-1-3 70 16,8 3 60-16,0 1 55 0,-8-1 28 0,8 4 12 0,6 0-6 15,-6-4-17-15,6 4-17 0,0 0-14 0,6 4-20 0,-6-4-22 0,6 0-28 16,8 4-33-16,-2-4-39 0,2 0-43 0,-1 3-40 0,-1-3-42 15,8 0-27-15,0 0-17 0,-1 0-12 0,1 4-8 0,0-4-9 16,-1 0-10-16,1 0-13 0,0 0-14 0,-2 0-19 0,2 0-21 0,-7 0-21 16,1 0-23-16,-2 0-27 0,-6 4-33 0,2-4-41 0,-2 0-47 15,0 3-58-15,-6-3-59 0,7 4-48 0,-14-4-36 0,7 4-26 0,0-1-15 16,-6 1-8-16,0 3-5 0,-2-3 3 0,-4-1 4 0,6 1 18 16,-8 3 26-16,1-2 46 0,7-2 58 0,-14 4 76 0,8-3 84 0,-2 3 69 15,-6-3 61-15,7 3 53 0,-6 1 47 0,6-1 52 0,-7 0 53 16,1 1 54-16,5-1 55 0,2-3 51 0,-8 3 48 0,14-4 19 0,-7 5 5 15,6-5-8-15,7-3-15 0,-7 4-14 0,7-4-15 0,7 0-18 16,0 0-20-16,-1 0-27 0,1-4-34 0,5 4-36 0,2 0-39 16,6-3-41-16,-8-1-41 0,8 0-26 0,-1 1-17 0,-5-1-10 15,5 1-9-15,1-1-8 0,0 0-6 0,-2 1-7 0,-4-1-7 0,5 0-12 16,-5 1-13-16,-2-1-14 0,2 4-18 0,-8-4-19 0,7 4-23 0,-7-3-28 16,-6 3-32-16,7 0-42 0,-7 0-50 0,0 0-45 0,0 0-44 15,-7 0-33-15,7 0-24 0,-6 3-16 0,-1-3-12 0,-5 4-7 16,-2-4-4-16,8 4 2 0,-8-1 9 0,2 1 21 0,-1-4 28 0,-7 4 45 15,8-1 54-15,-8 1 60 0,6 0 67 0,-5 3 50 0,-1-4 44 16,-6 1 39-16,7 3 38 0,-7 1 36 0,6-5 37 0,-6 5 35 16,7 3 37-16,-7-4 35 0,6 0 34 0,1 1 29 0,-1-1 25 0,0 4 18 15,7-3 15-15,-6 3 9 0,6-1 6 0,-1 1-4 0,8 0-7 0,-7 4-11 16,7-4-11-16,-7 4-18 0,6-1-21 0,1 1-29 0,-8-1-29 16,8 1-32-16,0 0-30 0,-1 0-35 0,1-1-37 0,-1 1-39 15,7-4-35-15,-6 0-41 0,6 0-44 0,-7-4-47 0,7 4-50 0,7-7-42 16,-7 3-39-16,6-3-20 0,1 0-11 0,6-4-6 0,-7 0-2 15,8 0 2-15,-2-4 6 0,8 0 25 0,-1 0 35 0,1 1 56 0,0-1 69 16,5 0 84-16,-5 1 95 0,6-1 73 0,-6 4 65 0,5 0 40 16,-5 0 29-16,0 0 20 0,5 0 15 0,-5 4 11 0,0 3 7 0,-7-3-4 15,7-1-12-15,-1 5-21 0,-6-4-26 0,6 3-38 0,1-3-43 16,-6 3-34-16,4-3-26 0,2 3-20 0,-1-3-16 0,1-1-14 16,0 1-12-16,-7 0-12 0,7-1-12 0,-2-3-14 0,2 4-14 0,-7-4-18 15,1 0-22-15,5 0-24 0,-6 0-23 0,0-4-29 0,-6 4-28 0,6-3-45 16,-7-1-52-16,0 0-67 0,1 1-74 0,0-5-61 0,-7 5-56 15,6-5-41-15,-6 1-37 0,0-4-9 0,-6 3 3 0,-1 1 14 16,0-4 16-16,7 4 25 0,-12-4 26 0,5 0 43 0,-6 4 52 16,0-4 66-16,0 0 74 0</inkml:trace>
  <inkml:trace contextRef="#ctx0" brushRef="#br0" timeOffset="173132.64">16581 9590 5 0,'-7'0'323'0,"1"4"56"16,-6 0 43-16,4-1 27 0,2 5 22 0,0-5 16 0,6 5 15 15,-7-1 15-15,7-3 14 0,0 3 13 0,0 1 14 0,7-5-48 16,-7 5-82-16,6-1-82 0,0-3-84 0,2 3-57 0,-2-3-40 0,0 3-29 15,7-3-19-15,0-1-22 0,-6 1-20 0,5-1-30 0,-4-3-36 0,4 4-42 16,2-4-47-16,-8 0-68 0,7 0-78 0,-7 0-86 0,8-4-92 16,-8 4-68-16,0-3-58 0,0-1-28 0,8-3-15 0,-8 3-3 15,-6 1 3-15,7-5 14 0,-1 5 19 0,1-5 29 0,-7 1 33 0,7 3 58 16,-1-3 70-16</inkml:trace>
  <inkml:trace contextRef="#ctx0" brushRef="#br0" timeOffset="173281.97">16796 9606 36 0,'0'3'352'0,"7"0"60"0,-7 2 41 0,0-2 28 16,0 1 23-16,0-1 18 0,6 1 17 0,-6 0 12 0,7-1 11 15,-7 1 8-15,6 0 6 0,0-1-59 0,1 5-92 0,0-5-98 0,-1 1-100 16,0-4-73-16,8 4-61 0,-8-1-62 0,7-3-65 0,0 4-93 16,-6-4-107-16,5-4-109 0,2 4-111 0,-1 0-59 0,0-3-35 0,0-1-17 15,-7 0-9-15,8-3-4 0,-2 3 1 0,2-7 11 0,5 4 20 16,-6-4 35-16,0-3 41 0,7-2 74 0,-7 2 100 0</inkml:trace>
  <inkml:trace contextRef="#ctx0" brushRef="#br0" timeOffset="173482.66">17233 8737 0 0,'-7'-11'246'0,"0"0"168"0,7 4 51 0,-6 3 27 15,6 1 18-15,0-1 15 0,0 4 15 0,0 0 13 0,6 0 14 0,-6 0 12 16,7 0 10-16,6 0-32 0,-7 4-54 0,1-1-104 0,6-3-128 16,0 4-78-16,-7-1-49 0,8 1-32 0,-2 0-24 0,-5 3-32 15,6-3-35-15,-6 0-40 0,-1-1-40 0,0 5-53 0,2-5-60 0,-2 5-79 16,-6-5-92-16,0 5-80 0,0-5-78 0,0 5-46 0,0-5-31 0,-6 4-11 15,6-3 0-15,-8 3 13 0,2 1 17 0,0-5 24 0,-1 5 27 16,1-5 42-16,-1 1 48 0,0 3 72 0,-5-3 113 0</inkml:trace>
  <inkml:trace contextRef="#ctx0" brushRef="#br0" timeOffset="173815.45">17115 8913 0 0,'-19'7'47'0,"6"1"200"0,-1-1 37 0,2 0 35 16,-2 1 35-16,8-1 33 0,0 0 36 0,-1 0 23 0,1 4 19 0,-1-3 13 15,0 3 11-15,1-3-30 0,6 2-48 0,-6 1-52 0,6 4-51 16,-8-4-41-16,8 0-37 0,-6 4-35 0,6-5-35 0,0 5-34 0,-6-4-37 15,6-4-31-15,0 4-30 0,0-3-25 0,0-1-26 0,0-3-21 16,6 0-23-16,-6-1-21 0,6-3-22 0,-6-3-19 0,8-1-15 0,-2 0-10 16,0-3-8-16,1-1-4 0,6 1 0 0,-6-4 7 0,5 0 9 15,-5 0 14-15,6 0 15 0,0 0 24 0,0 0 28 0,0 0 37 0,0 0 42 16,0 4 34-16,1-4 28 0,5 3 24 0,0 2 17 0,-6-2 12 16,7 0 8-16,0 1 7 0,-1 3 8 0,1 1 5 0,-1-5 1 0,0 5 0 15,1-1-7-15,7 4-12 0,-9-3-15 0,2 3-11 0,7 0-11 16,-8 0-7-16,0 0-8 0,1 0-6 0,6 0-6 0,-7 3-6 15,1-3-4-15,-1 4-5 0,1-4-6 0,0 3-5 0,-1 1-8 0,1 0-8 16,-8-1-7-16,8 1-5 0,-7 0-7 0,1-1-2 0,-2 1-2 16,2 0-2-16,-2-1-1 0,-5 2 0 0,-1 1-1 0,1-2-4 0,-7 0-2 15,7-1-8-15,-7 5-9 0,0-4-10 0,0-1-14 0,-7 5-16 16,0-5-20-16,1 5-27 0,-1-5-35 0,1 5-43 0,-8-5-49 0,8 5-57 16,-6-1-61-16,-2-4-48 0,1 5-40 0,-7-1-32 0,8 0-25 15,-8 1-6-15,1-5 4 0,-1 5 13 0,0-1 16 0,1 0 27 16,-1 1 35-16,1-1 42 0,0-4 49 0,-1 5 57 0,1-5 103 0</inkml:trace>
  <inkml:trace contextRef="#ctx0" brushRef="#br0" timeOffset="174099.59">17343 9213 0 0,'-13'4'85'0,"7"-4"160"0,-1 4 39 0,0-4 34 0,1 3 34 16,6-3 32-16,0 0 34 0,0 0 23 0,0 0 22 0,0 0 12 15,0 0 8-15,6 0-28 0,1-3-43 0,0 3-46 0,-1 0-45 0,7-4-39 16,-7 0-35-16,8 1-34 0,-2-1-32 0,2 0-33 0,-1 1-31 16,-1-4-25-16,2 3-21 0,-1 0-15 0,0-4-14 0,0 5-11 0,0-1-10 15,0 0-7-15,0 4-5 0,-6-3-5 0,5 3-5 0,-5 3-2 16,6-3-4-16,-6 4-4 0,-7 3-3 0,6-2-1 0,0 2-2 15,-6 4-1-15,8-4-1 0,-8 4 0 0,0 4-1 0,-8-4 0 16,8 3 0-16,-6 1 0 0,6-1 4 0,-6 5 1 0,6-5 3 0,-7 5 3 16,7-4 3-16,-7 3 1 0,1-3 3 0,6-1 0 0,0 1 1 0,-7-1 0 15,7-3 0-15,0 0 0 0,0 1-1 0,7-6-4 0,-7 6-4 16,6-8-5-16,1 3-5 0,0-3-5 0,-1-1-8 0,0-3-7 16,2 4-10-16,-2-8-15 0,6 4-21 0,2-3-29 0,-8-1-32 0,7 0-37 15,1-3-41-15,-8 3-38 0,6-4-35 0,-4 2-28 0,-2 2-22 16,0-4-21-16,1 1-20 0,-1 0-20 0,-6-1-24 0,7 5 0 15,-7-5 13-15,0 5 24 0,0-5 31 0,-7 5 39 0,7-1 41 0,-6 0 40 16,6 1 39-16,-7-4 32 0,1 3 127 0</inkml:trace>
  <inkml:trace contextRef="#ctx0" brushRef="#br0" timeOffset="174415.84">17369 9308 0 0,'-20'0'9'0,"1"5"243"0,-1-2 48 15,1 0 43-15,0 5 41 0,-8-1 34 0,15 1 29 0,-8 3 20 16,0 0 18-16,-6 0 14 0,7 3 13 0,-1 1-20 0,1-1-37 0,-1 5-50 15,0-1-56-15,1 1-50 0,0-1-45 0,-1 0-44 0,7 0-40 16,-7 1-38-16,1-1-34 0,6-3-33 0,-6-1-33 0,11 1-34 16,-4-4-37-16,-1 0-50 0,6-4-59 0,1 1-72 0,-1-5-80 0,1-3-60 15,6 4-53-15,0-4-33 0,6-4-25 0,-6 4-9 0,0-3-1 16,7-5 11-16,-1 5 18 0,1-1 26 0,-1-3 31 0,7 3 52 0,-7 1 62 16,2-2 83-16,-2 5 92 0,0-3 87 0,-6 3 84 0,7 3 74 15,-1-3 71-15,1 5 64 0,0-2 60 0,5 1 36 0,-6 3 22 0,8-3 9 16,-8-1 5-16,8 5-1 0,-1-1-5 0,6-3-8 0,0 3-10 15,-5 0-22-15,12-3-25 0,-7 3-34 0,7 1-41 0,-6-1-46 16,5 0-51-16,2 0-30 0,-1 1-24 0,0-5-15 0,0 5-11 0,0-1-12 16,7 0-8-16,-7-3-10 0,-1 4-8 0,2-5-16 0,-1 1-16 0,0 0-24 15,-6-1-26-15,5 1-32 0,-5-4-35 0,6 4-57 0,-6-4-67 16,-1 0-83-16,1 0-90 0,0-4-63 0,-8 4-53 0,8 0-25 16,-7-4-13-16,-1 1 0 0,2-1 4 0,-1-3 16 0,0 3 19 0,-6-4 28 15,5 1 31-15,-5 0 55 0,6-4 65 0</inkml:trace>
  <inkml:trace contextRef="#ctx0" brushRef="#br0" timeOffset="193665.84">27783 8557 0 0,'0'-10'140'0,"-6"-1"14"0,6 3 15 0,-7-3 20 16,7 4 23-16,-7 0 31 0,1-1 36 0,6 5 39 0,-6-6 45 15,6 7 7-15,-7-5-10 0,7 3-7 0,-6 0-2 0,6 1-3 16,0-2-4-16,-7 5-6 0,7-3-5 0,-7-1-12 0,7 4-16 0,0-4-22 16,-6 4-26-16,6 0-33 0,0-3-35 0,0 3-29 0,0 0-24 15,0 0-15-15,0 0-9 0,0 0-5 0,-6 0-4 0,6 0-5 0,0 0-5 16,0 0-4-16,0 0-5 0,0 0-7 0,0 3-5 0,0-3-7 16,0 0-7-16,0 4-7 0,0-4-3 0,0 0-6 0,0 4-1 0,0-1-2 15,0-3-1-15,0 5-1 0,6 2 2 0,-6-3-1 0,6 3-38 16,1 0 0-16,0 0 0 0,-1 1 0 0,1 3 0 0,5 0 0 15,-5 3 0-15,6-2 0 0,-7 2 0 0,8 5 0 0,-8-2 0 0,7 2 0 16,0-1 0-16,0 4 0 0,1-4 0 0,-2 5 0 0,8 2 0 16,-7-3 0-16,0 0 0 0,0 0 0 0,7 0 0 0,-8 4 0 0,1-5 0 15,1 2 0-15,-2-1 0 0,2-4 0 0,-2 4 0 0,2 0 0 16,-1-4 0-16,-1 5 0 0,2-6 0 0,-1 2 0 0,0-1 0 0,-7-3 0 16,7 3 0-16,1-3 0 0,-2-1 0 0,-5 1 0 0,6 0 0 15,0-1 0-15,-7-2 0 0,1-1 0 0,6-1 0 0,-7-2 0 16,8 3 0-16,-8-4 0 0,0 0 0 0,1-3 0 0,0 3 0 0,-1-3 0 15,1 0 0-15,-1-1 0 0,0 1 0 0,2-4 0 0,-2 0 0 0,0 0 0 16,0-4 0-16,8 1 0 0,-8-1 0 0,7-7 0 0,7 4 0 16,0-8 0-16,-1-3 0 0,7 0 0 0,0-4 0 0,0-4 0 15,7 0 0-15,-1-3 0 0,1-4 0 0,-1 3 0 0,1-6 0 0,6 3 0 16,-7 0 0-16,1-4 0 0,-1 4 0 0,2 0 0 0,-2-3 0 16,1 7 0-16,-1-5 0 0,-6 1 0 0,7 4 0 0,-8 0 0 15,1-1 0-15,1 5 0 0,-1-1 0 0,0 1 0 0,-7 3 0 0,7 0 0 16,-6 3 0-16,0-3 0 0,-1 4 0 0,1 0 0 0,-8 3 0 15,8-3 0-15,0 3 0 0,-1 1 0 0,-5-1 0 0,4 4 0 0,-4-4 0 16,5 4 0-16,-5 0 0 0,-2 4 0 0,2-1 0 0,-2 1 0 16,1 0 0-16,-6 3 0 0,0 1 0 0,5-1 0 0,-6 4 0 0,-6-4 0 15,8 4-175-15,-8 0-99 0,6 4-50 0,-6-4-65 0,0 4-69 16,-6-1-62-16,6 1-55 0,-8 0-21 0,2 3-2 0,0 0 11 16,-7 0 16-16,6 5 23 0,-6-5 23 0,1 4 31 0,-2 0 31 0,2-4 49 15,-2 4 58-15,1-3 73 0,7-1 242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36:57.4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26598 4663 34 0,'-7'0'141'0,"-6"0"9"16,7-3 8-16,0-1 13 0,-2 0 19 0,-4 1 22 0,5-1 22 15,1 0 28-15,-7-3 28 0,6 3 4 0,-6-3-8 0,6 0 0 0,-5 3 4 16,-2-3 5-16,2 0 3 0,5-1-1 0,-6 0-2 0,-6 1-12 16,5 0-14-16,2 0-18 0,-8-1-18 0,7 1-24 0,-7 0-24 15,1-1-33-15,6 1-35 0,-6 3-25 0,-7-3-22 0,6 0-13 0,0 4-10 16,-5-5-6-16,5 4-4 0,-7-3-3 0,-5 3-1 0,6 1-2 15,-1-1-4-15,-5-1-2 0,-1 5-1 0,1 0 1 0,-1 0-1 16,-5 0 0-16,5 0-1 0,-7 5 0 0,2-1 1 0,-1-1 0 0,0 1 1 16,-1 3 0-16,1 1 1 0,0-1-1 0,1 0-1 0,-2 0 2 15,1 4-1-15,0-3 0 0,-7 3-2 0,14 0 1 0,-7 0 1 0,0 3 1 16,-1-2 0-16,1 2 1 0,1 1 1 0,5-1 0 0,-6 1 0 16,-1 3 1-16,8 1 0 0,-7-1-1 0,0-4-2 0,7 9-1 0,-1-5 0 15,-6 0-3-15,6 1-2 0,7 2-2 0,-7-2-2 0,1 3-2 16,6-4-2-16,-7 4-1 0,8 0-3 0,-1 0-1 0,-1 4-1 0,8-4-1 15,-8 4 1-15,2-1-1 0,5 1 1 0,0 3-1 0,-6-4-1 16,7 5 1-16,-1-1-1 0,1 1 0 0,6 2 1 0,-7-2-1 0,7 2 0 16,1 2-1-16,-2-1 1 0,2 0-2 0,5 4-1 0,0-5 0 15,1 1 0-15,-1 4-1 0,1-4 0 0,6 0 0 0,0 0 1 0,0 0-1 16,0 0-1-16,6-4 2 0,1 4 0 0,-1 0 0 0,8-4 0 16,-2 0 2-16,2 1 0 0,-2-1 0 0,8 0 0 0,-7-3-1 15,7 3 1-15,6 1 0 0,-7-4-1 0,1 3 2 0,6 0-1 0,0-4 1 16,-1 5 0-16,2-4 0 0,-1 3-1 0,0-3 1 0,6-1-1 15,-5-3 1-15,5 4 0 0,1-4 0 0,-1 0 2 0,1 0-1 16,-1-4 0-16,7 0 0 0,-6 0 1 0,0 1 0 0,6-1 1 0,-7-3 1 16,7 0 2-16,-6-1 1 0,5 1 3 0,-5 0 0 0,7-1 0 0,-1-3 2 15,-7 4 2-15,7-4 1 0,-7 0 3 0,8 0 1 0,-1 0 3 16,-6-1 1-16,5 2 0 0,-5-5 0 0,7 0 1 0,-8 1 0 16,7-1 0-16,-6 0 0 0,5-3 0 0,2-4-1 0,-7 4 1 0,-1-4-1 15,7 0-2-15,-7 0-1 0,1 0 0 0,-1-4-1 0,7 4 0 16,-6-4-2-16,-1 1 0 0,2-5-3 0,-2 5-2 0,1-5-2 0,-8 5-5 15,9-4-9-15,-2-1 0 0,-7 0 0 0,9 2 0 0,-9-5 0 16,1 3 0-16,7 1 0 0,-7-4 0 0,0 0 0 0,0 3 0 16,0-3 0-16,0 0 0 0,0 1 0 0,0-1 0 0,0 0 0 0,0-4 0 15,1 4 0-15,-1-4 0 0,-7 4 0 0,7-4 0 0,-6 5 0 16,-1-5 0-16,1 0 0 0,0 1 0 0,-1-1 0 0,0 0 0 0,0-3 0 16,1 4 0-16,-6-5 0 0,5 1 0 0,1 3 0 0,-8-7 0 15,8 4 0-15,-7 0 0 0,0-1 0 0,6-3 0 0,-5 0 0 16,-2 4 0-16,2-4 0 0,-1 0 0 0,-1 0 0 0,2 0 0 0,-2 0 0 15,2 0 0-15,-1-4 0 0,-7 1 0 0,8-1 0 0,-2 4 0 16,2-7 0-16,-2 3 0 0,-5 0 0 0,6 1 0 0,-6-1 0 0,5-3 0 16,-4 4 0-16,-2-1 0 0,6 0 0 0,-5 0 0 0,0 1 0 15,-7 3 0-15,6-4 0 0,1 0 0 0,-7 4 0 0,0 1 0 0,6-1 0 16,-6 0 0-16,-6-4 0 0,6 8 0 0,0-5 0 0,-7 2 0 16,1 2 0-16,6-3 0 0,-7 4 0 0,0 0 0 0,-5-1 0 15,6 1 0-15,-2 0 0 0,-4-4 0 0,5 4 0 0,-6-1 0 0,0 1 0 16,7-4 0-16,-8 3 0 0,8 1 0 0,-7-4 0 0,0 4 0 0,6-4 0 15,1 4 0-15,-8 0 0 0,8-1 0 0,0 1 0 0,-8-4 0 16,8 8 0-16,0-5 0 0,-1 1 0 0,-6-1 0 0,6 0 0 16,1 2 0-16,-6-2 0 0,4 1 0 0,-4-1-71 0,-2-2-73 0,1-1-30 15,1 3-36-15,-8-7-73 0,0 4-89 0,1 1-87 0,-7-5-83 0,0 4-36 16,0 0-13-16,-7 0 3 0,1 0 7 0,-7 0 16 0,-7 4 17 16,7-1 19-16,-6 5 22 0,-8-1 31 0,1 3 40 0,-7 2 75 15,8-1 185-15</inkml:trace>
  <inkml:trace contextRef="#ctx0" brushRef="#br0" timeOffset="19117.24">21817 9367 0 0,'20'-14'107'15,"-7"3"151"-15,0 3 35 0,0 1 33 0,-6 3 33 0,-1 0 33 16,1 1 33-16,-1 3 27 0,-6 0 24 0,0 0 21 0,0 3 20 0,0 1-26 16,0 0-48-16,-6 3-39 0,-1 4-35 0,1 0-28 0,-1 4-23 15,-6 7-25-15,-7 0-25 0,1 3-26 0,-7 4-29 0,0 8-21 16,-7 0-19-16,1 7-16 0,-7 4-17 0,-7-1-95 0,1 8-45 0,-8 4 0 16,1-1 0-16,1 4 0 0,-2 1 0 0,-5-1 0 0,-1 4 0 0,0-4 0 15,7 1 0-15,0-5 0 0,0-2 0 0,7-9 0 0,-1 0 0 16,7-6 0-16,6-4 0 0,7-8 0 0,0-4 0 0,6-5-127 15,7-10-55-15,7-3-42 0,0-7-49 0,6-4-52 0,6-3-52 0,0-8-34 16,7-3-23-16,7 0-12 0,0-8-2 0,-1 1 4 0,7-4 7 16,0-1 16-16,7 4 20 0,-7 1 23 0,6-1 28 0,1 4 43 0,-7 3 50 15,7 1 57-15,-7 7 61 0,-7 0 53 0,7 4 51 0,-6 7 47 16,0 0 45-16,-1 4 47 0,-6 3 48 0,0 0 48 0,-7 8 47 16,8-1 33-16,-8 2 28 0,-6 2 16 0,6 3 14 0,-6 2 8 0,0 2 4 15,-6 4 0-15,0 1-7 0,6-1-15 0,-14 4-20 0,8-4-31 16,-1 8-35-16,-6-4-39 0,0 4-43 0,7-4-31 0,-8 4-23 0,2-1-18 15,-2 1-14-15,2-1-10 0,-1-2-9 0,-1 2-11 0,8-3-14 16,-7-4-22-16,6-2-26 0,1-2-40 0,0-3-44 0,6-4-68 16,-7-4-79-16,7-3-71 0,0-3-66 0,7-5-55 0,-7-3-49 0,6-7-24 15,0 0-14-15,1-8-2 0,0 1 2 0,5-8 14 0,2-4 16 16,-1-7 32-16,-1 0 40 0,2-4 65 0,6-7 75 0</inkml:trace>
  <inkml:trace contextRef="#ctx0" brushRef="#br0" timeOffset="19302.58">21726 9910 35 0,'26'-16'305'0,"-6"6"48"0,-7 2 39 0,0 5 28 0,0 3 20 0,0 0 17 16,0 3 18-16,-7 5 13 0,1-1 13 0,0 1 11 0,-1 3 8 15,0 0-62-15,1-1-95 0,0 5-76 0,-1-4-62 0,1 0-48 16,-1 0-40-16,0 0-32 0,2 0-26 0,4 0-29 0,-6-4-32 0,1 5-38 16,0-6-40-16,-1-2-53 0,1 0-58 0,-7 3-67 0,6-3-70 15,-6-4-57-15,6 4-51 0,-6-4-41 0,0 0-36 0,-6 0-14 16,0 0-3-16,-1 3 8 0,1 1 12 0,-8-4 22 0,2 4 27 0,-8-1 42 15,7 5 51-15,-7-5 62 0,-6 5 81 0</inkml:trace>
  <inkml:trace contextRef="#ctx0" brushRef="#br0" timeOffset="19549.86">21733 10140 21 0,'-20'7'163'0,"0"4"33"16,1-3 32-16,6-1 26 0,0 1 25 0,7-1 12 0,0-4 10 0,-2 1 11 15,2 0 15-15,6-4 0 0,0 4-3 0,6-4-10 0,2 3-12 16,-2-3-14-16,0 0-15 0,7 4-21 0,0-4-26 0,6 0-21 0,-5 0-20 16,5 0-10-16,1 0-6 0,6 0-6 0,-6 4-8 0,-1-4-20 15,1 3-27-15,-1-3-17 0,0 8-11 0,-5-5-7 0,-1 4-3 0,-1 4 1 16,2-3 4-16,-8 6 2 0,0 1 5 0,-6 3 4 0,0 0 4 15,-6 4 3-15,6 4 4 0,-12 4 5 0,-2 2 6 0,1 1 4 0,0 4 3 16,0 3 1-16,-7 1 2 0,1-4-4 0,-1 3-3 0,8 0-5 16,-8 0-6-16,7-3-7 0,6 0-55 0,-6-5-38 0,7-2 0 0,6-4 0 15,0-1 0-15,0-3 0 0,6-4 0 0,1 0 0 0,-1-6 0 16,8-1 0-16,-2-4 0 0,2-2 0 0,5-5 0 0,1-5 0 16,-1-6 0-16,0 0 0 0,8-7-86 0,-7 0-105 0,5-8-55 0,1-3-72 15,0-5-80-15,0-2-68 0,7-1-63 0,-7-3-39 0,7-4-30 16,-7 4-6-16,0-4 7 0,6 3 15 0,-5 1 22 0,-2 0 28 0,-5-1 30 15,0 1 47-15,-1 4 56 0,1-4 73 0,-8 2 92 0</inkml:trace>
  <inkml:trace contextRef="#ctx0" brushRef="#br0" timeOffset="19733.57">22475 9928 69 0,'0'-12'363'0,"7"6"57"0,-7-5 37 0,0 3 25 16,6 4 20-16,-6-3 14 0,0 3 10 0,0 1 11 0,0-1 10 0,6 0 14 16,-6 1 15-16,8 3-56 0,4-4-88 0,-5 4-90 0,6 0-89 15,0-4-53-15,7 4-33 0,-1 0-22 0,0-3-19 0,1 3-13 16,7 0-10-16,-9-4-10 0,2 4-9 0,7 0-27 0,-9 0-57 0,2 0 0 15,-1 0 0-15,1 0 0 0,0 0 0 0,-7 0 0 0,0 0-77 0,0 0-34 16,-7 0-26-16,8 0-38 0,-8 0-43 0,0-4-59 0,1 4-69 16,-7 0-61-16,7 0-59 0,-7-3-41 0,0 3-31 0,-7-4-14 15,7 0-6-15,0 1 8 0,-7-5 16 0,1 5 22 0,6-1 22 0,-6-3 37 16,-1 0 42-16,0-1 58 0,1 1 68 0,0 0 79 0,-1-1 178 16</inkml:trace>
  <inkml:trace contextRef="#ctx0" brushRef="#br0" timeOffset="20033.22">22794 9715 104 0,'-6'-15'132'15,"0"5"24"-15,-2-5 27 0,2 0 33 0,0 4 32 0,-1-3 32 16,7 6 29-16,-6-2 12 0,-1 2 5 0,7 5 6 0,0-2 8 15,0 5 6-15,0 0 2 0,-7 0-2 0,7 8-5 0,0-5-13 0,0 9-18 16,0-1-24-16,0 3-26 0,-6 1-25 0,6 3-24 0,-6 0-26 16,0 8-28-16,-2-4-25 0,2 4-28 0,0 3-20 0,-7-3-18 0,6 3-18 15,-6-3-23-15,1 0-24 0,4-1-27 0,-4 1-34 0,-2-4-37 16,1-1-41-16,7 1-46 0,-7-3-43 0,0-1-41 0,0 1-28 16,0-5-21-16,0 1-8 0,0-4-5 0,0 3 7 0,-1-6 12 0,2 3 31 15,-1 0 40-15,0-4 51 0,6 1 59 0,-5-1 68 0,4-4 72 16,2 1 71-16,0 0 72 0,-1-4 49 0,7 4 37 0,-7-4 25 0,7 0 17 15,7 0 15-15,-7 0 10 0,7 0 1 0,5 0-7 0,-4 0-15 16,4-4-19-16,8 4-24 0,-1-4-26 0,1 0-27 0,6 1-27 0,0-1-19 16,0-3-14-16,6 3-13 0,2-3-12 0,-9 3-11 0,7-3-13 15,1-1-12-15,-1 5-15 0,2-5-11 0,-9 5-11 0,8-5-17 16,-7 5-20-16,0-1-21 0,-6 1-23 0,-1 3-29 0,1-4-30 0,0 0-47 16,-8 4-58-16,2-3-75 0,-8 3-87 0,0 0-73 0,1 0-66 0,-7 0-33 15,0 0-15-15,0 0 1 0,0 0 10 0,-7-4 15 0,7 0 18 16,-6 1 23-16,0-1 28 0,6-3 46 0,-8 3 55 0,8-3 76 15,0-1 257-15</inkml:trace>
  <inkml:trace contextRef="#ctx0" brushRef="#br0" timeOffset="20800.5">23009 9986 0 0,'0'-3'259'0,"-6"3"98"0,6 0 59 0,-6 0 44 15,-2 0 36-15,8 0 29 0,-6 0 28 0,0 3 20 0,-7-3 19 0,6 4 17 16,0 0 15-16,-5 3-42 0,-2 0-73 0,-5 0-72 0,6 4-73 0,-6 0-63 16,-1 1-59-16,0 2-42 0,1 5-108 0,-7-1-92 0,0 0 0 15,-7 4 0-15,1 4 0 0,-1-4 0 0,1 4 0 0,-1 3 0 16,-6-4 0-16,6 5 0 0,-6-4 0 0,7-1-203 0,-1-3-70 0,7 0-71 15,0-4-80-15,0 0-61 0,13-7-50 0,0 0-38 0,0-3-31 16,6 0-3-16,7-5 8 0,0-3 22 0,7-3 25 0,-1-2 35 16,8 2 43-16,-2-5 75 0,8 1 92 0,-7 0 98 0,7 3 101 0,-8 0 87 15,8 1 79-15,-6-1 82 0,5 4 85 0,-6 4 73 0,-7 3 68 0,7-3 46 16,-7 7 35-16,8 0 16 0,-8 0 7 0,1 4-12 0,-7 3-24 16,6 0-14-16,1 4-15 0,-7 0-17 0,0 0-18 0,0 0-31 15,0 4-38-15,0-1-47 0,0 1-52 0,0 0-35 0,-7-5-25 0,7 6-17 16,-6-2-11-16,6 1-10 0,-7-5-8 0,1 5-7 0,0-4-7 15,6-3-7-15,-8 3-9 0,2-4-7 0,6 0-8 0,-6-3-8 16,-1-5-6-16,7 2-9 0,0-5-9 0,-6-3-10 0,6-1-12 0,0-3-12 16,0-3-11-16,6-5-12 0,-6-3-12 0,7 0-10 0,-1-7-11 15,0-4-9-15,2 0-7 0,-2-4-3 0,7-3-2 0,0-4 1 16,-7 0 1-16,14 1 6 0,-7-2 4 0,0 1 7 0,0 4 9 0,6 0 9 16,-5 3 11-16,-2 0 12 0,2 4 16 0,5 4 12 0,-6-1 14 0,0 5 9 15,1 3 11-15,4 0 8 0,-4 4 9 0,5 0 9 0,-5 3 6 16,5 1 7-16,0 3 8 0,1 0 8 0,-1 3 7 0,1 4 2 15,-7 1 2-15,7 3 1 0,0 0 0 0,-2 3-2 0,-4 4-1 0,-1 1-2 16,-1 3-42-16,2 0-50 0,-2 4 0 0,2-1 0 0,-8 4 0 16,1 1 0-16,-1 0 0 0,1 2 0 0,-7 1 0 0,0 0 0 0,0-4 0 15,0 4 0-15,0 0 0 0,0-7 0 0,-7 3 0 0,7-7 0 16,0 0 0-16,-6-3 0 0,6-5 0 0,-7-3 0 0,7 0 0 0,-6-4 0 16,0-3-125-16,-2-4-118 0,2-4-36 0,0 1-27 0,0-5-24 15,-8-2-8-15,1-5 1 0,0 0 11 0,0 0 15 0,1-3 21 16,-8-4 24-16,7 4 38 0,-7-4 45 0,0 4 56 0,1-1 63 0,-1 1 59 15,-6-1 60-15,6 5 47 0,1-1 40 0,-1 0 26 0,8 1 23 16,-2 3 13-16,2 0 9 0,-1 0 1 0,6 4 0 0,-6-1-14 0,13 1-19 16,0-1-29-16,0 2-33 0,0 1-25 0,6 3-22 0,1-3-15 15,0 1-11-15,6 4-8 0,-1-3-8 0,2 3-5 0,5 0-5 0,1 0-4 16,-8 3-1-16,15-3-1 0,-8 4-1 0,1 1-7 0,-1-3-11 16,1 3-14-16,0 1-17 0,-1-1-23 0,-5 2-28 0,-2-4-40 0,1 1-48 15,0 3-58-15,-6-3-64 0,-1 3-52 0,0-3-45 0,-6 3-37 16,0 1-34-16,-6-1-20 0,0 0-14 0,-1 4 2 0,-6-4 9 15,0 4 20-15,1-3 23 0,-2 3 38 0,-5 0 46 0,-1 0 85 0,0 0 102 16,1 0 90-16,-1 4 85 0,-6-4 83 0,6 3 84 0,-5-3 82 16,5 3 81-16,0-2 58 0,1-1 46 0,-1-4 29 0,8 4 20 0,-2-4 9 15,2-3 5-15,5-1-24 0,7 2-37 0,0-2-36 0,0-3-36 16,0 3-44-16,13-3-48 0,-7 0-56 0,8 5-58 0,-2-5-46 0,8 0-41 16,-1-5-33-16,1 5-31 0,6-3-39 0,1 0-42 0,5-5-72 15,-6 1-85-15,7-3-91 0,-1-2-93 0,1-3-49 0,6-3-25 0,-7 0-13 16,1-4-6-16,5 0-3 0,-4-4-2 0,-2 4 7 15,1-8 12-15,-1 5 30 0,1-4 37 0,0 3 69 0,-1-3 147 0</inkml:trace>
  <inkml:trace contextRef="#ctx0" brushRef="#br0" timeOffset="21183.72">23778 10049 0 0,'0'-15'329'0,"0"4"91"0,-7 0 44 0,1 7 31 0,-1 0 23 15,1 1 21-15,6 3 19 0,-7 0 16 0,-5 3 14 0,4 1 11 16,-4 0 11-16,-1 7-44 0,-1-3-69 0,2 2-100 0,-2 5-114 0,2 0-65 15,-2-1-40-15,-5 5-26 0,6-1-22 0,0 0-54 0,0 4-76 16,6-3 0-16,-6 3 0 0,7-4 0 0,-1 0 0 0,1 0 0 16,6-3 0-16,0 0 0 0,0-1 0 0,6 1 0 0,1-7 0 0,6 3 0 15,0-5 0-15,0 2 0 0,0-4 0 0,6-1 0 0,-6-3 0 0,7 0 0 16,0-3 0-16,-1-1 0 0,1 1 0 0,6-2 0 0,-7-1 0 16,1-5 0-16,0-1-23 0,-1 1-180 0,7 0-62 0,-13-3-74 15,6-1-84-15,1 0-68 0,-7-3-60 0,0 4-35 0,0-5-21 0,1 5-2 16,-2-5 8-16,-6 4 19 0,1 1 23 0,0-1 27 0,-1 1 33 15,-6 3 51-15,7-4 60 0,-7 4 99 0,0 0 119 0,0 4 144 16,0-1 59-16,0 1 121 0,0 4 83 0,6-2 65 0,-6 2 56 0,0 3 44 16,6 0 40-16,2 0 28 0,-8 3 23 0,6 2 19 0,0-2 19 15,-6 4-8-15,6 1-23 0,-6-1-37 0,8 4-44 0,-8 0-48 16,0 0-48-16,0 4-48 0,0-4-47 0,6 3-40 0,-6-3-37 0,0 4-31 16,0-1-27-16,0-2-33 0,6 2-33 0,-6-3-37 0,0 0-39 0,0 0-49 15,0-4-56-15,-6 4-78 0,6-3-91 0,-6-1-81 0,6 0-77 16,-8-3-47-16,2 3-33 0,0 1-13 0,0-5-4 0,-8 1 9 0,1 3 13 15,0-3 21-15,0-1 24 0,1 5 39 0,-2-5 46 0,-5 2 73 16,5-2 92-16</inkml:trace>
  <inkml:trace contextRef="#ctx0" brushRef="#br0" timeOffset="21834.62">23621 10429 0 0,'-12'11'227'0,"-2"4"101"0,2-3 51 0,5 2 38 0,-6 1 33 16,0 3 25-16,6 0 23 0,1 0 19 0,-1 1 18 0,1 4 14 0,0-3 15 15,-2 3-42-15,2 2-69 0,0 1-62 0,-1 3-58 0,7-2-48 16,-6 5-47-16,-1 1-35 0,1 0-27 0,-1 0-24 0,1 4-22 0,6-4-18 15,-6-1-17-15,6 1-15 0,-8-4-14 0,8 1-50 0,0-4-16 16,0-8 0-16,0 0 0 0,0-3 0 0,8-4 0 0,-8-4 0 16,6 0-35-16,0-7-30 0,7-2-11 0,-6-3-9 0,-1-6-11 0,7 0-8 15,1-7-9-15,-8 0-4 0,7-4-2 0,0-4 4 0,0 0 7 16,0-3 9-16,-6 0 10 0,5-4 8 0,2 4 10 0,-8-1 8 0,7-3 8 16,-7 4 11-16,8 3 10 0,-8-3 8 0,0 3 10 0,8-3 7 15,-2 3 4-15,-5 4 6 0,6-3 5 0,0 7 3 0,1-5 6 0,-2 5 2 16,1 0 2-16,7 3 2 0,-8 1 3 0,2 3 2 0,6 3 4 15,-8 5 2-15,1-5 6 0,7 8 2 0,-7 4 3 0,0 0 2 0,0 3 2 16,0 0 2-16,-6 4-1 0,5 4 1 0,2-1 1 0,-8 5 1 16,0 3 0-16,1-4 0 0,0 4-2 0,-7 4-1 0,6-1-2 0,-6 5 1 15,7-4-2-15,-7 3 1 0,-7 0-2 0,7 4 0 0,0-4-2 16,-6 4-2-16,6 0-2 0,-7-4-2 0,7 1-3 0,-7-1-2 16,7-4-3-16,-6 2-1 0,0-6-5 0,6-2-5 0,0-2-10 0,-6-2-13 15,6-4-13-15,0 0-17 0,-8-3-18 0,8-5-16 0,0-3-14 0,-6 0-16 16,6 0-13-16,-6-7-10 0,6 3-10 0,-7-7-8 0,1 0-8 15,-1 1-2-15,0-5 3 0,-5 0 5 0,5-3 8 0,-6 0 13 16,0-5 14-16,0 5 17 0,-6-4 16 0,5 0 19 0,2 0 21 0,-8 1 17 16,0 2 19-16,1-3 15 0,5 4 14 0,-5-1 11 0,-1 5 11 15,8-5 10-15,-8 5 8 0,7 3 7 0,0 0 5 0,6 0 3 0,-5 4 1 16,5-4-5-16,0 7-7 0,7-4-7 0,0 5-9 0,0 0-6 16,0-2-7-16,7 3-8 0,0 2-5 0,-1-5-8 0,7 1-6 15,0 4-7-15,0-3-6 0,7-1-9 0,-8 1-11 0,8 3-14 0,-1-4-15 16,1 4-25-16,-7-4-30 0,7 4-38 0,0 0-41 0,-8 0-51 15,2 0-52-15,-2 4-46 0,1-4-42 0,-6 4-32 0,0 3-26 16,-1-4-18-16,-6 6-15 0,0-2-5 0,0-1-4 0,-6 2 15 0,6 3 24 16,-7 0 36-16,0-4 40 0,1 4 58 0,-7 0 64 0,0 0 66 15,6 0 64-15,-5 0 53 0,-2 4 46 0,1-4 43 0,-6 3 37 0,0-2 45 16,-1 2 47-16,0 1 49 0,1-4 50 0,5 4 54 0,-5-5 58 16,-1 5 29-16,8-4 14 0,-2-4-4 0,2 4-13 0,5-7-19 15,0 3-18-15,1-3-18 0,6 0-15 0,0-4-24 0,0 3-28 0,6-3-40 16,1 0-45-16,0-3-53 0,5 3-56 0,-5-4-36 0,6 4-26 15,6-4-23-15,-5 4-25 0,5-2-35 0,-6-3-40 0,7-2-57 0,-7 3-64 16,7-3-55-16,-1 3-50 0,-6 0-50 0,0-3-50 0,-1 3-25 16,2 1-12-16,-1-5-7 0,-6 5-3 0,5 3 8 0,-5-4 13 0,-1 4 33 15,1-3 39-15,-7 3 57 0,0 0 62 0</inkml:trace>
  <inkml:trace contextRef="#ctx0" brushRef="#br0" timeOffset="21966.57">23804 10994 0 0,'-6'7'34'0,"-2"0"140"0,2 2 17 0,6-7 12 0,-6 2 9 0,6 0 8 16,0-1 6-16,0 1 3 0,0-4 2 0,0 0-10 0,6 0-14 15,8-4-50-15,-8 1-65 0,7-1-72 0,0-2-73 0,6 1-57 16,-5-2-49-16,5-4-28 0,0 3-18 0,1-3-10 0,7-3-9 0,-9 3-4 16,9-4-3-16,-1 4 0 0,0-7-2 0,7 4 18 0,-1-5 89 15</inkml:trace>
  <inkml:trace contextRef="#ctx0" brushRef="#br0" timeOffset="22167.03">24833 10250 277 0,'0'-4'423'0,"-7"1"47"0,1-5 32 0,6 5 24 0,-6 3 22 0,-2-4 22 0,2 1 20 16,0-1 18-16,-1 0 16 0,1 4 4 0,-7-3-2 0,6 3-86 15,-5 0-129-15,-2 0-97 0,-5 0-83 0,6 0-49 0,-7 3-61 16,1 1-121-16,-8 0 0 0,8-1 0 0,-7 1 0 0,0-1 0 0,0 5 0 16,0-5 0-16,-7 5-111 0,7-5-117 0,0 1-72 0,0 0-79 15,0-1-82-15,0-3-68 0,6 4-61 0,0-8-24 0,2 4-5 0,4-3 8 16,1-5 17-16,1 1 22 0,4 0 29 0,8-1 31 0,-6-2 34 15,12-5 57-15,-6 4 70 0,8-4 77 0,-8 4 270 0</inkml:trace>
  <inkml:trace contextRef="#ctx0" brushRef="#br0" timeOffset="22333.69">24273 10140 0 0,'6'-11'78'0,"1"4"182"0,-7 3 55 0,7 1 52 16,-1 3 48-16,-6 0 36 0,0 0 28 0,0 0 21 0,6 3 20 15,-6 1 16-15,0-1 16 0,0 5-23 0,0-1-44 0,0 0-50 0,0 1-50 16,6 3-49-16,-6 0-45 0,8 3-45 0,-2 1-44 0,7 0-31 16,-7-1-26-16,8 5-21 0,-2-1-17 0,2 0-17 0,5 0-16 0,1 1-12 15,-1 0-26-15,-6-5-36 0,13 4 0 0,-6-3 0 0,-1 3 0 16,1-3-28-16,-1-4-63 0,1 3-44 0,0-3-51 0,-1 1-76 15,0-1-91-15,1 0-91 0,-1 0-89 0,-5-4-47 0,5 3-24 0,-6-2-7 16,6 3 1-16,-5-4 13 0,-1 1 16 0,6-1 26 0,-6 0 27 0,1-3 43 16,-2 3 46-16,2-3 77 0,-2 1 155 0</inkml:trace>
  <inkml:trace contextRef="#ctx0" brushRef="#br0" timeOffset="22683.43">24905 10598 0 0,'0'4'183'0,"0"-4"211"0,-7 3 63 0,0-3 43 16,1 0 35-16,0 4 32 0,-1-4 31 0,0 3 26 0,1-3 23 15,-7 0 16-15,7 5 16 0,-14-5-23 0,6 0-39 0,2 3-92 16,-8-3-117-16,1 4-270 0,-1-4-138 0,-6 4 0 0,7-1 0 0,-7 1 0 15,-1 0 0-15,1-1 0 0,-6 1 0 0,6-1 0 0,-1 1 0 16,2 0 0-16,-1-4 0 0,-7 3 0 0,7-3 0 0,-6 0 0 16,6-3 0-16,-1 3 0 0,1-4 0 0,7 0 0 0,-1 1-102 0,0-1-231 15,8 1-38-15,-2-1-38 0,8 0-35 0,0-3-15 0,-1 3-7 0,7 1 11 16,0-2 17-16,0 2 29 0,0-1 33 0,7 4 42 0,-1 0 46 16,-6 0 54-16,6 4 60 0,2-1 76 0,-2 5 84 0,-6 0 92 15,6-1 94-15,0 4 66 0,2 0 50 0,-2 3 34 0,0 1 22 0,1 3 17 16,-1 1 12-16,-6 0 2 0,7 2-3 0,0 1-13 0,-1 4-18 15,0-5-28-15,0 5-31 0,2 0-37 0,4-4-39 0,-5 4-25 16,-1-4-19-16,8 3-16 0,-2-7-13 0,2 4-20 0,-2-4-113 0,2 1 0 16,5-4 0-16,1-1 0 0,0 1 0 0,-1-4 0 0,0-4 0 0,0 1 0 15,8-2 0-15,-8 2 0 0,8-4 0 0,-1-4 0 0,-1 0 0 16,1 0 0-16,1-4 0 0,-1 1 0 0,-6-2 0 0,5 2 0 16,-5-4 0-16,6 0 0 0,-13-1 0 0,6 1-24 0,-6 0-96 0,1-4-22 15,-2 0-25-15,2 0-46 0,-8-1-55 0,7 1-80 0,-6-3-90 16,-1-1-62-16,1 1-45 0,-1-1-17 0,0 0-5 0,2 1 3 15,-2-1 7-15,0 1 11 0,0-1 12 0,1-4 21 0,0 5 25 0,-1-1 49 16,7 0 61-16</inkml:trace>
  <inkml:trace contextRef="#ctx0" brushRef="#br0" timeOffset="73616.58">26487 9649 0 0,'0'0'113'0,"6"-3"214"15,-6 3 55-15,7 3 28 0,-7-3 15 0,7 4 10 0,-7 3 7 16,6 1 10-16,1-1 10 0,-7 0 10 0,6 4 8 0,1 0-28 15,-1 4-47-15,1-4-75 0,-1 3-91 0,-6 5-66 0,6-4-56 0,2-1-32 16,-2 1-22-16,0 3-28 0,1-3-31 0,-1-1-53 0,1 1-66 16,-1-4-75-16,1 0-83 0,-7 4-69 0,6-8-63 0,0 4-38 0,-6 0-29 15,0-4-14-15,8 1-7 0,-8 3 1 0,0-4 7 0,0 0 16 16,-8 1 22-16,8-1 44 0,-6 0 55 0,0 0 67 0,6 1 171 0</inkml:trace>
  <inkml:trace contextRef="#ctx0" brushRef="#br0" timeOffset="73916.67">26539 10082 0 0,'-6'11'169'0,"-1"0"120"16,-6 0 30-16,7-1 27 0,-1 5 27 0,-6-4 28 0,7 4 30 0,-8-4 17 15,8 3 14-15,0-2 8 0,-1-1 5 0,1 3-46 0,-1-3-73 16,7 0-65-16,0 4-61 0,-7-4-45 0,7 0-37 0,0 0-41 16,0-1-44-16,0 1-58 0,0-3-64 0,7 3-64 0,-7 0-65 0,0 0-58 15,7 0-53-15,-7 0-39 0,0 4-32 0,0-4-25 0,0 3-21 0,0-3-8 16,0 4-4-16,-7 4 13 0,7-5 22 0,-7 1 40 0,7 3 49 16,-6 0 62-16,-8 0 67 0,8 1 65 0,0-1 63 0,-7 0 55 15,0 1 52-15,6 3 48 0,-5-4 50 0,-2 0 41 0,2 4 41 0,5-7 33 16,-6 3 31-16,6 0 21 0,-5-3 17 0,4 4 7 0,2-5-2 15,0 1-7-15,0-4-8 0,6 3-14 0,-8-3-15 0,8 0-22 16,0 0-25-16,0 0-25 0,0 1-26 0,0-1-30 0,0 0-33 0,8 0-32 16,-8-4-30-16,0 4-21 0,6 0-14 0,-6-4-8 0,6 4-7 15,0-4-4-15,-6 1-5 0,8-1-6 0,-2-3-3 0,0 3-9 0,1-2-9 16,-1-5-11-16,1 0-13 0,0 0-23 0,5-5-29 0,-6-2-45 16,8-1-52-16,-1-7-59 0,7 1-61 0,-8-4-48 0,2 0-40 0,5-4-34 15,1-4-33-15,-1 4-12 0,0-8-3 0,1 5 4 0,0-1 10 16,-1 0 20-16,1 1 27 0,-1 3 44 0,1 0 52 0,0 0 58 15,-1 4 116-15</inkml:trace>
  <inkml:trace contextRef="#ctx0" brushRef="#br0" timeOffset="74367.23">27138 9873 143 0,'14'-26'229'0,"-8"4"41"15,0 0 42-15,1 4 51 0,-1 3 55 0,-6 4 37 0,7-4 29 16,-7 8 20-16,7-4 20 0,-7 4-20 0,0-1-36 0,6 5-32 0,-6-5-30 16,0 8-28-16,0-3-30 0,0 3-33 0,0 0-34 0,6 0-42 15,-6 0-42-15,0 3-30 0,8 1-23 0,-8 3-17 0,0 1-14 0,6 3-12 16,-6 0-9-16,0 4-8 0,6-1-8 0,-6 5-63 0,0-1-13 16,0 4 0-16,-6 0 0 0,6 0 0 0,-6-1 0 0,-2 6 0 15,2-6 0-15,6 1 0 0,-6-3 0 0,-1-1-106 0,0 0-46 0,1 0-30 16,-1-3-30-16,1-4-37 0,6 4-37 0,-6-8-40 0,6 1-38 15,0-1-22-15,0-3-16 0,0-1 5 0,0-3 12 0,0 0 19 0,6 0 23 16,-6-3 32-16,6-1 38 0,1-3 49 0,-1 3 56 0,1-3 67 16,6-1 70-16,-7 1 81 0,2-4 86 0,4 4 61 0,-6-1 49 15,8 1 31-15,-8-1 21 0,7 1 16 0,1 0 13 0,-2-1 3 0,1 5 0 16,0-1-11-16,0 1-15 0,1-1-23 0,4 0-25 0,-4 4-36 0,5-3-39 16,-5 3-26-16,4 0-16 0,2 0-14 0,-6 0-11 0,5 0-7 15,1 3-6-15,-1-3-9 0,1 4-8 0,-1 0-7 0,0-1-8 16,1 1-8-16,-7-1-6 0,7 5-36 0,0-5-19 0,-1 5 0 0,-6-5 0 15,6 2 0-15,-5 1 0 0,-8-2 0 0,7 0 0 0,-6 0 0 16,-7 3 0-16,6-3 0 0,-6-1-101 0,-6 5-62 0,-1-5-52 0,-6 5-66 16,7-1-73-16,-14 0-66 0,1 1-67 0,-1-1-51 0,-6 0-45 15,0 0-15-15,-7 4-3 0,7-3 13 0,-13 3 20 0,0-4 25 16,-1 4 30-16,2-3 44 0,-7 2 51 0,5-2 65 0,-5-1 72 0</inkml:trace>
  <inkml:trace contextRef="#ctx0" brushRef="#br0" timeOffset="74633.95">26865 10232 0 0,'-7'-4'42'0,"7"4"221"0,-6 0 48 0,6 4 39 0,0-4 37 0,-6 3 30 16,6 1 25-16,0 0 21 0,0-1 16 0,0 1 14 0,6 3 12 16,0 1-23-16,1-5-41 0,0 5-50 0,5-1-56 0,1 0-46 15,7 1-40-15,0-1-34 0,-1 0-29 0,7 0-24 0,0 1-21 0,7-5-13 16,-1 5-11-16,1-5-9 0,6 2-9 0,-7-5-9 0,8 3-8 16,-1-3-6-16,-1 4-7 0,2-1-5 0,-1-3-4 0,-6 4-7 0,-1 0-5 15,1-1-5-15,-7 1-3 0,0-1-5 0,-7 5-6 0,1-4-22 16,0 3-7-16,-8 0 0 0,1 1 0 0,-6-1 0 0,0 4 0 0,-1-4 0 15,-6 4 0-15,0 0 0 0,-6 1 0 0,-1-2 0 0,0 5 0 16,1-4 0-16,-7 4 0 0,-7-1 0 0,7-3 0 0,-6 7 0 16,-1-3 0-16,-6 1 0 0,7-3 0 0,-8 2 0 0,-5-4-48 0,6 0-171 15,-7 0-74-15,1 0-86 0,-1-4-94 0,7 1-66 0,-7-5-55 16,1 1-24-16,-1-4-7 0,1-4 4 0,6 1 13 0,-1-5 22 16,1 1 26-16,1 0 33 0,-1-8 36 0,6 4 62 0,0-3 73 0</inkml:trace>
  <inkml:trace contextRef="#ctx0" brushRef="#br0" timeOffset="74834.06">26806 10308 0 0,'0'-10'158'0,"0"-1"142"0,0 7 43 0,0 0 36 0,0 4 33 0,0 0 26 16,7 4 24-16,-7 3 19 0,6 4 20 0,1 0 17 0,-7 1 16 15,6 5-34-15,0 6-57 0,2-1-58 0,-8 7-58 0,6-4-41 0,0 9-38 16,-6-1-27-16,0 3-27 0,0 4-19 0,0 1-16 0,-6-1-14 16,0 4-14-16,6 0-14 0,-14 0-13 0,8 0-11 0,-1 3-11 15,-6-2-27-15,0 2-55 0,1-3 0 0,4 0 0 0,-4-4 0 0,-1 0 0 16,0-2 0-16,6-2 0 0,-6-7 0 0,6 0 0 0,1-7-37 15,0-3-125-15,-1-1-60 0,0-6-72 0,1-2-82 0,0-6-85 0,6 0-67 16,0-4-58-16,-7 0-24 0,7-8-7 0,-6 1 8 0,6-4 16 16,-7 0 24-16,7-5 28 0,0-1 32 0,0-2 33 0,0-3 58 15,7 1 71-15</inkml:trace>
  <inkml:trace contextRef="#ctx0" brushRef="#br0" timeOffset="75016.52">26781 10932 119 0,'12'-15'277'0,"1"4"55"0,0 0 54 15,0 3 40-15,1 1 32 0,5 0 26 0,0 3 23 0,1 0 20 16,-1 1 17-16,1 3-5 0,6-4-14 0,1 4-42 0,-9-4-60 0,9 4-49 15,5 4-48-15,-6-4-49 0,7 0-53 0,-7 4-37 0,7-4-32 16,-7 0-26-16,6 0-21 0,-5 3-20 0,-2-3-17 0,1 0-20 16,0 0-22-16,-6 0-28 0,6 0-28 0,-13 0-30 0,7 0-30 0,-1-3-40 15,-6 3-44-15,0-4-61 0,-7 0-72 0,8 1-74 0,-14-5-75 16,6 1-59-16,0 0-51 0,-6 0-19 0,7-4-6 0,-7-1 10 16,-7 2 17-16,7-1 21 0,0 0 25 0,-6-4 35 0,0 0 39 0,-1 1 62 15,0-1 69-15</inkml:trace>
  <inkml:trace contextRef="#ctx0" brushRef="#br0" timeOffset="75249.62">27392 10496 0 0,'-6'-8'277'0,"-7"5"90"16,7-1 47-16,-8 4 32 0,8 4 23 0,-7-1 21 0,0 5 17 0,6 3 19 16,-6-4 18-16,0 8 16 0,1-1 14 0,4 1-39 0,-4 7-67 15,5-4-72-15,-6 4-78 0,6 4-49 0,1-1-38 0,0 5-23 16,0-1-15-16,-2-4-13 0,8 5-13 0,-6-1-115 0,12 0-52 0,-6-3 0 16,8 4 0-16,-2-5 0 0,6-3 0 0,2 0 0 0,-1-4 0 15,7 1 0-15,5-5 0 0,-5 1 0 0,6-4 0 0,0 0 0 0,7-7 0 16,-7 3 0-16,0-7 0 0,6 4 0 0,-6-8 0 0,0 1 0 15,0-1 0-15,-6 0 0 0,-1-4 0 0,1 5 0 0,0-5 0 0,-8 1 0 16,2 0 0-16,-8 1 0 0,1-3 0 0,5 2 0 0,-12 0-137 16,7-1-107-16,-7 1-53 0,0 0-66 0,-7-4-73 0,7 4-59 0,-12-1-54 15,5 1-27-15,-6 0-10 0,0-1 2 0,-1 1 9 0,-4 0 17 16,4-1 20-16,-5 5 26 0,-1-1 29 0,1 1 47 0,-1-2 56 16,-6 2 73-16,6 3 172 0</inkml:trace>
  <inkml:trace contextRef="#ctx0" brushRef="#br0" timeOffset="75419.5">27061 10961 138 0,'-20'14'386'0,"0"1"49"0,7 0 28 16,1 3 20-16,-2 1 14 0,1-5 16 0,0 1 16 0,6-1 17 16,1 1 19-16,6 0 15 0,-6-1 14 0,-1 1-70 0,7-1-111 0,0 1-93 15,-7-3-88-15,7 3-47 0,0-5-28 0,0 1-23 0,0 0-17 0,0 0-30 16,0 0-34-16,0-4-41 0,0-3-44 0,0 3-48 0,7-3-50 16,-7-1-64-16,0 1-73 0,0-4-77 0,7 4-79 0,-7-4-64 15,0 0-56-15,0 0-31 0,0-4-17 0,6 4 2 0,0-4 12 0,-6 1 21 16,7-1 25-16,-7 4 32 0,6-4 34 0,1 1 55 0,0 3 65 15,-7-4 73-15,6 4 218 0</inkml:trace>
  <inkml:trace contextRef="#ctx0" brushRef="#br0" timeOffset="75599.78">27002 11268 0 0,'6'8'82'0,"-6"-5"167"0,6 5 49 0,1-1 49 0,-7 4 49 0,7-1 39 16,-1 2 33-16,1-1 23 0,-1 4 22 0,0-4 18 0,8 3 19 15,-2 1-23-15,2 3-41 0,-1 1-45 0,7-1-47 0,-1-4-39 0,7 5-34 16,0 0-38-16,0-1-43 0,0 0-32 0,7-3-28 0,-1-1-22 16,1-3-19-16,-1 3-40 0,1-6-99 0,6 3 0 0,-7-3 0 0,1-5 0 15,0 2 0-15,-8-2 0 0,8-3 0 0,-7 0 0 0,0 0 0 16,1-3 0-16,-8-2 0 0,0 2 0 0,1-1 0 0,-7-4 0 15,0 5 0-15,0-5 0 0,-7 1 0 0,8-4 0 0,-14 4 0 0,6 0-10 16,1-4-165-16,-7 0-49 0,0-4-59 0,0 0-72 0,0 1-82 16,-7-1-66-16,1 1-60 0,0-5-26 0,-2 1-9 0,2-1 6 0,0 1 12 15,-8 0 19-15,2-4 23 0,-1 4 28 0,-1-5 30 0,2 5 49 16,-2-4 57-16,2 4 75 0,-1-4 210 0</inkml:trace>
  <inkml:trace contextRef="#ctx0" brushRef="#br0" timeOffset="75766.45">27555 11082 0 0,'-13'-4'279'0,"7"1"114"16,-1 3 46-16,1 3 26 0,-1 1 18 0,-6-1 16 0,7 1 15 0,-1 3 12 15,0-3 15-15,1 3 12 0,6-3 13 0,0 3-36 0,0 1-63 16,0-2-90-16,6 6-104 0,-6-5-64 0,7 4-43 0,0-4-26 0,5 4-16 16,-5 1-17-16,6-1-13 0,0-4-18 0,-6 4-18 0,6-4-27 15,-1 1-29-15,2-1-37 0,-1 0-40 0,0-3-55 0,0-1-62 0,-7 1-82 16,8-4-93-16,-8 0-81 0,7 0-80 0,-6-4-39 0,-1 1-20 16,7-1-7-16,-7-3 0 0,1 3 12 0,0-3 15 0,-1 0 25 15,-6-1 29-15,6 1 48 0,1 3 56 0,0-2 80 0,-1 1 215 0</inkml:trace>
  <inkml:trace contextRef="#ctx0" brushRef="#br0" timeOffset="75933.7">27803 11151 0 0,'0'0'62'0,"0"4"272"0,0-4 71 0,0 0 42 0,6 3 27 0,-6 1 22 16,7 1 21-16,-7 1 23 0,6-2 22 0,1 4 22 0,-7-5 19 0,6 9-13 15,1-6-29-15,-1 2-74 0,0 3-97 0,2-4-78 0,-2 4-70 16,0 0-40-16,1-4-26 0,0 4-24 0,-1-4-97 0,0 4-55 0,1-3 0 16,-1-1 0-16,1 0 0 0,0-4 0 0,-7 5-78 0,6-4-188 15,-6 0-109-15,6 0-95 0,-6-4-89 0,0 0-46 0,0 0-22 16,7 0-10-16,-7 0-4 0,7-4 7 0,-1 0 15 0,-6 0 25 0,6 1 34 15,1-2 48-15,-1 2 54 0,1 0 86 0,-7-1 188 0</inkml:trace>
  <inkml:trace contextRef="#ctx0" brushRef="#br0" timeOffset="77933.66">28440 10015 0 0,'14'-11'230'0,"-8"4"118"16,1 4 61-16,6-5 32 0,-6 5 17 0,-1 3 15 0,-6 0 12 16,6 0 16-16,-6 0 17 0,7 3 19 0,0 1 19 0,-7 3-35 15,6 0-61-15,0 1-63 0,1 6-67 0,0-3-58 0,-1 4-54 0,1 4-29 16,-1-5-17-16,1 5-13 0,-7-1-11 0,7 0-17 0,-1-3-18 16,0 3-30-16,0-3-41 0,-6-4-42 0,8 4-23 0,-8-8-64 0,6 4-51 15,0-4-77-15,-6-3-91 0,0 3-89 0,7-7-92 0,-7 4-59 16,0-4-43-16,0 0-21 0,0 0-11 0,0 0 6 0,0 0 13 0,0 0 23 15,0 0 28-15,0 3 37 0,-7-3 40 0,7 4 69 0,-6-4 83 16</inkml:trace>
  <inkml:trace contextRef="#ctx0" brushRef="#br0" timeOffset="78249.98">28506 10386 0 0,'-7'11'217'16,"1"3"91"-16,0-3 37 0,-1 4 34 0,1-4 31 0,-1 0 25 0,0 0 26 16,7-4 19-16,0 8 19 0,-6-4 15 0,6 0 15 0,0 4-45 15,0-1-71-15,6 1-64 0,-6-1-57 0,0 1-43 0,0 3-35 0,0-3-34 16,0 4-31-16,0-5-35 0,0 1-37 0,0 3-40 0,0-3-41 15,0-4-57-15,0 3-65 0,0 2-77 0,-6-6-84 0,6 1-69 16,-6 0-59-16,6 0-52 0,-8 0-46 0,2 0-24 0,6-4-10 0,-6 4 3 16,0 0 10-16,-8 0 17 0,8 4 24 0,-1-4 40 0,-5 3 50 15,4 1 96-15,-4 0 120 0,-1 3 103 0,6-3 96 0,-6 3 91 16,7 0 87-16,-8 1 66 0,8-5 52 0,0 4 52 0,-8 1 50 0,8-4 34 16,0 3 27-16,-1-3 20 0,1-1 16 0,-1-3-14 0,0 4-33 0,1-8-31 15,6 4-31-15,0-4-36 0,0 4-37 0,0-3-39 0,0-4-39 16,6 4-44-16,-6-5-47 0,14 0-31 0,-8 1-26 0,1-4-19 15,5 0-17-15,2-4-12 0,-2 4-12 0,8-6-12 0,0-6-13 0,-1 1-15 16,1-4-15-16,6-3-18 0,-1-4-17 0,2-4-17 0,5-3-17 16,-6-4-25-16,7-4-27 0,-1 1-48 0,1-1-58 0,-1 0-69 0,-5-3-74 15,5 4-60-15,-6-1-51 0,1 5-23 0,-8-6-7 0,8 9 6 16,-8 0 10-16,-6 0 13 0,6 4 15 0,-5-2 22 0,-2 5 28 0,-5 0 47 16,6 0 58-16,-7 0 68 0,-6 4 253 0</inkml:trace>
  <inkml:trace contextRef="#ctx0" brushRef="#br0" timeOffset="78483.66">28962 10316 120 0,'13'-8'213'0,"0"1"36"15,0 4 40-15,6-5 50 0,1 1 55 0,0 3 38 0,-1 1 28 16,7-1 21-16,0 0 19 0,1 4-19 0,-1 0-34 0,6 0-28 16,-5 0-22-16,5 0-23 0,-7 4-19 0,8 0-30 0,-7-1-30 0,6 5-43 15,-5-5-46-15,-1 5-33 0,6-5-24 0,-5 4-16 0,-7-3-15 16,5 3-12-16,-5-2-10 0,6 1-10 0,-6 2-9 0,-1-5-9 0,-6 5-12 16,6-4-8-16,-5 3-7 0,-2-3-29 0,-5-1-12 0,6 4 0 15,-6-3 0-15,-1 0 0 0,-6 0 0 0,0 3 0 0,0-3 0 0,0-1 0 16,-6 5 0-16,-1-1 0 0,-6 0 0 0,0 0-6 0,-1 1-47 15,-4 3-16-15,-2 0-18 0,-7 0-19 0,1 0-21 0,1 4-23 16,-7-4-26-16,5 3-38 0,-13-3-42 0,8 4-52 0,-1-4-57 0,-5 0-46 16,-1 3-41-16,6-3-36 0,-5-3-36 0,4-1-8 0,2 1 5 0,-1-1 14 15,7-7 16-15,1 4 22 0,-2-8 23 0,8 4 41 0,6-7 46 16,-1-1 59-16,8-3 63 0</inkml:trace>
  <inkml:trace contextRef="#ctx0" brushRef="#br0" timeOffset="78683.28">29040 10327 6 0,'0'-3'249'0,"-6"-2"43"15,6 5 39-15,-6 5 39 0,6-2 41 0,-8 8 31 0,8 0 25 0,-6 0 18 16,0 7 18-16,6 1 1 0,-7-1-3 0,0 4-36 0,7 3-53 16,-6 1-49-16,-1 4-46 0,1-1-35 0,0 4-28 0,-1-1-33 0,0 2-33 15,-5 2-24-15,-2 5-20 0,1-4-17 0,1 2-11 0,-2 5-12 16,-6-3-10-16,1 3-9 0,6 0-9 0,-6 1-8 0,-1-6-10 0,0 1-9 16,1 1-11-16,-1-5-33 0,8-3-5 0,-2-3-15 0,2-9-48 15,5 1-41-15,1-3-42 0,-1-8-63 0,0-5-71 0,7-1-79 0,7-10-83 16,-7-1-68-16,7-5-57 0,6-8-28 0,-7-6-13 0,7-4 3 15,6-4 10-15,1-8 21 0,-1-3 28 0,1-3 36 0,6-1 39 0,-6-3 60 16,5-4 68-16</inkml:trace>
  <inkml:trace contextRef="#ctx0" brushRef="#br0" timeOffset="79116.45">29294 10060 0 0,'6'-11'221'16,"8"-1"138"-16,-8 9 55 0,0 0 34 0,-6 3 23 0,7 3 23 15,-7 4 19-15,7 1 23 0,-7 3 22 0,6 0 21 0,-12 3 21 0,6 5-31 16,0 2-54-16,-7 5-72 0,0 0-81 0,1 7-59 0,0-4-50 15,-8 8-29-15,2-1-19 0,5 1-81 0,-6 0-124 0,-6 3 0 0,5-4 0 16,2 1 0-16,-2 0 0 0,-5-1 0 0,6-3 0 0,0 1 0 16,0-5 0-16,0 0 0 0,0-3 0 0,6-5 0 0,-6 2 0 0,1-5 0 15,4 0 0-15,2-7 0 0,0 4 0 0,-1-8 0 0,7 4 0 16,-6-7 0-16,6-1 0 0,0 5 0 0,-7-8 0 0,7 3 0 16,0-3 0-16,0 0 0 0,0 0 0 0,0 0 0 0,0 0 0 0,0 0 0 15,7-3 0-15,-7 3 0 0,0 0 0 0,6 0 0 0,1 0 0 16,-1-4 0-16,0 0 0 0,2 4 0 0,4-3 0 0,1-1 0 0,0 0 0 15,0 1 0-15,7-1 0 0,0-3 0 0,-1 3 0 0,1-3 0 16,0 3 0-16,5 1 0 0,-5-5 0 0,6 4 0 0,-7 1 0 0,7-1 0 16,-6 1 0-16,6 3 0 0,-7-4 0 0,1 4 0 0,0 4 0 15,-8-4 0-15,2 0 0 0,-1 3 0 0,-1 1 0 0,-4-1 0 0,-2 5 0 16,0-4 0-16,-6 3 0 0,6 0 0 0,-6 0 0 0,-6 4 0 16,6-3 0-16,-6 3 0 0,0 0 0 0,-8 3 0 0,8-2 0 15,-7 2 0-15,-1 1 0 0,-6 0 0 0,8 3 0 0,-8-4 0 0,7 5 0 16,-7-5 0-16,2 5 0 0,-9-1 0 0,7 1 0 0,2-1 0 15,-9 0 0-15,7-3 0 0,-6 2 0 0,0 2 0 0,1-3 0 0,-1-3 0 16,6 2 0-16,-6 0 0 0,-1-4 0 0,2 0 0 0,5 0 0 16,-6-4 0-16,6-3-264 0,-5 3-165 0,5-7-87 0,0 4-63 15,1-4-50-15,-1-4-17 0,8 0 0 0,-2-3 13 0,1 0 18 0,0-4 24 16,0 4 29-16,7-8 34 0,0 5 35 0,-2-5 60 0,2-1 72 16</inkml:trace>
  <inkml:trace contextRef="#ctx0" brushRef="#br0" timeOffset="79350.03">28813 10950 110 0,'6'7'369'0,"-6"-3"48"0,6 3 29 16,-6 4 20-16,0 0 18 0,7 0 22 0,-1 5 21 0,1-6 25 16,-1 5 22-16,1-1 20 0,5 1 17 0,2 3-59 0,-1-3-98 0,0 3-83 15,6 0-77-15,1-3-38 0,0 3-19 0,-1 1-12 0,1-5-79 0,6 5-146 16,0-1 0-16,-1 0 0 0,2-3 0 0,5 3 0 0,-6 0 0 16,7-3 0-16,-7 4 0 0,6-1 0 0,1 0 0 0,-1 0 0 15,-5 1 0-15,5-1 0 0,1 0 0 0,-1 0 0 0,1 1 0 0,-7-1 0 16,6-3 0-16,-5 0 0 0,-1-1 0 0,6-3 0 0,-5 0 0 15,-1 0 0-15,0 0 0 0,-1-4 0 0,-5-3 0 0,6 0 0 0,-7 0 0 16,1-1-273-16,0-3-222 0,-7-3-75 0,6 3-67 0,-6-8-25 16,1 4-3-16,-2-3 9 0,2-1 15 0,-8 1 24 0,7-4 26 15,0 4 33-15,-6 0 34 0,5-4 54 0,-5 4 61 0,0 0 83 16,-1-1 229-16</inkml:trace>
  <inkml:trace contextRef="#ctx0" brushRef="#br0" timeOffset="113966.8">22814 3795 48 0,'-6'-7'141'0,"-1"-1"3"0,0 1 3 16,1 0 6-16,-8 0 8 0,8-1 12 0,0-3 15 0,-1 4 17 15,-6-4 22-15,6 3-11 0,1-3-26 0,0 4-11 0,0-4-1 16,-2 0 6-16,-4 0 14 0,5 0 18 0,1 0 22 0,-8-3 13 0,8 3 6 15,-6 0-1-15,-2-4-4 0,1 0-10 0,0 4-14 0,0-3-16 16,0-1-19-16,0 0-13 0,-7 1-12 0,7-1-12 0,0 0-14 0,-6 1-20 16,5-1-24-16,2 0-14 0,-8 1-12 0,7-2-9 0,1 2-6 15,-2 0-6-15,-6-1-7 0,8 1-2 0,-1-5-3 0,-1 5-2 0,2-1-2 16,-2-4-3-16,2 5-2 0,-2-1-2 0,8-3-2 0,-7 3-1 16,-1-3-4-16,8 3 0 0,0 1-5 0,0-5-2 0,-1 4-2 15,0 1-2-15,7-5-3 0,-6 1-2 0,6 3 0 0,0-2-2 0,0-2-2 16,0 1-2-16,6-1 0 0,-6 1 0 0,7-4-1 0,6 0 0 15,-7 0 0-15,8 0 0 0,-8 0-3 0,7 0 1 0,0 0 0 0,6 0 2 16,-5 0-1-16,-2 0 1 0,8 0-1 0,-1 4 0 0,-5-4 2 16,6 0-1-16,-1 4-1 0,0-4 1 0,0-1-2 0,1 6 2 0,6-6 3 15,-6 5 0-15,-1 0-1 0,7 0-1 0,-6-1 0 0,7 5 0 16,-2-5 1-16,-5 5-1 0,12-1-1 0,-6 0 0 0,1 0-1 0,5 5-2 16,-6-5-1-16,13 4-2 0,-6-4-2 0,5 4-2 0,-5-3-2 0,7 3-2 15,-1-1 0-15,6-2-1 0,-6 3 0 0,0 0-1 0,6 0 0 16,-5-4 1-16,5 4 1 0,-6 0 1 0,7 1 3 0,-7-1 1 15,7 0 2-15,-7 0 2 0,0 3 3 0,7-3 1 0,-7 4 0 0,-1-1 1 16,1 5 1-16,1-5 0 0,-1 5 2 0,0-1-1 0,0 0-1 0,-6 4-1 16,6 0 0-16,0 0 0 0,-7 0 0 0,7 0-1 0,-7 4 0 15,1 0 3-15,0 3 0 0,0-3 0 0,6 3 0 0,-7 0 0 0,1 5 0 16,-7-5 1-16,7 3 0 0,-1 2 0 0,-6-1 1 0,0 3 0 16,7 1 1-16,-14-4 0 0,7 4-2 0,0 3 1 0,-6-4-1 0,6 5-1 15,-7-4 0-15,1 3-1 0,-1 0 1 0,1 1 1 0,-7-1-1 16,7 0 0-16,-7 4 0 0,6-4 0 0,-5 5 0 0,5-5-1 0,-6 4 0 15,0-4 1-15,7 4 2 0,-8 0 0 0,8-3 0 0,-7-1 1 16,7 3-1-16,-8-2 0 0,8-1 0 0,-7 1 0 0,0-1-1 0,0 0 1 16,7 1-1-16,-8-5 3 0,2 5 1 0,-1-1 1 0,-1-3 2 0,2 3 0 15,-8 5 1-15,8-6 0 0,-2 2 3 0,-5 2 0 0,6 1 0 16,-6-3 0-16,-1 3 2 0,0 0 0 0,-6-1 4 0,6 2 1 16,-6 2 3-16,0-3 1 0,0 4 0 0,0-4 0 0,-6 4 2 0,6-1-1 15,-6 0 0-15,0 1 0 0,-1-4 2 0,0 4 0 0,1 0 0 16,-1-4 0-16,1 3-1 0,-8-3-2 0,8 0-3 0,-6 0 0 15,-2 1-1-15,8-2 0 0,-7-2 1 0,6 3 0 0,-6-4 0 0,1 0 2 16,4 0 1-16,-4 1 0 0,-1-4 3 0,6 3 2 0,-6-3 2 16,0-1 3-16,0-3 0 0,0 3 1 0,0 1 0 0,0-4 1 15,-7 0 0-15,8 4-1 0,-8-4-1 0,0 0-1 0,1 4-1 0,-7-4-3 16,0 0 0-16,-1 3-4 0,1-3-2 0,1 0-3 0,-8 4 0 0,0-4-4 16,0 3-1-16,1 2-1 0,-1-5 1 0,-5 3-1 0,5-3 0 15,1 1 0-15,-7 2-1 0,6-3 0 0,1 0 1 0,-2 3-3 0,2-3 0 16,-1 0-1-16,1-1 0 0,-1-2-1 0,1 4 1 0,5-1-2 15,-5-4-2-15,-1 0-1 0,7 4 0 0,-6-7-1 0,6 4-2 0,-7-5 1 16,8 4 1-16,-1-3-1 0,-1-4 0 0,1 3 0 0,0-3 0 16,0 0-1-16,0-3 1 0,7 3 0 0,-8-4 0 0,8 1-1 15,-7-1 1-15,6 1 1 0,1-1-1 0,0-4 1 0,-8 1 0 0,14 3-1 16,-6-3 0-16,-1 0 0 0,0-1 0 0,8 1 0 0,-8-1 0 0,1 0 0 16,5-2 0-16,2 3 1 0,-2-4-1 0,-5 3-2 15,5-2 2-15,2 2-1 0,-1-3 1 0,-7 0-1 0,8 5 0 0,-2-6-1 16,1 1 0-16,-6 4 1 0,6-4 0 0,-1 4 0 0,-5-5 0 0,6 4 1 15,0 2-1-15,-7-2 1 0,8-3 0 0,-2 4 0 0,2 0-1 16,-8-1 2-16,7 1 0 0,-1 0 0 0,2-1 1 0,-8 1-1 16,7 0 1-16,0 3-2 0,0-3 1 0,1 0-1 0,-2-1-1 0,1 5 0 15,0-5 0-15,0 5-1 0,7-5 0 0,-8 4 0 0,2-3 0 0,5 3 0 16,-6 0-1-16,6-3 0 0,-5 4 1 0,5-1 0 0,0 0 0 16,-5-3-1-16,4 3 1 0,2 0-1 0,0-3 1 0,-7 4-1 15,6-1 0-15,0-3-1 0,1 3-1 0,-6-3-5 0,4 3-7 0,2-3-9 16,0 0-12-16,-1 3-15 0,-6-3-16 0,6-1-22 0,1 1-23 15,0-1-38-15,-8-3-48 0,8 4-73 0,-7-4-89 0,6 0-81 16,-6 0-79-16,7-4-35 0,0 1-14 0,-8-1 0 0,8 1 7 0,0-4 11 16,-1-1 17-16,-6-3 20 0,6-1 23 0,1 6 40 0,6-5 45 15,-7 0 76-15,1 0 205 0</inkml:trace>
  <inkml:trace contextRef="#ctx0" brushRef="#br0" timeOffset="168749.63">20638 12734 14 0,'0'0'45'0,"0"0"-5"0,0 0-5 0,0 0-5 16,0 0-5-16,7-4-4 0,-7 4-4 0,0 0-3 0,0-4-1 0,7 4-1 16,-7-3 0-16,0 3 0 0,6-4 1 0,-6 0 0 0,0 1 1 15,0-1 1-15,7 1-1 0,-7-1 0 0,0 4 1 0,0-4 1 0,0 1 2 16,0-1 4-16,6 0 4 0,-6 1 7 0,0-1 6 0,0 0 7 15,0 1 9-15,0-1 11 0,-6 0 15 0,6 4 20 0,0-3 25 16,0 3 29-16,0 0 30 0,0-4 30 0,0 4 29 0,0 0 33 0,0 0 36 16,0 0 23-16,0 0 18 0,0 0 10 0,0 0 5 0,0 0 0 15,0 0-5-15,0 0-12 0,0 0-16 0,0 0-21 0,0 0-26 0,0 0-24 16,0 0-24-16,0 4-29 0,0-1-32 0,0 1-23 0,6 0-17 16,-6 3-11-16,0 4-10 0,0 0-6 0,0 0-7 0,6 7-6 0,-6 1-5 15,0-1-6-15,0 4-4 0,0 4-5 0,0 3-5 0,-6-4-6 16,6 9-8-16,0-5-40 0,-6 4-21 0,6 0 0 0,-7-1 0 15,1 2 0-15,-1 2 0 0,0-3 0 0,1 4 0 0,0-4 0 0,0 0 0 16,6-4 0-16,-8 4 0 0,2-8 0 0,0 2 0 0,-1-2 0 16,7-3 0-16,-7-7-32 0,7-1-98 0,0-3-41 0,-6 0-48 0,6-7-69 15,0-4-79-15,0-4-77 0,0-7-73 0,0-3-44 0,0-5-28 16,0-6-7-16,0-4 3 0,0-5 14 0,0-2 19 0,0-8 25 0,6 0 30 16,-6-8 41-16,7 5 47 0,0-8 69 0,-7 4 79 0</inkml:trace>
  <inkml:trace contextRef="#ctx0" brushRef="#br0" timeOffset="168933.1">20776 12038 286 0,'6'-19'370'0,"0"1"47"0,-6 4 34 0,7-1 26 0,-7 8 21 15,0-4 20-15,0 3 20 0,0 1 18 0,0 0 18 0,0 3-8 0,0-1-22 16,0 3-62-16,0 2-81 0,0-4-75 0,-7 4-74 0,7-4-46 16,0 4-33-16,0 0-27 0,0 0-23 0,0 0-30 0,0 0-34 15,0 0-42-15,0 0-42 0,0 0-46 0,0 0-46 0,0 0-68 0,0 0-77 16,0 0-90-16,0 0-98 0,0 0-68 0,0 0-52 0,0 4-27 15,0-4-11-15,-6 6 4 0,6-1 11 0,0 2 20 0,0 1 25 0,0 3 30 16,6 0 32-16,-6 0 59 0,7 4 72 0</inkml:trace>
  <inkml:trace contextRef="#ctx0" brushRef="#br0" timeOffset="169133.19">21172 12342 326 0,'7'11'454'0,"-7"4"39"0,7-4 19 16,-7-4 13-16,0 4 4 0,0-7 13 0,0-1 12 0,6 1 17 0,-6-1 16 15,6 2 13-15,-6-2 12 0,8-3-104 0,-2 3-159 0,7-3-102 16,0 4-75-16,0-4-36 0,-1 0-20 0,2 0-11 0,6 0-7 0,-1 0-15 16,1 0-22-16,-1-4-50 0,1 4-11 0,-1-3-24 0,0 0-51 15,-5 3-34-15,5-8-33 0,1 8-47 0,-8-4-54 0,2-3-72 16,-1 3-80-16,0 1-73 0,0 3-65 0,-7-4-35 0,1 0-20 0,0 4 0 16,-7 0 11-16,0 0 20 0,0 0 22 0,-7 4 27 0,7 3 26 0,-7 1 46 15,1-1 53-15,-7 4 70 0,6-4 150 0</inkml:trace>
  <inkml:trace contextRef="#ctx0" brushRef="#br0" timeOffset="169318.06">21263 12657 48 0,'-19'18'351'0,"6"-3"55"0,0-4 39 16,1 3 25-16,-2-3 17 0,1-3 15 0,6-5 11 0,1 5 10 15,6-4 9-15,-6-1 12 0,6 1 12 0,0-4-52 0,0 3-85 0,6-3-84 16,0 0-85-16,1 0-50 0,0 4-33 0,5-4-22 0,2 0-16 16,5 0-11-16,1 0-12 0,-8 0-9 0,8-4-8 0,0 4-11 0,6 0-13 15,-7 0-12-15,1 0-14 0,-1 0-20 0,1-3-23 0,6 3-28 16,-6 0-31-16,-7 0-37 0,7 0-40 0,-1 0-67 0,-6 0-80 0,6 0-90 15,-5-4-90-15,5 4-61 0,-6 0-48 0,0-3-22 0,7 3-11 16,-8-4 4-16,8 4 11 0,-7-4 20 0,7 4 27 0,0 0 32 16,-2 0 37-16,9 0 66 0,-7-4 81 0</inkml:trace>
  <inkml:trace contextRef="#ctx0" brushRef="#br0" timeOffset="170049.84">22755 12203 147 0,'0'-7'389'0,"-6"-1"49"0,-8 0 29 16,8 1 22-16,-6 4 19 0,-2-1 21 0,1 0 20 0,0 4 23 15,-6-3 21-15,-1 6 19 0,0-3 17 0,1 4-69 0,-1 3-110 0,1 0-89 16,-7 1-81-16,0 7-41 0,0-1-19 0,0 5-61 0,-1-1-159 15,1 4 0-15,1 7 0 0,-1 1 0 0,0 3 0 0,-1 3 0 16,1 1 0-16,7 7 0 0,-7 0 0 0,12 0 0 0,-5-1 0 0,6 5 0 16,0 0 0-16,7-1 0 0,-1-2 0 0,7-2 0 0,0-2 0 0,7-4 0 15,-1-1 0-15,7-3 0 0,-7-3 0 0,14-5 0 0,-6 1 0 16,5-8 0-16,1-3 0 0,-2-4 0 0,9 0 0 0,-7-8 0 16,6 1 0-16,-7-4 0 0,7-7 0 0,0-1 0 0,0-3-34 0,0-3-453 15,1-5-86-15,-2-3-54 0,1 0-38 0,-6 0-8 0,6-3 7 16,0-1 17-16,1-3 21 0,-9 6 29 0,9-2 32 0,-7-1 36 15,-2 4 40-15,2 1 64 0,-1-1 77 0</inkml:trace>
  <inkml:trace contextRef="#ctx0" brushRef="#br0" timeOffset="170199.94">23003 12569 0 0,'6'-7'35'0,"8"-1"354"0,-8 5 76 0,0-1 47 0,-6 0 33 0,0 4 25 16,0 0 23-16,0 0 21 0,0 0 18 0,0 0 18 0,0 0 15 0,0 0 1 16,0 0-7-16,0 0-99 0,0 0-144 0,0 0-196 0,0 0-220 15,0 0 0-15,0 0 0 0,0 0 0 0,0 0 0 0,0 0 0 0,0 0 0 16,0 0 0-16,0 0 0 0,0 0 0 0,0 0 0 0,0 0 0 15,0 0-199-15,0 0-320 0,0 0-94 0,0 0-45 0,0-3-23 0,7-1-6 16,-7 0 3-16,0 4 13 0,6-3 21 0,-6-1 32 0,7 1 35 16,0-1 47-16,-1 0 52 0,0 4 91 0,0-3 178 0</inkml:trace>
  <inkml:trace contextRef="#ctx0" brushRef="#br0" timeOffset="170833.52">23999 11935 104 0,'6'-18'258'16,"2"-1"47"-16,-8 1 43 0,0 3 44 0,0 1 42 0,0-1 29 15,-8 1 25-15,2 3 17 0,0 0 17 0,-1 0-8 0,1 0-20 16,-1 4-33-16,-6-1-38 0,1 1-40 0,-2 3-40 0,8 0-39 0,-7 1-37 16,-1 3-37-16,-5 3-39 0,6-3-25 0,0 8-20 0,0-1-15 15,0 3-13-15,0 2-11 0,0 3-13 0,-1 3-94 0,2 4 0 0,-1 0 0 16,0 3 0-16,6 1 0 0,-5 4 0 0,4-1 0 0,2 0 0 15,0 4 0-15,6-3 0 0,-7-1 0 0,7-4 0 0,0 1 0 16,7 0 0-16,-7-5 0 0,12-2 0 0,-4-4 0 0,-2-1 0 0,7-6 0 16,0 3 0-16,0-8 0 0,7-3 0 0,-1 0 0 0,-6-3 0 0,6-8 0 15,1 0 0-15,6-4 0 0,-6 1 0 0,-1-8 0 0,7-1 0 16,-6-2 0-16,-1-4 0 0,1-1 0 0,0 0-133 0,-8-2-28 16,8-1-6-16,-7 0-3 0,-1-4 0 0,2 4 2 0,-1 0 4 0,-7 0 10 15,8 1 13-15,-8-2 15 0,0 1 16 0,1 4 16 0,-7 0 14 0,7 0 13 16,-7-1 11-16,6 4 14 0,-6 1 18 0,6-1 18 0,-6 5 17 15,0-1 19-15,0 3 18 0,7 0 19 0,-7 5 19 0,0 3 19 16,0 4 19-16,0-1 16 0,0 1 14 0,0 3 10 0,0 4 8 0,0 0 4 16,0 4 1-16,0 3 1 0,0 4 0 0,0 0 1 0,0 4-135 15,0 3-44-15,-7 5 0 0,7 6 0 0,0 0 0 0,-6 7 0 0,6 1 0 16,-6 7 0-16,6 0 0 0,-7 4 0 0,0 3 0 0,7 0 0 16,-6 0 0-16,0 5 0 0,6-5 0 0,-7 0 0 0,7-3 0 0,0-4 0 15,0-4 0-15,0 0 0 0,7-7 0 0,-7-3 0 0,6-5 0 16,0-3 0-16,8-3 0 0,-8-8 0 0,7 0 0 0,0-8 0 15,0-3-15-15,1 0-517 0,-2-7-84 0,2-4-45 0,-2 0-29 0,1-7 3 16,7-1 16-16,-8-3 26 0,2-3 29 0,5 3 32 0,-5-4 35 16,-2 1 36-16,2-1 38 0,-2 0 63 0,2 0 75 0</inkml:trace>
  <inkml:trace contextRef="#ctx0" brushRef="#br0" timeOffset="171166.63">24540 11865 0 0,'6'-10'321'0,"1"2"71"0,-1 5 51 0,-6 3 39 0,7 0 29 15,-7 0 23-15,0 7 22 0,6-3 20 0,-6 6 20 0,0-2 19 16,0 6 18-16,7-3-40 0,-7 8-69 0,0-4-78 0,0 7-82 0,0-4-53 15,6 4-37-15,-6 3-254 0,0 1-20 0,0-4 0 0,0 4 0 16,0-1 0-16,0 1 0 0,7 0 0 0,-7-5 0 0,0 2 0 16,7-5 0-16,-1 0 0 0,-6-3 0 0,6-4 0 0,1-4 0 0,6 1 0 15,-7-5 0-15,7 1 0 0,1-8 0 0,-2 1 0 0,2-5 0 0,-1-3 0 16,0-3 0-16,0-5 0 0,7 1 0 0,-8-5 0 0,1 2 0 16,7-1-166-16,-8-4-69 0,2 1 14 0,-1 3 16 0,0 0 20 15,-7 0 21-15,7 3 29 0,-6 5 31 0,-7 0 34 0,7 2 36 0,-1 1 33 16,-6 4 29-16,0 0 24 0,6 7 22 0,-6-4 19 0,0 4 18 15,0 4 17-15,0 0 15 0,7 3 10 0,-7 0 9 0,0 0 2 0,0 8 2 16,0-4-3-16,7 7-80 0,-7-3-83 0,0 3 0 0,6 1 0 16,-6 3 0-16,6-1 0 0,-6 2 0 0,7-2 0 0,0 2 0 15,-7-1 0-15,6-1 0 0,1 1 0 0,-1-3 0 0,0 3 0 0,2-4 0 16,-2-4 0-16,0 1 0 0,0 0 0 0,1-4 0 0,0 0 0 16,-7 0 0-16,6-4-237 0,-6 1-194 0,7-1-80 0,-7-4-82 0,0 2-39 15,0-5-22-15,0 0 2 0,0 0 14 0,0 0 21 0,0 0 28 16,-7-5 31-16,1 5 34 0,6-3 45 0,-7-1 50 0,0 1 69 15,1-5 81-15</inkml:trace>
  <inkml:trace contextRef="#ctx0" brushRef="#br0" timeOffset="171483.26">23830 12584 0 0,'-20'11'260'0,"0"-4"53"0,8 4 35 0,-8-3 38 0,7-1 37 15,7-3 31-15,0-1 23 0,-2 1 24 0,2-1 20 0,0-3 18 0,-1 4 15 16,7-4-44-16,0 0-72 0,0 0-57 0,0 0-47 0,0 0-34 16,0 0-26-16,0 0-26 0,0 0-25 0,7 0-14 0,-7 0-12 0,6 0-7 15,8 0-79-15,-8-4-111 0,7 4 0 0,6 0 0 0,0-3 0 16,8 3 0-16,-1 0 0 0,6 0 0 0,8-4 0 0,-1 4 0 16,6-3 0-16,1 3 0 0,5 0 0 0,2 0 0 0,-1 0 0 0,1-4 0 15,-2 4 0-15,8 0 0 0,-7 0 0 0,1 4 0 0,-2-4 0 0,-5 0 0 16,-1 0 0-16,1 3 0 0,-13-3 0 0,6 4 0 0,-7-4 0 15,1 3 0-15,-7 1 0 0,-6 0 0 0,-1-1 0 0,1 1 0 16,-8-4 0-16,2 4 0 0,-2-1-27 0,-5-3-437 0,0 0-53 0,-7 0-46 16,0 0-45-16,0 0-20 0,0 0-7 0,0 0 9 0,0-3 19 15,0 3 24-15,-7-4 30 0,-6 0 29 0,7 1 31 0,-1 3 45 0,-6-4 53 16,7 4 71-16,-8 0 128 0</inkml:trace>
  <inkml:trace contextRef="#ctx0" brushRef="#br0" timeOffset="171999.8">24162 13203 0 0,'0'0'100'0,"-7"4"195"16,7-4 54-16,0 3 41 0,-6-3 31 0,6 0 26 0,-6 0 23 16,-1 4 19-16,0-4 17 0,-6 0 15 0,1 0 13 0,-2 0-29 15,2 0-46-15,-8 0-58 0,1 4-62 0,-1-1-53 0,0-3-47 0,1 8-32 16,-7-5-25-16,6 5-19 0,-6-5-16 0,7 8-13 0,-1-4-10 0,-6 8-8 15,7-4-9-15,-1 4-5 0,6-1-6 0,-5 4-34 16,6 1-62-16,0 3 0 0,1 0 0 0,-2 0 0 0,8 0 0 0,-1 0 0 16,1 4 0-16,6-4 0 0,0 0 0 0,0-4 0 0,6 4 0 0,1-4 0 15,-1-3 0-15,8 0 0 0,-2-5 0 0,1-2 0 0,7-1 0 16,0-3 0-16,-1-4 0 0,7 0 0 0,0-7 0 0,0-1 0 0,0-3 0 16,1 0 0-16,-2-7 0 0,1-1 0 0,0-6 0 0,0-1 0 15,-6-3 0-15,5-1 0 0,-5-2 0 0,0-1 0 0,-1-4 0 16,-5 1 0-16,5-1 0 0,-6 4-163 0,0-4-19 0,1 4-2 0,-2 0 1 15,2 0 5-15,-8 4 6 0,0 0 9 0,1 3 12 0,-1 0 13 16,-6 1 14-16,7 3 17 0,-7 3 16 0,0-2 17 0,0 2 18 16,0 1 19-16,0-1 20 0,0 5 15 0,-7-5 14 0,7 9 12 0,0-5 11 15,0 4 10-15,0 4 10 0,0-1 10 0,0 1 11 0,0 3 12 16,0 1 14-16,0-1 10 0,0 4 12 0,0 4 6 0,0-1 7 0,7 1 2 16,-7 3 3-16,0 4-1 0,0 0 0 0,7 4-3 0,-7-1-3 15,0 8-5-15,6-3-79 0,-6 7-51 0,0 3 0 0,0 0 0 0,0 4 0 16,0 0 0-16,0 4 0 0,0 3 0 0,-6 4 0 0,6 0 0 15,0 4 0-15,-7-1 0 0,7 0 0 0,0 5 0 0,0-4 0 16,-7-1 0-16,7-3 0 0,0 0 0 0,0-4 0 0,0-3 0 0,7-4 0 16,-7-4 0-16,7 1 0 0,-7-9 0 0,6-2 0 0,0-4 0 15,8-1-68-15,-8-6-339 0,0-5-90 0,1 1-73 0,6-8-66 0,-6 1-23 16,5-5-5-16,-5-3 12 0,6 0 17 0,-7-3 28 0,8-5 33 16,-8 1 36-16,7 0 37 0,-7-4 54 0,8 0 64 0,-8 0 81 0,0 0 251 15</inkml:trace>
  <inkml:trace contextRef="#ctx0" brushRef="#br0" timeOffset="172199.41">24526 13379 0 0,'0'-11'7'0,"0"4"365"0,0-1 82 16,-6 5 50-16,6-1 33 0,-6 0 21 0,6 4 16 0,-7 0 15 16,7 0 13-16,0 0 17 0,0 0 21 0,7 0 8 0,-7 0 0 0,6 0-82 15,8 0-124-15,-2-3-88 0,1 3-277 0,0-5-77 0,7 5 0 16,6-3 0-16,-7 0 0 0,8-2 0 0,-1 5 0 0,6-3 0 0,-5-1 0 16,5 4 0-16,1-3 0 0,-7 3 0 0,6-4 0 0,-6 4 0 15,0-4 0-15,-6 4 0 0,6 0 0 0,-7-3 0 0,1 3 0 16,-8 0 0-16,2 0 0 0,-2-4 0 0,-4 4-65 0,4-4-314 0,-5 4-50 15,-7-3-50-15,6-1-53 0,-6 0-39 0,7 1-34 0,-7-1-2 16,0-3 11-16,0-1 21 0,-7 1 24 0,7 0 27 0,0-4 27 0,0 0 35 16,-6-4 39-16,6 4 51 0,-7-4 58 0</inkml:trace>
  <inkml:trace contextRef="#ctx0" brushRef="#br0" timeOffset="172416.58">25002 12858 0 0,'-6'-3'196'0,"-8"6"175"0,8 5 61 0,0-1 43 0,-8 4 32 16,2 4 25-16,5 0 26 0,-6 7 24 0,0-1 25 0,0 1 21 15,0 8 20-15,7-1-22 0,-8 4-40 0,1 4-66 0,1 3-77 16,-2 4-49-16,8 0-308 0,-8 3-86 0,2 1 0 0,5 0 0 0,1 3 0 0,6-7 0 16,-7 4 0-16,7-8 0 0,7-4 0 0,-7-3 0 0,13-7 0 15,-7 0 0-15,8-8 0 0,5-3 0 0,-6-4 0 0,6-8 0 16,1-3 0-16,6-3 0 0,-6-5 0 0,5 1 0 0,-5-8 0 0,6-3 0 16,-7 0 0-16,1-4 0 0,0 0 0 0,-1 0-187 0,-5-4-498 15,4 1-37-15,-4-1-23 0,-1 0 8 0,0 0 21 0,0 1 30 16,1-1 34-16,-2 1 41 0,-6 3 43 0,8-4 48 0,-1 4 49 0,-1 0 70 15,2 0 78-15</inkml:trace>
  <inkml:trace contextRef="#ctx0" brushRef="#br0" timeOffset="-194430.08">25393 12683 0 0,'0'0'101'0,"-7"0"44"0,7 0 17 16,0 3 22-16,0-3 25 0,-6 0 33 0,6 0 32 0,-6 0 38 16,6 0 35-16,0 4 10 0,0-4-4 0,0 0-1 0,0 0-1 0,0 0-1 15,0 0-3-15,0 0-9 0,0 0-12 0,0 0-16 0,0 0-22 16,0 0-23-16,0 0-27 0,0 0-28 0,6 0-28 0,0 0-26 15,-6 0-22-15,14 0-11 0,-8 0-6 0,7 0-3 0,0 0-3 0,6 0 1 16,-5 0 2-16,5 0 1 0,7 0-1 0,-6 0-2 0,6 0-3 16,0 4-5-16,-1-4-6 0,2 0-6 0,5 0-8 0,-6 3-9 0,7-3-11 15,-1 0-64-15,-5 4 0 0,5-4 0 0,1 0 0 0,-1 0 0 16,-6 4 0-16,7-4 0 0,-7 3 0 0,6-3 0 0,-5 4 0 0,-1-4 0 16,0 3 0-16,0-3 0 0,0 4 0 0,-7-4 0 0,8 0 0 15,-7 4 0-15,-2-4 0 0,2 0 0 0,-1 3 0 0,1-3 0 16,-6 0 0-16,5 0 0 0,-6 0 0 0,6 0 0 0,-5 0 0 0,-2 0 0 15,1 0 0-15,1 0 0 0,-2-3 0 0,2 3 0 0,-8-4 0 0,7 4 0 16,-6-4 0-16,-1 1 0 0,1-1 0 0,-1 1 0 0,0-1 0 16,-6 0 0-16,7 1 0 0,-7-5 0 0,0 5 0 0,0-5 0 15,-7 1 0-15,1 0 0 0,0-1 0 0,-1-3 0 0,1 4 0 0,-8-4 0 16,2 0 0-16,-2 0 0 0,2 0-34 0,-8-4-25 0,1 5-2 16,-1-5 3-16,0 0 2 0,1 4 3 0,-1-3 4 0,0-1 6 0,1 0 6 15,-1 4 3-15,2-4 6 0,-2 1 3 0,6-1 4 0,-5 5 4 16,6-5 3-16,-6 4 3 0,5 0 3 0,8 0 3 0,-7-4 1 15,-1 8 2-15,8-4 0 0,0-1 0 0,0 5 0 0,-2 0 0 0,2-1 1 16,0 1 0-16,6 0 2 0,0 3-2 0,-7 1 0 0,7 3 0 16,0-4-1-16,0 4-1 0,0 0 1 0,0 0 0 0,7 4 1 0,-7-4 3 15,6 3 2-15,0 5 3 0,2-5 3 0,-2 4 2 0,6 4 4 16,-4-3 3-16,4 7 5 0,1-4 3 0,1 0 3 0,5 3 4 16,-6 5 4-16,6-5 2 0,1 1 1 0,-6 3 2 0,4 0 1 0,2-3 1 15,-1 4-1-15,1-1 0 0,0 0-2 0,6-3-2 0,-7 3-5 0,1 0-35 16,-1 1 0-16,1-1 0 0,0-3 0 0,-1 3 0 0,-6-3 0 15,6 3 0-15,1-3 0 0,-7-1 0 0,7 4 0 0,-7-3 0 16,0 0 0-16,-1 0 0 0,2-1 0 0,-1 1 0 0,0 0 0 0,0-4 0 16,-7 3 0-16,8-3 0 0,-8 4 0 0,0-4 0 0,1 0 0 15,0-4 0-15,-1 4 0 0,1 0 0 0,-7-3 0 0,0-1 0 0,0 0 0 16,0 0 0-16,-7 4 0 0,7-3 0 0,-13-1 0 0,6 4 0 16,-5-4 0-16,-2 4 0 0,-5 0 0 0,-7 4 0 0,0-4 0 0,0 4 0 15,-7-1 0-15,-6 1 0 0,-1 0 0 0,2 3 0 0,-1-3 0 16,-6-1 0-16,5 1-78 0,-5-4-304 0,5 0-94 0,1 0-78 0,0 0-70 15,7-7-27-15,-1-1-6 0,1 1 9 0,6-4 14 0,6 0 25 16,1 0 29-16,5-4 32 0,2 1 37 0,-2-5 51 0,14 1 62 16,0 3 84-16,0-3 247 0</inkml:trace>
  <inkml:trace contextRef="#ctx0" brushRef="#br0" timeOffset="-193680.57">27509 12632 45 0,'7'-4'158'0,"-7"0"14"0,0 1 15 0,7-2 20 0,-7 2 21 16,0 3 26-16,0 0 28 0,0 0 31 0,0 0 29 0,0 3 0 0,0 2-14 16,0-2-9-16,0 1-8 0,0 3-7 0,0 0-7 0,0 4-10 15,0 4-11-15,0 3-16 0,0 1-18 0,0 2-22 0,0 5-28 16,-7 4-26-16,7-1-30 0,-7 4-30 0,1 0-31 0,0-1-20 0,6 5-16 16,-14-4-8-16,8 4-7 0,0-4-5 0,-1 0-3 0,1 0-8 15,-1-4-10-15,0 0-15 0,7 1-20 0,-6-8-34 0,0 0-44 0,6-4-60 16,0-3-68-16,-8-1-58 0,8-6-51 0,0-1-46 0,8-3-40 15,-8-4-21-15,0-8-9 0,6 1-2 0,0-4 4 0,1-7 11 16,0-1 16-16,-1-2 34 0,1-5 42 0,-1 0 59 0,7-3 69 0</inkml:trace>
  <inkml:trace contextRef="#ctx0" brushRef="#br0" timeOffset="-193496.94">27588 12316 117 0,'0'-18'240'0,"6"0"28"0,1 3 19 0,-1 0 23 15,-6 4 24-15,7 0 29 0,-7 0 31 0,0 4 23 0,0 0 17 0,0 2-16 16,7 3-31-16,-7-3-41 0,0 2-48 0,0 0-46 0,0 3-47 16,0 0-48-16,-7 0-50 0,7 0-70 0,0 0-78 0,0 0-90 0,0 0-97 15,0 0-80-15,0 0-71 0,0 0-38 0,0 0-20 0,7-5-10 16,-7 5-4-16,0 0 0 0,0 0 6 0,0 0 21 0,6 0 31 16,0 0 45-16,0 5 55 0</inkml:trace>
  <inkml:trace contextRef="#ctx0" brushRef="#br0" timeOffset="-193263.59">27992 12800 0 0,'6'4'149'0,"-6"-1"134"0,6 1 33 0,-6 0 22 16,8-4 20-16,-2 0 28 0,-6 0 33 0,6 0 24 0,-6-4 21 0,6 4 13 15,1-4 13-15,0 1-38 0,6-1-64 0,-7 0-57 0,0 4-55 16,8-3-39-16,-1-1-29 0,0 4-22 0,0-4-18 0,0 1-27 0,0 3-34 15,0-4-23-15,6 4-20 0,-6-4-15 0,1 4-10 0,6-3-17 16,-8 3-17-16,8-4-25 0,-7 0-23 0,-1 4-44 0,2-4-52 16,-2 1-73-16,2-1-81 0,-1 1-72 0,-7-1-65 0,8 0-41 0,-8 0-28 15,0 1-14-15,-6-1-8 0,0 0 3 0,0 4 9 0,0-3 16 16,-6 3 21-16,0 0 38 0,-1 3 51 0,-6 1 70 0,0 3 148 0</inkml:trace>
  <inkml:trace contextRef="#ctx0" brushRef="#br0" timeOffset="-193047.35">28030 12965 0 0,'-12'7'38'0,"-2"0"199"0,8 1 43 0,0-5 37 16,-1 1 34-16,0 0 30 0,7-1 29 0,0 1 21 0,-6-4 17 16,6 0 14-16,0 0 12 0,6 0-28 0,-6 4-47 0,0-4-42 15,7 0-39-15,0 0-36 0,-1 3-37 0,0-3-32 0,8 0-30 16,-2 0-25-16,2 4-28 0,-1-4-18 0,7 0-15 0,-1 3-14 0,0-3-12 16,1 0-9-16,-1 5-12 0,1-5-7 0,-1 0-6 0,7 0-9 15,-6 0-10-15,0 0-17 0,5 0-18 0,-5 0-23 0,0 0-25 0,-1 0-45 16,-5-5-52-16,4 5-76 0,-4 0-87 0,5-3-77 0,-5 3-73 0,-2-4-36 15,-6 4-18-15,8 0-8 0,-8-3-1 0,1 3 9 0,6 0 12 16,-13 0 19-16,13 3 23 0,-7-3 42 0,-6 0 51 0,14 4 75 16,-8-1 235-16</inkml:trace>
  <inkml:trace contextRef="#ctx0" brushRef="#br0" timeOffset="-190996.72">29431 12492 0 0,'7'-3'105'0,"-7"3"22"16,0-4 12-16,6 0 15 0,-6 1 16 0,6-1 23 0,-6 0 25 0,6 0 16 15,-6-3 12-15,0 3 5 0,0 1 2 0,8-5 13 0,-8 5 17 16,0-1 17-16,0 0 12 0,6 1 10 0,-6-1 7 0,0 0 0 16,0 1-3-16,0 0-11 0,-6 3-16 0,6-5-15 0,0 5-14 0,-8-3-17 15,8 3-17-15,-6-4-22 0,0 1-25 0,0 3-22 0,-1-4-19 0,0 4-17 16,-6-4-14-16,1 4-14 0,-2 0-12 0,2 0-10 0,-8 0-10 15,7 0-9-15,-7 4-12 0,-6-4-7 0,7 4-7 0,-7-1-6 16,0 4-7-16,-1 1-5 0,1-1-3 0,0 0-3 0,0 4-1 0,1 0-2 16,-2 4 1-16,1-4-1 0,0 4 2 0,0 3-1 0,7-3-1 15,-7 3 0-15,6 1 1 0,-6 2-1 0,7-3 1 0,-1 5-1 16,0 2 1-16,1 1 0 0,-1 3-1 0,7 0 1 0,-6 1 0 0,6 3 0 16,-7 3 1-16,7-3-1 0,0 4 1 0,0 3 1 0,0-3-1 15,0-1 1-15,-1 1-2 0,8 0 0 0,-6 0-2 0,5-1-1 0,0-3 0 16,7 0-3-16,-6-4-1 0,6 1-3 0,6-1-2 0,1-7-2 15,0 0 0-15,5 0-4 0,-6-7-4 0,14 3-7 0,0-7-5 0,6 0-8 16,-7-4-8-16,14 0-8 0,-7-3-10 0,13-4-12 0,-7 0-13 0,8 0-15 16,-7-4-15-16,5-3-23 0,1 3-28 0,7-6-44 0,-13 2-54 15,6-3-62-15,0 4-70 0,-7-4-59 0,2 0-55 0,-9 4-22 16,7-1-6-16,-6 1 4 0,-6 0 9 0,0 3 14 0,-1 4 15 0,-5-3 25 16,5 3 27-16,-6 3 47 0,0-3 58 0,-1 4 69 0,2 0 261 15</inkml:trace>
  <inkml:trace contextRef="#ctx0" brushRef="#br0" timeOffset="-189963.35">29906 12785 13 0,'-6'0'156'0,"6"4"16"15,-6-4 15-15,6 4 18 0,0-4 19 0,0 0 25 0,0 0 29 0,0 0 36 16,0 0 41-16,0 0 10 0,6 0-6 0,0 0-8 0,1-4-7 15,6 4-7-15,0-4-7 0,7 4-7 0,-1-3-9 0,1 3-12 16,-1-4-15-16,8 4-22 0,5 0-24 0,-7 0-36 0,8-4-39 0,0 4-35 16,-7 0-34-16,6 4-22 0,2-4-15 0,-9 0-13 0,1 4-10 0,6-4-8 15,-5 3-8-15,-1 1-8 0,-6 0-11 0,-1-1-17 0,1-3-21 16,-2 4-32-16,2 0-37 0,-6-1-59 0,-1 1-71 0,-7-4-71 16,0 4-73-16,2-4-54 0,-8 0-46 0,0 0-21 0,0 3-12 0,-8 1-2 15,2-4 4-15,0 4 12 0,-7-1 17 0,-1 1 29 0,2-1 36 0,-8 5 58 16,0-5 70-16</inkml:trace>
  <inkml:trace contextRef="#ctx0" brushRef="#br0" timeOffset="-189780.98">29985 13071 0 0,'-14'7'56'15,"2"1"171"-15,-2-5 29 0,8 1 20 0,-1 0 14 0,7-1 27 0,0-3 34 16,0 0 37-16,7-3 36 0,-1 3 28 0,8-4 18 0,-2 4-27 16,2-4-53-16,5 1-42 0,1-1-35 0,6 0-29 0,6 1-25 0,-5-1-18 15,5 0-11-15,1 4-27 0,5-3-33 0,-5-1-36 0,6 4-37 16,-7 0-27-16,1 0-21 0,0 0-19 0,0 0-20 0,-8 4-23 15,1-1-23-15,0 1-36 0,1 0-44 0,-7-1-57 0,-8 1-66 0,8 0-64 16,-7-1-61-16,-7 1-56 0,0 0-51 0,2-1-24 0,-2-3-13 0,-6 0 0 16,0 0 7-16,-6 4 13 0,-2-4 18 0,2 0 31 0,6 0 40 15,-13-4 56-15,7 1 63 0</inkml:trace>
  <inkml:trace contextRef="#ctx0" brushRef="#br0" timeOffset="-189562.96">30466 12511 0 0,'0'-11'237'0,"-6"3"87"16,6 5 46-16,0 3 32 0,-6 3 29 0,6 1 25 0,-7 3 23 0,0 4 19 16,7 0 17-16,-6 4 15 0,-1 3 12 0,1 0-43 0,-8 8-71 15,8 0-63-15,-6 3-56 0,-2 4-44 0,1 0-38 0,-7 3-28 0,2 5-24 16,-2 3-20-16,0-4-22 0,1 8-16 0,-7-1-17 0,6-2-15 16,-6 6-12-16,7-4-14 0,-8 1-16 0,8 0-19 0,0-5-22 0,-1 1-28 15,7-3-28-15,0-5-37 0,0-6-40 0,7-1-66 0,-2-7-76 16,8-4-84-16,0-3-88 0,0-4-65 0,8-4-52 0,4-3-25 15,1-8-8-15,0 1 4 0,0-5 10 0,7-3 17 0,6-4 24 0,-7-3 30 16,7 3 34-16,0-6 63 0,7-1 73 0</inkml:trace>
  <inkml:trace contextRef="#ctx0" brushRef="#br0" timeOffset="-188680.77">31326 13108 171 0,'-6'3'260'0,"-1"-3"37"0,7 4 34 0,-6 0 37 16,6-1 36-16,-7-3 28 0,7 4 23 0,0-4 19 0,-7 0 14 0,7 0-18 15,0 0-35-15,0 0-41 0,0 0-40 0,0 0-42 0,0-4-40 0,0 1-33 16,0 3-30-16,7-4-33 0,-7-3-35 0,7-1-26 0,-1 1-24 0,1-4-15 15,-1 0-15-15,8-4-11 0,-2-3-8 0,1-1-7 0,0-2-6 16,6-1-6-16,1-4-3 0,-6 1-6 0,5-1-5 0,1 0-2 16,-1 0-2-16,0-3-1 0,1 4-2 0,-1-1-1 0,-5 0-1 0,5 0 0 0,1 5-3 15,-8-1-1-15,8 0-1 0,-6 4 0 0,-2-1 0 0,1 1-1 16,1 3-1-16,-2 4 1 0,2-4-1 0,-2 8 0 0,2 0 0 16,-8-1 0-16,7 5-1 0,-7-1 1 0,8 1 0 0,-8 3 1 0,7 0 1 15,-6 0 1-15,-1 3-1 0,7 4 2 0,-7-3 0 0,8 3 2 16,-8 4 4-16,0 1 1 0,8-2 3 0,-8 5 4 0,7-1 3 0,-6 2 4 15,-1 2 4-15,7 4 3 0,-7-4 1 0,2 4 3 0,-2 3 0 0,0-2 3 16,1 2-1-16,-1 1 1 0,1 3-2 0,0-3-1 0,-7 3-2 0,6 1-3 16,0-1-4-16,1 0-2 0,6 0-5 0,-7-3-2 0,1 3-2 15,0-3-2-15,6 0-1 0,-7-4-1 0,7 3-2 0,-6-7-1 0,5 5 0 16,2-5-2-16,-1-3 0 0,6-1-1 0,-6 1 0 0,7-4 0 0,-7 0-2 16,6-4-2-16,1 0-4 0,-7-3-4 0,7 0-3 0,-1-4-3 15,1 0-2-15,-1-4-2 0,0-3-4 0,1-1-1 0,-7 1-1 0,7-4-2 16,-8 0-1-16,8-3 1 0,-7 3 0 0,7-4 2 0,-7 0 5 0,0 0 3 15,0-3 2-15,-7 3 3 0,8-3 4 0,-8 4 1 0,0-5 3 0,1 1 3 16,0-4 1-16,-1 3 2 0,-6-3 1 0,6 4 2 0,-6-4 1 16,7 0-1-16,-7-3 1 0,0 2 1 0,0 2-1 0,-7-5 0 0,7 4 1 15,-6 0-1-15,0 4 2 0,6 0 1 0,-14-1 3 0,8 1 3 0,-7 3 4 16,6 4 3-16,-6 0 2 0,-6 0 3 0,6 8 1 0,-7-5 2 16,1 5 0-16,-1 3 1 0,0 3 1 0,1 1 1 0,-7 0 0 0,6 3 0 15,-6 4 3-15,1 3 0 0,-1-3 2 0,-1 8 1 0,8-1 2 0,-8 1 3 16,2-1 1-16,-1 4 2 0,6 0 6 0,-6 0 3 0,0 4 5 0,7-4 2 15,-1 3 3-15,-6 1-1 0,7-1-8 0,-1-2-53 0,0 2 0 0,1-3 0 16,-1 0 0-16,0 0 0 0,1 0 0 0,-1-4 0 0,8 0 0 16,-8 1 0-16,7-1 0 0,0-3 0 0,0 0 0 0,-7-5 0 0,8 1 0 15,-2-3 0-15,1-1 0 0,1-3 0 0,-2-1 0 0,2 1 0 16,-2-8 0-16,1 4 0 0,7-3 0 0,-8-5 0 0,2 1 0 0,6-4 0 16,-8 0 0-16,8-3-89 0,-1-5-40 0,-6 1-19 0,6-4-20 0,1 0-22 15,0-4-22-15,-1-3-24 0,0 3-25 0,7 0-27 0,-6-3-28 16,0 4-35-16,-1 3-37 0,-6 0-31 0,6 4-27 0,1-1-19 0,-8 4-19 15,8 8 2-15,-6-4 12 0,-2 7 20 0,1 1 25 0,0 3 30 16,-6 3 31-16,5-3 35 0,-5 8 40 0,6-5 45 0,-6 5 91 16</inkml:trace>
  <inkml:trace contextRef="#ctx0" brushRef="#br0" timeOffset="-187230.29">27458 14339 0 0,'6'-12'128'0,"-6"1"67"0,0 4 28 16,0-4 32-16,0 4 37 0,0-1 50 0,0 1 53 0,0 0 38 0,-6-4 29 16,-1 4 3-16,0-1-12 0,7 1-16 0,-12 0-22 0,4-1-17 15,2 5-19-15,-6-5-17 0,5 4-19 0,-6-2-27 0,0 1-29 0,-1 2-45 16,-4 0-52-16,4-2-36 0,-5 5-28 0,-1 0-19 0,0 0-16 15,1 0-12-15,-1 0-11 0,2 5-9 0,-9 1-10 0,7-1-9 0,1 1-8 16,0 2-8-16,-1-1-7 0,1 4-5 0,-1 0-1 0,6 4-3 16,2 0-1-16,-1-1-1 0,-1 4-4 0,8 1 0 0,0 3-2 0,0 0 0 15,-2-1 1-15,8 2-1 0,-6 2 0 0,12-3 0 0,-6 4 1 16,8-4 0-16,-2 0 0 0,0 0-1 0,0-1 1 0,1-2-1 16,6-3-1-16,0-3 1 0,1 2-1 0,-2-4 0 0,8-3-1 0,-7-1 0 15,7 0 1-15,-1-7-5 0,0 0-3 0,8-4-9 0,-7 1-10 0,5-8-14 16,1-4-16-16,0-3-16 0,0-4-17 0,1-1-17 0,-1-5-19 15,-1-5-21-15,7-1-22 0,-5-2-22 0,-1-1-20 0,-6-3-18 16,6 3-15-16,-7-3-8 0,1 4-4 0,0-1 0 0,-1 0 6 16,-6 1 10-16,0 3 14 0,-7 0 15 0,8 0 17 0,-8 3 20 0,0 1 22 15,1 4 27-15,0-1 31 0,-1 4 34 0,-6 0 35 0,7 7 38 16,-7 0 38-16,6 1 41 0,-6 3 43 0,0 4 30 0,0 3 25 0,0 0 18 16,0 4 16-16,0 0 13 0,0 4 14 0,0 0 4 0,-6 3 4 15,6 0-3-15,-7 8-5 0,7-1-9 0,-6 1-14 0,-1 7-18 0,0 0-23 16,1 0-15-16,0 7-14 0,-2 1-8 0,2 3-7 0,-6 0-8 15,5 0-8-15,-6 3-8 0,6 1-6 0,1 3-82 0,-8 1-30 0,8-5 0 16,0 5 0-16,-1-5 0 0,1 1 0 0,-1-1 0 0,7-2 0 16,0-2 0-16,-6-6 0 0,12 3 0 0,-6-7 0 0,0 1 0 15,7-9 0-15,-1 1 0 0,1-4-111 0,-1-4-133 0,8-4-68 0,-8-3-80 16,7 0-83-16,0-7-66 0,0-4-55 0,-1-3-18 0,2-4-1 0,6-1 11 16,-7-4 18-16,6-2 23 0,0 0 27 0,-5-1 29 0,5 0 34 15,-6 1 55-15,6-1 69 0</inkml:trace>
  <inkml:trace contextRef="#ctx0" brushRef="#br0" timeOffset="-186930.66">27900 14316 49 0,'0'11'278'0,"0"-3"52"0,0-1 45 0,0 4 37 0,0 0 32 0,0 0 25 16,-6 0 21-16,6 4 18 0,0-4 18 0,0 3 4 0,-6 5-1 0,6-1-39 15,0 1-56-15,-7-1-54 0,7 4-51 0,0 0-44 0,-7 0-38 16,7-1-34-16,7-1-28 0,-7 1-24 0,0-3-20 0,7 4-17 16,-7-7-18-16,6 3-16 0,0-3-24 0,7-4-66 0,-6 0 0 0,6-4 0 15,0-3 0-15,6-1 0 0,-6-3 0 0,7-3 0 0,6-5-31 0,-6-3-58 16,-1-3-17-16,7-1-17 0,0-3-13 0,-6-4-9 0,6 0-4 15,-7 0-1-15,1-4 4 0,-1 4 4 0,1 4 7 0,-7-4 9 16,0 7 13-16,-6-3 16 0,5 7 21 0,-4 0 24 0,-2 0 26 0,-6 5 26 16,0 1 25-16,6-2 20 0,-6 7 15 0,0 0 11 0,0 0 8 15,0 0 8-15,-6 7 8 0,6-2 6 0,0 1 8 0,-6 5 3 0,6 0 4 16,-8 4-2-16,8 3-5 0,0-3-7 0,-6 7-11 0,6-5-8 16,0 6-11-16,0-1-7 0,0 4-8 0,0-5-8 0,0 2-7 0,6-2-18 15,-6 1-24-15,8 0-28 0,-8 1-35 0,6-5-43 0,0 0-47 16,-6-3-74-16,6-1-87 0,1-3-85 0,0-3-84 0,-7-1-54 0,6-3-37 15,-6-4-21-15,0 0-7 0,0 0 4 0,0 0 13 0,0-4 24 16,0 0 25-16,0-3 39 0,-6 3 42 0,-1-3 72 0,-6 3 85 16</inkml:trace>
  <inkml:trace contextRef="#ctx0" brushRef="#br0" timeOffset="-186680.33">26949 14818 22 0,'-26'4'307'15,"7"3"48"-15,6-3 39 0,-6 0 21 0,12-1 11 0,0 1 11 16,7-4 10-16,0 0 14 0,0 3 18 0,7-3 17 0,0 4 17 0,-1 0-50 16,13 0-80-16,-5-1-66 0,5 1-56 0,7 0-37 0,0 3-27 15,0-2-11-15,7-3-4 0,5 2-1 0,2-4-5 0,-1 3-9 0,6-3-12 16,8 4-15-16,-1-4-15 0,-1 4-12 0,2-1-12 0,6 2-33 16,-7-2-68-16,7 0 0 0,-2 2 0 0,-4 2 0 0,-1-4 0 15,1 5 0-15,-2-1 0 0,-5 0 0 0,-1 1 0 0,-6-1 0 0,1 0 0 16,-8 1-168-16,1-1-84 0,-7 0-87 0,-7 1-100 0,1-1-78 15,0 0-65-15,-8 0-32 0,-5 0-16 0,-1 1 0 0,1-1 10 0,-7 1 20 16,0-1 26-16,0 1 31 0,-7-1 36 0,1-3 52 0,-1 3 66 16,1 0 85-16,-7-3 276 0</inkml:trace>
  <inkml:trace contextRef="#ctx0" brushRef="#br0" timeOffset="-186213.61">27607 15269 0 0,'-25'7'59'0,"5"1"246"16,0-1 66-16,1 0 35 0,-7-3 23 0,12-1 20 0,-5 1 17 0,-1 3 17 15,8-3 15-15,-8-4 16 0,7 4 15 0,-7-1-19 0,0 2-39 16,8-2-62-16,-8 0-77 0,7 5-65 0,-7-4-59 0,2 3-31 0,4 1-19 16,-5-1-17-16,-1 0-13 0,8 4-13 0,-2 0-12 0,-6 0-12 15,7 0-12-15,-6 3-8 0,6 1-7 0,7 0-8 0,-8 0-6 0,1 3-5 16,7-3-6-16,0 3-3 0,6 0-4 0,-8-3-4 0,8 3-4 16,0 0-4-16,8-3-3 0,-8 4-6 0,6-5-11 0,0 1 0 15,7-1 0-15,-6-3 0 0,6 0 0 0,0 0 0 0,0 0 0 0,0-3 0 16,7-5 0-16,0 1-9 0,-8-4-11 0,8 0-9 0,5-7-10 15,-5-1-12-15,0-3-16 0,6-7-14 0,-1 0-16 0,2-4-14 0,-1-7-12 16,-6-1-14-16,6-3-14 0,-1-3-13 0,8-5-11 0,-13 4-14 16,6-3-15-16,0 0-12 0,-7-1-7 0,1 5-2 0,0-1 3 0,-1 5 8 15,-6-2 10-15,0 1 12 0,0 8 13 0,-6-1 16 0,-1 4 17 16,0 0 30-16,-6 4 36 0,0 3 51 0,0 0 57 0,0 5 46 16,0 2 41-16,-6 1 30 0,6 3 26 0,-6 4 16 0,-1 0 15 0,0 4 8 15,1 0 10-15,0 7 5 0,-1-4 3 0,1 4-6 0,-1 3-13 16,-6 5-23-16,7-1-28 0,-2 4-20 0,2 4-14 0,-6 3-9 0,5 3-8 15,0 3-3-15,7 1-4 0,-6 0-3 0,-1 9-3 0,1-2-6 16,6 1-5-16,-6 4-8 0,6 0-9 0,0-1-6 0,0 1-35 0,0-4-25 16,0 3 0-16,0-7 0 0,6 1 0 0,0-4 0 0,1-5 0 15,-1-2 0-15,1-1 0 0,0-7-30 0,5 0-74 0,2-7-25 0,-8-1-27 16,7-3-42-16,0-7-50 0,0 0-68 0,-7 0-78 0,8-8-65 16,-8-4-61-16,7 1-32 0,0-4-20 0,-6-4 0 0,5-3 13 15,-5-4 16-15,0 4 19 0,-1-8 22 0,0 0 27 0,2 5 42 16,-2-5 50-16,0 0 68 0,1 0 108 0</inkml:trace>
  <inkml:trace contextRef="#ctx0" brushRef="#br0" timeOffset="-186030.92">27848 15478 245 0,'0'-4'381'0,"-6"4"47"15,6 0 29-15,-7 0 20 0,7 4 13 0,0-4 14 0,-6 4 8 0,6-4 13 16,6 3 13-16,-6 2-7 0,0-5-16 0,7 3-63 0,-1 0-90 16,0-3-82-16,8 4-80 0,-1 0-45 0,0-4-27 0,6 3-19 0,1 1-13 15,0-4-12-15,5 0-9 0,-5 4-15 0,6-4-15 0,-6 0-22 16,5 0-24-16,-5 0-28 0,6 0-27 0,-6-4-32 0,-1 4-32 0,1 0-51 15,-1-4-62-15,-5 4-72 0,-2-3-80 0,2-1-69 0,-8 0-65 16,0 1-32-16,8 0-13 0,-14-5 1 0,6 0 11 0,-6 1 17 16,7-1 19-16,-7 1 26 0,0 0 30 0,0-4 49 0,0 0 58 0,0 4 73 15,0-4 244-15</inkml:trace>
  <inkml:trace contextRef="#ctx0" brushRef="#br0" timeOffset="-185847.18">28200 15236 0 0,'-7'-4'35'0,"-6"-3"271"0,7 7 73 0,-7 0 43 0,6 0 30 16,-5 4 23-16,-2-1 22 0,8 5 21 0,-7 0 20 0,7 2 19 0,-8 1 17 15,8 4-15-15,-8 3-30 0,8 0-60 0,-7 5-76 0,0 2-68 16,6 1-67-16,-5 3-37 0,-2 0-21 0,8 9-21 0,-7-6-17 0,6 4-20 16,1-3-141-16,-1 4-1 0,1 0 0 0,6-4 0 0,0 0 0 15,6-4 0-15,1-3 0 0,-1-4 0 0,8-4 0 0,-2-3 0 16,8 0 0-16,0-9-129 0,-1-2-191 0,7-4-110 0,0-4-115 0,7-2-59 16,-1-9-28-16,1-3-11 0,-1-5-2 0,1-2 9 0,6-1 17 15,-6-7 22-15,6 0 28 0,0 0 35 0,-7 0 35 0,7-4 72 16,1 5 89-16</inkml:trace>
  <inkml:trace contextRef="#ctx0" brushRef="#br0" timeOffset="-185463.47">29079 14840 98 0,'-13'-3'358'16,"13"-1"45"-16,-6 4 26 0,-1 0 13 0,7 0 10 0,0 0 12 15,0 0 14-15,0-4 15 0,7 4 14 0,-7 0 16 0,6 0 14 0,7 0-62 16,-7 0-100-16,8 0-83 0,5 0-73 0,-6 4-39 0,7-4-22 16,6 0-11-16,-7 4-7 0,8-4-11 0,-1 3-15 0,0-3-13 15,-1 4-15-15,8-1-16 0,-7-3-19 0,0 4-24 0,7 0-30 0,-7-4-31 16,0 4-32-16,0-4-41 0,-7 3-46 0,1-3-72 0,0 0-84 16,-7 0-81-16,-1 0-82 0,-4 0-51 0,-2 0-36 0,-6 0-15 0,0 0-5 15,-6 4 8-15,6 0 15 0,-14-4 22 0,8 3 23 0,-14 6 36 16,7-7 42-16,-7 5 68 0,1 1 83 0</inkml:trace>
  <inkml:trace contextRef="#ctx0" brushRef="#br0" timeOffset="-185280.55">28975 15115 135 0,'-26'11'375'0,"0"0"41"15,7-4 24-15,-1 1 13 0,6-1 5 0,8 0 6 0,-7-3 6 16,13-4 13-16,0 4 18 0,0-4 17 0,7 3 16 0,-1-3-68 0,8 0-107 16,-2 3-84-16,8-3-71 0,-1 5-35 0,7-5-18 0,0 3-8 15,7 1 0-15,0-4-4 0,-1 3-3 0,7 2-14 0,1-2-16 16,-8-3-16-16,7 4-16 0,0 0-17 0,1 0-18 0,-8-1-21 0,7 1-26 15,-7-4-29-15,1 3-30 0,-7-3-36 0,0 0-40 0,1 0-61 16,-2 0-70-16,-5-3-79 0,-8 3-82 0,2-4-62 0,-2 1-56 0,2-5-23 16,-8 4-9-16,-6-4 7 0,7 1 11 0,-7-4 19 0,0 4 24 15,0-4 31-15,0 0 37 0,0 0 57 0,0-4 68 0</inkml:trace>
  <inkml:trace contextRef="#ctx0" brushRef="#br0" timeOffset="-185063.55">29476 14522 0 0,'-6'-8'294'0,"6"5"67"16,-6 3 48-16,6 3 32 0,-8 5 23 0,8-1 24 0,-6 0 20 16,0 8 21-16,0 0 21 0,-1-1 16 0,0 8 15 0,1 4-46 0,-7 3-78 15,-1 1-73-15,2 6-72 0,-1 1-56 0,-7 3-45 0,7 4-32 16,-6 0-23-16,-7 4-22 0,6-1-22 0,-5 4-25 0,5-3-26 0,-7 0-32 16,1 2-35-16,0-5-40 0,7 3-41 0,-1-8-62 0,-6 0-69 15,13-3-92-15,-6-4-101 0,6-4-78 0,7-3-67 0,-2-8-32 16,8 1-15-16,0-5-6 0,0 1 3 0,8-8 13 0,-2 0 18 0,7 1 29 15,-7-8 31-15,14 0 55 0,-8 0 64 0,15-4 88 16,-8-3 275-16</inkml:trace>
  <inkml:trace contextRef="#ctx0" brushRef="#br0" timeOffset="-184180.9">29920 15195 0 0,'-7'12'133'15,"0"-4"43"-15,7 2 17 0,-6-3 22 0,6 4 26 0,0-3 30 16,0 3 32-16,-6-4 40 0,6 0 43 0,0 1 6 0,0-5-11 0,0 5-14 16,0-5-16-16,0 1-15 0,6-1-17 0,-6-3-15 0,0 0-13 0,0 0-20 15,0 0-21-15,6-3-28 0,-6-1-30 0,7-3-37 0,0 0-41 16,5-8-30-16,-5 0-23 0,6 1-14 0,0-8-10 0,0-1-7 16,0-6-6-16,0 0-4 0,7 0-5 0,-8-4-8 0,8 0-9 0,-7-4-7 15,7 4-6-15,-8 1-5 0,8-1-4 0,-7 3-1 0,0 0 0 0,0 1-2 16,7 8-1-16,-14-1 0 0,8-1-1 0,-2 9 2 0,1-1 0 15,-6 0 5-15,6 4 4 0,-7 4 5 0,8 4 3 0,-8-1 5 16,0 0 5-16,8 8 5 0,-8-4 6 0,1 7 6 0,5 0 9 0,-4 1 6 16,-2 3 7-16,6 3 6 0,-5 1 8 0,6 4 7 0,-6-1 6 15,-1 4 6-15,8 0 7 0,-8 3 3 0,0 1 2 0,8 4 1 0,-8-1 0 16,0 0-3-16,7 0-5 0,-6 0-4 0,6 1-6 0,-7 3-4 16,8-4-5-16,-2-3-7 0,2 3-7 0,5-4-5 0,-5 2-6 0,4-6-5 15,2-2-4-15,-1-1-5 0,7 0-5 0,-6-3-4 0,7-4-2 16,-1 0-2-16,0-3-2 0,-1-5-1 0,-5 1-3 0,6-4-4 0,0 0-6 15,1-4-6-15,-2-4-7 0,-5 2-8 0,0-6-7 0,5 1-6 16,-5-3-6-16,0-1-3 0,-8-3-4 0,8-1-3 0,-1 1-3 0,-5 0-2 16,-2-4 0-16,2 0 3 0,-1 0 4 0,-7 3 7 0,7-2 5 15,-6-5 8-15,-1 4 7 0,-6-1 7 0,6 2 4 0,-6-5 5 0,8 4 5 16,-16-3 2-16,8-1 3 0,0 4 2 0,-6-4 2 0,0 1 4 0,-1 3 4 16,1 0 6-16,-7 0 7 0,0 0 9 0,7 7 8 0,-8-3 9 15,1 3 11-15,-6 4 9 0,6 0 6 0,-1 4 6 0,-5 3 4 16,6 0 3-16,-7 4 4 0,1 0 2 0,-1 4 1 0,1 4-1 0,-1-1-4 15,0 4-2-15,-6 3-2 0,1 5-3 0,5-1-5 0,-6 4-22 0,0 4-53 16,-1-1 0-16,-5 4 0 0,7 1 0 0,-1 3 0 0,-1 4 0 16,1-4 0-16,0 3 0 0,0 1 0 0,7-4 0 0,-7 3 0 0,-1 1 0 15,7-4 0-15,2 0 0 0,-9 0 0 0,7-4 0 0,2 0 0 16,-2 1 0-16,0-4 0 0,1 0 0 0,5-5 0 0,-5-3 0 16,-1 0 0-16,8 1 0 0,-8-3 0 0,7-6 0 0,0 1 0 0,-7-4 0 15,7-3 0-15,1 0 0 0,-2-8 0 0,1 0 0 0,0 1 0 0,-6-8 0 16,5 0 0-16,2-4 0 0,-2-4-252 0,2-3-168 0,-1 1-91 15,-7-9-64-15,7 1-48 0,0-1-20 0,-6-2 0 0,5-1 10 16,-6 0 16-16,1-4 24 0,0 4 27 0,0 0 34 0,5 4 35 0,-6-3 57 16,8 5 68-16</inkml:trace>
  <inkml:trace contextRef="#ctx0" brushRef="#br0" timeOffset="-181630.25">24865 16445 0 0,'0'-4'59'0,"-13"-3"144"0,7 7 18 0,0-3 12 0,-1 3 11 16,0 0 18-16,1 0 20 0,0 0 21 0,-2 0 24 0,8 0 23 0,-6 0 22 15,6 0-22-15,0 0-48 0,0 0-30 0,0 0-26 0,0 0-18 16,0 0-16-16,0 0-13 0,0 0-10 0,0 0-17 0,0 0-20 0,0 0-23 16,0 0-22-16,0 0-25 0,0 0-25 0,0 0-18 0,0 0-16 0,0 0-6 15,0 0-5-15,0-4 0 0,0 4-2 0,6 0 1 16,-6 0 1-16,0-4 2 0,0 4 2 0,0 0 5 0,0 0 2 0,0 0 3 15,0 0 4-15,0 0 3 0,0 0 3 0,0 0 2 0,0-4 0 0,0 4-1 16,0 0 1-16,0 0-1 0,0 0 0 0,0 0-2 0,0 0-1 16,0 0-3-16,0 0-3 0,0 0-4 0,0 0-6 0,0 0-4 0,0 0-4 15,0 0-4-15,0 0-5 0,0 0-6 0,0 0-5 0,0 0-7 16,0 0-7-16,0 0-7 0,0 0-7 0,0 0-7 0,0 0-8 0,0 0-5 16,0 0-9-16,0 0-8 0,0 0-10 0,0 0-10 0,0 0-9 0,0 0-6 15,8 0-4-15,-8 0-3 0,0 0 1 0,0 0-1 0,0 0 3 16,0 0 4-16,0 0 5 0,0 0 6 0,0 0 9 0,0 0 10 15,0 0 11-15,0 0 10 0,0 0 12 0,0 0 8 0,0 0 11 0,0 0 6 16,0 0 8-16,0 0 6 0,0 0 4 0,0 0 3 0,0 0 3 0,0 0 1 16,0 0 0-16,0 0 2 0,0 0 0 0,0 0 1 0,0 0 3 15,0 0 2-15,0 0 3 0,0 0 2 0,0 0 1 0,0 0 2 16,0 0 1-16,0 0 1 0,0 0 0 0,0 0 0 0,0 0 0 0,0 0-2 16,0 0-2-16,0 0-2 0,0 0-1 0,0 0-1 0,0 0 1 0,0 0 1 15,0 0 2-15,0 0 2 0,0 0 1 0,0 0 3 0,0 0 6 16,0 0 4-16,0 0 1 0,0 0 4 0,0 0 5 0,0 0 4 15,0 0 4-15,-8-3 0 0,8 3-1 0,0 0-4 0,0 0-3 0,0-4-3 16,0 4-2-16,-6 0-4 0,6-4-5 0,0 4-5 0,0 0-3 0,-6-3-4 16,6 3-4-16,0-4-3 0,-7 4-5 0,7 0-2 0,0-4-1 15,0 4 0-15,0-3 0 0,-6 3-1 0,6 0 0 0,0-4 1 0,0 4-1 16,0 0 0-16,0 0 0 0,0 0-1 0,0 0 0 0,-7-4 0 16,7 4-1-16,0 0 2 0,0 0-1 0,0 0 0 0,0 0 0 0,0 0-1 15,0 0 0-15,0 0-1 0,0 0 0 0,0 0 1 0,0 0 0 16,0 0 0-16,0 0 2 0,0 0 0 0,0 0 0 0,0 0-1 0,0 0 0 15,0 0 1-15,0 0 2 0,0 0 5 0,0-3 5 0,0 3 6 16,0 0 5-16,0 0 5 0,0 0 4 0,0 0 5 0,0 0 4 0,0 0 5 16,0 0 3-16,0 0 4 0,0 0 5 0,0 0 3 0,0 0 2 15,0 0 0-15,0 0-2 0,0 0-1 0,0 0-3 0,0 0 0 0,0 0-2 16,0 0-2-16,0 0-2 0,0 0-2 0,0 3-2 0,0-3-2 0,0 0-4 16,0 4-4-16,0 0-3 0,0-1-3 0,7 1-1 0,-7 3-2 15,0 4-1-15,6-3-1 0,-6 6-1 0,7 1 1 0,-7-1-1 0,6 5-2 16,0-1 0-16,-6 4-2 0,8 0 0 0,-2 4-1 0,-6-4 1 15,6 3-1-15,-6-2-2 0,7 2-3 0,-7-3-2 0,7 4-4 0,-7-4-6 16,0 0-11-16,6-4-13 0,-6 4-17 0,0-7-18 0,0 3-34 16,0-3-39-16,0-4-54 0,0 0-64 0,0-4-65 0,0 1-67 0,0-8-55 15,0 0-49-15,0-5-22 0,6-2-10 0,-6 0 2 0,7-8 9 0,-1 1 15 16,1-8 16-16,-7 0 32 0,7-1 39 0,-1-2 55 0,0-1 61 16</inkml:trace>
  <inkml:trace contextRef="#ctx0" brushRef="#br0" timeOffset="-181363.78">24898 16412 0 0,'-7'-4'168'0,"1"1"126"0,6-1 42 0,-6 4 26 16,6 0 21-16,-7-4 17 0,7 1 16 0,0 3 13 0,0-4 17 0,0 0 11 16,7 4 12-16,-1-3-37 0,0-4-62 0,8 3-56 0,-2 0-53 0,2-3-41 15,5 0-34-15,7-4-22 0,0 3-15 0,1-3-13 0,5 0-10 16,1 0-10-16,-1 4-12 0,1-4-10 0,5 3-7 0,-5-3-11 0,7 4-9 16,-8 0-8-16,7 3-6 0,-6 1-5 0,-1-1-4 0,-6 4-4 15,7 0-4-15,-7 0-3 0,-7 4-2 0,7-1-2 0,-6 1-2 0,-1 3 0 16,-6 0-1-16,6 1 0 0,-5 0 2 0,-8 2 0 0,8 5 0 0,-8-4-1 15,-6 3 0-15,7 1-2 0,-7 4-1 0,-7-1-1 0,7 0-2 16,-6 4-2-16,-1 0-3 0,-6 0-2 0,-1 0-3 0,2 0-12 16,-1 4-12-16,-7-4-17 0,0 3-19 0,1-3-22 0,0 4-23 0,-1-4-30 15,1 0-30-15,-1-4-51 0,1 0-61 0,-1 1-65 0,-6-5-70 0,6 1-61 16,1-4-57-16,5-3-24 0,-4-1-10 0,4-3 5 0,-5-4 13 16,5-4 18-16,2 0 22 0,-2 1 27 0,8-5 30 0,-7-3 50 0,7 0 60 15,-1 0 66-15,-6 0 225 0</inkml:trace>
  <inkml:trace contextRef="#ctx0" brushRef="#br0" timeOffset="-181196.89">25067 16647 0 0,'-12'0'95'0,"-2"0"152"0,8 0 32 16,-8 0 24-16,8 0 21 0,-7 0 12 0,7 0 8 0,6 0 15 0,0 0 15 16,0 0 24-16,0-4 23 0,6 4-27 0,1-4-54 0,-1 4-46 15,8-3-37-15,-2 3-34 0,8-4-31 0,-1 0-22 0,1 0-19 0,0 1-13 16,5-4-8-16,1 3-12 0,-6 0-18 0,6-3-22 0,1 3-28 16,-9 0-28-16,9 1-29 0,-7-1-40 0,-2 4-43 0,-4-4-55 0,-1 1-61 15,0 3-53-15,0-4-48 0,-7 4-45 0,-6 0-45 0,0 0-30 0,0 0-24 16,0 4-11-16,-6-1-5 0,-7 1 10 0,6 0 14 0,-6 3 30 15,1 0 38-15,-8 1 50 0,7-1 59 0,-7 4 51 0,0 0 189 0</inkml:trace>
  <inkml:trace contextRef="#ctx0" brushRef="#br0" timeOffset="-181063.45">25165 16705 0 0,'-20'11'98'16,"1"4"105"-16,-1-4 28 0,8 3 21 0,-2-2 20 0,1-1 13 15,1 0 11-15,4-4 13 0,2 0 12 0,0 4 0 0,6-7-7 0,0 3-18 16,6 0-26-16,0 1-26 0,2-1-26 0,-2 0-25 0,0 1-26 0,7-5-19 16,1 5-16-16,-2-5-13 0,8 1-11 0,-1-1-19 0,-5 2-25 0,6-5-35 15,5 0-44-15,-5 0-60 0,0-5-71 0,-2 2-66 0,9-1-62 16,-7-3-46-16,-2-4-40 0,2 0-22 0,0-4-13 0,-7 1-4 0,7-1-4 15,-8-3 7-15,2 0 11 0,-1-5 22 0,-1 5 30 0,-5-4 49 16,0 0 56-16</inkml:trace>
  <inkml:trace contextRef="#ctx0" brushRef="#br0" timeOffset="-180814.22">25295 16104 317 0,'-13'-7'387'0,"1"0"34"0,-2 7 16 0,2 0 13 0,-2 3 11 16,1 5 13-16,0-1 16 0,0 4 15 0,-7 0 19 0,8 7-5 0,-2 0-13 15,-5 12-69-15,5-1-96 0,-4 8-71 0,4 3-58 0,-5 4-26 16,5 7-7-16,-4 4-7 0,4 4-2 0,-5 7-8 0,5 0-8 0,2 0-12 16,6 4-14-16,-8-1-12 0,14-3-85 0,-6 4-31 0,6-8 0 15,6 0 0-15,0-7 0 0,2-3 0 0,4-5 0 0,8-3 0 0,-1-8 0 16,1-6 0-16,6-1 0 0,7-7 0 0,-1-4 0 0,1-7 0 0,-1 0 0 16,7-7 0-16,1-8 0 0,5 1 0 0,-6-8 0 0,7-4-118 15,-7-3-133-15,6-8-82 0,-6 1-96 0,0-9-80 0,0-2-73 0,1 3-32 16,-8-7-12-16,1 3 4 0,-7-3 9 0,-1 7 21 0,2-4 23 0,-8 4 27 15,-6 0 28-15,1 0 49 0,-2 8 59 0,-5-1 84 0,0 0 238 16</inkml:trace>
  <inkml:trace contextRef="#ctx0" brushRef="#br0" timeOffset="-180614.25">25901 16408 169 0,'6'0'382'0,"-6"0"38"0,7 0 21 0,0 0 18 15,-1 0 17-15,0 4 18 0,7-8 18 0,-6 4 17 0,6 0 16 0,7-3 13 16,-8 3 11-16,8-4-77 0,-1 4-123 0,1-4-88 0,0 1-73 15,6-1-37-15,-7 0-21 0,7 4-17 0,1-3-15 0,-7-1-20 0,5 1-17 16,-5 3-17-16,6 0-16 0,-6-4-19 0,-1 4-20 0,1-4-21 16,-8 4-23-16,8 0-24 0,-7-3-26 0,0 3-30 0,-6 0-33 0,5-4-49 15,-6 0-59-15,-6 1-69 0,8 3-74 0,-8-4-65 0,0 0-61 0,-8-3-26 16,8 3-10-16,-6 0 5 0,0 1 13 0,-7-1 17 0,0 4 22 16,6-4 28-16,-13 4 31 0,8-3 51 0,-1 3 58 0,0 3 68 15,-6-3 243-15</inkml:trace>
  <inkml:trace contextRef="#ctx0" brushRef="#br0" timeOffset="-180447.49">25953 16416 219 0,'-26'15'269'0,"0"3"41"0,6-3 43 16,1 2 39-16,-1 2 39 0,8 3 28 0,-8-4 23 0,13 4 20 16,-6 0 18-16,0 0-20 0,7 4-38 0,0 0-36 0,-2 3-32 0,2 0-37 15,0 4-40-15,-1-3-37 0,1 2-38 0,-1 1-38 0,1 4-36 0,-1-4-29 16,1 4-23-16,-1-4-19 0,0-1-17 0,1 1-18 0,0 1-17 16,-1-5-24-16,0 0-24 0,1-3-28 0,0-1-29 0,-1-6-36 0,1-1-41 15,-1 0-64-15,0-7-76 0,1 0-85 0,0-3-89 0,6-1-59 16,-8-7-45-16,8 0-20 0,0-4-8 0,-6 1 6 0,6-5 11 0,0-3 20 15,0 0 21-15,0-3 30 0,6-1 38 0,2 1 62 0,-2-5 74 16</inkml:trace>
  <inkml:trace contextRef="#ctx0" brushRef="#br0" timeOffset="-180278.98">25842 16962 202 0,'14'-4'280'0,"-2"4"31"16,1 0 23-16,-6 0 34 0,6 0 38 0,0 0 28 0,0 4 24 0,0-4 15 16,7 0 13-16,-8 0-22 0,8 0-36 0,6-4-50 0,-7 4-56 0,7 0-49 15,1-4-45-15,-1 4-32 0,0-3-22 0,7 3-35 0,-7-4-39 16,6 4-28-16,-5-4-25 0,-1 1-24 0,-1 3-25 0,7-4-29 0,-12 0-30 15,7 4-44-15,-9-3-52 0,2 3-66 0,0-4-72 0,-7 4-59 0,0-4-52 16,-6 4-39-16,-1-3-30 0,0 3-15 0,1 0-7 0,-7 0 5 16,0 0 10-16,0-4 20 0,-7 1 25 0,1-2 40 0,0 2 50 0,-1-1 63 15,0 0 130-15</inkml:trace>
  <inkml:trace contextRef="#ctx0" brushRef="#br0" timeOffset="-179963.57">26227 16753 0 0,'-7'-4'7'0,"0"0"221"16,7 4 36-16,-6 4 22 0,6 0 16 0,0-1 26 0,-6 5 32 0,6 2 34 15,0 2 33-15,-6-1 24 0,6 3 21 0,-8 1-22 0,8 3-44 16,-6 4-42-16,0 1-43 0,6 2-39 0,-7 1-32 0,-6 3-22 0,6 0-13 16,1 4-25-16,-7-3-32 0,6 6-35 0,-5-7-33 0,-2 4-26 15,8 0-21-15,-7-3-19 0,7-1-20 0,-8-3-20 0,8-1-19 0,0-3-22 16,-2-4-21-16,8 1-27 0,-6-4-28 0,0-4-28 0,-1 3-26 0,1-7-23 16,-1 4-20-16,0-3-12 0,1-1-9 0,0 0 3 0,-8-3 7 0,8 3 12 15,-7-3 15-15,0 3 23 0,0-3 30 0,0 0 41 0,6-1 49 16,-5 1 58-16,-2 0 63 0,1 0 51 0,7-1 45 0,0-3 30 0,-1 3 20 15,0-3 11-15,1 4 4 0,6-4 3 0,0 0 3 0,0 0-1 16,6 0-2-16,-6 0-12 0,14 0-15 0,-2 0-27 0,1 0-31 0,1-4-28 16,5 4-23-16,0-3-14 0,8 3-10 0,-1-3-5 0,0 3-2 0,-1-4-3 15,9 0-2-15,-9 0-7 0,8 1-5 0,-7-1-7 0,6-3-7 16,-6 3-10-16,1 0-11 0,5 1-14 0,-6-5-13 0,-6 5-22 0,5-1-23 16,-5 0-40-16,0 1-47 0,-7-1-60 0,7 0-68 0,-8 1-59 15,-5-1-56-15,6 0-42 0,-6 1-33 0,-7-1-12 0,6 1-1 0,-6-5 8 16,0 5 10-16,0-1 19 0,0 0 22 0,0 1 39 0,-6-5 46 0,6 5 60 15,-7-1 97-15</inkml:trace>
  <inkml:trace contextRef="#ctx0" brushRef="#br0" timeOffset="-179780.35">26311 17192 20 0,'-6'0'298'0,"6"0"38"0,-7 4 24 0,7-4 21 16,0 3 21-16,0 2 21 0,0-2 23 0,7 1 18 0,-7 3 18 15,6-3 12-15,1 3 7 0,0 0-57 0,-1 1-91 0,6-1-73 0,2 4-64 16,-8-4-38-16,7 4-23 0,1-3-27 0,-8 2-28 0,6 1-46 15,2-3-54-15,-1-1-82 0,-6 0-93 0,6 1-102 0,-7-1-103 0,0-3-59 16,8 0-38-16,-8-1-19 0,0-3-11 0,1 0-3 0,0 0-2 0,-1 0 3 16,1 0 9-16,-1-3 22 0,1 3 32 0,-1-4 62 0,1 4 78 15</inkml:trace>
  <inkml:trace contextRef="#ctx0" brushRef="#br0" timeOffset="-179246.94">27152 16368 196 0,'0'-3'362'0,"6"3"42"0,-6-4 23 0,0 4 15 0,6 0 10 0,-6 4 17 16,7-4 19-16,-7 0 18 0,6 0 19 0,8 0 5 0,-2 0-3 0,2 0-57 15,-2 0-86-15,8 0-72 0,7 0-66 0,-9 0-33 0,9-4-14 16,-1 4-10-16,6 0-6 0,1-4-13 0,-1 4-14 0,1 0-17 0,-1 0-16 16,1-3-44-16,7 3-79 0,-8 0 0 0,1 3 0 0,-1-3 0 15,1 0 0-15,-1 4 0 0,1 0 0 0,-7-4 0 0,0 3 0 0,7 1 0 16,-14 0 0-16,7 3 0 0,-6-4 0 0,-8 5 0 0,8-1 0 0,-7 0 0 16,-7-3 0-16,8 3 0 0,-8 1 0 0,-6-1 0 0,0 4 0 15,0-4 0-15,-6 5 0 0,-1-2 0 0,0 2 0 0,-6 2 0 16,1 1 0-16,-8-1 0 0,0 5 0 0,-5-1 0 0,-1 4 0 0,-1-4 0 15,-5 8 0-15,-1-4 0 0,-6 4 0 0,0 3 0 0,0 0 0 0,-7 1 0 16,1-1 0-16,6 0 0 0,-7 4 0 0,1-3 0 0,-1-1 0 16,1 0 0-16,5 0 0 0,1-7 0 0,0 4 0 0,7-8 0 0,5-3 0 15,1-4-299-15,0-4-83 0,7 1-65 0,5-8-62 0,2-4-46 0,6-3-43 16,-8-4-14-16,8-1 2 0,6-6 11 0,0 0 21 0,0-4 23 16,6 0 27-16,0-4 34 0,2 1 37 0,4-4 61 0,-6 3 73 0</inkml:trace>
  <inkml:trace contextRef="#ctx0" brushRef="#br0" timeOffset="-179063.22">27223 16658 150 0,'6'-4'247'0,"1"4"50"0,6 0 55 0,-6 4 47 0,-1 3 42 0,8 0 32 16,-8 8 24-16,0-4 22 0,7 7 18 0,-6-3-17 0,6 7-32 0,-7-1-32 16,1 2-28-16,6 2-35 0,-13 1-38 0,6 0-45 0,-6-1-46 15,0 5-42-15,0-1-38 0,0 0-26 0,-6 4-22 0,6-4-19 0,0 1-17 16,-6 3-13-16,-1-4-26 0,0 0-61 0,7 0 0 0,-6 1 0 0,-1-4 0 16,7-1 0-16,-6-3 0 0,-1-4 0 0,7 1-13 0,0-4-139 15,-7-4-57-15,7 0-76 0,0-8-86 0,0-3-81 0,0 0-82 0,7 0-46 16,-7-7-29-16,7-4-9 0,-1 0 2 0,1-8 14 0,6 1 21 15,0-4 26-15,-1-3 31 0,2-5 46 0,5 1 54 0,-5 0 74 0,4-1 112 16</inkml:trace>
  <inkml:trace contextRef="#ctx0" brushRef="#br0" timeOffset="-178914.1">27647 16877 0 0,'12'-3'168'0,"-5"-1"140"0,6 0 50 0,-6 4 42 16,-1 0 37-16,0 4 29 0,8 3 29 0,-8-3 21 0,0 4 19 16,8-2 17-16,-8 5 13 0,1-3-36 0,5 3-60 0,-5 0-58 0,6 4-58 15,1-4-50-15,-8 3-49 0,7-3-39 0,-7 4-36 0,7-1-30 0,-6 1-28 16,-1 0-35-16,8 0-37 0,-8-4-41 0,0 3-43 0,1-6-53 15,0 2-59-15,-1-2-80 0,-6-5-90 0,6 1-89 0,1 0-89 0,-7-4-52 16,6-4-35-16,1 0-16 0,0-3-8 0,-1-4 8 0,-6 4 16 0,6-4 24 16,8-4 28-16,-8 0 40 0,0 1 49 0,7-1 70 0,-6-3 84 15</inkml:trace>
  <inkml:trace contextRef="#ctx0" brushRef="#br0" timeOffset="-178664.37">28375 16281 39 0,'0'-5'330'0,"8"-2"46"0,-16 7 31 0,8 0 21 16,0 0 17-16,-6 4 18 0,0 4 17 0,0-5 15 0,-1 4 11 0,0 4 12 16,1-4 9-16,-7 4-57 0,6 0-89 0,-6 4-79 0,7 0-74 0,-8 0-40 15,8-1-24-15,-7 1-18 0,7-1-13 0,-1 1-15 0,0 0-17 16,1-5-13-16,6 5-12 0,0-3-10 0,0-2-10 0,6 1-8 16,1-3-8-16,6-1-8 0,-6 0-6 0,5-3-9 0,8 3-8 0,-7-3-12 15,7 0-14-15,0-4-17 0,-2 0-19 0,2 0-20 0,-7 0-23 16,7-4-31-16,0 0-35 0,-8 1-49 0,8-1-58 0,-7-3-63 0,0 3-69 15,0-3-57-15,0-1-51 0,-6 1-24 0,-1-4-9 0,7 3 5 16,-6-3 13-16,0 0 18 0,-1 1 20 0,0-1 30 0,0 0 34 0,-6-4 51 16,8 4 56-16,-2-4 65 0,0 5 234 0</inkml:trace>
  <inkml:trace contextRef="#ctx0" brushRef="#br0" timeOffset="-178513.62">28663 16276 0 0,'0'-3'112'0,"0"3"160"16,0 3 35-16,0 2 38 0,0-2 39 0,6 4 32 0,-6-3 28 0,0 3 17 15,0 4 14-15,0-4 10 0,6 1 5 0,-6 3-39 0,0 0-62 0,0-4-59 16,0 4-57-16,0 0-44 0,0 0-37 0,0 0-45 0,-6 0-49 15,6 0-49-15,0 0-47 0,0 0-52 0,-6-4-53 0,6 0-62 16,-8 1-69-16,8-1-63 0,-6 0-59 0,0 1-51 0,0-4-47 0,6-1-23 16,-7 1-10-16,0 0 1 0,1-4 6 0,-1 3 16 0,1-3 20 0,0 4 32 15,-2-4 39-15,2 0 54 0,0 0 62 0</inkml:trace>
  <inkml:trace contextRef="#ctx0" brushRef="#br0" timeOffset="-177897.58">28343 16577 174 0,'-13'11'253'0,"7"0"34"16,-1 0 32-16,0 0 37 0,1 4 40 0,6-1 30 0,-6 1 27 0,6 0 19 15,-6 3 14-15,6 0-18 0,-8 4-36 0,8-4-40 0,0 5-40 16,-6 2-35-16,0-3-33 0,6 4-27 0,-7 3-26 0,1-4-32 16,-1 1-33-16,0 4-26 0,1-5-23 0,0 4-17 0,0-3-12 0,-2 0-11 15,8 0-9-15,-6-5-8 0,0-2-9 0,6-1-9 0,0 0-12 0,0-7-12 16,0 0-16-16,0-7-12 0,6-1-13 0,0 2-12 0,-6-10-12 16,8 2-11-16,4-5-11 0,-6-2-11 0,8-5-10 0,-1 0-11 0,-1-3-9 15,2-4-8-15,-2-3-4 0,2-1-1 0,-1 0 3 0,0-3 6 0,0 3 7 16,-1-3 5-16,2 3 7 0,-1 0 9 0,0 1 10 0,-6-1 10 15,5 4 11-15,-6 0 11 0,8 1 10 0,-8-2 12 0,1 5 9 0,6 3 10 16,-6-3 6-16,5 7 5 0,-5-3 7 0,6 3 6 0,-7 0 6 16,8 3 4-16,-1-3 1 0,-7 8 4 0,8-5 4 0,-2 4 3 0,-6 4 4 15,8-3 1-15,-1 3 3 0,-7 3 1 0,8 1 1 0,-2 0 1 16,-6 0-3-16,2 3-2 0,4 0-2 0,-5 4-1 0,0 0 1 0,-7 0 2 16,6 4-1-16,1-1 0 0,-7 5-1 0,0-5-1 0,6 5 0 0,-6-1-1 15,0 4-3-15,0-4 0 0,0 1-4 0,-6 3 0 0,6-1-2 16,0-2-1-16,-7 3 0 0,7-4-4 0,-6 4-2 0,-1-3-2 0,0 2-2 15,7-2-4-15,-6-5-1 0,0 5-3 0,-2-4-1 0,2-1-2 16,6 1-2-16,-6-4-4 0,0 0-8 0,-1-4-11 0,7 0-13 0,-7-3-14 16,1 0-14-16,-1-4-16 0,7 0-15 0,-6-4-16 0,0 0-19 15,6-3-22-15,-8 0-24 0,2-4-23 0,0 0-22 0,0-4-13 0,-1 4-6 0,0-3 2 16,-6-1 8-16,7 0 13 0,-8 0 12 0,2 1 19 0,-2-1 19 16,8 1 26-16,-7-1 32 0,0 0 45 0,0 1 54 0,-1 3 45 0,2-4 43 15,-1 4 30-15,0 0 22 0,6 4 15 0,-5-4 8 0,4 0 4 16,2 3 2-16,0 1-2 0,6 0-4 0,-6 3-10 0,6-3-13 0,0 3-24 15,0 0-27-15,6 1-24 0,0-1-20 0,0 0-15 0,2 4-10 0,-2-3-9 16,7 3-6-16,-7-4-8 0,8 4-8 0,-2 4-12 0,2-4-16 16,-2 3-26-16,2-3-32 0,-8 4-32 0,7 3-36 0,0-3-37 0,-6 3-38 15,5-3-27-15,-5 3-22 0,-7 1-12 0,7-1-9 0,-1 4 0 16,-6-4 3-16,0 4 12 0,0 1 15 0,0-6 31 0,0 5 42 0,-6 1 51 16,6-1 57-16,-7 0 67 0,0 0 73 0,7-4 67 0,-6 4 65 0,0-4 50 15,-1 4 42-15,0 0 28 0,1-4 23 0,0 1 15 0,-1-1 10 16,1-3 2-16,6 3-4 0,-7-3-18 0,0-1-22 0,7 1-29 0,0 0-32 15,0-4-40-15,0 0-45 0,0 0-35 0,7 0-34 0,0 0-30 16,-1-4-30-16,7 0-39 0,-7-3-44 0,8 0-66 0,5-4-78 0,-6 3-85 16,7-6-85-16,-1 3-59 0,1-4-44 0,-1 1-23 0,1-5-12 15,6 5-4-15,-6-5-4 0,5 4 5 0,1-3 9 0,1 4 24 0,-1-1 33 16,0 0 59-16,0 1 73 0</inkml:trace>
  <inkml:trace contextRef="#ctx0" brushRef="#br0" timeOffset="-177380.39">29223 16584 0 0,'0'-4'239'15,"0"1"157"-15,0 3 53 0,-7-4 35 0,7 4 27 0,-7 0 23 16,7 0 23-16,0 0 20 0,-6 0 22 0,-1 0 16 0,1 0 15 0,0 0-33 16,-1 4-54-16,0-4-92 0,-5 0-112 0,5 0-72 0,-6 0-53 0,0 0-34 15,0 0-171-15,0 0-9 0,-1 0 0 0,2-4 0 0,-1 4 0 16,-7-4 0-16,8 4 0 0,-8-3 0 0,6-1 0 0,-5 1 0 16,-1-1-36-16,1-3-186 0,-1 3-46 0,1-3-51 0,6 3-54 0,-7-7-42 15,1 7-37-15,6-3-12 0,0 0-3 0,-1-1 13 0,2 1 18 0,5-1 26 16,-6 5 28-16,7-1 35 0,6 0 36 0,-7 4 53 0,7 0 60 0,0 0 72 15,0 4 78-15,0 0 71 0,0 4 64 0,7-1 46 0,-7 0 37 16,6 4 31-16,0 0 25 0,1 0 19 0,0 0 15 0,-1 4 6 16,0 3 2-16,2-4-9 0,-2 5-12 0,0-1-21 0,1-3-22 0,6 7-23 15,-7-4-26-15,1 0-23 0,5 1-24 0,-4-1-23 0,4 0-22 0,2 0-18 16,-8-2-15-16,7-2-11 0,0 1-11 0,0-1-7 0,0-3-7 0,0 0-13 16,0-3-18-16,0 3-21 0,0-8-21 0,1 4-22 0,-2-2-19 15,-5-2-16-15,6 0-16 0,0-3-9 0,-1 4-8 0,-4-4-2 16,-2 0-1-16,7 0 5 0,-7 0 5 0,1 0 14 0,-7 0 14 0,6 0 22 15,1 0 24-15,-7 0 30 0,0-4 30 0,0 4 29 0,0 0 26 0,0 0 21 16,0 0 18-16,-7 0 18 0,7 0 18 0,-6 0 15 0,-1 0 15 16,-6 0 9-16,7 0 7 0,-8 0 4 0,2 4 4 0,-1 0-3 0,0-4-4 15,0 8-5-15,-1-5-3 0,-5 1-4 0,-1 3-5 0,8 0-7 0,-8 1-9 16,0-1-7-16,7 4-8 0,-6 0 2 0,0 0 6 0,5 0 5 16,1 0 4-16,-6 3 2 0,12-3-2 0,-5 4-6 0,4 0-7 0,8-4-6 15,-6 4-7-15,6-1-4 0,6-3-7 0,-6 4-6 0,8-4-10 0,4 3-10 16,-5-3-13-16,6 0-11 0,0 0-12 0,7 0-6 0,-8-4-7 15,8 1-5-15,-1 0-7 0,7-5-7 0,-6 4-10 0,-1-3-13 0,7-4-15 16,-6 4-15-16,6-4-14 0,-7 0-19 0,8 0-18 0,-8 0-27 0,1 0-30 16,-7 0-39-16,7-4-46 0,-8 0-54 0,1 1-60 0,1-1-56 15,-2-3-55-15,2 3-21 0,-8-4-2 0,7 1 6 0,-6-4 10 0,6 4 15 16,-1-4 19-16,-4 0 25 0,4 0 30 0,-6 0 39 0,8 0 46 0,-1 0 57 16,-7 0 235-16</inkml:trace>
  <inkml:trace contextRef="#ctx0" brushRef="#br0" timeOffset="-177030.63">29744 16225 0 0,'6'-11'74'0,"7"0"172"16,-6 4 40-16,-1 3 42 0,1 1 42 0,5 3 37 0,-5 0 34 16,0 0 25-16,5 0 22 0,-4 3 15 0,4 5 13 0,-5-1-32 0,6 0-55 15,-7 1-48-15,1 3-41 0,5-4-41 0,-4 4-37 0,-2 0-42 16,7 0-41-16,-6-3-45 0,-1 2-43 0,0 1-41 0,1-4-40 0,-1 1-49 15,-6-1-50-15,7 0-74 0,-7-3-85 0,7 0-82 0,-7 0-79 0,0-4-54 16,-7 3-44-16,7-3-21 0,-7 0-10 0,1 0 1 0,-1-3 8 16,1 3 14-16,-7-4 19 0,6 4 31 0,-5 0 38 0,-2-4 63 0,1 4 78 15</inkml:trace>
  <inkml:trace contextRef="#ctx0" brushRef="#br0" timeOffset="-176663.43">29509 16376 0 0,'-13'3'108'0,"7"4"165"0,6 1 40 0,-7 3 36 0,7-4 34 0,0 4 31 15,0 0 29-15,0 4 27 0,0-5 23 0,7 5 18 0,-7 0 17 0,6 3-27 16,-6-3-51-16,0 7-48 0,7-4-48 0,-7 0-38 0,0 4-36 0,0 0-32 16,-7 4-33-16,7-4-29 0,-6 4-30 0,-1-4-24 0,0 3-25 15,1-2-23-15,0-1-23 0,-2-1-28 0,2-2-31 0,0-1-29 16,0-3-30-16,-1-4-33 0,7-1-31 0,-7-2-45 0,7-1-47 0,0-7-56 16,0 0-58-16,7 0-47 0,0-7-40 0,-7 4-21 0,12-9-13 0,-6 1 1 15,8-3 10-15,-1-1 13 0,0-3 19 0,6-1 24 0,-5 1 27 16,5-4 46-16,1 4 55 0,-8-1 68 0,8 1 73 0,0 0 67 0,-1 3 65 15,1 1 55-15,0-1 50 0,-8 4 41 0,8 0 38 0,-1 4 35 16,1-5 35-16,0 5 25 0,-1 0 20 0,1 3 10 0,0-3 1 0,-1-1-2 16,0 5-8-16,8-1-14 0,-8 1-18 0,7-1-21 0,-6 0-23 15,6 1-23-15,-1 3-23 0,1-4-28 0,-6 4-30 0,6 0-22 0,1 4-19 16,-2-4-13-16,1 3-9 0,-6 1-10 0,6 3-8 0,0-3-6 0,-7 3-6 16,1 4-7-16,0-4-10 0,-1 4-6 0,-5 1-8 0,4-2-3 15,-4 2-5-15,-8-1-3 0,7 3-3 0,-6 1-4 0,0-4-6 0,-7 3-6 16,0 1-8-16,0 3-9 0,0-3-11 0,-7 0-14 0,0 0-18 0,1 3-27 15,-1-4-30-15,-6-3-47 0,0 4-57 0,1 0-57 0,-2-4-59 16,1 0-50-16,-7-1-43 0,8 1-29 0,-8-3-18 0,0 0-6 16,7-1 4-16,-6 0 11 0,6-3 15 0,-7-1 27 0,1 1 32 0,-1 0 46 15,0-4 56-15,8 0 58 0,-8 0 171 0</inkml:trace>
  <inkml:trace contextRef="#ctx0" brushRef="#br0" timeOffset="-176464.04">29783 16899 0 0,'-27'0'28'15,"8"-4"199"-15,0 4 37 0,6-3 36 0,-1 3 36 0,2 0 37 0,-2-3 38 16,8 3 28-16,0 3 24 0,-1-3 19 0,0 0 17 0,7 0-24 15,7 0-44-15,-7 3-35 0,7-3-32 0,-1 4-28 0,6-4-30 0,-4 4-31 16,4-4-30-16,2 3-34 0,5-3-36 0,1 5-26 0,-1-2-23 0,1-3-19 16,6 0-16-16,-6 4-15 0,5-4-13 0,1 0-16 0,-6 0-17 15,6 0-21-15,-7 0-24 0,7 0-23 0,-6 0-23 0,-1-4-29 0,1 4-33 16,0-3-49-16,-7-2-59 0,0 2-74 0,-7-1-79 0,7 4-71 0,-7-4-66 16,2 1-30-16,-8 0-14 0,6-5 4 0,-6 4 10 0,0 4 15 15,0-3 17-15,0-1 26 0,0 0 30 0,-6 1 49 0,6 3 57 0,0-4 71 16,-8 0 243-16</inkml:trace>
  <inkml:trace contextRef="#ctx0" brushRef="#br0" timeOffset="-176181.08">30036 16811 0 0,'-6'0'84'0,"0"0"185"0,6 0 44 0,-7 4 44 0,0 0 43 0,1 3 33 15,0 0 30-15,-1 1 22 0,1-1 19 0,-1 0 14 0,0 4 10 0,-5 4-31 16,-2-4-52-16,1 8-52 0,1-5-49 0,-2 4-44 0,-6 1-41 0,1 3-41 16,0-1-42-16,-8 1-31 0,8 0-31 0,-7 4-21 0,0-4-19 15,0 0-17-15,7 0-14 0,-7 0-19 0,6-4-22 0,-6 0-25 16,7 1-26-16,-1-8-25 0,6 4-23 0,2-8-19 0,-1 0-19 0,-1 1-17 15,2-5-16-15,6-3-13 0,6 4-12 0,-8-8-3 0,8 4 0 0,0-7 8 16,0 3 14-16,8-3 16 0,-2 0 17 0,0-1 19 0,0 1 19 0,8 0 20 16,-1 0 20-16,-1 3 23 0,2 0 25 0,6-4 25 0,-8 8 24 15,8 0 16-15,-7 0 13 0,7 5 8 0,-1-2 6 0,1 5 4 0,-1-1 3 16,0 4 1-16,1 0 1 0,6 0-3 0,-7 0-2 0,8 3-8 16,-1 1-7-16,-6 3-13 0,6-3-13 0,-7-1-11 0,7 1-10 0,-6 4-15 15,5-5-14-15,-5 1-22 0,0-4-22 0,-7 3-29 0,6-3-32 0,-6 0-43 16,7 0-50-16,-7-3-44 0,-7-1-41 0,7 1-35 0,-6-5-30 15,-1 0-32-15,1-3-33 0,0 0-9 0,-7 0 1 0,6-3 12 16,-6 0 18-16,0-1 27 0,0-4 31 0,0-3 43 0,0 4 48 0,0-8 44 16,0 4 112-16</inkml:trace>
  <inkml:trace contextRef="#ctx0" brushRef="#br0" timeOffset="-175981.02">30121 16756 219 0,'-6'-3'257'0,"6"-5"33"15,0 5 32-15,6 3 43 0,-6 0 47 0,7 0 33 0,-1 0 27 0,-6 3 17 16,7-3 14-16,-1 4-28 0,1 0-48 0,-1-1-46 0,1 5-42 16,0-4-41-16,-1 2-37 0,7-1-35 0,-6 2-35 0,-1 0-55 15,0 0-67-15,1 1-73 0,-1-1-79 0,1 0-94 0,0 1-103 0,-1-1-86 16,0 0-77-16,2 1-37 0,-2-1-20 0,0 0-8 0,0 1-6 0,1-5 1 16,0 4 0-16,-1 1 13 0,7-5 19 0,-7 5 40 0,8-5 52 15,-2 5 76-15,-5-4 241 0</inkml:trace>
  <inkml:trace contextRef="#ctx0" brushRef="#br0" timeOffset="-175580.62">31007 15954 224 0,'0'-11'287'0,"7"4"41"16,-7 3 34-16,0 1 33 0,6 3 33 0,-6 0 26 0,6 0 20 16,-6 3 17-16,7 1 14 0,-7 3-20 0,7-3-39 0,-1 7-48 0,0-4-52 15,2 4-49-15,-2 0-50 0,0 0-40 0,1 0-34 0,-1 0-35 0,1 0-33 16,-1 0-35-16,1 0-30 0,-7-1-35 0,6-1-35 0,0 1-43 16,-6-2-48-16,0-1-61 0,8-3-68 0,-8 3-66 0,-8-3-66 0,8-1-53 15,0 1-50-15,-6 0-24 0,0-1-11 0,6 1 2 0,-7-4 7 16,1 4 17-16,-1-1 18 0,-6 1 34 0,7 0 39 0,0-4 57 0,-8 3 65 15</inkml:trace>
  <inkml:trace contextRef="#ctx0" brushRef="#br0" timeOffset="-175397.28">30786 16265 113 0,'-14'4'230'0,"8"3"25"0,-7-7 19 0,6 5 24 0,7-2 28 16,0-3 37-16,0 0 44 0,0 0 29 0,0 0 25 0,7-3-11 0,0 3-26 16,5-5-27-16,-5 2-27 0,6-1-27 0,0 4-27 0,0-4-15 0,6 1-10 15,-5-1-17-15,5 1-22 0,1-1-34 0,0 0-41 0,-1 1-28 16,7 3-23-16,-6-4-19 0,-1 0-14 0,7 4-14 0,-6-3-14 0,0 3-12 15,5-4-13-15,-5 4-16 0,0 0-17 0,-1 0-21 0,-6 4-22 0,6-4-24 16,-5 0-28-16,-2 0-37 0,2 3-44 0,-2-3-58 0,-5 0-67 16,-1 4-63-16,1-4-65 0,-7 0-57 0,0 0-52 0,0 0-22 0,0 0-6 15,0 0 7-15,0 0 13 0,0 0 20 0,-7 4 24 0,1-4 35 0,-1 3 43 16,1 1 58-16,0-4 66 0</inkml:trace>
  <inkml:trace contextRef="#ctx0" brushRef="#br0" timeOffset="-175213.54">30955 16291 110 0,'-20'4'228'0,"1"-1"32"0,5 1 30 0,2 0 33 0,-1-4 33 0,6 3 35 15,-6 1 34-15,7 0 26 0,6-1 21 0,-6 1-11 0,-2 3-25 16,8 1-29-16,-6 3-28 0,6 0-28 0,0 4-28 0,0-1-22 16,-6 8-20-16,6-3-26 0,0 2-29 0,-7 5-31 0,7 0-32 0,0-1-25 15,-7 1-20-15,7-1-17 0,0 1-18 0,0 0-21 0,-6 0-25 0,6-4-28 16,0-4-32-16,0 0-34 0,6 0-39 0,-6-7-47 0,7 0-53 0,-7 1-66 16,7-9-72-16,-1 0-59 0,0-3-52 0,2 0-49 0,-2-3-46 15,7-4-15-15,0-1 0 0,-7-3 12 0,7 0 17 0,1-3 23 0,-2-1 29 16,1-3 40-16,0 0 47 0,7-1 64 0,-7 1 69 0</inkml:trace>
  <inkml:trace contextRef="#ctx0" brushRef="#br0" timeOffset="-175063.02">31111 16467 0 0,'0'3'36'0,"0"1"143"0,0 0 22 15,0 4 23-15,0-1 24 0,0 0 22 0,0 4 24 0,-6 0 25 16,6 4 28-16,0-1 16 0,-7 1 10 0,7-1-11 0,-6 5-22 0,6-4-21 16,-7 3-22-16,1 0-22 0,-1 1-18 0,7-1-23 0,-6 0-22 0,0 0-27 15,-2 1-28-15,2-5-47 0,0 4-55 0,-1-6-69 0,7 2-74 0,-7-6-80 16,1 3-81-16,6-4-73 0,-6-3-68 0,6-1-34 0,0-3-18 15,0 0-10-15,-7 0-3 0,7-3 0 0,0-5 6 0,0 1 20 0,0 0 27 16,0-4 42-16,0 0 47 0</inkml:trace>
  <inkml:trace contextRef="#ctx0" brushRef="#br0" timeOffset="-174880.83">30772 16636 214 0,'-12'0'249'0,"-8"3"26"0,7 1 21 0,0 0 24 0,0 3 26 15,-1-3 27-15,8 7 32 0,-6-4 20 0,5 0 16 0,0 4-26 0,1 0-48 16,-1-4-44-16,7 4-43 0,-6 0-36 0,6 0-33 0,-6 4-26 0,6-7-24 15,0 3-35-15,0 0-37 0,0-4-57 0,0 0-65 0,6 0-64 16,-6-3-64-16,6 0-56 0,1-1-52 0,6-3-41 0,0 0-38 0,-7-3-34 16,14-1-36-16,-7 0-16 0,7-3-12 0,6 3 5 0,-7-6 11 15,7 2 25-15,0-3 34 0,0 4 43 0,0-4 48 0,1 0 48 0,-2 3 57 16</inkml:trace>
  <inkml:trace contextRef="#ctx0" brushRef="#br0" timeOffset="-174780.86">31235 16723 0 0,'13'8'35'0,"-6"-1"89"0,-1 0 5 0,0 1 9 0,-6-1 7 0,7 1 11 15,0-2 9-15,-1-1 8 0,-6 2 8 0,6-3-20 0,1 3-29 0,-7-4-27 16,7 1-27-16,-7 0-24 0,0-4-28 0,0 3-32 0,0-3-34 16,0 0-37-16,0 0-39 0,0 0-24 0,0 0-18 0,0 0-12 0,-7 0-8 15,0-3-4-15,7-1 0 0,-6 4 1 0,0-4 5 0,-1 1 15 0,0-1 126 16</inkml:trace>
  <inkml:trace contextRef="#ctx0" brushRef="#br0" timeOffset="-174513.73">30910 16855 0 0,'-8'8'126'0,"2"-1"53"0,0 0 11 0,-1 0 15 0,7 1 18 0,0-1 23 16,0 0 27-16,0 1 28 0,0-4 27 0,7 3 7 0,-1-3-5 16,0 3-21-16,2-3-29 0,-2-1-21 0,7 1-18 0,-7 0-11 0,7-1-6 15,0-3-11-15,1 4-14 0,-8-4-19 0,7 0-26 0,0 4-27 16,6-4-27-16,-5 0-24 0,-8 3-21 0,8-3-13 0,-2 0-8 0,1 0-7 16,-6 4-6-16,6-4-6 0,-7 0-5 0,0 4-6 0,2-4-9 0,-8 0-3 15,6 3-3-15,-6-3-3 0,0 4-3 0,0-4-2 0,0 0-1 0,0 4-2 16,-6-1-2-16,6-3-1 0,-8 4 1 0,2-4-7 0,6 3-9 0,-6-3-14 15,-1 4-17-15,1-4-19 0,-1 0-20 0,1 0-20 0,-1 0-21 16,-5 0-21-16,4 0-23 0,2 0-27 0,0-4-27 0,-8 4-25 0,8-3-23 16,0 3-20-16,-1-4-16 0,1 4-4 0,-8-3 4 0,8 3 13 0,0-4 17 15,-1 0 21-15,0 4 23 0,7-3 22 0,-6 3 25 0,-1-4 26 16,1 4 44-16</inkml:trace>
  <inkml:trace contextRef="#ctx0" brushRef="#br0" timeOffset="-174114.3">30714 17068 73 0,'0'0'115'0,"0"0"11"15,0-4 10-15,0 4 16 0,0 0 20 0,0 0 20 0,0 0 23 0,0 0 23 16,0 0 24-16,7 0 31 0,-7 0 36 0,6-3 22 0,1 3 18 0,-7 0 10 16,6-4 8-16,0 4 7 0,1 0 5 0,0 0-1 0,5 0-5 0,-5-4-15 15,0 4-21-15,6 0-27 0,-1 0-33 0,-5-4-39 0,6 4-43 16,1 0-32-16,5-3-26 0,-6 3-20 0,6 0-19 0,-5-4-17 0,5 4-15 15,0 0-14-15,1-4-15 0,-1 4-14 0,1 0-14 0,-1 0-29 0,1-3 0 16,6 3 0-16,-6 0 0 0,-1 0 0 0,1 0 0 0,-1 3 0 0,-6-3 0 16,7 4 0-16,-7-4 0 0,0 4 0 0,0-1 0 0,0 1 0 15,-7 0 0-15,1 0 0 0,0-1 0 0,-1 5 0 0,0-5 0 0,-6 1 0 16,7 3 0-16,-7-3 0 0,0 3 0 0,-7 0 0 0,7 1 0 0,-6-1 0 16,0 0 0-16,-1 1 0 0,0 3 0 0,1 0 0 0,-7 0 0 0,0 0 0 15,0-1 0-15,0 1 0 0,0 1 0 0,0 2 0 0,0-3 0 16,0 4 0-16,-7 0 0 0,7-4 0 0,-6 3 0 0,0 1 0 0,5-4 0 15,-6 3 0-15,1 1 0 0,-1 0 0 0,1 0 0 0,-1-1 0 0,1 1 0 16,0-1 0-16,-1 1 0 0,0-4 0 0,1 4 0 0,-1-4 0 16,0 0 0-16,1-4 0 0,6 4 0 0,-6-3 0 0,5-1 0 0,-5-3 0 15,6-1 0-15,0-3 0 0,-1 4 0 0,2-8-202 0,-1 1-157 0,6-1-68 16,-6-3-70-16,7-1-49 0,0-3-38 0,-2 0-19 0,8 0-9 0,-6 0 9 16,6-4 16-16,0 1 22 0,0-5 25 0,0 5 35 0,0-1 41 15,0-3 58-15,0-1 68 0,0 5 71 0,0-1 181 0</inkml:trace>
  <inkml:trace contextRef="#ctx0" brushRef="#br0" timeOffset="-173930.25">30610 17218 77 0,'0'-3'266'0,"-6"-1"58"0,6 0 58 0,-8 4 40 0,8 0 36 16,0 0 27-16,0 4 23 0,0 0 21 0,0-4 18 0,0 3-2 0,0 4-16 16,8-3-28-16,-8 3-33 0,6 1-46 0,6-1-52 0,-4 4-48 15,4 0-46-15,1 0-32 0,7 0-26 0,0 3-19 0,-1 1-100 0,7 0-99 16,0-4 0-16,0 4 0 0,7-1 0 0,-7 1 0 0,6-4 0 0,1 3 0 16,6-3 0-16,-7 0 0 0,7 0 0 0,-5-3 0 0,4-5 0 15,-5 5 0-15,-1-1 0 0,1-3 0 0,-7 0 0 0,7-1 0 0,-7-3 0 16,0 3 0-16,-7-3-253 0,1 4-112 0,-1-4-80 0,1 0-75 0,-8 0-75 15,2 0-28-15,6-4-5 0,-8 4 9 0,-5-3 18 0,6-4 22 0,-6 3 24 16,-1-3 29-16,0-1 26 0,1 1 43 0,0-4 50 0,-1 4 71 16,0-4 154-16</inkml:trace>
  <inkml:trace contextRef="#ctx0" brushRef="#br0" timeOffset="-171396.13">24546 13987 124 0,'0'0'209'0,"0"0"33"0,0 0 35 0,0 0 44 0,0 0 48 0,0 0 40 15,0 0 34-15,0 3 26 0,0-3 20 0,0 0-19 0,-6 4-36 16,6-4-28-16,0 0-23 0,0 0-24 0,0 0-24 0,0 4-28 15,0-4-31-15,0 0-39 0,0 3-47 0,0 1-37 0,0-4-31 0,0 4-25 16,0-1-18-16,0-3-15 0,6 4-12 0,-6-4-7 0,0 7-8 16,0-3-5-16,0 0-2 0,7 3-4 0,-7 1-1 0,0 2-3 0,0 2 1 15,0 2 0-15,-7 1 0 0,7-1-1 0,0 5 2 0,-6-1 0 16,0 4 2-16,6 0-1 0,-8 0 1 0,2 3-1 0,0 1-1 0,-7 3-2 16,6 1 1-16,1-1-1 0,-7 4-3 0,7 0-1 0,-8 0-3 15,1 4-1-15,6-4-1 0,1 3-1 0,-7 1 0 0,7 0-1 16,-1-1-3-16,-6 1 0 0,7-4-1 0,6 0-2 0,-7-4-2 0,0 0-5 15,7-3-3-15,-6 1-10 0,6-7-11 0,0-1-15 0,0 0-19 0,6-5-20 16,-6-3-25-16,0 0-35 0,7-4-40 0,0-3-59 0,-7 0-67 16,6-4-67-16,0 0-69 0,1-8-55 0,0 5-47 0,-7-8-18 15,6-4-2-15,1 4 9 0,-1-7 13 0,0 0 21 0,1-5 22 0,0 1 35 16,-1 0 41-16,-6 0 58 0,6-3 66 0</inkml:trace>
  <inkml:trace contextRef="#ctx0" brushRef="#br0" timeOffset="-170763.63">24566 13954 0 0,'-7'-4'91'0,"7"1"70"0,0-1 21 0,0 4 27 16,-6 0 33-16,6 0 37 0,0 0 39 0,0 0 39 0,-7 0 38 0,1 0 3 16,6 4-15-16,-6-1-14 0,-2-3-12 0,2 8-13 0,0-5-13 15,-7 5-14-15,6-1-13 0,-6 0-24 0,1 4-28 0,-2 0-32 16,1 0-35-16,0 4-35 0,-6 0-37 0,5-1-22 0,-5 1-17 0,6 3-12 15,-7-3-9-15,7 3-6 0,-7 0-3 0,2 1-7 0,4-1-6 16,-5 1-7-16,5-1-4 0,-4-4-6 0,4 5-5 0,1-5-6 0,0 1-6 16,0-1-6-16,7-3-7 0,-8 4-9 0,8-3-8 0,-7-2-14 15,13-2-16-15,-7-1-25 0,1-3-27 0,6-1-34 0,0 1-35 0,0-4-36 16,0 0-39-16,6-4-30 0,-6 1-28 0,7-5-19 0,0 1-16 16,5-4-11-16,-5 0-8 0,6 0-2 0,0-4 1 0,0-3 11 15,0 3 19-15,1-3 24 0,4 0 26 0,-4-5 34 0,5 6 37 0,-5-2 33 16,4 1 31-16,2-1 31 0,-7 1 28 0,7 0 26 0,-7 3 23 15,0 4 21-15,0-4 25 0,0 5 21 0,0-2 22 0,0 5 19 0,-6 3 20 16,-1-3 16-16,0 3 14 0,8 1 12 0,-14 3 13 0,6-4 13 16,1 4 12-16,-1 0 10 0,-6 0 10 0,7 4 10 0,-7-4 10 0,6 0 10 15,1 3 10-15,-7-3 11 0,6 4 8 0,0-4 8 0,2 4 8 16,-2-1 3-16,-6-3 0 0,13 4-9 0,-7 0-11 0,1-1-11 16,6 1-12-16,0 4-11 0,-6-5-13 0,5 4-15 0,2 1-15 0,-2-1-19 15,1 1-16-15,7 2-15 0,-7-2-17 0,0 3-13 0,7 0-13 0,-7 0-7 16,-1 3-7-16,2-3-5 0,5 0-6 0,-12 4-6 0,6-4-5 15,-1 0-5-15,2 4-4 0,-8-4-3 0,1-1-4 0,0 5-4 16,-1-4-6-16,0 0-12 0,1 0-15 0,-7-4-35 0,0 4-43 0,6-3-76 16,-6-1-89-16,-6 0-81 0,6-2-76 0,0-2-37 0,-7 1-20 15,1-1-8-15,0-3-5 0,-1-3-1 0,0 3 3 0,1-4 7 16,0 1 14-16,-8-2 32 0,8 2 43 0,-7-1 74 0,6 0 225 0</inkml:trace>
  <inkml:trace contextRef="#ctx0" brushRef="#br0" timeOffset="-133797.25">3907 13609 0 0,'0'0'72'0,"0"0"56"16,0 0 8-16,0 0 11 0,0 0 14 0,0 0 16 0,0 0 20 16,0 0 20-16,0 0 19 0,0 0-1 0,0 0-13 0,0 0-5 0,0 0-2 15,0 0 4-15,0 0 5 0,0 0 6 0,0 0 7 0,0-3 3 16,0 3 1-16,0 0-9 0,0 0-14 0,0 0-14 0,0 0-17 0,0 0-16 15,0 0-17-15,0 0-12 0,7 0-9 0,-7 0-11 0,6-4-11 16,0 4-9-16,-6 0-10 0,8 0-12 0,-2 0-10 0,6 0-6 16,-4 0-3-16,-2 0-5 0,7 0-2 0,-7 0-3 0,8 0-2 0,-8 0-2 15,6 0-2-15,2 0 0 0,-8 0 0 0,8 0-2 0,-1 0-2 0,-7 0 0 16,7-4 0-16,0 4-1 0,0 0-1 0,0 0 2 0,0 0-1 16,0 0 0-16,0 0 0 0,1 0-2 0,-2 0-3 0,1 0-3 15,-6 0-2-15,6-3-2 0,-1 3-1 0,2 0 1 0,-1 0 1 0,0 0 0 16,0 3-2-16,0-3-1 0,0 0 0 0,0 0-3 0,0 0 0 0,0 0 0 15,0 4 0-15,0-4 1 0,1 0 2 0,-2 4 1 0,8-4-1 16,-7 3-2-16,-1-3-2 0,2 4-2 0,-1-4 1 0,6 0-1 16,-6 4 1-16,1-4 2 0,-2 0 4 0,2 0 1 0,-2 0 1 0,1 0 0 15,1 0-2-15,-2 0 0 0,8 0 1 0,-14 0 1 0,14 0 2 16,-7 0 0-16,1 0 1 0,-2 0-1 0,1-4-3 0,0 4 0 16,0 0-4-16,7 0-1 0,-8 0-1 0,2-4 0 0,-1 4-1 0,0 0-1 15,0 0-1-15,-1 0-1 0,2 0 1 0,-1-3-1 0,0 3 0 16,0 0 1-16,1 0-1 0,-2 0 0 0,1 0-2 0,0 0 1 0,-6 0-1 15,5 0-1-15,2 0 1 0,-8 0-1 0,8 0-1 0,-2 0-9 16,-5 0-5-16,6 0 0 0,0 0 0 0,-7 0 0 0,8 0 0 0,-8-4 0 16,7 4 0-16,-6 0 0 0,6 0 0 0,-7 0 0 0,0 0 0 15,8 0 0-15,-8 0 0 0,0 0 0 0,1 0 0 0,0 0 0 16,-1 0 0-16,1 0 0 0,-1 0 0 0,0 0 0 0,1 0 0 0,0 0 0 16,-1 0 0-16,0 0 0 0,-6 0 0 0,8-4 0 0,-8 4 0 15,6 0 0-15,-6 0 0 0,6 0 0 0,-6 0 0 0,0 0 0 0,0 0 0 16,7 0 0-16,-7 0 0 0,0 0 0 0,0 0 0 0,0 0 0 15,0 0 0-15,0-3 0 0,0 3 0 0,0 0 0 0,0 0 0 0,0 0 0 16,0 0 0-16,0-4 0 0,0 0 0 0,0 4 0 0,0-3 0 16,0 3 0-16,0-4 0 0,0 4 0 0,0-4 0 0,0 1 0 15,0-1 0-15,0 0 0 0,-7-3 0 0,7 0 0 0,0 0 0 0,0-1 0 16,0-3 0-16,0 0 0 0,-6 0 0 0,6 0 0 0,0 0 0 16,-6-4 0-16,6 1 0 0,0 3 0 0,0-4 0 0,0 1 0 0,-8-1 0 15,8 0 0-15,0 1 0 0,0-1 0 0,0 1 0 0,0-2 0 16,0 2 0-16,0-1 0 0,0-3 0 0,0 3 0 0,0 1 0 0,0-1 0 15,0-3 0-15,0 3 0 0,8 0 0 0,-8-3 0 0,0 0 0 16,0 3 0-16,6-3 0 0,-6 0 0 0,0-1 0 0,0 1 0 16,0-1 0-16,6-3 0 0,-6 4 0 0,0 0 0 0,0 0 0 0,0-1 0 15,7 1 0-15,-7-1 0 0,0 1 0 0,0 4 0 0,0-1 0 0,0 0 0 16,0 1 0-16,0-1 0 0,0 1 0 0,0 3 0 0,0 0 0 16,0 0 0-16,0-4 0 0,0 4 0 0,0 3 0 0,0-3 0 15,0-3 0-15,0 3 0 0,0 4 0 0,0-8 0 0,0 4 0 0,0 0 0 16,0 0 0-16,0 0 0 0,0-3 0 0,0 2 0 0,0 2 0 15,6-2 0-15,-6-2 0 0,0 3 0 0,0 0 0 0,7-4 0 16,-7 4 0-16,0 0 0 0,0 0 0 0,6 0 0 0,-6 0 0 0,0 0 0 16,7 4 0-16,-7-4 0 0,0 3 0 0,0 1 0 0,6 0 0 0,-6-1 0 15,0 5 0-15,0-5 0 0,0 1 0 0,6 0 0 0,-6 3 0 16,0-3 0-16,0 0 0 0,0-1 0 0,8 1 0 0,-8 0 0 16,0-2 0-16,0 3 0 0,6-1 0 0,-6 0 0 0,0-1 0 15,0 4 0-15,6-3 0 0,-6-1 0 0,0 1 0 0,0 4 0 0,0-5 0 16,0 5 0-16,0-5 0 0,0 5 0 0,0-1 0 0,0 0 0 15,0 1 0-15,0-1 0 0,0 0 0 0,0 1 0 0,0-5 0 0,0 5 0 16,0-1 0-16,0 0 0 0,0 1 0 0,0-1 0 0,0-3 0 0,-6 3 0 16,6 4 0-16,0-7 0 0,0 7 0 0,0-5 0 0,0 3 0 15,0-3 0-15,0 2 0 0,0 3 0 0,0-3 0 0,0-2 0 16,0 2 0-16,0 3 0 0,0-4 0 0,0 4 0 0,0-3 0 0,0 3 0 16,0 0 0-16,0-4 0 0,0 4 0 0,0-4 0 0,0 4 0 15,0 0 0-15,0 0 0 0,0 0 0 0,0 0 0 0,0-3 0 0,0 3 0 16,0 0 0-16,0 0 0 0,0 0 0 0,0 0 0 0,0 0 0 15,0-4 0-15,0 4 0 0,6 0 0 0,-6 0 0 0,0-4 0 0,0 4 0 16,0 0 0-16,0-3 0 0,7 3 0 0,-7 0 0 0,0-4 0 16,0 4 0-16,0 0 0 0,6-3 0 0,-6 3 0 0,0 0 0 15,0-4 0-15,7 4 0 0,-7 0 0 0,0-4 0 0,6 4 0 0,-6 0 0 16,0 0 0-16,7 0 0 0,-7-4 0 0,0 4 0 0,6 0 0 16,-6 0 0-16,7 0 0 0,-7 0 0 0,0-3 0 0,7 3 0 0,-7 0 0 15,6 0 0-15,-6 0 0 0,6 0 0 0,1 0 0 0,0 0 0 16,-1 0 0-16,-6 0 0 0,13 0 0 0,-7 0 0 0,1 0 0 0,0 0 0 15,-1 0 0-15,8 0 0 0,-8 0 0 0,0 0 0 0,7 0 0 16,-6 0 0-16,-1-4 0 0,1 4 0 0,5 0 0 0,-4 0 0 0,-2 0 0 16,0 0 0-16,1 0 0 0,6 0 0 0,-7 0 0 0,1 0 0 15,6 0 0-15,-6 4 0 0,5-4 0 0,-5 0 0 0,6 0 0 0,0 0 0 16,7 0 0-16,-8 0 0 0,2 3 0 0,5-3 0 0,-6 0 0 16,6 0 0-16,-5 0 0 0,5 0 0 0,-6 0 0 0,6 4 0 15,1-4 0-15,-6 0 0 0,5 0 0 0,-6 0 0 0,6 0 0 0,-5 0 0 16,5 0 0-16,1 0 0 0,-8 0 0 0,8 0 0 0,-7 0 0 15,0 0 0-15,6 4 0 0,-5-4 0 0,-2 0 0 0,8 0 0 0,-7 0 0 16,1 4 0-16,4-4 0 0,-4 0 0 0,-1 3 0 0,0-3 0 16,0 0 0-16,0 0 0 0,0 4 0 0,0-4 0 0,0 0 0 15,0 0 0-15,0 0 0 0,0 3 0 0,-7-3 0 0,8 0 0 0,-1 0 0 16,-7 0 0-16,7 0 0 0,-6 4 0 0,-1-4 0 0,0 0 0 16,2 0 0-16,4 0 0 0,-5 0 0 0,-1 4 0 0,1-4 0 0,0 0 0 15,-1 0 0-15,0 0 0 0,1 0 0 0,0 3 0 0,-1-3 0 16,-6 0 0-16,6 0 0 0,1 0 0 0,0 0 0 0,-1 0 0 15,1 0 0-15,-1 0 0 0,0 0 0 0,1 0 0 0,0 0 0 0,-1 0 0 16,0 4 0-16,2-4 0 0,4 0 0 0,-5 0 0 0,-1 0 0 16,1 0 0-16,-1 0 0 0,1 0 0 0,5 0 0 0,-4 0 0 0,-2 0 0 15,7 0 0-15,-7-4 0 0,7 4 0 0,-6 0 0 0,6 0 0 16,-6 0 0-16,-1 0 0 0,7 0 0 0,-6 0 0 0,-1 0 0 0,0 0 0 16,1 0 0-16,-1 0 0 0,1 0 0 0,0 0 0 0,-7 0 0 15,6 0 0-15,0 0 0 0,-6 0 0 0,7 0 0 0,-7 0 0 16,0 0 0-16,0 0 0 0,0 0 0 0,0 0 0 0,0 0 0 0,0 0 0 15,0 0 0-15,0 0 0 0,0 0 0 0,0 4 0 0,0 0 0 16,0-4 0-16,0 0 0 0,0 0 0 0,0 0 0 0,0 3 0 0,0-3 0 16,0 0 0-16,-7 4 0 0,7-4 0 0,0 3 0 0,0-3 0 15,0 5 0-15,0-2 0 0,-6 0 0 0,6 2 0 0,0-3 0 0,0 7 0 16,-6-6 0-16,6 4 0 0,0 4 0 0,-7-3 0 0,7 3 0 0,0-4 0 16,-7 4 0-16,7 0 0 0,-6 0 0 0,6 0 0 0,0 3 0 15,-7 2 0-15,7-6 0 0,-6 5 0 0,0 3 0 0,6-3 0 16,0 0 0-16,-7 3 0 0,7-4 0 0,-7 5 0 0,7-5 0 0,-6 5 0 15,6-4 0-15,0 3 0 0,-6-4 0 0,6 5 0 0,0-1 0 16,0-3 0-16,0 3 0 0,-7-4 0 0,7 5 0 0,0-4 0 16,0-1 0-16,0 1 0 0,0 0 0 0,0-1 0 0,-7 1 0 0,7-1 0 15,0 1 0-15,0-4 0 0,0 4 0 0,0-4 0 0,0 4 0 0,0-1 0 16,0-3 0-16,0 4 0 0,-6-4 0 0,6 3 0 0,0 1 0 0,0-4 0 16,0 3 0-16,0-2 0 0,0 3 0 0,0-1 0 0,0-3 0 15,-7 4 0-15,7-4 0 0,0 3 0 0,0-3 0 0,0 1 0 0,0-2 0 16,0 2 0-16,-6-2 0 0,6 1 0 0,0 0 0 0,0 0 0 15,0 0 0-15,0 0 0 0,-7 0 0 0,7 0 0 0,0 0 0 0,0-4 0 16,0 4 0-16,0 0 0 0,-6 0 0 0,6 1 0 0,0-1 0 0,0 0 0 16,0 0 0-16,0 0 0 0,-7-4 0 0,7 4 0 0,0-4 0 15,0 4 0-15,0-4 0 0,0 4 0 0,0-3 0 0,0-1 0 0,0 0 0 16,-6 0 0-16,6 1 0 0,0 0 0 0,0-1 0 0,0 0 0 0,0 1 0 16,0-5 0-16,0 4 0 0,0-3 0 0,0 0 0 0,0 3 0 15,0-3 0-15,0 3 0 0,0-3 0 0,0-1 0 0,0 1 0 0,0 0 0 16,0 3 0-16,0-3 0 0,0-1 0 0,0 1 0 0,0 0 0 15,-6 3 0-15,6-4 0 0,0 1 0 0,0 0 0 0,0-1 0 0,0 1 0 16,0 0 0-16,0-1 0 0,0 5 0 0,0-5 0 0,0 1 0 16,0 0 0-16,0 0 0 0,0-1 0 0,-8 1 0 0,8 0 0 0,0-1 0 15,0 1 0-15,0 0 0 0,0-4 0 0,0 3 0 0,0 1 0 0,0-4 0 16,0 0 0-16,0 0 0 0,0 0 0 0,0 4 0 0,0-4 0 0,0 0 0 16,0 3 0-16,0-3 0 0,0 4 0 0,0-4 0 0,0 4 0 15,0-4 0-15,0 0 0 0,-6 3 0 0,6-3 0 0,0 0 0 0,0 0 0 16,0 4 0-16,0-4 0 0,0 0 0 0,0 0 0 0,0 0 0 0,0 0 0 15,0 0 0-15,0 0 0 0,0 0 0 0,0 0 0 0,0 0 0 16,0 0 0-16,0 0 0 0,0 0 0 0,0 0 0 0,0 0 0 0,0 0 0 16,0 0 0-16,0 0 0 0,0 0 0 0,0 0 0 0,0 0 0 0,0 0 0 15,0 0 0-15,0 0 0 0,0 0 0 0,0 0 0 0,0 0 0 16,0 0 0-16,0 0 0 0,0 0 0 0,0 0 0 0,0 0 0 16,0 0 0-16,0 0 0 0,0 0 0 0,0 0 0 0,0 0 0 0,6 0 0 15,-6 0 0-15,8 0 0 0,-8 0 0 0,0 4 0 0,6-4 0 0,-6 0 0 16,6 0 0-16,1 0 0 0,-1 0 0 0,-6 3 0 0,7-3 0 0,-1 0 0 15,1 0 0-15,6 0 0 0,-6 0 0 0,-1-3 0 0,7 3 0 16,-6 0 0-16,5 0 0 0,1-4 0 0,-6 4 0 0,6 0 0 0,-7-4 0 16,8 4 0-16,-8 0 0 0,7-3 0 0,0 3 0 0,-6-4 0 15,5 4 0-15,-4 0 0 0,4-4 0 0,-6 4 0 0,8 0 0 0,-8-3 0 16,7 3 0-16,-7 0 0 0,8-4 0 0,-8 4 0 0,8 0 0 0,-8 0 0 16,0-4 0-16,7 4 0 0,-6 0 0 0,6 0 0 0,-7-3 0 15,8 3 0-15,-8 0 0 0,7 0 0 0,-6 0 0 0,6-4 0 0,-7 4 0 16,8 0 0-16,-8 0 0 0,6 0 0 0,2-4 0 0,-1 4 0 15,-7 0 0-15,8 0 0 0,-2 0 0 0,2 0 0 0,-2-3 0 0,1 3 0 16,-6 0 0-16,6 0 0 0,-1 0 0 0,2 0 0 0,-8 0 0 0,7 0 0 16,1 0 0-16,-8 0 0 0,7 0 0 0,-6 0 0 0,5 0 0 0,-5 0 0 15,6 0 0-15,-6 0 0 0,5 0 0 0,-5 0 0 0,6 0 0 16,-7 0 0-16,8 0 0 0,-8 0 0 0,1 0 0 0,6 0 0 0,-6 0 0 16,-1 0 0-16,6 0 0 0,-4 3 0 0,-2-3 0 0,7 0 0 15,-7 0 0-15,1 0 0 0,6 4 0 0,-7-4 0 0,1 0 0 0,6 0 0 16,-7 4 0-16,1-4 0 0,0 0 0 0,-1 0 0 0,7 0 0 0,-7 3 0 15,1-3 0-15,0 0 0 0,-7 0 0 0,6 4 0 0,0-4 0 16,1 0 0-16,0 0 0 0,-1 0 0 0,1 4 0 0,-7-4 0 0,6 0 0 16,1 0 0-16,-1 0 0 0,1 0 0 0,-7 0 0 0,6 3 0 15,0-3 0-15,2 0 0 0,-8 0 0 0,6 0 0 0,0 4 0 0,-6-4 0 16,7 0 0-16,-1 0 0 0,1 4 0 0,-1-4 0 0,-6 0 0 0,7 0 0 16,-1 0 0-16,0 0 0 0,2 3 0 0,-2-3 0 0,-6 0 0 0,6 0 0 15,1 0 0-15,0 0 0 0,-1 0 0 0,0 0 0 0,1 0 0 16,-7 0 0-16,6 0 0 0,1 4 0 0,0-4 0 0,-1 0 0 0,0 0 0 15,1 0 0-15,0 0 0 0,-1 0 0 0,-6 0 0 0,6 0 0 16,1 0 0-16,0 0 0 0,-1 0 0 0,1 0 0 0,-1 0 0 0,0 0 0 16,2 0 0-16,-8 0 0 0,6 0 0 0,0 4 0 0,0-4 0 0,-6 0 0 15,7 0 0-15,0 0 0 0,-1 0 0 0,-6 0 0 0,7 3 0 0,-1-3 0 16,0 0 0-16,-6 0 0 0,8 0 0 0,-8 0 0 0,6 0 0 16,0 0 0-16,-6 0 0 0,7 4 0 0,-7-4 0 0,7 0 0 0,-7 0 0 15,6 0 0-15,-6 0 0 0,6 3 0 0,-6-3 0 0,7 0 0 16,-1 0 0-16,-6 0 0 0,7 0 0 0,-7 4 0 0,7-4 0 0,-7 0 0 15,6 0 0-15,-6 0 0 0,6 0 0 0,-6 0 0 0,7 0 0 0,-7 0 0 16,7 0 0-16,-1 0 0 0,-6 0 0 0,6 0 0 0,-6 0 0 16,7 0 0-16,-7 0 0 0,7 0 0 0,-7 0 0 0,0 0 0 0,6 0 0 15,-6 0 0-15,0 0 0 0,0 0 0 0,7 4 0 0,-7-4 0 16,0 0 0-16,0 0 0 0,6 0 0 0,-6 0 0 0,0 0 0 0,0 0 0 16,0 0 0-16,0-4 0 0,0 4 0 0,0 0 0 0,0 0 0 0,0 0 0 15,0 0 0-15,0 0 0 0,0 0 0 0,0 0 0 0,0 0 0 0,0 0 0 16,0 0 0-16,6-4 0 0,-6 1 0 0,0 3 0 0,0-4 0 15,0-3 0-15,0 3 0 0,0-3 0 0,0 0 0 0,0-1 0 16,0 1 0-16,8 0 0 0,-8-4 0 0,0-1 0 0,0 1 0 0,0 0 0 16,0 0 0-16,6 1 0 0,-6-5 0 0,0 4 0 0,0-4 0 0,6 4 0 15,-6-3 0-15,0-1 0 0,0 1 0 0,0-2 0 0,6 6 0 0,-6-5 0 16,0 0 0-16,7 1 0 0,-7 3 0 0,0-4 0 0,0 1 0 16,7 3 0-16,-7-4 0 0,0 4 0 0,0 0 0 0,0-4 0 0,0 4 0 15,6 0 0-15,-6-3 0 0,0 3 0 0,0 0 0 0,0 0 0 16,0-4 0-16,0 4 0 0,7-4 0 0,-7 0 0 0,0 4 0 0,0-3 0 15,0-1 0-15,6 1 0 0,-6 3 0 0,0-4 0 0,6 0 0 0,-6 1 0 16,0-1 0-16,0 4 0 0,0-4 0 0,8 1 0 0,-8 3 0 16,0-4 0-16,0 4 0 0,6 0 0 0,-6-3 0 0,0 3 0 0,0 0 0 15,0 3 0-15,6-3 0 0,-6 0 0 0,0 4 0 0,0-4 0 16,0 3 0-16,6 1 0 0,-6 0 0 0,0-1 0 0,0-2 0 0,0 2 0 16,8 1 0-16,-8 0 0 0,0-1 0 0,0 1 0 0,0 0 0 0,6-1 0 15,-6 1 0-15,0 0 0 0,0-4 0 0,6 4 0 0,-6-5 0 16,0 5 0-16,0-4 0 0,0 4 0 0,0-1 0 0,7-2 0 0,-7 2 0 15,0 1 0-15,0-4 0 0,6 3 0 0,-6 1 0 0,0 0 0 0,0 0 0 16,0-1 0-16,7 5 0 0,-7-5 0 0,0 1 0 0,0 3 0 16,0-3 0-16,0 3 0 0,7-3 0 0,-7 3 0 0,0-3 0 0,0 3 0 15,0-3 0-15,0 3 0 0,0-3 0 0,0 3 0 0,0 0 0 0,0 1 0 16,6-5 0-16,-6 5 0 0,0-1 0 0,0 1 0 0,0-1 0 16,0 0 0-16,0 4 0 0,0-3 0 0,0-1 0 0,0 0 0 0,0 1 0 15,0-1 0-15,0 0 0 0,0 4 0 0,0-3 0 0,0-1 0 16,0 0 0-16,0 4 0 0,0-3 0 0,0 3 0 0,0 0 0 0,0-4 0 15,0 4 0-15,0 0 0 0,0-5 0 0,0 3 0 0,0 2 0 0,6 0 0 16,-6-4 0-16,0 0 0 0,0 4 0 0,0-3 0 0,0-1 0 0,0 4 0 16,0-3 0-16,0-2 0 0,0 5 0 0,0-3 0 0,0-1 0 15,6 0 0-15,-6 4 0 0,0-3 0 0,0 3 0 0,0-4 0 16,0 0 0-16,0 4 0 0,0-3 0 0,0 3 0 0,0 0 0 0,0 0 0 16,0 0 0-16,0-4 0 0,0 4 0 0,0 0 0 0,0 0 0 0,0 0 0 15,0 0 0-15,0 0 0 0,0 0 0 0,0 0 0 0,0 0 0 0,0 0 0 16,0 0 0-16,0 0 0 0,0 0 0 0,0 0 0 0,0 0 0 15,0 0 0-15,0 0 0 0,0 0 0 0,0 0 0 0,0 0 0 0,0 0 0 16,0 0 0-16,0 0 0 0,0 0 0 0,0 0 0 0,0 0 0 16,0 0 0-16,0 0 0 0,0 0 0 0,0 0 0 0,0 0 0 0,0 0 0 15,0 0 0-15,0 0 0 0,0 0 0 0,8 0 0 0,-8-3 0 0,0 3 0 16,0 0 0-16,6 0 0 0,-6-4 0 0,0 4 0 0,6 0 0 16,-6 0 0-16,0 0 0 0,7 0 0 0,-7 0 0 0,6 0 0 0,-6-4 0 15,7 4 0-15,-7 0 0 0,7 0 0 0,-7 4 0 0,6-4 0 16,-6 0 0-16,6 0 0 0,1 0 0 0,-7 0 0 0,7 4 0 0,-1-4 0 15,0 0 0-15,1 0 0 0,0 3 0 0,-1-3 0 0,1 0 0 16,-1 4 0-16,0-4 0 0,1 0 0 0,0 3 0 0,5-3 0 0,-4 0 0 0,-2 0 0 16,0 4 0-16,7-4 0 0,-6 0 0 0,0 0 0 0,5 0 0 15,-6 4 0-15,2-4 0 0,4 0 0 0,-5 0 0 0,-1 0 0 16,1 0 0-16,0 0 0 0,-1 3 0 0,7-3 0 0,-6 0 0 0,-1 0 0 16,0 0 0-16,1 0 0 0,0 0 0 0,-7 0 0 0,6 0 0 0,1 0 0 15,-1 0 0-15,0 0 0 0,1 0 0 0,0 0 0 0,-1 0 0 0,0 0 0 16,1 0 0-16,0 0 0 0,-1 0 0 0,1 0 0 0,-1 0 0 15,7-3 0-15,-6 3 0 0,-1 0 0 0,0 0 0 0,2 0 0 0,4 0 0 16,-5-4 0-16,-1 4 0 0,7 0 0 0,-6 0 0 0,-1 0 0 16,8-4 0-16,-8 4 0 0,7 0 0 0,-6 0 0 0,5 0 0 0,-5 0 0 15,6-3 0-15,-6 3 0 0,5 0 0 0,2 0 0 0,-8 0 0 16,7 0 0-16,0-4 0 0,-6 4 0 0,5 0 0 0,-4 0 0 0,4 0 0 16,-5 0 0-16,-1 0 0 0,7 0 0 0,-6 0 0 0,-1-3 0 0,8 3 0 15,-8 0 0-15,0 0 0 0,1 0 0 0,0 0 0 0,-1-4 0 16,0 4 0-16,1 0 0 0,-1 0 0 0,1 0 0 0,0 0 0 0,-1-4 0 15,0 4 0-15,1 0 0 0,0 0 0 0,-1 0 0 0,0 0 0 0,1 0 0 16,6 0 0-16,-6-3 0 0,-1 3 0 0,0 0 0 0,2 0 0 16,-2 0 0-16,0 0 0 0,0 0 0 0,1-4 0 0,0 4 0 0,-1 0 0 15,1 0 0-15,-1 0 0 0,0 0 0 0,2 0 0 0,-2 0 0 0,-6 4 0 16,6-4 0-16,0 0 0 0,-6 0 0 0,8 0 0 0,-2 0 0 16,-6 0 0-16,6 0 0 0,1 3 0 0,-1-3 0 0,1 0 0 0,0 0 0 15,-1 0 0-15,0 0 0 0,0 0 0 0,-6 0 0 0,8 4 0 0,-2-4 0 16,0 0 0-16,1 0 0 0,-1 0 0 0,1 0 0 0,0 0 0 15,-7 0 0-15,6 0 0 0,-6 0 0 0,6 0 0 0,1-4 0 16,-7 4 0-16,7 0 0 0,-7 0 0 0,6 0 0 0,-6 0 0 0,0 0 0 16,6 0 0-16,-6 0 0 0,7 0 0 0,-7 0 0 0,0 0 0 0,0 0 0 15,7 0 0-15,-7 0 0 0,0 0 0 0,0 0 0 0,0 0 0 0,0 0 0 16,0 0 0-16,0 0 0 0,0 0 0 0,0 0 0 0,0 0 0 16,0 0 0-16,6 0 0 0,-6 0 0 0,0 0 0 0,0 0 0 0,0 4 0 15,0-4 0-15,0 0 0 0,0 0 0 0,0 4 0 0,0-4 0 16,0 0 0-16,0 3 0 0,0-3 0 0,0 4 0 0,0-1 0 0,-6-3 0 15,6 4 0-15,0 0 0 0,0-1 0 0,-7 5 0 0,7-5 0 0,-7 5 0 16,7-1 0-16,-6 1 0 0,0-1 0 0,6 0 0 0,-7 4 0 16,0 0 0-16,1 0 0 0,0 0 0 0,6 1 0 0,-7 2 0 0,0 0 0 15,1-3 0-15,-1 8 0 0,7-4 0 0,-6-1 0 0,0 5 0 16,-2-1 0-16,2-4 0 0,0 5 0 0,0-1 0 0,-1 0 0 0,0 1 0 16,1-5 0-16,6 5 0 0,-7-1 0 0,1-3 0 0,0 3 0 0,-2-4 0 15,2 1 0-15,6 3 0 0,-6-3 0 0,0 0 0 0,6 0 0 0,-8-1 0 16,2-3 0-16,6 4 0 0,-6-1 0 0,6-3 0 0,0 4 0 0,-7-4 0 15,7 3 0-15,-6 2 0 0,6-5 0 0,0-1 0 16,-7 5 0-16,7-4 0 0,0 0 0 0,0 0 0 0,-7 0 0 0,7 0 0 16,0-3 0-16,0 2 0 0,0-3 0 0,0 1 0 0,0-1 0 0,0 1 0 15,0-1 0-15,0 0 0 0,0 1 0 0,0-1 0 0,0-3 0 0,0 3 0 16,0 0 0-16,0 1 0 0,-6-1 0 0,6 0 0 0,0 0 0 0,0 1 0 16,0-1 0-16,0 4 0 0,0-4 0 0,-6 1 0 0,6-1 0 15,0 4 0-15,0-3 0 0,0 3 0 0,0-4 0 0,-6 4 0 0,6 0 0 16,0-4 0-16,0 4 0 0,0 0 0 0,0-4 0 0,-8 1 0 15,8 3 0-15,0-4 0 0,0 0 0 0,0 0 0 0,0-2 0 0,0 1 0 16,0-1 0-16,0-2 0 0,0 5 0 0,0-5 0 0,0 1 0 16,0 0 0-16,-6-1 0 0,6 1 0 0,0-1 0 0,0 1 0 0,0 0 0 15,0-4 0-15,0 3 0 0,0 1 0 0,0-4 0 0,0 4 0 0,0-4 0 16,0 3 0-16,0-3 0 0,0 4 0 0,0 0 0 0,0-4 0 16,0 3 0-16,0 1 0 0,0 0 0 0,0-1 0 0,0 1 0 0,0 0 0 15,-6 3 0-15,6-3 0 0,0-1 0 0,0 4 0 0,0-3 0 0,0 0 0 16,0-1 0-16,0 5 0 0,0-5 0 0,-7 2 0 0,7-5 0 15,0 3 0-15,0 0 0 0,0-3 0 0,0 4 0 0,0-4 0 0,0 4 0 16,0-4 0-16,0 0 0 0,0 0 0 0,0 4 0 0,0-4 0 16,0 0 0-16,0 3 0 0,0-3 0 0,0 0 0 0,7 4 0 0,-7-4 0 15,0 0 0-15,0 0 0 0,0 4 0 0,0-4 0 0,0 3 0 0,0-3 0 16,0 0 0-16,0 0 0 0,0 4 0 0,0-4 0 0,0 4 0 16,0-4 0-16,0 0 0 0,0 3 0 0,0-3 0 0,0 4 0 0,0-4 0 15,0 0 0-15,0 4 0 0,0-4 0 0,0 0 0 0,0 0 0 0,0 0 0 16,0 3 0-16,0-3 0 0,0 0 0 0,0 0 0 0,0 0 0 15,0 0 0-15,0 0 0 0,0 0 0 0,0 0 0 0,0 0 0 0,0 0 0 16,0 0 0-16,6 0 0 0,-6 0 0 0,0 0 0 0,0 0 0 0,6 0 0 16,-6 0 0-16,0 0 0 0,8-3 0 0,-8 3 0 0,6 0 0 15,-6 0 0-15,6-4 0 0,-6 4 0 0,6 0 0 0,-6-4 0 0,0 4 0 16,7-3 0-16,-7 3 0 0,7 0 0 0,-7 0 0 0,6-4 0 16,-6 4 0-16,7-4 0 0,-7 4 0 0,6 0 0 0,-6-3 0 0,6 3 0 15,-6-4 0-15,8 4 0 0,-8 0 0 0,6-4 0 0,-6 4 0 0,6 0 0 16,-6 0 0-16,6 0 0 0,-6-3 0 0,8 3 0 0,-2 0 0 15,-6 0 0-15,6 0 0 0,1 0 0 0,-7-4 0 0,6 4 0 0,1 0 0 16,0 0 0-16,-7-4 0 0,6 4 0 0,0 0 0 0,0-4 0 16,-6 4 0-16,8-3 0 0,-2 3 0 0,-6 0 0 0,6 0 0 0,1-3 0 15,-7 3 0-15,6 0 0 0,1-5 0 0,-7 5 0 0,7 0 0 0,-1 0 0 16,-6 0 0-16,6 0 0 0,-6-3 0 0,7 3 0 0,-7 0 0 16,7 0 0-16,-1 0 0 0,0-4 0 0,1 4 0 0,0 0 0 0,-1-4 0 15,1 4 0-15,-7 0 0 0,6-3 0 0,0 3 0 0,2 0 0 0,-2-4 0 16,0 4 0-16,0 0 0 0,1-4 0 0,0 4 0 0,-1 0 0 15,1-3 0-15,-7 3 0 0,6 0 0 0,1 0 0 0,0-4 0 0,-1 4 0 16,0 0 0-16,0 0 0 0,2 0 0 0,-2 4 0 0,0-4 0 0,1 0 0 16,-1 0 0-16,1 0 0 0,0 3 0 0,-1-3 0 0,0 0 0 15,8 4 0-15,-8-4 0 0,0 0 0 0,1 0 0 0,6 0 0 0,-6 0 0 16,5 0 0-16,-5 0 0 0,6 0 0 0,-7 0 0 0,8 0 0 16,-8 0 0-16,7 0 0 0,-6 0 0 0,6 0 0 0,-7 0 0 0,8 0 0 15,-8 0 0-15,7 0 0 0,-7 0 0 0,7 0 0 0,-6 0 0 0,-1 0 0 16,8 4 0-16,-8-4 0 0,0 0 0 0,8 0 0 0,-8 0 0 0,7 0 0 15,-7 0 0-15,8 3 0 0,-8-3 0 0,7 0 0 0,-6 0 0 16,6 0 0-16,-7 0 0 0,0 0 0 0,8 4 0 0,-8-4 0 0,8 0 0 16,-8 0 0-16,7 0 0 0,-7 0 0 0,1 0 0 0,6 0 0 15,-1 0 0-15,-4 4 0 0,4-4 0 0,-5 0 0 0,6 0 0 0,-7 0 0 16,7 0 0-16,1 0 0 0,-8 0 0 0,7 3 0 0,-6-3 0 0,5 0 0 16,-5 5 0-16,6-5 0 0,-6 0 0 0,-1 3 0 0,8-3 0 15,-8 0 0-15,6 0 0 0,-5 3 0 0,6-3 0 0,-6 4 0 0,-1-4 0 16,8 0 0-16,-8 4 0 0,6-4 0 0,-4 0 0 0,4 0 0 15,-5 4 0-15,-1-4 0 0,8 0 0 0,-8 0 0 0,6 0 0 0,-4 0 0 16,4 3 0-16,-5-3 0 0,-1 0 0 0,8 0 0 0,-8 0 0 0,8 0 0 16,-8 0 0-16,6 0 0 0,-5 0 0 0,6 0 0 0,-6 0 0 0,5 0 0 15,-4 0 0-15,4 0 0 0,-6 0 0 0,8 0 0 0,-8 0 0 16,7 0 0-16,-6 0 0 0,0 0 0 0,5 0 0 0,-6 0 0 0,2 4 0 16,4-4 0-16,-5 0 0 0,-1 0 0 0,8 0 0 0,-8 4 0 15,0-4 0-15,8 0 0 0,-8 0 0 0,0-4 0 0,8 4 0 0,-8 0 0 16,1 0 0-16,-1 0 0 0,0 0 0 0,1 0 0 0,0 0 0 0,-1 0 0 15,0 0 0-15,1 0 0 0,0 0 0 0,-7 0 0 0,6 0 0 16,1 0 0-16,-7 0 0 0,6 0 0 0,-6 0 0 0,7 0 0 0,-7 0 0 16,6 0 0-16,-6 0 0 0,7 0 0 0,-1 0 0 0,-6 0 0 15,0 0 0-15,6 0 0 0,-6 0 0 0,0 0 0 0,8 0 0 0,-8 0 0 16,0 0 0-16,0 0 0 0,0 0 0 0,0 0 0 0,6 0 0 0,-6 0 0 16,0 0 0-16,0 0 0 0,0 0 0 0,0 0 0 0,0-4 0 0,0 4 0 15,0 0 0-15,0 0 0 0,0 0 0 0,0-3 0 0,-6 3 0 16,-2-4 0-16,2 4 0 0,0 0 0 0,-7-4 0 0,6 4 0 15,-6-4-424-15,0 4-499 0,0 0 2 0,7 0 24 0,-8 0 33 0,2 0 50 16,-1 4 60-16,6-4 62 0,0 4 64 0,1 0 83 0,6 3 93 16</inkml:trace>
  <inkml:trace contextRef="#ctx0" brushRef="#br0" timeOffset="-102830.58">2839 11132 0 0,'0'0'63'16,"0"-3"49"-16,-6 3 6 0,6-3 9 0,0-1 10 0,0 0 13 15,-7 1 13-15,7-1 7 0,0 0 1 0,-6 1 5 0,6-1 6 0,0 0 8 16,-7 1 11-16,7 3 10 0,0-4 15 0,0 0 16 0,-7 4 16 0,7-3 11 16,0-1 9-16,0 4 1 0,0 0-5 0,0 0-12 0,0 0-13 15,0 0-18-15,0 0-21 0,0 0-21 0,0 0-21 0,0 0-21 0,0 0-21 16,0 0-23-16,0 0-26 0,0 0-20 0,0 0-20 0,0 0-12 15,0 0-11-15,0 4-6 0,7-4-4 0,-7 0-1 0,0 0-1 0,7 0 1 16,-7 3 1-16,0-3 3 0,6 0 4 0,-6 0 2 0,7 0 3 16,-1 0 4-16,-6 4 3 0,6-4 5 0,1 0 3 0,0 4 2 0,-1-4 1 15,0 3 2-15,8-3 3 0,-8 4-1 0,1 0 1 0,6-1-1 16,0 1 0-16,-1 3 0 0,2 1-1 0,-1-5 1 0,0 8-2 0,6-4 0 16,-5 1 0-16,5 4 1 0,1-2 0 0,-1 1-1 0,-6 1-1 15,7 2-1-15,-1-3-1 0,1 3 0 0,0 1 0 0,-1-4-2 0,0 3 0 16,0 1-1-16,1 0-2 0,0-1-2 0,-1 1-1 0,1 0 1 15,0 0-2-15,-1-1-1 0,1 1-1 0,0 3-2 0,-1-3 0 0,0-1-2 16,0 1 0-16,1-1-2 0,0 2-2 0,-1 2 0 0,1-4 0 16,0 5 0-16,-1-5-3 0,1 4 1 0,0-3 2 0,-2 3 2 15,-4 2 0-15,5 1-1 0,1-3 1 0,-8 1-1 0,2 2-1 0,-1 1 0 16,7-3 0-16,-8 3-1 0,2 0 0 0,-2-3 0 0,1 2 1 0,1 1-3 16,-2 0-2-16,2 0-2 0,-2-4-2 0,-5 4 0 0,6-3 0 15,0 3 1-15,0-4-1 0,-6 0 0 0,5 0 0 0,-5 0 1 16,6 1 0-16,0 0 0 0,-7-1 0 0,8 4 1 0,-2-4 0 0,-4 0 1 15,4-3 2-15,-5 4 0 0,-1-1 1 0,8 0 0 0,-8-3 0 16,0 3 2-16,0-3-1 0,2-1 0 0,-2 1 0 0,0-1-1 16,1 1-2-16,0-5 0 0,-7 6-1 0,6-5-1 0,1 0-1 0,-1 4-1 15,0-5-2-15,1 1 0 0,-7 0-2 0,7 0 0 0,-1 0-2 0,0-3 1 16,-6 3-1-16,7-4 1 0,0 1 1 0,-7-1-1 0,6 0 0 16,-6 1 0-16,0-5-1 0,7 5 1 0,-7-5 0 0,6 1-1 15,-6-1 1-15,0 1 0 0,0 0 0 0,6-1 1 0,-6 1-1 0,0-4 1 16,0 4-1-16,0-4 0 0,0 0 1 0,0 0 0 0,0 0 0 15,0 0-1-15,0 0-1 0,0 0 2 0,0 0 0 0,0 0 1 16,0 0 0-16,0 0 1 0,0 0 0 0,0 0-1 0,0 0 1 0,0 0-1 16,0 0 2-16,0 0-1 0,0 0 3 0,0 0-1 0,0 0 1 15,0-4 0-15,-6 4 1 0,6 0-1 0,0-4 0 0,-6 1 1 0,6 3-1 16,-7-4-2-16,7 0-1 0,-6 1-2 0,-1-1-2 0,0 1-3 16,-5-5-1-16,5 5-6 0,-6-5-8 0,0 1-5 0,0 0-6 15,0-4-3-15,-7 3-3 0,1-3-4 0,-1 0-4 0,0 0-3 0,2-4-1 16,-2 4-2-16,-7-3-1 0,8 3-2 0,-7-4-1 0,0 4 3 15,6-1 5-15,-6 2 4 0,1-5 4 0,5 4 3 0,-6 0 2 0,-1 4 2 16,9-4 5-16,-9 0 3 0,7 4 5 0,2-4 2 0,-2 4 4 0,0-1 2 16,1 1 3-16,-1 0 3 0,7-1 1 0,-7 1 0 0,7 0 0 15,0 0 2-15,1-1 0 0,-2 0 0 0,8 1 1 0,-1 4-1 16,-6-5 0-16,7 5-1 0,-1-5 1 0,1 5 0 0,0-1-1 0,6-3 0 16,-8 3 1-16,2 0 0 0,6 1 1 0,-6-1 0 0,6 4-1 15,0-4 0-15,0 4-1 0,0-3 0 0,0 3 1 0,0 0-2 16,0 0-1-16,0 0 0 0,0 0-1 0,0 0 0 0,0 0-2 0,0 3 0 15,0-3 1-15,6 0 0 0,0 4 1 0,2 0 0 0,-2-1 1 0,0 1 2 16,7 0 1-16,-6 3 3 0,6-3 4 0,-1 3 2 0,2 0 4 16,5 1 2-16,1-1 2 0,-7 4 3 0,6-3 1 0,1-1 2 15,-1 4 0-15,1 0 2 0,0-4 0 0,-8 4 0 0,8-4 1 0,-1 4-2 16,1 0-1-16,0-3-1 0,-1 3-2 0,-5-1-1 0,4-2-1 0,2 3-3 16,-7-3 0-16,7-1-2 0,-8 4-2 0,8-4 1 0,-6 0-2 15,5 4 0-15,-6-3-1 0,6-1-1 0,-5 4 1 0,5-4-1 16,-5 0-1-16,4 4 0 0,-4-3 0 0,-1-1 0 0,7 0 1 0,-8 1 0 15,2-1 0-15,-2 0-1 0,2 1 1 0,-1-1-1 0,-1 1 0 16,-5-5-1-16,6 5 0 0,0-5-1 0,-6 5 0 0,6-5 1 16,-7 1-1-16,0 0 0 0,1-1 1 0,6 1-1 0,-13-1 1 0,6 1-1 15,2 0 0-15,-2-4 1 0,0 3 0 0,1 1 0 0,-7-4 0 0,6 4-1 16,-6-4 0-16,7 3 1 0,-7-3-1 0,0 0 1 0,0 0 0 16,0 0 0-16,0 0 0 0,0 0 0 0,0 0 0 0,0 0 0 15,0 0 1-15,0 0 0 0,0 0 0 0,0 0 1 0,0 0 0 0,6 0 0 16,-6 0 0-16,0 0 0 0,0 0 3 0,0 0 0 0,0-3-1 15,0 3 0-15,0 0 1 0,0 0-2 0,0-4 1 0,0 4 1 16,0-4-1-16,0 1 0 0,0 3 0 0,7-4 1 0,-7 0-2 0,0-3 1 16,0 0-1-16,6 0-1 0,-6-1-1 0,6-3 0 0,-6 0 1 15,8-4 0-15,-2 1-1 0,0-5 0 0,-6-3 1 0,7 1-5 16,0-1-6-16,-7-4-13 0,6-4-14 0,-6 1-20 0,6-4-21 0,-6 0-27 16,0-4-28-16,0-2-50 0,0-2-59 0,0 1-70 0,0-1-77 0,-6 1-65 15,6 4-59-15,-6-4-30 0,6 2-16 0,-7 6 0 0,0-1 9 16,7 6 15-16,-6 2 21 0,0 7 26 0,-2 0 28 0,2 3 48 0,0 4 58 15,-1 0 71-15,1 8 210 0</inkml:trace>
  <inkml:trace contextRef="#ctx0" brushRef="#br0" timeOffset="-98647.34">5477 11771 0 0,'-6'-4'16'0,"6"-3"105"15,0 3 2-15,-8-4 5 0,8 5 4 0,-6-5 7 0,0 5 10 16,-1-1 10-16,1 0 11 0,-1-3-6 0,1 3-16 0,-1 1-8 0,1 3-4 16,-8-4-6-16,8 0-8 0,0 4 2 0,-1 0 5 0,-6-3 7 15,7 3 11-15,-1 0 0 0,-6 0-4 0,6 0-6 0,-5 0-4 16,5 3-6-16,0-3-6 0,-6 4-6 0,0-4-8 0,7 4-3 0,-7-1-1 16,-1 1-4-16,8 0-5 0,-13 3-8 0,6 0-11 0,6 1-3 15,-13-1 0-15,8 4-3 0,-2-1-3 0,-5 2-6 0,6 3-9 0,0-1-7 16,-7 1-3-16,8 3 0 0,-1 0-3 0,-7 4 3 0,6-3 3 15,2 3 1-15,-1 4-1 0,-7-4 1 0,8 3-1 0,-2-3 2 0,2 3-1 16,-2 5 3-16,1-4 0 0,0-1-1 0,0 5-2 0,1-1-1 16,4-3 1-16,-4 3-3 0,-1 0-5 0,6 0-4 0,0 1-2 0,-5-4-5 15,4 3-4-15,2 1-3 0,0-2-2 0,0 2-3 0,-1-1 1 16,0 4-1-16,7 0 0 0,-6-3-1 0,-1 3-2 0,1-1-2 16,6 5-1-16,-6-4-1 0,-2 0 0 0,2 4 2 0,0-5 1 0,6 5-1 15,-6-4 0-15,-1 4-2 0,0-4-1 0,1 3 1 0,6-2 0 16,-7 2-1-16,1-3 0 0,6 0-1 0,-7 0 1 0,7 0-2 0,0 0-1 15,-7 0 0-15,7-4-1 0,0 1 0 0,7-1-1 0,-7 0 0 16,0-3 1-16,7-1 0 0,-7 1 2 0,6 0-1 0,1-4 1 0,-1 3 0 16,-6-3 1-16,7 0 1 0,6 0 0 0,-7 0 1 15,0 0 0-15,2-4 1 0,4 4 0 0,-5-3 0 0,6-1-2 0,-6 0 0 0,5 1-1 16,-6-1 0-16,8 0-1 0,-1-3 1 0,-6 3-2 0,6-3 0 16,-1-4 0-16,2 3-2 0,-8 2 0 0,7-6 0 0,0 5 1 15,0-4 0-15,-7 0 2 0,8 4 0 0,-2-4 2 0,-4-1 1 0,4 5-1 16,-5-4 0-16,6 0 2 0,-6 0 0 0,5-4 2 0,-6 5-1 15,2-2-1-15,4-2 0 0,-5-1-1 0,0 4-1 0,6-7-1 0,-7 3-1 16,0 0 0-16,8-3-2 0,-8 0 1 0,0-1-1 0,8 1-1 16,-8-4 0-16,7 4-1 0,0-4 2 0,0 0 0 0,-7 0 0 15,8-4-2-15,-1 4 0 0,0-4 1 0,0 1 1 0,-1-1 0 0,2 0 1 16,-1 1-1-16,0-5 0 0,0 5 0 0,0-4-1 0,6-1 1 16,-5 1 0-16,-1-1-1 0,6 1 1 0,-6-4 2 0,1 4-1 0,5-4 0 15,-6 0-1-15,6 0 0 0,-5 0 1 0,5 0 0 0,-6-4 0 16,6 4 1-16,-5-3 0 0,5-1 1 0,0-4 1 0,-6 5 0 0,7-1 0 15,-6-3 1-15,4 0 1 0,2-4 0 0,-7 3 2 0,7-2 1 16,-8-2-1-16,2 1 0 0,5 0-1 0,-5 0 1 0,-2 1 0 0,2-1-1 16,-2 0 2-16,-5-1 1 0,6 1 1 0,0 0 1 0,-7 1 1 15,1-1 1-15,0 0-1 0,-1-1 1 0,0 1 0 0,1 1 1 16,0-1-1-16,-7 0 1 0,6 0-1 0,-6-4-2 0,7 4 0 0,-7-4-2 16,0 4-2-16,0-3-1 0,6 3 0 0,-6 0-1 0,0-4-2 15,0 4-1-15,0 0-1 0,0 0 1 0,0 0 0 0,0 0-1 0,0-4 2 16,0 5-1-16,0-1-1 0,0 0 1 0,0 3-1 0,0-2 0 15,0-1 3-15,0 3 0 0,0 1 0 0,0-4 3 0,0 4 0 16,0-1-1-16,0-3 1 0,0 4 0 0,0-4-1 0,0 3 1 0,-6-2-1 16,6-1 1-16,0 0 1 0,0 0-1 0,0 4-1 0,-7-4-1 0,7-1-2 15,0 5-1-15,0-4-1 0,-6 4 1 0,6 0-1 0,0-1 1 16,-7 1 2-16,7-1 0 0,0 5 2 0,-7 0 3 0,7-1 0 16,0 0 1-16,-6 0 1 0,6 1 2 0,0 3-1 0,-6-4 2 0,6 4 0 15,-7 0 0-15,7-4 0 0,-7 4-1 0,1-3 0 0,6 3-2 16,-6-4-2-16,-1 4-1 0,7-4-2 0,-7 5-2 0,1-6-2 0,-1 5-1 15,1-3 0-15,0 3-2 0,6-3 1 0,-8 2-2 0,2 1 0 16,0-3 0-16,0 3 0 0,6 0 0 0,-8 0 0 0,2 0-1 0,0-1 1 16,-1 2 0-16,7-1 0 0,-6 0-1 0,-1 3 2 0,0 1 1 15,7-3 3-15,-6 2 4 0,0 1 0 0,0-1 1 0,6 1-1 16,-8 0 1-16,2-1-2 0,0 1 2 0,6 0-1 0,-7 3 0 0,7-3 1 16,-6 3-1-16,-1-3 1 0,7 3-1 0,-7-4-2 0,7 5-3 15,-6-5 0-15,6 5 2 0,-6-1 0 0,6-3 1 0,-6 3 0 0,6-3 0 16,-8 3 0-16,2-3 0 0,6 0 0 0,-6 3 0 0,-1-3-1 15,0-1-1-15,1 1-1 0,-1 0-1 0,1-1 1 0,6 1-2 16,-6 4 2-16,-1-5-1 0,0 1 2 0,1 2 1 0,0-1 0 0,6 2 0 16,-7-3-1-16,0 3 0 0,1-3 0 0,-1 2 1 0,1 2-1 15,-1-4 0-15,1 3-1 0,-1 1 0 0,1-5-1 0,6 5-2 0,-6-1-1 16,-2 0-2-16,2-3 1 0,0 3 0 0,-1 1 0 0,7-1 0 16,-6 1-1-16,-1-1 0 0,7 0 0 0,-6 1 1 0,-1-1-1 0,7 0 1 15,-6 1-1-15,6-1 0 0,-6 4 1 0,6-4 0 0,-8 1-1 16,8 3 1-16,-6-4-2 0,6 4 1 0,0-4-1 0,-6 4 0 0,6 0-7 15,-7-3-9-15,7 3-13 0,0 0-16 0,-7-4-27 0,7 4-30 16,-6 0-66-16,0 0-83 0,-1 0-79 0,7 0-79 0,-6 4-54 0,-1-4-43 16,0 3-21-16,-5 1-9 0,5 3 0 0,-6 1 7 0,6-1 12 15,-6 0 15-15,0 4 25 0,1 0 32 0,-2 0 66 0,-5 4 82 16</inkml:trace>
  <inkml:trace contextRef="#ctx0" brushRef="#br0" timeOffset="-95063.95">5757 10225 58 0,'6'-11'90'0,"0"3"7"16,-6 1 8-16,8-1 7 0,-8 1 8 0,6 4-2 0,-6-1-6 16,6-4 0-16,-6 8 1 0,0-3 9 0,0-1 12 0,7 4 15 15,-7 0 19-15,0 0 19 0,0 0 20 0,0 0 20 0,0 0 18 16,0 0 18-16,0 0 19 0,0 0 11 0,0 0 7 0,-7 0-1 0,7 0-2 15,0 0-11-15,0 4-12 0,0-4-18 0,0 3-20 0,-6-3-25 16,6 4-27-16,0 0-24 0,-6 3-28 0,6 0-27 0,-8 1-27 0,8 3-19 16,-6 0-17-16,0 3-10 0,0 5-10 0,-2-1-5 0,2 4-5 15,0 0-4-15,-1 3-4 0,1 1-1 0,-1 0-1 0,0 3 0 0,1 0-1 16,6-3 2-16,-6 4 0 0,0-1-1 0,6 0 2 0,-8 0-1 16,8 1 0-16,-6 3 0 0,6-4 1 0,-6 0-1 0,6 0 1 0,-7 5 0 15,7-5 0-15,0 0 0 0,-6 4 0 0,6-3 0 0,-7-1 0 16,7 4 1-16,-7-4-1 0,7 0 1 0,-6 0 1 0,0 1 0 15,0-1 0-15,6-4 1 0,-8 1 0 0,2 1 0 0,0-6 1 0,-1 5-1 16,0-4 0-16,1 0 0 0,-1-4-1 0,1 3-1 0,0-1 0 16,-1-2 1-16,0-3-2 0,1 3 0 0,0-4 1 0,-1 1-1 0,0-4 1 15,7 0 1-15,-6-4 1 0,-1 1 2 0,7-1 3 0,0 1 1 16,-6-5 2-16,6 0 1 0,-7 2 3 0,7-5 1 0,0 0 1 0,0 0 0 16,0 0-1-16,0 0-1 0,-6 0-1 0,6-5 0 0,0 5-3 15,-7-3-2-15,7 0-3 0,-6-2-3 0,6 2-2 0,-6-1-4 16,6-3-6-16,-8-1-2 0,8 1-4 0,-6 0-3 0,0-4-4 0,-1 0-4 15,7-4-3-15,-6 4-1 0,6-3-2 0,-7 0-2 0,1-5 0 0,-1 0-3 16,7 1-1-16,-6 0 0 0,0-1 0 0,6 1 0 0,-8 0 1 16,8-3 3-16,-6 1 2 0,0-2 2 0,6 4 3 0,-7 0 2 15,7-4 3-15,-7 4 2 0,7 0 2 0,-6 2 1 0,6 2 4 0,-6-1 1 16,6 1 3-16,-7 3 1 0,7 3 1 0,0-3 3 0,0 8 2 16,-6-5 2-16,6 8 0 0,0-3 0 0,0 3-1 0,0 0 0 15,0 0-2-15,0 3 1 0,6 1-1 0,-6 3 1 0,0 0 0 0,0 5 4 16,7-1 1-16,-7 3 1 0,6 4 1 0,-6 1 2 0,6 3 1 15,1 0 0-15,-7 0 1 0,7 3 2 0,-1-3 3 0,0 4 0 16,-6-4 1-16,8 0 1 0,-2 0 0 0,0 0-2 0,1 0-1 0,-1-4-3 16,7 5-3-16,-6-5 0 0,-1 0-1 0,0 0 0 0,2-3-2 0,-2 0 1 15,0-1-2-15,1 1-1 0,-1-4 0 0,1-3-2 0,-1 3-1 16,1-4-1-16,6 0 1 0,-6-3-1 0,5-1 0 0,-5-3 0 16,6 0 0-16,0-7 0 0,7 0 1 0,-8-4-6 0,14-4-6 0,-6-3-14 15,7-8-15-15,-2-3-36 0,7-4-48 0,-6-4-71 0,7-3-84 0,0-4-76 16,0-4-73-16,0 0-36 0,-1 1-19 0,-7 0-9 0,9-5-6 15,-9 8 3-15,1 0 5 0,-6 4 13 0,6-1 16 0,-13 5 35 16,7 7 49-16,-8-1 71 0,2 5 234 0</inkml:trace>
  <inkml:trace contextRef="#ctx0" brushRef="#br0" timeOffset="-93880.68">6773 9994 0 0,'6'-11'70'0,"1"3"171"0,0 1 27 0,-1 3 13 0,-6 1 7 0,0 3 3 15,0 0 3-15,6 0 8 0,-6 0 9 0,0 3 20 0,7-3 23 16,-7 4-15-16,6 0-36 0,1-1-39 0,0 5-38 0,-1-1-29 15,0-3-23-15,1 6-11 0,6-2-7 0,0 3-2 0,-6 0-2 0,6-4-7 16,-7 8-11-16,8-8-26 0,-2 4-32 0,1 0-54 0,-6 0-64 16,6-3-70-16,-7 3-72 0,0-4-63 0,2 0-56 0,-2 4-50 0,0-4-46 15,-6 1-23-15,0 3-13 0,0 0-6 0,-6-4-2 0,0 4 5 16,-8 0 8-16,8 0 29 0,-7 4 37 0,-7-4 55 0,8 0 62 0</inkml:trace>
  <inkml:trace contextRef="#ctx0" brushRef="#br0" timeOffset="-93480.68">6623 10389 0 0,'-13'8'35'16,"0"-1"180"-16,0 0 25 0,0 4 21 0,0-4 22 0,7 4 20 0,-8 0 20 16,8 0 31-16,-1 4 33 0,1-4 29 0,-1 4 25 0,1 0-23 15,-1 3-47-15,7 0-36 0,-6 0-33 0,6 4-25 0,0 1-23 16,0-1-23-16,-6-1-18 0,6 1-21 0,0 0-22 0,0 4-29 0,0-4-33 16,0-4-29-16,0 4-24 0,0-3-23 0,0-1-20 0,0-4-20 15,6 1-18-15,-6 0-24 0,0-4-23 0,6-3-33 0,-6 2-35 16,7-6-33-16,-7 3-33 0,6-3-25 0,-6-4-25 0,7 0-17 0,-1 0-14 15,1-7-9-15,-1 3-5 0,8-7 3 0,-8 0 5 0,0 0 15 16,8-4 21-16,-8-3 28 0,7 0 35 0,-7-1 33 0,8-3 34 0,-8 1 30 16,7-2 30-16,-6 1 27 0,-1 0 28 0,7 4 31 0,0-4 29 15,-6 4 30-15,5 0 31 0,2-1 25 0,-2 4 25 0,2-3 26 0,-1 3 27 16,-1 4 22-16,8-4 20 0,0 5 10 0,-1-5 6 0,7 4-1 16,-6 0-6-16,6 1-9 0,1-2-10 0,-2 1-18 0,1 0-20 0,0 0-20 15,7 4-18-15,-7-4-21 0,0 4-21 0,0-1-18 0,0 1-18 16,0-1-13-16,0 5-9 0,0-1-9 0,0 1-3 0,1 3-8 15,-1 0-5-15,-7 0-4 0,1 0-1 0,6 3-2 0,-7 1-2 0,-6 3-3 16,6-3-5-16,-5 3-2 0,-2 1-1 0,2 3-2 0,-1-4-2 16,-7 4-2-16,1 0 0 0,-1 0-2 0,1 3-2 0,-7-2-6 0,0 2-10 15,-7 5-18-15,7-5-22 0,-6 1-50 0,-7 3-60 0,0-3-81 16,-1 8-93-16,-5-6-72 0,0 2-61 0,-8-1-32 0,1 0-17 0,0 0-8 16,1 1-4-16,-8-1 4 0,1-4 6 0,-2 5 16 0,2-4 23 15,-1-1 47-15,-6-3 59 0,7 4 81 0,-1-8 282 0</inkml:trace>
  <inkml:trace contextRef="#ctx0" brushRef="#br0" timeOffset="-93280.77">6643 10910 140 0,'0'0'304'0,"-7"0"30"0,7 0 20 0,0 0 23 15,7 3 25-15,-7-3 22 0,6 0 17 0,0-3 15 0,8 3 12 0,-1-4-3 16,-1 0-10-16,8 1-58 0,0-1-79 0,-1 1-60 0,7-5-53 16,0 4-29-16,1-3-18 0,-1-1-22 0,6 1-26 0,-5 0-20 15,5-1-17-15,-7 1-14 0,9 0-13 0,-9 3-9 0,1-3-9 0,0 0-17 16,-6 3-19-16,-1-4-20 0,1 5-20 0,-7-1-31 0,0 1-38 0,0-1-43 15,-7 0-46-15,1 4-54 0,0-3-56 0,-7 3-50 0,0 0-49 16,0 0-36-16,0 3-32 0,-7 1-8 0,0 0 4 0,1-1 11 16,-7 1 17-16,0 3 29 0,0-3 35 0,0 0 43 0,0-1 46 15,-7 1 52-15,7 0 119 0</inkml:trace>
  <inkml:trace contextRef="#ctx0" brushRef="#br0" timeOffset="-92981.08">6949 10737 116 0,'6'-4'201'0,"-6"1"26"0,0 3 27 16,0 0 33-16,0 3 36 0,0 1 44 0,0 1 45 0,7-3 32 0,-7 6 25 15,0 3-14-15,0 0-33 0,-7 0-27 0,7 3-24 0,-6 1-22 16,6 3-20-16,-7 4-23 0,-6 0-24 0,7 4-33 0,-8 0-35 16,2 3-43-16,-8 4-45 0,7-4-33 0,-7 5-26 0,8-2-26 0,-8-2-26 15,1-1-28-15,5 0-25 0,-6-2-36 0,8-2-37 0,-1-3-51 16,-1-4-55-16,8 0-61 0,0-3-60 0,0-1-45 0,-2-3-34 0,8-3-22 16,0-1-16-16,0-3-2 0,0-4 2 0,8 0 10 0,-2 0 17 15,0-4 27-15,7 1 33 0,-6-5 52 0,6 1 60 0,-1-1 66 0,2 1 69 16,-1 0 54-16,0 3 47 0,0-3 38 0,7 3 35 0,-8 4 28 15,2 0 27-15,5 0 24 0,-6 4 24 0,6 3 21 0,1 0 24 16,-7 1 15-16,7-2 13 0,0 6 10 0,-2-1 7 0,2 4 1 16,0-4-3-16,-1 0-9 0,1 3-11 0,-1-3-16 0,1 0-18 0,0-3-18 15,6 3-18-15,-7-4-31 0,1 0-36 0,0-3-53 0,-1 0-61 16,1-4-62-16,-8 0-60 0,8 0-54 0,-7-4-48 0,0 0-41 0,0-3-35 16,0 0-17-16,-6-4-8 0,-1 3-5 0,-6-3-2 0,6 0 7 15,-6 0 14-15,0-3 33 0,-6 3 41 0,6-4 45 0,-6 0 137 0</inkml:trace>
  <inkml:trace contextRef="#ctx0" brushRef="#br0" timeOffset="-92797.36">7079 10639 0 0,'6'-15'7'16,"-6"8"224"-16,7 2 32 0,-1 2 20 0,1-1 13 0,0 4 21 16,-1 0 22-16,0 4 24 0,1-1 23 0,6 2 20 0,-7-2 18 0,8 1-24 15,-1 0-45-15,-1 3-50 0,2-3-53 0,-2 3-37 0,8 0-31 16,-7 0-24-16,7-3-23 0,0 3-50 0,-8-3-65 0,8 3-90 15,-7-3-99-15,0 3-87 0,0-3-79 0,0 0-49 0,0-1-31 0,-6 1-15 16,-1 3-9-16,0-3-5 0,1 0-3 0,-7 3 3 0,7-4 8 0,-7 6 31 16,0-7 43-16,6 6 64 0,-6-5 168 0</inkml:trace>
  <inkml:trace contextRef="#ctx0" brushRef="#br0" timeOffset="-92498.04">7821 10093 0 0,'0'-15'176'0,"7"4"114"0,-7-4 35 0,0 4 32 15,0 1 33-15,0 2 25 0,0 4 21 0,0-3 17 0,0 3 14 16,0 4 10-16,0-4 8 0,0 4-41 0,0 0-68 0,6 0-56 15,-6 4-53-15,7 0-38 0,0-1-33 0,-1 5-33 0,7-5-31 0,-6 8-23 16,5-3-22-16,2 3-16 0,-1 0-14 0,-7 0-15 0,8 0-16 0,-2 0-23 16,-6 4-29-16,8-5-42 0,-8 5-50 0,1 0-65 0,-7-4-72 15,6 4-66-15,-6-1-62 0,0 1-50 0,-6 0-45 0,6-1-24 16,-7 1-10-16,-6-1-2 0,6 1 5 0,-5 0 13 0,-2-1 20 0,2 1 35 16,-8-1 45-16,7 1 61 0,-7-4 71 0</inkml:trace>
  <inkml:trace contextRef="#ctx0" brushRef="#br0" timeOffset="-92313.41">7691 10467 52 0,'0'0'180'0,"0"0"15"0,0 0 10 0,0 0 21 0,0 0 22 16,0 0 32-16,7-5 36 0,-1 2 40 0,0-1 43 0,8-3 1 0,-8 3-16 16,7-3-22-16,7 3-23 0,-8-3-17 0,8 0-15 0,0-1-11 15,-1 1-9-15,1 0-17 0,0-1-23 0,6 1-30 0,-7-1-34 0,1 1-39 16,6 4-43-16,-7-5-28 0,1 1-23 0,0 4-14 0,-1-5-9 16,-6 5-10-16,6-2-8 0,-5 2-16 0,-2 0-17 0,1-2-25 15,-6 5-27-15,0-3-41 0,-1 3-48 0,-6-4-61 0,0 4-71 0,0 0-59 16,0 0-52-16,-6 0-36 0,-1 0-29 0,0 4-11 0,-6-4-5 0,1 3 9 15,-2 2 13-15,2-5 21 0,-2 6 27 0,1-1 39 0,-7-2 44 16,8 0 63-16,-8 5 161 0</inkml:trace>
  <inkml:trace contextRef="#ctx0" brushRef="#br0" timeOffset="-92164.47">7809 10419 152 0,'-7'7'198'0,"-6"4"19"0,7 0 21 16,-2-4 26-16,2 8 31 0,0-4 42 0,-1 0 51 0,7 4 35 16,-6-1 26-16,6 4-19 0,-7-3-41 0,7 3-32 0,0 2-30 0,0-3-21 15,0 2-15-15,0-1-19 0,7 0-20 0,-7-3-33 0,6-1-38 16,1-3-62-16,-1 4-77 0,0-4-79 0,2-4-85 0,-2 0-82 15,7 1-82-15,-6-8-71 0,5 3-66 0,1-6-34 0,-6 0-16 0,6-4-9 16,0-2-3-16,0-1 3 0,7-5 6 0,-7 0 21 0,-1 1 24 16,2-5 47-16,-2 5 56 0,2-1 66 0,-8 1 260 0</inkml:trace>
  <inkml:trace contextRef="#ctx0" brushRef="#br0" timeOffset="-92030.66">8049 10580 0 0,'0'7'96'0,"0"4"154"16,0 0 27-16,0 0 21 0,0 0 20 0,-6 0 25 0,6-4 26 15,0 4 26-15,-7 0 29 0,7 0 18 0,0 0 14 0,0-3-36 0,0 3-60 16,0-4-54-16,0 4-51 0,0-4-38 0,7 0-32 0,-7 1-38 15,0-5-43-15,0 5-62 0,0-4-71 0,6-1-91 0,-6-3-99 16,0 0-87-16,0 0-83 0,0 0-41 0,-6 0-22 0,-1 0-10 16,1-3-4-16,0 3 1 0,-2-4 3 0,-4 1 18 0,-2-2 21 0,2 5 39 15,-1-3 44-15,-7 3 63 0,8 0 241 0</inkml:trace>
  <inkml:trace contextRef="#ctx0" brushRef="#br0" timeOffset="-91898.06">7515 10854 90 0,'-6'8'158'0,"6"-1"3"0,0 0 1 15,-6-3 0-15,12 3 1 0,-6-2 0 0,0-2 0 0,6 1-6 0,7-4-8 16,-6 3-46-16,6-6-65 0,7 3-50 0,-1-4-44 0,0-4-32 16,8 1-26-16,-1 0-19 0,6-4-15 0,1-4-8 0,-1 0-3 15,7 1-2-15,-6-1-1 0,6 1 4 0,0-1 10 0,0 1 24 16,-6 3 74-16</inkml:trace>
  <inkml:trace contextRef="#ctx0" brushRef="#br0" timeOffset="-91763.97">8128 10715 51 0,'26'-3'121'0,"-7"3"30"0,-6 0 32 0,6 3 32 0,-12-3 31 0,6 4 33 15,-7 0 31-15,2-1 24 0,-2 1 20 0,0-1 9 0,-6 1 4 16,0 1-3-16,0-5-7 0,7 2-13 0,-7 3-15 0,-7-2-21 15,7-3-27-15,0 3-28 0,-6 2-32 0,6-5-34 0,-6 3-34 0,-2 1-49 16,-4-4-56-16,5 3-57 0,-6-3-59 0,0 4-66 0,0 0-70 16,0-4-55-16,0 3-48 0,-6-3-36 0,-1 4-31 0,1 0-29 0,-1-4-29 15,0 3-13-15,-5-3-8 0,-1 4 9 0,-1-1 13 0,1 1 30 16,0-4 35-16,-7 4 53 0,7 0 60 0,-6-1 51 0,6 5 120 0</inkml:trace>
  <inkml:trace contextRef="#ctx0" brushRef="#br0" timeOffset="-91531.31">7678 10854 120 0,'-19'8'194'15,"5"3"26"-15,2-4 22 0,5 5 18 0,-6-5 18 0,13 4 19 16,-7-4 22-16,14 0 32 0,-7 1 38 0,6-1-2 0,1 0-26 0,6 1-24 15,0-5-26-15,0 4-24 0,7 1-23 0,-1-5-17 0,7 1-15 16,-6-1-15-16,5 1-11 0,2 0-16 0,-1 0-17 0,0-4-28 16,6 3-36-16,-5-3-22 0,-1 0-16 0,0 0-9 0,-1 0-6 0,1 4-4 15,-6-4 0-15,0 0-1 0,5 4 2 0,-5-4 1 0,0 3 2 0,-7 1 2 16,7-4 0-16,-8 5 4 0,-5-3 2 0,6 2 6 0,-6 0 4 16,-1-1 6-16,0 1 5 0,1 4 5 0,-7-5 3 0,0 5 1 15,-7-1-2-15,7 0-5 0,-6 1-3 0,-7 2-5 0,7 1-6 0,-8 0-5 16,-5 4-8-16,0 3-13 0,-8 0-19 0,7-3-26 0,-12 7-33 15,-1-3-38-15,1 3-40 0,-1-4-55 0,-5 0-65 0,-1 0-83 0,-1 1-95 16,1-5-78-16,-6-2-70 0,13-1-34 0,-8 0-18 0,1-8-3 16,6 1 5-16,7-4 17 0,-6 0 22 0,12-7 29 0,-5 0 33 0,5-1 52 15,0-7 60-15,7 0 82 0,0-3 253 0</inkml:trace>
  <inkml:trace contextRef="#ctx0" brushRef="#br0" timeOffset="-91347.03">7528 11093 57 0,'13'7'344'16,"0"4"50"-16,1 4 32 0,5-1 26 0,0 1 24 0,1 3 23 0,-1 1 24 15,7 3 23-15,1 0 24 0,5-1 20 0,1 1 17 0,-1 4-54 16,1 0-89-16,6 0-84 0,0-1-81 0,0 1-47 0,0-1-32 16,1 1-25-16,-1-4-22 0,-1 0-24 0,1-4-127 0,1 1-22 0,-1-1 0 15,0-4 0-15,-1 1 0 0,2-4 0 0,-1 0 0 0,-6 0-92 16,5-3-180-16,-5-1-107 0,-1 0-119 0,-5-3-69 0,-1 3-41 0,0-3-22 16,0 0-9-16,-7 3 0 0,-5-3 6 0,-2 3 19 0,2 0 26 15,-8 4 33-15,0-4 39 0,1 4 65 0,-7 0 78 0</inkml:trace>
  <inkml:trace contextRef="#ctx0" brushRef="#br0" timeOffset="-86714.29">8967 11132 123 0,'0'0'164'0,"0"0"13"0,0 0 16 16,-6 5 19-16,6-5 25 0,-6 0 26 0,6 0 31 0,-6 0 23 0,6 0 19 16,-8 0-4-16,8-5-15 0,0 5-13 0,-6 0-13 0,6-3-8 15,-6 3-9-15,6-3-9 0,0-1-14 0,0 0-19 0,-7-3-20 0,7 3-25 16,0-7-28-16,-7 4-28 0,7-4-29 0,0 0-22 0,0 0-20 15,0-8-12-15,0 5-9 0,0-8-4 0,7 3-3 0,-7-6-4 0,7 0 1 16,-7-1-2-16,6-4 0 0,0-3-2 0,8 1 0 0,-8-5-3 16,0 5 0-16,8-6-1 0,-1 2-1 0,-7-1 0 0,8 0-1 0,-2 1 0 15,-6-1 1-15,8 4 1 0,-8 0 1 0,1 0 1 0,6 4 0 16,-6 0 1-16,-1 3-1 0,0 4-1 0,0 0 0 0,2 4-3 0,-2 3-2 16,0 4-1-16,-6 0-1 0,7 4-2 0,-1 0-2 0,1 3 1 15,0 0-2-15,-1 1 1 0,0 3-1 0,1 0 2 0,6 0 0 16,0 3 2-16,7-3 2 0,0 4 4 0,-8 0 3 0,14-1 3 0,-6 1 1 15,5-1 2-15,2 1 1 0,-1 3 0 0,0-3 1 0,7 3-1 16,-1 1 2-16,1-1 0 0,-7 4 2 0,6-4-3 0,1 4-1 0,-1 4-2 16,-6-1-3-16,1 2-2 0,-1-2 0 0,-1 4-2 0,-5 1-2 15,0 3-1-15,-1-4 0 0,1 4-2 0,-8 0-4 0,2 0-2 0,6-1-2 16,-8-2-1-16,-5 3-2 0,6-4 1 0,0 1-2 0,0-1 0 16,0-3-2-16,0-4 1 0,-7 3-1 0,14-6-2 0,-14 3 0 0,8-8 1 15,-2 5 0-15,2-5 1 0,-1-3 0 0,-1-3-1 0,2 3 2 16,6-8 0-16,-8 5 0 0,1-5 2 0,1-3-2 0,-8 4 1 15,6-4 1-15,2 0-1 0,-1-3 1 0,-7-1 0 0,8 0 0 0,-8 0 0 16,0 1 0-16,2-5-1 0,-2 1 1 0,0 4 1 0,0-5-1 16,-6-2 0-16,7 2 0 0,-7-3 1 0,0 0-1 0,0-4 0 0,0 4 0 15,0-4 0-15,0 1-1 0,-7-1 0 0,7 1-1 0,-6 3 0 16,6-4 0-16,-6 4 1 0,0 0-1 0,-2 0 3 0,2 4 4 16,6 3 1-16,-6 1 3 0,-1-1 2 0,0 0 2 0,-6 4 3 0,7 0 6 15,0 4 3-15,-2-1 5 0,-4 1 3 0,6 3 1 0,-1-3 2 16,0 3-1-16,1 4-2 0,-7-3-2 0,7 3-1 0,-2 0-1 0,-4 0-1 15,6 0-2-15,-2 0-3 0,2 3-2 0,-7-3-5 0,7 4-3 16,-1 0-2-16,-6-1-3 0,7 1-2 0,-8 0 1 0,8 4-1 16,-7-5 0-16,0 4 0 0,0 4-1 0,0-3-3 0,0 3-7 0,0 0 0 15,-7 3 0-15,8 1 0 0,-8 3 0 0,0 0 0 0,1 4 0 0,-1 0 0 16,0 1 0-16,1 6 0 0,0 0 0 0,-1 0 0 0,-6 0 0 16,6 5 0-16,-6-1 0 0,6-1 0 0,-5 1 0 0,5 1 0 15,-6 2 0-15,7-3 0 0,-7 0 0 0,6 0 0 0,0 0 0 0,1 0 0 16,-1 0 0-16,0-3 0 0,8-1 0 0,-8 0 0 0,7 0 0 15,1-3 0-15,-2 0 0 0,2-4 0 0,-2 0 0 0,8-1 0 16,-7-3 0-16,6-3 0 0,0 5 0 0,1-10 0 0,0 0 0 0,0 1 0 16,6-3 0-16,-8-4 0 0,2 3 0 0,6-3 0 0,-6-4 0 0,-1 0 0 15,1 0 0-15,-1 0 0 0,0 0 0 0,1-4 0 0,-7 1 0 16,0-1 0-16,0 0 0 0,0-4-106 0,-6 2-33 0,5-6-44 16,-5 1-53-16,-1 0-77 0,0 0-90 0,2-7-79 0,-2 3-72 0,0-3-32 15,1-4-9-15,-1 4 3 0,0-4 10 0,1 0 16 0,6 0 19 16,-6-4 23-16,5 4 26 0,1 0 43 0,1 1 52 0,5 2 79 15,-6-3 221-15</inkml:trace>
  <inkml:trace contextRef="#ctx0" brushRef="#br0" timeOffset="-39881.35">11196 10723 0 0,'0'10'8'0,"0"-1"235"16,-8-7 47-16,8 6 31 0,0-5 22 0,0 5 14 0,0-4 12 0,-6-4 17 16,6 3 23-16,6 1 20 0,-6-4 19 0,8 0-16 0,-2 0-32 15,0 0-40-15,7 0-44 0,0-4-41 0,0 4-41 0,7 0-26 0,-1 0-17 16,7-3-13-16,0 3-7 0,0 0-16 0,7-4-21 0,-7 4-19 15,7 0-17-15,-1-3-17 0,1 3-18 0,-7 0-12 0,6 0-11 0,1 0-10 16,-7 0-8-16,7 3-12 0,-7-3-15 0,-7 0-17 0,7 4-20 16,-6-4-31-16,0 0-34 0,-1 0-55 0,-6 0-65 0,-7 0-71 15,7 0-72-15,-7 0-62 0,2 0-58 0,-8-4-29 0,0 4-13 0,0-3 0 16,-8-5 6-16,8 5 13 0,-12-2 18 0,5-2 27 0,-6 0 31 16,7 0 55-16,-7-1 64 0</inkml:trace>
  <inkml:trace contextRef="#ctx0" brushRef="#br0" timeOffset="-39498.32">11579 10268 11 0,'-6'-7'290'0,"0"0"42"16,-2 3 33-16,2 4 25 0,6 4 22 0,-6-1 19 0,-1 1 18 0,7 3 14 15,0 4 17-15,0 4 13 0,-7-1 13 0,14 8-51 0,-7 1-83 16,0 2-65-16,0 5-54 0,7 2-37 0,-7 9-27 0,6-1-20 16,-6 0-16-16,6 8-14 0,2 0-14 0,-8 3-13 0,6 4-12 0,0-4-12 15,-6 8-13-15,7-4-10 0,-7-1-11 0,6 1-7 0,-6 1-6 16,0-2-5-16,7 2-4 0,-7-5-6 0,0 0-5 0,0-3-5 0,0-1-4 15,0-3-2-15,-7 1-3 0,7-9-3 0,0 1-5 0,0-1-4 16,0-6-6-16,-6-1-5 0,6-7-7 0,0 0-6 0,0-8-7 16,0 1-6-16,0-5-5 0,0-2-6 0,0 0-8 0,-7-4-6 0,7-4-8 15,-6 0-3-15,0-4-4 0,-2 0 0 0,-4-3 1 0,5-1 0 16,-6-3 2-16,0 0 2 0,-7 0 2 0,8-3 4 0,-8-4 4 0,1 3 5 16,-1-7 7-16,-6 4 6 0,6-1 6 0,-5-3 6 0,5 0 6 15,-6 4 7-15,6 0 7 0,-5 0 9 0,5-1 10 0,0 5 7 16,7-1 6-16,1 3 4 0,4 2 3 0,2-1 2 0,0 3 0 0,6 1 3 15,0-4 4-15,6 4 0 0,0-1 3 0,8 1 0 0,-2-4-3 0,8 4-4 16,-1-4-3-16,7-4-4 0,1 3-2 0,-1-2-3 0,6 0 0 16,1-5-4-16,-1 5-7 0,1-8-13 0,6 4-16 0,0-4-35 15,-6-1-45-15,6 1-63 0,0-3-74 0,0-1-69 0,-6 1-67 0,6-1-49 16,0-2-40-16,-1 1-20 0,-4-2-10 0,-2 3-2 0,1 1 2 16,-1 2 10-16,1-2 13 0,-7 6 34 0,-1-2 41 0,1 2 63 0,1-3 74 15</inkml:trace>
  <inkml:trace contextRef="#ctx0" brushRef="#br0" timeOffset="-38664.25">12413 10330 12 0,'0'-18'310'0,"0"4"59"0,6 3 50 0,-6 0 36 0,0 3 28 0,0 1 25 15,0 3 23-15,0 4 22 0,0 0 24 0,0 0 20 0,0 0 20 16,-6 0-48-16,6 4-79 0,0 0-73 0,-6-4-70 0,-1 7-55 0,0-3-50 16,1 3-35-16,-7 4-26 0,7 0-166 0,-8 0-15 0,2 3 0 15,-8 5 0-15,7-1 0 0,-7 4 0 0,0 0 0 0,1 0 0 0,-1 0 0 16,2 0 0-16,-2 0 0 0,-7 3 0 0,8-2 0 0,0-1 0 15,-1 1 0-15,0-3 0 0,1 3 0 0,5-1 0 0,-5-4-50 16,6 0-59-16,6 4 1 0,-5-4 4 0,6 1 6 0,-8 3 8 0,14 0 9 16,-6-4 9-16,-1 8 11 0,7-4 10 0,0 3 10 0,0 1 9 15,-7 0 10-15,7-1 7 0,7 5 4 0,-7-5 5 0,0 4 4 16,0-2 3-16,0 2 6 0,7-4 5 0,-7 1 3 0,6-4 5 0,-6 1 1 16,6-6 2-16,2 2 2 0,-2-1 1 0,0-4 0 0,0-3 1 0,1 0 0 15,6-3 0-15,-6-1-1 0,5-3-1 0,-4-1-4 0,4 0-5 16,1-3-3-16,0 0-3 0,0-3-1 0,1-4-2 0,-2 3-3 15,2-7-5-15,-2 0-7 0,1 0-9 0,1-3-11 0,6-4-11 0,-14-1-10 16,6-3-12-16,2 0-10 0,-1 0-8 0,-7 0-9 0,8-3-6 0,-8 3-4 16,6-4-7-16,-5 4 1 0,0 0 2 0,-1 0 6 0,1 4 7 15,-7 0 11-15,6 3 9 0,1 0 12 0,-7 4 10 0,0 0 10 16,7 4 10-16,-7-1 10 0,0 5 8 0,0-1 9 0,6 0 8 0,-6 4 6 16,0 0 8-16,0 4 6 0,0-4 5 0,6 4 6 0,-6-1 5 15,6 2 6-15,-6 2 5 0,8-4 2 0,-8 5 2 0,6-1-1 16,0 0 0-16,-6 1-3 0,7-1-3 0,-1 4-5 0,-6-4-4 0,7-3-5 15,0 3-8-15,-7-3-11 0,6-1-16 0,-6 1-16 0,6-1-18 16,0-3-17-16,-6-3-16 0,8 3-19 0,-2-4-22 0,0-3-30 0,-6 0-36 16,7 0-36-16,0-4-38 0,-1 0-31 0,1 0-26 0,-1-8-10 15,0 4-3-15,1-3 5 0,0 0 10 0,-1-4 12 0,7 4 12 16,-6-4 22-16,-1 3 26 0,7-2 44 0,-7 2 51 0,8 1 60 0,-8-1 62 16,0 5 60-16,8-1 56 0,-8 0 53 0,7 5 46 0,-6-1 29 15,6 0 22-15,-7 3 15 0,8 1 10 0,-2 3 6 0,2 0 0 0,-8 4-7 16,7-2-10-16,0 4-17 0,0-2-19 0,7 4-23 0,-7 3-24 15,-1-3-30-15,2 4-31 0,6-1-19 0,-8 4-14 0,1 0-9 0,7 0-5 16,-8 3-5-16,2 1-5 0,5 0-4 0,-6-1-3 0,0 1-4 16,1-1-3-16,-8 2-3 0,7 2-4 0,-6-4-3 0,-1 1-4 0,0 3-4 15,-6-3-3-15,0-1-5 0,0 1-5 0,0 0-6 0,-6 0-8 16,0-4-15-16,6 0-16 0,-14 3-21 0,8-6-25 0,-7 3-27 16,0-4-33-16,0 0-46 0,-7-3-54 0,8-1-65 0,-8 1-69 0,0-4-52 15,1 0-45-15,-1-4-36 0,0 1-32 0,1-1-7 0,-1-3 6 0,1-4 13 16,0 4 19-16,-1-4 26 0,7-4 29 0,-7 4 48 0,8-3 59 15,-2-2 86-15,8 2 102 0,-7-1 79 0,-1 0 68 0,8 1 60 16,0-1 58-16,-1 4 46 0,0 4 40 0,1-4 39 0,0 4 39 0,6 3 42 16,-7 1 42-16,7 3 34 0,0 0 28 0,0 0 1 0,0 7-15 15,0 0-12-15,0 0-9 0,7 4-12 0,-7 4-11 0,6 3-20 16,-6 0-23-16,6 8-26 0,1 0-28 0,0 3-32 0,-1 1-36 0,0 6-31 16,2-3-29-16,-8 4-20 0,6 3-15 0,0 0-12 0,1 0-10 15,-7 1-11-15,6-1-6 0,-6 0-8 0,0 1-9 0,0-1-11 16,0 0-14-16,0-3-21 0,0-4-27 0,0 0-33 0,0-4-34 0,0-3-54 15,7-8-64-15,-7 1-84 0,0-5-93 0,7-6-77 0,-1-5-72 0,-6-3-34 16,6-7-18-16,8-3-6 0,-8-2 2 0,0-7 13 0,8-3 17 16,-1-3 27-16,-7-4 29 0,7-4 51 0,0-4 60 0,0 0 82 15,0-3 253-15</inkml:trace>
  <inkml:trace contextRef="#ctx0" brushRef="#br0" timeOffset="-38364.08">13084 10301 14 0,'13'-11'318'0,"0"4"54"0,-7 7 38 15,1 4 26-15,-1-1 17 0,1 5 18 0,0-1 17 0,-1 0 18 16,-6 5 18-16,6-6 19 0,-6 5 19 0,0 1-45 0,0-1-80 0,0-1-77 16,0 2-78-16,0 2-50 0,-6 1-38 0,0-1-23 0,-1 1-18 15,0 3-18-15,1 1-18 0,-7-1-23 0,6 1-27 0,-6-1-31 0,1 0-35 16,4 0-30-16,-4 4-26 0,-1-7-19 0,6 4-16 0,-6-5-9 16,7 1-8-16,0-4-6 0,6 0-3 0,-8-4-3 0,8 0 0 0,8-3 6 15,-2 0 8-15,0-1 12 0,0-3 15 0,8 0 16 0,5-3 16 16,-5 3 17-16,5-4 13 0,0 0 12 0,1 1 12 0,-1-1 9 15,7 0 7-15,-6-3 4 0,7 3 5 0,-9-3 1 0,9 3 0 0,-7-3 2 16,-2 3 0-16,2-3-1 0,-1 4-2 0,1-1-4 0,0-3-6 16,-7 3-15-16,7-3-16 0,-8 2-24 0,2-2-26 0,-2 4-44 0,-5-5-52 15,6 1-68-15,-6 0-76 0,-1-1-63 0,0 5-61 0,1-5-39 16,-7-3-31-16,7 4-13 0,-7 0-7 0,0 0 6 0,6-4 10 16,-6 3 19-16,-6-3 22 0,6 4 40 0,0-4 51 0,0 0 66 0,-7 0 132 15</inkml:trace>
  <inkml:trace contextRef="#ctx0" brushRef="#br0" timeOffset="-37730.85">13461 10184 0 0,'-6'-11'126'0,"6"7"188"0,-6 1 56 0,-2 3 38 0,8 3 29 0,-6 1 21 0,0 4 15 16,6-1 16-16,-6 0 14 0,6 4 14 0,0 0 15 0,0 4-28 15,0-1-51-15,0 5-64 0,-7-1-69 0,7 0-62 0,0 5-55 0,0-1-38 16,-7-1-27-16,7 1-20 0,-6 4-17 0,6-4-18 0,-7 3-21 16,1-2-25-16,6 2-26 0,-6-3-31 0,-2 0-27 0,2-4-29 15,-6 4-28-15,4-4-37 0,2 1-39 0,-7-1-45 0,0 1-46 0,6-1-42 16,-5 0-41-16,-2-3-19 0,2 3-8 0,-1-3 4 0,-1 3 12 0,2-3 27 15,-8-4 32-15,14 4 46 0,-8-4 49 0,1-1 62 0,7 1 70 16,0-3 78-16,-1-1 79 0,0-3 69 0,1 3 62 0,6-3 39 16,-6-4 25-16,6 3 14 0,0-3 10 0,0 0-1 0,0 0-4 0,6 0-14 15,-6 0-17-15,6-3-22 0,8 3-24 0,-8-4-29 0,7-3-29 16,0 3-24-16,6-3-21 0,1-1-12 0,0 1-10 0,-1 0-8 16,1-4-9-16,6 4-9 0,-7-5-10 0,7 2-11 0,-6 2-8 0,6 1-14 15,-7 0-10-15,7 0-16 0,-12-1-15 0,5 0-15 0,1 6-15 16,-8-3-17-16,2 1-16 0,-1 1-23 0,-1-1-23 0,-4 4-30 0,-2-3-30 15,0 3-35-15,-6 0-37 0,0 0-38 0,0 0-34 0,0 0-23 16,0 0-16-16,0 3-7 0,-6 1-3 0,0 3 1 0,-2-2 6 16,-4 2 13-16,5-1 19 0,-6 2 26 0,0-1 29 0,0 1 38 0,0-1 43 15,-6 4 46-15,-1-4 50 0,0 4 43 0,1 0 40 0,-1 0 38 16,-6 0 37-16,6 4 44 0,-5-4 45 0,-1 3 50 0,6 1 47 0,1 4 50 16,-1-5 48-16,0 1 26 0,1-1 20 0,6 4 7 0,0-3 4 15,7 0 0-15,-8 3-4 0,8-3-9 0,0 4-11 0,-1-5-20 0,7 4-25 16,-7-3-31-16,7 3-35 0,-6-3-36 0,6-1-40 0,0 5-25 15,0-4-17-15,0-1-14 0,0-3-12 0,0 4-9 0,6-4-10 0,-6 0-10 16,7-4-10-16,0 0-11 0,-1-3-8 0,0 0-10 0,8-1-9 16,-8-3-10-16,7-3-9 0,7-1-9 0,-8-3-7 0,8-1-8 15,0-2-6-15,-1-5-5 0,7 0-6 0,0 1-6 0,-7-4-4 0,7 0-7 16,1-5-6-16,-1 8-7 0,-6-3-5 0,6 0-4 0,-7 3-2 16,1 4 0-16,-1 0 2 0,1 0 3 0,-8 3 4 0,8 5 5 0,-6-1 5 15,-2 1 5-15,1 3 6 0,-6 3 6 0,6 1 7 0,-7-1 6 16,8 5 7-16,-8 0 6 0,0 3 6 0,1 0 4 0,-7-1 4 0,7 1 4 15,-7 0 1-15,0 0 1 0,0 0 2 0,0 4 0 0,0-4 1 16,0 1-1-16,-7-2-1 0,0 5 0 0,1-4-1 0,0 0-7 16,-2 0-8-16,2 0-14 0,-6 0-15 0,5-1-27 0,-6 1-29 0,0 0-45 15,-1-3-49-15,2 3-59 0,-8-4-62 0,7-3-54 0,0-1-46 16,-6 0-43-16,5-3-43 0,-5 0-16 0,6 0-5 0,0-6 7 16,-1-2 11-16,2 1 23 0,-1-4 28 0,6 0 43 0,-6-4 49 0,7 1 58 15,-8-4 64-15</inkml:trace>
  <inkml:trace contextRef="#ctx0" brushRef="#br0" timeOffset="-37564.82">13325 10928 73 0,'0'-11'193'0,"0"4"31"16,0-1 38-16,0 8 39 0,0 0 40 0,0 0 39 0,6 4 37 0,1 3 25 16,-1 1 19-16,0-1-19 0,-6 8-33 0,14-1-29 0,-8 1-26 15,0 7-25-15,2-4-24 0,-2 7-32 0,-6 2-34 0,6-2-37 16,1 4-36-16,-7 0-36 0,6 4-33 0,-6-3-21 0,0 3-17 0,0 0-10 16,0-4-8-16,0 1-6 0,0-1-4 0,0-4-10 0,0 1-13 0,7-1-21 15,-7-6-22-15,0 0-44 0,0-8-52 0,7 0-72 0,-7-4-83 16,0 0-71-16,6-3-67 0,-6-4-42 0,0-4-29 0,6-3-13 15,0 0-7-15,-6-4 4 0,8-5 8 0,-2 2 18 0,0-5 20 0,1-2 41 16,0-1 48-16,-1 0 69 0,7-3 150 0</inkml:trace>
  <inkml:trace contextRef="#ctx0" brushRef="#br0" timeOffset="-37363.86">13774 10612 111 0,'6'12'260'0,"-6"3"29"0,7-1 25 0,-7 4 33 0,7 4 35 0,-1-3 29 15,-6-1 27-15,0 4 17 0,6 0 12 0,-6-4-9 0,0 4-21 16,0 0-51-16,0-4-66 0,0 4-51 0,0-3-42 0,0-1-38 0,0-3-35 16,-6 0-59-16,6-1-68 0,0-3-82 0,0-4-88 0,0 0-88 15,0-3-84-15,0-4-66 0,0 0-52 0,0 0-28 0,6-4-14 16,-6-3-8-16,8-4 0 0,-2 1 5 0,0-5 11 0,-6 0 26 16,7-7 31-16,6 4 53 0,-7-8 63 0</inkml:trace>
  <inkml:trace contextRef="#ctx0" brushRef="#br0" timeOffset="-37097.68">14002 10393 0 0,'7'-11'92'0,"-1"3"180"0,-6 1 43 0,6 4 47 0,2 3 46 0,-2 3 31 16,-6 1 25-16,6 3 18 0,1 1 17 0,-1-1 16 0,1 4 13 15,-7 4-27-15,6-1-51 0,1 4-50 0,-1 1-46 0,-6 7-42 0,6-4-35 16,-6 7-38-16,8 0-35 0,-8 0-24 0,0 8-18 0,0 0-15 16,-8-1-10-16,8 9-11 0,-6-2-11 0,6 1-9 0,-6 4-9 0,-1 0-89 15,-6 3-8-15,7-3 0 0,-1 3 0 0,1 0 0 0,-8-3 0 16,8-4 0-16,0-1 0 0,-1 1 0 0,7-7 0 0,-7 0 0 0,1-4 0 15,6-4 0-15,-7-3 0 0,7-4 0 0,-6-4 0 0,6 0 0 16,0-7 0-16,0 0 0 0,-6-4 0 0,6 1 0 0,0-5 0 0,-7-3 0 16,0 0 0-16,7-3 0 0,-6-1 0 0,0-3 0 0,-8 0 0 15,8-1 0-15,-7-3-19 0,0-3-117 0,-6-1-27 0,-1 1-51 16,-6-5-60-16,7-3-82 0,-15 0-88 0,2-4-66 0,-1 1-53 16,1-4-21-16,-7-1-6 0,0 1 3 0,-7-4 8 0,7 4 18 0,-6-1 17 15,5-3 27-15,-5 7 28 0,5-3 54 0,8 7 68 0</inkml:trace>
  <inkml:trace contextRef="#ctx0" brushRef="#br0" timeOffset="-34031.73">14803 10990 111 0,'0'0'204'0,"-7"0"27"0,7 4 31 0,-6-4 30 0,0 0 33 0,6 0 38 16,0 3 40-16,-7-3 30 0,7 0 21 0,-6 0-16 0,6 0-35 15,0 0-31-15,0 0-27 0,0 0-25 0,0 0-27 0,0 0-28 0,0 0-29 16,0 0-30-16,0 0-33 0,0 0-34 0,6 0-36 0,1 0-20 16,-1 0-14-16,0 0-4 0,1 4 2 0,12-4 5 0,-5 0 8 0,12 0 7 15,-7 0 5-15,7 0 4 0,7 4 4 0,-1-4 5 0,1 0 1 16,7 0 1-16,-2 0-2 0,1 0-5 0,0-4-7 0,7 4-9 15,-7-4-11-15,7 1-10 0,-1-1-12 0,-6 0-7 0,7 0-7 0,-1 1-4 16,-5-1-25-16,5-3-8 0,-6 3 0 0,1-3 0 0,5 4 0 16,-13-5 0-16,7 5 0 0,-6-1 0 0,-1 0 0 0,-6-3 0 0,7 3 0 15,-7 1 0-15,-6 3 0 0,-1-4 0 0,1 0 0 0,0 1 0 16,-8 3 0-16,2-4 0 0,-1 0 0 0,-1 4 0 0,-5-3 0 0,0-1 0 16,-1 4 0-16,0-3 0 0,-6-2 0 0,7 2 0 0,-7-1 0 15,0 0 0-15,0-3 0 0,-7 0 0 0,7 3 0 0,-6-3 0 0,6-4 0 16,-6 3 0-16,-8-2-7 0,8-1-58 0,-7 3-9 0,0-3-5 15,0-3-7-15,0 3-3 0,0-1-3 0,-7 1 2 0,7 0 3 0,-7 1 6 16,1-1 7-16,0 0 7 0,6 0 6 0,-7 0 9 0,0 3 7 16,8-3 8-16,-8 4 6 0,7 0 6 0,0 3 7 0,6-3 6 15,1 3 6-15,-7 1 4 0,13-1 5 0,-7 4 1 0,1 0 1 0,6-4 1 16,0 4 0-16,0 0 3 0,0 4 3 0,6-4 5 0,1 4 4 16,-7-1 3-16,13 1 2 0,-7 3 3 0,1-3 2 0,6 3 4 15,0 0 5-15,7 4 3 0,-8-3 4 0,8 3 4 0,0-4 3 0,-7 4 2 16,6-4 0-16,8 4-2 0,-8 0-1 0,0 1 0 0,1-1-1 0,6-1 0 15,-6 1-2-15,-1 4-2 0,7-4-3 0,-6 0-3 0,-1 3-3 16,8-3-1-16,-8 4-2 0,0-4-2 0,0 4-25 0,1 0-9 16,0-1 0-16,-1-3 0 0,1 4 0 0,-7 0 0 0,0-1 0 0,0 0 0 15,0 1 0-15,-6-4 0 0,-1 4 0 0,8-1 0 0,-14-3 0 16,6 5 0-16,-6-5 0 0,0 3 0 0,0-3 0 0,-6 4 0 16,6-1 0-16,-14-3 0 0,8 4 0 0,-7-1 0 0,-1 2 0 0,2-1 0 15,-8 2 0-15,0-2 0 0,-5 0 0 0,5 3 0 0,-6 0 0 0,-7 0 0 16,7-4 0-16,-6 6 0 0,5-2 0 0,-5-3 0 0,-1-1-90 15,7 1-226-15,-6-4-86 0,5-4-80 0,2 0-77 0,5-7-41 16,8 0-26-16,-2-3-3 0,1-8 7 0,6 0 20 0,7-8 25 0,7 1 26 16,0-4 30-16,5-4 37 0,2-3 43 0,-1 0 72 0,6 0 87 0</inkml:trace>
  <inkml:trace contextRef="#ctx0" brushRef="#br0" timeOffset="-33697.58">16639 10488 98 0,'14'-7'351'0,"-8"3"47"0,7 1 34 0,-6-1 25 0,0 4 19 16,-7 4 22-16,6-1 19 0,0 1 20 0,-6 3 18 0,6 4 16 16,-6 0 16-16,8 0-60 0,-8 4-99 0,6 3-79 0,-6 0-69 0,0 4-43 15,0 1-28-15,0 2-22 0,0 4-17 0,0 1-19 0,-6-1-17 0,6 4-92 16,-8 3-42-16,2 1 0 0,0 0 0 0,-7 3 0 0,6 1 0 16,-6 2 0-16,7 2 0 0,-8-2 0 0,2 1 0 0,-2 0 0 0,2 0 0 15,-1-4 0-15,6 1 0 0,-6-4 0 0,7-4 0 0,0-4 0 16,6 0 0-16,0-3 0 0,0-8 0 0,6 1 0 0,0-5 0 15,0 1 0-15,1-4 0 0,6-4 0 0,0 0 0 0,7 1 0 0,-8-5 0 16,8 1 0-16,0-4 0 0,5 0 0 0,-5 0 0 0,0 0 0 16,6-4 0-16,0 1 0 0,-6-1 0 0,6 0 0 0,0 1 0 15,0-4 0-15,-1 3 0 0,-5-4 0 0,7 5 0 0,-1-5 0 0,-7 5 0 16,7-4 0-16,-6 3 0 0,-1-3 0 0,1 3 0 0,-1 0 0 16,0 1 0-16,-5-2 0 0,-1 2 0 0,-7 0 0 0,7-2 0 0,-6 5 0 15,-1-3 0-15,-6 3 0 0,6-4-135 0,-6 1-282 0,0 3-106 16,0 0-68-16,0-4-47 0,-6 0-16 0,6 0 1 0,-6 1 12 15,-1-1 16-15,7 1 24 0,-13-1 28 0,7 4 32 0,-1-4 34 0,1 1 57 16,0 3 66-16</inkml:trace>
  <inkml:trace contextRef="#ctx0" brushRef="#br0" timeOffset="39735.28">19564 6110 104 0,'-7'-3'108'0,"1"-5"6"0,-7 1 4 0,6 0 6 0,1-4 7 0,0 4 2 16,-1-4 1-16,0 3-9 0,1-3-15 0,6 0-4 0,-7 0-1 0,7-4 1 16,-6 4 2-16,6-3 4 0,0-1 5 0,0 1 8 0,0-1 6 15,0 0 8-15,0-3 10 0,0 3 4 0,0-3 3 0,6 3 1 16,-6-3 2-16,0 3 0 0,7-3-3 0,-7 0-2 0,0 3-1 0,0-4-4 15,6 1-1-15,-6 0-5 0,7-4-6 0,0 4-8 0,-1-4-10 16,0 0-8-16,1-4-8 0,0 4-7 0,5-4-9 0,1 1-8 0,1-4-7 16,-2 3-9-16,8 1-5 0,0-5-6 0,-1 1-6 0,1 3-5 15,-1 1-6-15,7-5-2 0,-6 4-4 0,6-3-2 0,0 4-5 16,-1-1-2-16,2 0-1 0,-1-3-1 0,6 3-1 0,-5 1-1 0,5-1 0 16,1 4-1-16,-1-3-3 0,1 2-1 0,6 1-3 0,-6 0-2 15,6 0-3-15,-7 4-2 0,13 0 2 0,-5 0-2 0,-1 3-2 16,6 0 0-16,-5 4 0 0,5-4-1 0,1 8-3 0,-1-4 1 0,1 8 1 15,6-1 1-15,-6 0 1 0,-1 4 0 0,1 0 2 0,-1 4 0 16,1 0 1-16,-1-1 2 0,2 4 2 0,-9 1 3 0,7 3 5 0,-5-4 3 16,5 4 3-16,-6 0 3 0,1 0 1 0,5 0 2 0,-5 4 1 15,-1 0 1-15,0-4 1 0,-1 3 1 0,2-3-1 0,-1 4 0 16,-7-1-1-16,7 1-2 0,-6-1-4 0,-1-2-2 0,1 3-3 0,-1-1-1 16,1 1-3-16,0-1-2 0,0 1-1 0,-8 0-2 0,1-1-1 0,7 4 0 15,-7-3 0-15,-6 4 1 0,6-1 0 0,-7 0 3 0,7 4 0 16,-6-4 2-16,-1 4-1 0,1 1 1 0,-8-1 1 0,8 0 3 0,-6-1 2 15,5 1 2-15,-6 4 0 0,0-1 1 0,0 2 0 0,-6-2-1 16,6 1 0-16,-7-1 0 0,0 4-1 0,8 1 0 0,-8-1 0 0,-6-3 0 16,6 3-1-16,2-3 0 0,-8 3-2 0,0-3 0 0,6 3-1 15,-6-3-1-15,-6 3 2 0,6-4 0 0,0 1-1 0,-8 4 1 16,8-5-1-16,-6 1 0 0,0-1 0 0,-1 1 1 0,0-1-1 0,1 1 1 16,-7 0-2-16,0 0-1 0,0-1 1 0,0 1-1 0,0 0 0 15,-6-1 0-15,-1 1 2 0,0-1 2 0,1-3 1 0,-1 4 1 16,0 0 2-16,-6-4 1 0,1 0 1 0,5 0 2 0,-6 0 0 0,-7 0 4 15,7-4 2-15,-6 4 2 0,6-4 2 0,-7 1 1 0,0-1-1 16,-5 0 3-16,5-3 0 0,-6 3 3 0,7-3 2 0,-8 3 1 0,1-4 0 16,0 2 1-16,1-6-1 0,-2 5 0 0,-5-4-3 0,6 0-2 15,-7-4-1-15,1 4-4 0,5-3-1 0,-5-4-4 0,-1 3-3 0,7-3-3 16,-6-1-5-16,-1 1-2 0,7-4-5 0,-7 0-1 0,1 0-3 16,6 0-2-16,-1-4-2 0,-5 1-1 0,6-5-2 0,-1 1 1 0,1-1-1 15,1 1 0-15,-1-4-2 0,5 0-2 0,-4 0 0 0,-1-4-3 16,6 1-2-16,-6-1-6 0,7-3-9 0,-8 3-8 0,8-3-9 0,-7-4-9 15,6 4-10-15,-6-4-13 0,0 3-12 0,0-3-17 0,0 1-18 16,0-6-38-16,-1 6-45 0,-5-1-67 0,5 0-76 0,-5 0-56 16,0-4-50-16,5 4-36 0,-5-4-31 0,7 4-11 0,-9 1 2 0,9-5 6 15,-1 4 10-15,5-4 16 0,-4 0 18 0,5 5 38 0,0-9 46 16,1 5 67-16,6-1 80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6T15:46:45.6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1699 10341 129 0,'6'-3'142'0,"-6"0"7"0,0-2 10 0,8 2 9 16,-8 3 9-16,0 0 14 0,0 0 15 0,0 0-1 0,0 0-5 0,0 0-4 15,0 0-2-15,0 3 4 0,0 5 6 0,0-5 12 0,6 5 16 16,-6 3 12-16,0 3 12 0,0 1 3 0,0 4-1 0,0-1-7 0,-6 4-9 15,6 4-10-15,0-1-10 0,-8 5-14 0,2-1-19 0,6 5-15 0,-12 2-18 16,5-4-19-16,0 5-22 0,-6 3-18 0,0 1-18 0,0-1-9 16,-7 0-6-16,8 4-4 0,-8 0-2 0,1 0-3 0,-1 0-2 0,0-3-4 15,-5-1-3-15,5 0-1 0,0 0 0 0,-5-7 2 0,5 0 2 0,0-4 1 16,1-7-1-16,-1 1 0 0,8-5 0 0,-8-3-1 0,6-5-3 16,-5-2-1-16,6-1-3 0,0-3-3 0,0-1-5 0,0-3-3 0,0-3-5 15,0-1-6-15,0-3-5 0,-1-4-3 0,2 0-4 0,-1-3-5 0,0-1-2 16,0-5-6-16,7-1-6 0,-8-5-5 0,8 1-4 0,-7-4-6 0,6-5-4 15,-6 1-4-15,7-3-4 0,-1 0-1 0,0-2-1 0,1-2-1 0,6 0-2 16,-6-4 1-16,6 4 2 0,0-4 3 0,6 4 2 0,0-5 3 0,1 2 5 16,0-1 5-16,-1 4 5 0,7-5 3 0,0 5 3 0,0 0 2 0,1-1 2 15,-2 1 2-15,1 3 0 0,7 1 2 0,0 3 1 0,-8 0-1 16,8 4 1-16,-1 0-1 0,1 6 1 0,0 1 1 0,-1 0-1 0,7 8 1 16,-6-1 2-16,6 1 0 0,-7 6 0 0,7 1 0 0,0 0-1 0,1 3 0 15,-1 0 1-15,-1 4 1 0,1 4 0 0,0-4 0 0,1 7 2 16,5 1 0-16,-6-1 1 0,1 4-1 0,5 0 1 0,-6 3-1 0,-1 1 2 15,2 3 1-15,-1 1 1 0,-6 3 2 0,6 3-1 0,-7 1 3 16,1 0 1-16,0 3 1 0,-1 4 3 0,-6-4 2 0,0 8 2 0,-1-1 2 16,2 1 1-16,-8 4 2 0,8-1 0 0,-14 0 2 0,6 0 3 0,-6 4 1 15,0 0 2-15,0-3 1 0,-6 3 1 0,-1-1 0 0,0-2 0 0,1 3 0 16,0-4 0-16,-8 0 0 0,2-3 0 0,-2 0-1 0,1-1-1 16,-7-3 0-16,1 0-4 0,6-3-1 0,-6-1-4 0,-1-4-2 0,-6 0-2 15,7-2-2-15,-1-1-4 0,-6-4-1 0,6 1-4 0,-5-5-2 16,5 1-3-16,-6-1-5 0,6-6-4 0,-5-1-8 0,5 0-10 0,0-2-12 15,1-2-15-15,-1-3-18 0,0-3-21 0,1-2-31 0,-1 2-39 0,1-4-50 16,-1-5-55-16,8-2-61 0,-8 3-61 0,6-7-53 0,2-1-49 16,-1 1-25-16,6-4-12 0,-6-1 3 0,7-2 9 0,6 0 15 0,0-1 19 15,0-3 32-15,0-1 38 0,6 5 49 0,0-4 56 0,8-1 60 16,-8 5 223-16</inkml:trace>
  <inkml:trace contextRef="#ctx0" brushRef="#br0" timeOffset="567.12">2494 10382 0 0,'13'-4'30'0,"6"0"175"0,-6 4 18 15,-6 0 17-15,0 0 15 0,-7 0 23 0,6 0 23 0,-6 0 31 0,0 4 37 16,0-4 31-16,6 0 28 0,-6 4-22 0,0-4-49 0,0 4-35 16,0-1-29-16,0 1-17 0,8 0-12 0,-8-1-8 0,6 5-10 0,-6-5-14 15,6 8-16-15,0-4-27 0,-6 4-29 0,7 4-28 0,0 0-25 16,-7 3-16-16,6 1-9 0,-6 3-8 0,0 3-5 0,0-3-4 0,0 7-5 15,0-3-7-15,-6 3-8 0,6 1-5 0,-7-1-7 0,0 1-6 16,7-5-4-16,-6 4-5 0,0-3-3 0,6-1-2 0,-6-3-1 0,-2-3-4 16,8-1-1-16,0-3-2 0,-6-4-5 0,6 0-2 0,0-7-1 15,0-1-2-15,6 1 1 0,-6-8-1 0,8-3-1 0,-2-4 0 0,6-4 0 16,2 1-1-16,-1-9-2 0,-1-2 0 0,8-5-1 0,-7-3 0 16,7-3 2-16,0-1-1 0,-2-3 0 0,2 3 1 0,0-3 0 0,-1 7-1 15,-5 0 0-15,5 0 0 0,-6 8 1 0,-6-1 1 0,5 4 0 0,-5 7 0 16,0 1 2-16,-1 3 0 0,0 3 1 0,-6 1 1 0,7 3 0 15,-7 4 2-15,0 0 0 0,0 4 2 0,0 0-1 0,7 3 3 16,-7 4 2-16,0 0 3 0,0 3 4 0,0 5 3 0,-7 0 6 0,7 2 6 16,0 1 4-16,-7 4 7 0,7 3 4 0,-6-2 5 0,6 1 5 0,-6-2 1 15,-1 3 2-15,7-3-2 0,-7-1-2 0,7-2-3 0,0-2-4 16,0-2-5-16,0-5-6 0,0 1-6 0,7-4-6 0,-7-4-5 0,13-3-6 16,-7-1-5-16,8-6-5 0,-1-1-3 0,0-3-1 0,6-4-2 15,1-4 2-15,-1 1 0 0,7-8 4 0,0-3-1 0,1-2 0 0,-1-2 2 16,0 0-1-16,-1-4 0 0,1 7-1 0,1-3 0 0,-8 3-1 15,0 4 0-15,1 4-1 0,0 0-1 0,-7 7-1 0,-7-1 0 16,8 5-1-16,-8 0 0 0,0 7 0 0,-6 0 2 0,7 0 1 0,-7 3 5 16,0 1 3-16,0 3 4 0,0 1 3 0,0 3 2 0,0 4 5 15,0-4 2-15,0 6 3 0,0 2 3 0,-7-1-1 0,7 1 1 0,-6-1 2 16,6 4-1-16,-6 0-3 0,6-4-3 0,-7 4-5 0,7 0-15 16,-7-3-19-16,7 0-25 0,0-1-28 0,0 0-31 0,0-7-34 0,0 3-54 15,0-3-65-15,0-3-74 0,7-1-77 0,0-4-71 0,-7-3-69 16,6 0-30-16,0 0-16 0,1-7 3 0,0 0 12 0,5 0 21 0,-5-1 23 15,-1-6 28-15,8-1 31 0,-2 1 54 0,-4-2 64 0,4-2 72 16,1 0 245-16</inkml:trace>
  <inkml:trace contextRef="#ctx0" brushRef="#br0" timeOffset="851">3607 10510 0 0,'7'0'20'0,"0"0"232"16,-7 4 36-16,0 0 30 0,0-1 28 0,0 0 31 0,-7 5 34 0,7 3 27 16,0-4 21-16,-7 4 18 0,7 4 15 0,0 1-16 0,-6 1-35 15,6 2-49-15,0-1-56 0,0 4-40 0,0 0-29 0,0 0-26 16,0-1-24-16,0-2-31 0,6 3-32 0,-6-7-24 0,7 3-21 0,0-3-16 15,6-5-15-15,-7 1-14 0,8-3-10 0,4-1-11 0,-4-3-10 16,5-4-7-16,1-4-5 0,0 0-3 0,-1-3-2 0,7-4-1 0,-6-3-1 16,6-5-2-16,-7 1-1 0,7 0-2 0,-6-7 1 0,-1-2 0 15,1 5-2-15,-8-3 1 0,8-1 0 0,-7 4 0 0,-6 0-1 0,0 0 2 16,-1 0 1-16,-6 4 2 0,0 0 2 0,0-1 4 0,-6 1 2 16,-8 4 0-16,8-5-1 0,-7 4-1 0,-7 1 0 0,8 3-3 0,-8 0-1 15,-7 0-3-15,8-1-5 0,-7 5-9 0,0 4-12 0,6-1-14 16,-6 0-15-16,1 4-18 0,5 0-22 0,-6 4-24 0,6 0-28 0,-5 3-46 15,5 0-57-15,0 4-70 0,1 0-77 0,-1 0-67 0,7 4-60 16,0-1-27-16,6 1-14 0,1 0 0 0,6-4 6 0,0 4 14 16,6-4 17-16,7-4 24 0,1 0 26 0,6-4 47 0,-2-3 56 0,9 0 72 15,5-3 201-15</inkml:trace>
  <inkml:trace contextRef="#ctx0" brushRef="#br0" timeOffset="1150.26">4467 10225 77 0,'20'-4'289'0,"-1"0"59"16,-12 1 57-16,6 3 41 0,-13 0 33 0,6 0 27 15,-6 0 26-15,0 0 26 0,0 0 26 0,0 0 9 0,0 3 1 0,0-3-39 16,-6 4-60-16,6 0-57 0,-6-1-58 0,-1 1-56 0,0-1-53 16,1 5-40-16,-1-1-145 0,-6 4-86 0,0-4 0 0,7 8 0 0,-8-4 0 15,2 3 0-15,-1 5 0 0,0-5 0 0,6 5 0 0,-5-5 0 16,4 5 0-16,2-1 0 0,6 0 0 0,0 1 0 0,0 0 0 0,0-1 0 16,6 0 0-16,2-3 0 0,4 3 0 0,1 0 0 0,0-3 0 15,0 3 0-15,1-3 0 0,-2 3 0 0,8-3 0 0,-7-4 0 0,0 3 0 16,0 1 0-16,-7-4 0 0,8 0 0 0,-8 0 0 0,0 0 0 15,-6 0 0-15,7 1 0 0,-7-5 0 0,0 4 0 0,0-1 0 0,-7 1 0 16,1 0 0-16,0 0 0 0,-8 4 0 0,-5-1 0 0,6 1 0 16,-7 0 0-16,-5 3 0 0,5 1 0 0,-13-5 0 0,7 5 0 15,0-1 0-15,-7 0-239 0,1 0-297 0,-1 1-73 0,1-1-46 0,-1-4-20 16,7 2-7-16,-6-2 4 0,5 1 12 0,1-8 21 0,1 4 26 16,-1-4 37-16,6-7 42 0,7 4 66 0,-7-4 76 0</inkml:trace>
  <inkml:trace contextRef="#ctx0" brushRef="#br0" timeOffset="1750.94">5412 9847 167 0,'13'-11'226'0,"6"-4"24"0,-6 5 19 0,7-1 29 16,-1 0 30-16,1 3 36 0,6-3 38 0,-6 4 24 0,5 0 16 16,1 3-18-16,-6-4-37 0,6 5-37 0,1-1-36 0,-2 4-26 0,1-4-18 15,-6 4-18-15,6 0-17 0,-7 4-24 0,1-4-29 0,0 4-33 16,-1-4-35-16,1 3-21 0,-8 1-14 0,2 0-9 0,-2 0-8 0,2-1-5 16,-1 1-4-16,-7 0-4 0,0-1-2 0,2 1-2 0,-2 3 0 15,-6-3-1-15,0 0-1 0,0 3-2 0,-6-3-4 0,6 3-2 0,-8 0-2 16,-4 4-5-16,5 0-6 0,-6 0-6 0,0 0-9 0,-7 4-13 15,8-4-14-15,-8 4-14 0,-6-1-15 0,7 1-12 0,-8 3-8 0,7-3-7 16,-6-1-3-16,1 1-4 0,-1-1 0 0,0 1 0 0,-1-3 0 16,9-2 4-16,-9 5 7 0,7-8 8 0,8 4 10 0,-8-3 11 15,7-1 9-15,0 0 10 0,6-3 7 0,1 0 5 0,6 3 2 0,-7-7 3 16,14 4 3-16,-7-1 0 0,6-3 3 0,1 4 0 0,6-4 2 16,0 3 2-16,0-3 2 0,6 4 3 0,1-4 3 0,-1 0 2 0,1 0 3 15,6 0 3-15,-7 0 3 0,7 0 1 0,-6-4-1 0,7 4 2 16,-9-3 0-16,9-1 0 0,-7 4-2 0,-1-3-2 0,0-1-2 0,-5 0-3 15,-1 1-2-15,7-1-4 0,-8 0-2 0,-6 1-9 0,8-1-11 16,-8 0-16-16,1 1-17 0,-1-1-41 0,-6 0-51 0,0 1-63 16,0-5-69-16,-6 5-56 0,6-1-50 0,-7-3-41 0,1 3-36 0,-8-4-19 15,8 5-8-15,-6-5 1 0,-2 5 8 0,8-5 12 0,-7 5 17 16,-1-5 40-16,-5 5 49 0,6-1 64 0,0-3 73 0</inkml:trace>
  <inkml:trace contextRef="#ctx0" brushRef="#br0" timeOffset="2000.7">5659 9910 132 0,'-6'-4'221'0,"-1"0"29"0,0 4 28 15,1 0 35-15,0 0 40 0,0 0 35 0,-2 4 35 0,2-4 22 16,0 4 16-16,-1-1-15 0,0 5-35 0,1-1-32 0,6 4-34 0,-7 0-25 16,1 3-24-16,0 5-22 0,-1-1-23 0,0 0-30 0,7 8-35 15,-6-4-31-15,0 7-31 0,6-3-20 0,-7-1-15 0,7 1-13 0,0 0-11 16,0 0-9-16,7-5-8 0,-1 1-8 0,0 0-7 0,8-4-6 16,-2-2-6-16,1-2-6 0,1-3-2 0,6 0-5 0,-2-4-2 15,9-3-2-15,-1-1-1 0,0-6 0 0,7-1 1 0,-7 1-1 0,6-5 1 16,1 1-1-16,6-4 0 0,-7 0-4 0,1-4-5 0,-1 4-11 15,-6-3-12-15,7 3-16 0,-7 0-19 0,0 0-28 0,-7 0-34 0,7 3-46 16,-12-2-54-16,-1 2-59 0,-1 5-62 0,-5-5-62 0,0 5-60 16,-7 3-32-16,-7-4-19 0,7 4-2 0,-13 4 6 0,7-1 12 0,-14 5 16 15,7-1 29-15,-7 0 32 0,1 4 45 0,-1 4 54 0,-6-1 59 16,0 1 173-16</inkml:trace>
  <inkml:trace contextRef="#ctx0" brushRef="#br0" timeOffset="2184.41">5555 10510 0 0,'-19'11'105'0,"-8"0"154"0,14 0 24 0,-6-4 13 0,13-3 6 0,-8 3 7 15,14-3 6-15,-6 0 22 0,12-4 26 0,0 3 29 0,2-3 28 16,-2 4-25-16,7-4-50 0,6 0-50 0,1 0-49 0,6 0-26 0,0-4-15 16,6 4-7-16,1-3 1 0,7-1-2 0,-8 0-3 0,13 1-17 15,-6-5-27-15,7 5-26 0,-7-5-30 0,7 1-18 0,-1-1-13 16,-6 2-13-16,1 2-11 0,-1-3-21 0,-7-1-23 0,1 5-27 0,-1-1-28 16,-6 0-44-16,0 1-52 0,-7-1-63 0,1 4-71 0,-7-4-58 15,1 4-53-15,-8-3-42 0,0 3-35 0,1 0-16 0,-7-4-6 0,0 4 8 16,0-3 11-16,0-2 19 0,-7 2 22 0,1-5 39 15,0 1 46-15,-1 0 62 0,-6-1 81 0</inkml:trace>
  <inkml:trace contextRef="#ctx0" brushRef="#br0" timeOffset="2533.19">6141 10330 118 0,'-13'-6'224'0,"0"6"30"0,0 0 28 15,0 0 31-15,0 3 33 0,6 0 35 0,1 5 36 0,0 3 26 0,-2 0 19 16,8 3-14-16,0 5-32 0,-6 3-30 0,6 0-32 0,0 3-28 16,6 9-28-16,-6-6-20 0,0 9-18 0,0 0-22 0,8 4-23 0,-8-1-28 15,0 4-28-15,0 0-19 0,6 3-14 0,-6-3-9 0,0 4-10 16,0 0-5-16,0-5-6 0,-6 2-7 0,6-2-6 0,0-6-10 0,0-1-9 15,0-2-9-15,0-1-9 0,0-8-8 0,0 1-8 0,0-8-7 16,0 0-4-16,0-7-6 0,0 1-6 0,6-5-7 0,-6 1-7 16,-6-5-9-16,6 1-9 0,0-4-12 0,-8 0-11 0,8-4-12 0,-6 1-15 15,0-1-14-15,-7-4-18 0,6-3-17 0,-6-1-20 0,-7 2-24 16,8-5-30-16,-8 1-33 0,-6-5-37 0,7-2-30 0,-7 2-28 0,-1-6-12 16,1 2-5-16,0-2 6 0,1-1 9 0,-1 1 15 0,6-1 16 15,-7 1 20-15,9 0 24 0,4 2 40 0,-5 4 46 0,5 1 54 16,8 4 57-16,-6-1 54 0,12 8 55 0,-8-1 37 0,8 1 32 0,0 3 40 15,0 4 45-15,0 0 27 0,8 0 22 0,-2 0 12 0,0 4 9 16,0 0-5-16,8-1-10 0,-1 1-12 0,7 3-15 0,-8-3-14 0,1 3-16 16,7-3-15-16,0 0-16 0,-2 3-32 0,2-3-40 0,0-1-27 15,-1 1-24-15,7-4-24 0,-6 0-25 0,7 0-36 0,-9 0-41 0,9-4-63 16,-7 1-73-16,6-5-75 0,-7 1-77 0,7 0-55 0,-6-4-47 16,6-4-24-16,-7 4-12 0,7-4-5 0,-6 0-1 0,-1 1 6 15,1-1 14-15,0 4 27 0,-1-3 33 0,0-1 60 0,0 0 69 0</inkml:trace>
  <inkml:trace contextRef="#ctx0" brushRef="#br0" timeOffset="3000.15">7092 9869 273 0,'0'-4'356'0,"0"4"23"0,6-3 13 0,-6-1 19 0,7 0 19 0,0 1 20 16,5-1 18-16,2-3 14 0,-2 3 14 0,2-3-4 0,5-1-11 16,1 1-74-16,6 0-106 0,-7 0-62 0,1 3-41 0,6-3-17 0,0 3-3 15,-7 0-13-15,7 4-15 0,1-3-12 0,-1 3-9 0,0 0-9 16,0 3-6-16,-1-3-8 0,2 4-8 0,-1-4-9 0,0 4-7 16,-6-1-10-16,-1 5-6 0,1-5-8 0,-1 1-9 0,-6 0-4 0,0-1-5 15,-6 1-6-15,6-1-12 0,-7 1-22 0,-6 3 0 0,6-3 0 16,-6-4 0-16,0 4 0 0,0 3 0 0,-6-3 0 0,0-1 0 0,-7 5 0 15,6-1 0-15,-12 0 0 0,5 4 0 0,-5-4 0 0,-7 5 0 16,6-2 0-16,-6 2 0 0,0-1 0 0,-7 0 0 0,8 0-4 16,-8-4-61-16,7 4 0 0,-6-4-1 0,6-3 2 0,0 3 4 0,6-3 5 15,1-1 5-15,-1 1 8 0,7 0 8 0,0-1 10 0,0-3 9 16,7 4 4-16,-2-4 2 0,8 0-1 0,-6 0-2 0,6 0-2 16,0 0-1-16,6 0-1 0,2 0 1 0,-2 4 0 0,0-4-1 0,1 3 1 15,6 2 0-15,6-5 1 0,-5 6 0 0,5-2 2 0,1 0 2 0,-1 0 3 16,0 3 2-16,1-3 3 0,-1-1 3 0,1 1-7 0,0 3-11 15,-1-3-16-15,-6 0-16 0,6-1-19 0,-5 1-20 0,-1 0-28 16,-7-1-29-16,1 1-35 0,-1-4-39 0,1 4-52 0,-7-1-60 0,0 1-49 16,0-4-44-16,-7 4-36 0,1-1-29 0,-1 1-9 0,1-1 2 15,-7 5 11-15,-1-5 15 0,2 5 25 0,-1-5 30 0,-7 5 34 0,0-1 38 16,1 0 53-16,0 1 59 0</inkml:trace>
  <inkml:trace contextRef="#ctx0" brushRef="#br0" timeOffset="3383.33">7144 10294 10 0,'-20'14'224'0,"8"-3"29"0,-2 5 23 16,1-5 23-16,7 3 21 0,-8 0 34 0,8 1 38 0,0 0 32 15,6 0 29-15,-6 3 7 0,-1 0-5 0,7 4-29 0,0 0-41 0,-7 0-35 16,7 4-34-16,0 3-18 0,-6 0-15 0,6 1-14 0,0-1-16 16,0 0-30-16,-7 4-35 0,7 1-31 0,0-5-28 0,-6 4-21 15,6-1-19-15,0-2-13 0,0-1-11 0,-6-3-15 0,6-1-17 0,0-3-18 16,0-7-20-16,0 1-19 0,6-6-18 0,-6-3-13 0,6-7-11 16,1 0-11-16,-1-4-10 0,8-3-8 0,-8-8-9 0,6 1-6 0,2-5-7 15,5-2-1-15,-5-5 2 0,-2 0 8 0,8-3 8 0,0-1 12 16,-7 1 11-16,6 0 9 0,0-1 11 0,-5 1 9 0,5 4 10 0,-5-5 8 15,-2 5 9-15,8 3 10 0,-7 0 11 0,7 0 11 0,-8 0 9 16,8 3 10-16,-7 1 7 0,7 0 10 0,-1 0 7 0,0 3 9 0,-5-4 6 16,12 5 7-16,-7-1 7 0,1 1 5 0,-1 3 6 0,1 0 4 15,0 3 0-15,-1-3 2 0,7 8-1 0,-6-1 2 0,-1 0 2 0,0 4-2 16,-5 0-3-16,5 4-4 0,1 0-5 0,-8-1-2 0,8 4-3 16,-7 5-3-16,1-1-4 0,-2 0-4 0,2 0-5 0,-8 3-5 15,7 4-29-15,-7 1-34 0,1-1 0 0,0 1 0 0,-7-2 0 0,6 6 0 16,-6-1 0-16,0 1 0 0,0-3 0 0,0 7 0 0,0-6 0 15,0 1 0-15,-6 0 0 0,-1 0 0 0,7-4 0 0,-7 5 0 0,1-5 0 16,-7 0 0-16,7-3-65 0,-1-1-49 0,0-3-22 0,-5 0-31 16,-2 0-37-16,8-3-51 0,-7-1-58 0,-1-3-60 0,2-1-59 0,-2-3-43 15,2 0-32-15,-1 0-22 0,-7-3-16 0,7-1 2 0,0 0 10 16,-7-3 17-16,7 0 20 0,-6-1 30 0,6 1 36 0,-7-4 50 16,1 4 59-16,-1-4 62 0,-6 0 127 0</inkml:trace>
  <inkml:trace contextRef="#ctx0" brushRef="#br0" timeOffset="3550.63">7333 10715 0 0,'-26'-11'72'16,"13"4"115"-16,-7 0 36 0,8-1 32 0,-2 1 31 0,1 3 24 0,7 1 22 15,0 3 19-15,-2 0 19 0,8 0 7 0,0 0 1 0,0 0-11 16,8 3-16-16,-2 1-19 0,0-4-22 0,7 4-28 0,1-4-33 0,-2 3-29 16,8-3-26-16,-1 0-20 0,1 0-19 0,6-3-20 0,0 3-18 15,-7-4-22-15,14-3-27 0,-7 3-18 0,0-3-13 0,0 3-14 16,-6-3-15-16,5 3-22 0,-5-3-26 0,0 3-44 0,-1-3-52 0,1 3-60 16,-14 1-63-16,8-2-52 0,-8 5-43 0,0-3-45 0,-6 3-45 15,0 0-22-15,0 0-10 0,0 0 1 0,0 8 5 0,-6-5 15 0,6 5 24 16,-6-5 38-16,-8 5 48 0,8-1 58 0,-7 4 62 0</inkml:trace>
  <inkml:trace contextRef="#ctx0" brushRef="#br0" timeOffset="3701.35">7424 10781 0 0,'-26'11'54'0,"7"4"155"0,-1-4 25 0,7 0 19 0,0-4 14 0,0 4 11 15,0-4 8-15,6 1 14 0,7-5 16 0,-6 1 14 0,12 0 13 0,-6-1-14 16,7-3-28-16,-1 0-31 0,8 0-32 0,-2 0-27 0,2-3-24 16,-2-1-16-16,2 0-14 0,5-3-9 0,1 3-10 0,-8-3-19 15,8 0-24-15,0-1-47 0,-1 1-58 0,-5-4-65 0,5 4-69 0,-6-1-58 16,6-2-50-16,-13 2-48 0,8 1-42 0,-1 0-31 0,-6 0-27 15,-1-1-12-15,0-2-7 0,1 1 4 0,-7 2 5 0,6 0 25 0,-6 0 35 16,7-1 46-16,-7 1 50 0,0-4 46 0,0 7 181 0</inkml:trace>
  <inkml:trace contextRef="#ctx0" brushRef="#br0" timeOffset="3867.21">7600 10624 16 0,'0'0'198'0,"-6"4"29"0,-1-1 27 0,0 1 25 0,7 3 25 16,-6 0 25-16,6 4 25 0,-6 0 23 0,-2 0 20 0,2 4-7 15,6 0-19-15,-6-1-31 0,6 2-34 0,-7 2-35 0,1-4-34 16,6 4-29-16,-7 1-27 0,7-5-27 0,-6 4-27 0,-1-3-41 0,7 0-47 15,-6-1-62-15,6-2-68 0,-6-1-72 0,6 0-75 0,-8-4-66 16,2-3-61-16,6-1-33 0,-6 1-19 0,-1-4-9 0,1-4-4 0,-1 1-1 16,1-1 1-16,-1 0 16 0,1-3 21 0,-1 0 38 0,-6-1 49 15,7-2 59-15,-8 2 233 0</inkml:trace>
  <inkml:trace contextRef="#ctx0" brushRef="#br0" timeOffset="4433.57">6662 10319 5 0,'0'8'139'0,"0"6"6"0,0 1 5 0,0 0 9 16,7 0 12-16,-1-1 17 0,1 1 18 0,-7-1 18 0,6 5 16 16,0-5-18-16,2 1-33 0,-2 0-22 0,0 0-19 0,0-4-10 15,1 3-10-15,-7-3-5 0,7 4-5 0,-1-4-10 0,-6 0-11 0,7 1-18 16,-7-2-19-16,0 5-17 0,0-4-16 0,6 0-10 0,-12-1-7 0,6 5-4 15,0-4-2-15,0 4-2 0,0-4 1 0,-7 3-1 0,7-3 0 16,-6 0 3-16,6 1 4 0,-7-1 7 0,7-1 8 0,-7 1 9 16,7 0 7-16,-6 0 8 0,6-3 8 0,0 3 7 0,-6-4 7 0,6 0 5 15,0 4 3-15,0-4 3 0,0 1 2 0,-6-1-1 0,6 4-3 16,0-4-6-16,0-2-8 0,-8 5-7 0,8-2-9 0,0-1-8 0,-6 0-7 16,6 1-6-16,0-1-7 0,-6 0-5 0,6 1-3 0,-7 2-2 15,7-2-3-15,-6 2 0 0,-1 2-1 0,0-5 0 0,1 9-1 16,0-6 0-16,-1 0 1 0,0 6 0 0,1-2 0 0,0-3 0 0,-1 4 3 15,0-1 5-15,1-3 6 0,6 3 8 0,-7-2 10 0,7-1 8 16,-6 3 8-16,6-3 4 0,0-3 5 0,0 4 3 0,0-6 3 0,0 2 4 16,6-1 3-16,-6 0 3 0,7-3 4 0,-1 3-2 0,-6-3-3 15,7 0-2-15,0-1-4 0,-1 1-1 0,0-1-2 0,1 1 0 16,0 0 0-16,-1-1 1 0,7 1 0 0,-6-4-1 0,-1 4 1 0,1-1 1 16,-1 1 2-16,8 0 3 0,-8-1 3 0,6 1 3 0,-5 3 3 15,6-3 0-15,0 3-1 0,1-4-1 0,5 5 0 0,-6 0-2 0,6 3-1 16,1-3-1-16,0-5-3 0,6 4-5 0,-7 1-5 0,7-5-8 15,0 1-7-15,1-1-8 0,-1 1-8 0,6-4-7 0,-7 0-4 0,2 0-4 16,-1-4-4-16,6 1-2 0,-5-1-3 0,5 1-3 0,-6-5-2 16,1 5-1-16,-1-4-1 0,6 3-1 0,-6-4 1 0,0 5-2 15,6-1 0-15,-6 0-1 0,1 4 1 0,5-4-1 0,-6 4-1 0,0 4-4 16,1-4-5-16,-1 4-11 0,-1 3-14 0,8-3-17 0,-7 0-24 16,0 3-31-16,0-3-35 0,0 3-67 0,1-3-83 0,-1-1-89 0,-7 1-91 15,7-1-55-15,-6-3-36 0,6 4-17 0,-7-8-3 0,1 4 6 16,-1-3 12-16,1-4 18 0,-8-1 21 0,8 1 31 0,0 0 34 15,-7-4 68-15,0-4 83 0</inkml:trace>
  <inkml:trace contextRef="#ctx0" brushRef="#br0" timeOffset="5549.95">6552 10074 170 0,'-14'-3'218'0,"1"-1"37"16,0 0 38-16,-6 1 42 0,13-1 43 0,-8 4 31 0,8-4 25 15,-7 1 15-15,6-1 13 0,7 0-29 0,-6 4-53 0,6-4-34 16,-7 4-27-16,7 0-28 0,0 0-31 0,0 0-36 0,7 0-38 0,-7 0-42 16,6 4-40-16,1-4-31 0,-1 0-24 0,1 4-15 0,-1 0-11 15,8-4-7-15,-2 7-5 0,1-7-1 0,0 4-2 0,0 3-6 0,1-3-9 16,-2-1-25-16,8 1-35 0,-7 0-63 0,0-1-79 0,0 1-81 16,0 0-80-16,0-4-50 0,-7 3-33 0,8-3-16 0,-8 0-8 0,1 0-4 15,-7 0-3-15,0 0 4 0,0 0 9 0,0 0 24 0,0 0 34 16,-7-3 64-16,-6 3 82 0</inkml:trace>
  <inkml:trace contextRef="#ctx0" brushRef="#br0" timeOffset="28849.96">8323 4667 49 0,'0'-4'143'0,"-7"1"16"16,7-1 18-16,-6 4 23 0,0-4 24 0,6 4 26 0,-8-3 26 0,8 3 18 15,0 0 15-15,-6-4-2 0,6 4-7 0,0 0-2 0,0 0 3 16,0 0-2-16,0 4-4 0,0-4-10 0,0 3-12 0,0 1-16 0,0 0-21 15,0 3-21-15,0 4-20 0,0 0-20 0,0 3-18 0,0 1-22 16,0 3-23-16,0 5-20 0,0-1-17 0,0 0-11 0,0 3-8 16,6 1-6-16,-6 0-3 0,0-1-4 0,0 1-4 0,0 4-5 0,8-5-4 15,-8-4-4-15,6 6-3 0,0-2-3 0,-6-3-2 0,7 0-1 16,-1 0-2-16,1-3-1 0,0 2-1 0,-1-2-2 0,0-1 0 0,1-3-1 16,0-1-2-16,5 1 0 0,-5-4-1 0,6 0-1 0,-6 0 0 15,5-4-2-15,2 1 1 0,-2-5 0 0,2 1 2 0,5-1 0 0,-6 1 1 16,6-4 2-16,1 0 0 0,-7-4 2 0,7 4 1 0,0-3 1 15,-1-4 1-15,7-1 2 0,-6 1 3 0,-1-4 0 0,0 0 1 16,1 0 1-16,-1-4-1 0,1 1 2 0,0-1-1 0,-1-3 0 0,-5 3 0 16,5-7 0-16,0 3-1 0,1-2 0 0,-7-5 0 0,7 4-2 15,-8-8-2-15,8 5 0 0,-1-4-1 0,-5 3-2 0,5-7 0 0,-6 3-1 16,6 1-1-16,-5 0 0 0,6 0 0 0,-8 3-2 0,1-4 2 16,1 5-2-16,-2 3 0 0,-6 0-1 0,8 0-1 0,-8 4 0 15,7 2-1-15,-6 3 0 0,0-2-1 0,-7 4 0 0,6 0-2 0,-6 0-1 16,6 4 0-16,-6-1-10 0,7 5-13 0,-7 0-20 0,0-5-23 15,0 4-43-15,0 4-52 0,0-4-80 0,-7 1-92 0,7-1-80 16,0 4-72-16,-6 0-37 0,6-4-17 0,-6 4-9 0,-1 0-5 0,0 4 7 16,1 0 11-16,-1-1 19 0,-5 5 23 0,4 0 42 0,-4 2 52 15,6 1 79-15,-8 0 242 0</inkml:trace>
  <inkml:trace contextRef="#ctx0" brushRef="#br0" timeOffset="31750.27">15956 2019 0 0,'0'-5'86'0,"0"-2"59"0,0 3 21 0,0-3 23 0,0 3 27 16,0 1 34-16,0-1 36 0,0 1 39 0,0-1 39 0,0 0 14 16,-7 1 1-16,7-1 1 0,0 4-1 0,0-4 1 0,0 4-3 0,0 0-7 15,0 0-9-15,0 4-17 0,-6-4-21 0,6 0-28 0,-7 4-34 0,7-1-40 16,-6 5-45-16,-1-1-32 0,-5 0-30 0,4 4-18 0,-4 8-15 16,-1-1-11-16,-7 4-9 0,8 4-7 0,-8 3-8 0,-6 0-6 0,6 7-6 15,-6 1-4-15,0 0-1 0,0 7-3 0,0-4 0 0,0 1-3 16,-1 2-1-16,-5 2-3 0,6-5-4 0,1 0-2 0,-2 1-5 0,1-5-4 15,0 1-4-15,6-8-9 0,1 4-11 0,-1-7-14 0,0-1-15 0,8-6-20 16,-1-1-22-16,6-4-33 0,0-3-37 0,1 0-50 0,6-7-58 16,0 1-56-16,0-5-53 0,6 0-49 0,1-9-42 0,0 2-31 15,-1 0-22-15,7-4-3 0,1-4 7 0,-2-4 15 0,2 2 21 0,5-5 32 16,-6-1 36-16,6-2 51 0,-5-1 57 0,5 1 56 0,-6-1 113 16</inkml:trace>
  <inkml:trace contextRef="#ctx0" brushRef="#br0" timeOffset="32033.46">15800 2066 85 0,'6'-11'172'0,"0"0"23"0,1 0 25 16,0 4 25-16,-7 3 26 0,6 1 24 0,-6-2 23 0,0 5 25 0,0 0 23 15,0 0 0-15,0 0-11 0,6 5-9 0,-6-2-5 0,0 4-10 16,8 1-11-16,-2 3-16 0,0 0-18 0,1 3-20 0,-1 5-19 0,1-1-18 16,-1 4-19-16,7 0-24 0,-7 4-26 0,2-1-25 0,4 4-25 0,-5 1-18 15,-1-1-17-15,7 4-10 0,-6 0-10 0,-1 4-5 0,1-5-5 16,6 5-7-16,-13 0-6 0,6-1-5 0,1 5-6 0,0-4-5 15,-1-1-3-15,-6 1-3 0,7-5-3 0,-7 5-3 0,6-4 1 0,-6 0-4 16,6-4-6-16,-6 1-6 0,0-1-10 0,7-3-10 0,-7-4-8 16,0 0-12-16,7-4-11 0,-7 1-13 0,6-1-15 0,-6-7-23 0,0 0-28 15,6-1-33-15,-6-2-35 0,0-4-53 0,0-1-58 0,0 1-46 16,0-4-36-16,0-4-34 0,-6 1-32 0,6-5-11 0,-6 1 1 0,-1 0 9 16,0-4 13-16,1-4 20 0,0 4 27 0,-1-7 33 0,-6 3 36 15,6-3 53-15,-5-1 63 0</inkml:trace>
  <inkml:trace contextRef="#ctx0" brushRef="#br0" timeOffset="32266.47">15546 2531 189 0,'-14'4'216'0,"2"-1"24"0,5 1 29 0,-6 0 25 0,6-4 24 0,1 3 19 16,0 1 18-16,-2-4 20 0,8 4 23 0,-6-4-17 0,6 0-38 15,6 3-26-15,2-3-17 0,-8 4-16 0,12-4-14 0,-5 4-18 16,13-1-21-16,-8-3-22 0,8 4-19 0,0 0-18 0,-1-4-14 0,7 3-19 15,0-3-20-15,7 4-21 0,-7-4-16 0,0 4-17 0,7-4-11 0,-1 0-11 16,-6 4-8-16,7-4-7 0,-7 0-6 0,7 3-12 0,-8-3-13 16,1 4-22-16,-6 0-23 0,0-1-48 0,-1 0-61 0,1 2-76 0,-8 2-84 15,-5-3-73-15,6 3-65 0,-6 0-32 0,-7 0-17 0,6 1-9 16,-12-1-3-16,6 4 4 0,-7-4 8 0,1 1 18 0,-1 3 23 16,0-4 44-16,-5-4 60 0,5 5 74 0,-6-1 264 0</inkml:trace>
  <inkml:trace contextRef="#ctx0" brushRef="#br0" timeOffset="62149.77">18150 4066 0 0,'-6'0'84'0,"6"-7"14"0,-6 3 4 0,-1 1 6 0,7-1 4 15,-6 1 5-15,6-1 0 0,-7-4-1 0,7 5-1 0,-6-1-2 0,6-4-4 16,-7 5-1-16,7-2-3 0,-6-1-1 0,6 2 1 0,0-3 2 16,0 3 2-16,-7-3 0 0,7-1-2 0,0 1-7 0,-7 0-10 0,7 0-8 15,0-4-8-15,0 3-8 0,0-3-7 0,0 0-9 0,0 0-9 16,0-3-7-16,7-1-4 0,-7 0-6 0,7 1-9 0,-7-5-4 15,6 1-6-15,1 0-1 0,6 0-1 0,-7-4 0 0,7-1-2 0,1 1 1 16,-2-4 1-16,1 1 4 0,7 0 5 0,0-1 6 0,-1 0 5 0,7 1 7 16,-6-5 8-16,6 5 6 0,-7 0 7 0,7-2 7 0,0 5 6 15,0-3 6-15,-7 6 4 0,8-2 3 0,-1 2 3 0,-6 1-1 16,6 3 0-16,-7 0-3 0,7 4-3 0,-6-3-3 0,6 6-4 0,-1-3 0 16,-5 4-1-16,13 4-2 0,-7-5-2 0,0 5 0 0,7 3 1 15,-1-5 0-15,1 5 1 0,-1 0-1 0,1 5 0 0,-1-5-2 16,7 7 0-16,-7-3-4 0,2 3-2 0,5 0-5 0,-7 4-3 0,7 0-5 15,-6 0-6-15,5 4-4 0,-4 0-5 0,-2-1-1 0,-6 5-2 16,6-1 4-16,-6 0 1 0,1 0 5 0,-8 4 2 0,0 0 3 0,1 1 5 16,0-2 2-16,-7 5 2 0,0-4 3 0,0 3 2 0,-7 2 4 15,1-2 0-15,0 1-1 0,-7-1-3 0,6 1-3 0,-6-1-4 0,0 1-4 16,-6 0-5-16,6-1-4 0,-7 1-2 0,0 3-3 0,-5-3-1 16,-2 0 0-16,1-1-2 0,1 1 2 0,-8 3-1 0,0-3 0 15,1 0 1-15,-1-1-2 0,-6-2 0 0,0 2-1 0,0 0-1 0,-7 1 0 16,-6-4-1-16,7 4-2 0,-7-4-3 0,-7-4-2 0,1 4-2 0,-1 0-4 15,1-3-2-15,-8-1-2 0,8 0-1 0,-7 0-2 0,-1-3 0 16,8-4-1-16,-7 0-2 0,7 0 0 0,-2-4-3 0,9-3-3 16,-8-1-5-16,7-3-10 0,6 0-15 0,-6-7-31 0,7 4-41 0,6-9-54 15,-7 2-59-15,7-5-52 0,0 0-48 0,0-3-51 0,7-5-50 16,-1 2-25-16,0-1-12 0,7-4-1 0,1 1 0 0,4-4 9 16,-4 2 15-16,5-2 31 0,7-4 41 0,-6 5 53 0,6-2 59 0</inkml:trace>
  <inkml:trace contextRef="#ctx0" brushRef="#br0" timeOffset="63250.05">20215 6264 0 0,'0'0'100'0,"-6"0"43"0,-1-3 14 0,1-1 19 15,0 0 23-15,-2-3 24 0,2 0 25 0,0-1 27 16,-1 1 27-16,0-4 2 0,1 0-11 0,0 0 1 0,-1 0 7 0,1-3 3 16,-1 2 3-16,0-2-5 0,1-1-8 0,0 0-15 0,-1 1-16 0,-6-5-22 15,7 5-22-15,-1-4-24 0,1 3-24 0,-1-4-26 0,0-3-28 16,1 4-25-16,0-4-24 0,6 4-18 0,-8-8-10 0,2 4-10 15,6-4-5-15,0 1-6 0,0-1-4 0,0 1-4 0,6-4-2 0,-6-1-4 16,14 1-2-16,-8-4-1 0,1 4 0 0,6-1-2 0,0 1 0 0,0-1 1 16,6 1 1-16,-5 4 1 0,5 3 0 0,1-4 1 0,0 7-1 15,-1-2 1-15,7 2 0 0,-6 5 0 0,6-1 1 0,-1 4-2 16,8-3 2-16,-7 6-2 0,6-3 1 0,1 7-1 0,7-3 2 0,-8 4-2 16,7 3-1-16,-7 0-1 0,15 0 0 0,-9 3 0 0,1 1 3 15,0-1-2-15,1 4 0 0,-1 5 0 0,-1-5 1 0,-5 4-1 0,6 4 1 16,-6-1-1-16,6 1 0 0,-6 3 0 0,-7 0 1 0,6 1-1 15,-6 3 1-15,0 0-1 0,0 0 0 0,-6 4 0 0,0-5 1 0,-8 9-1 16,8-4 1-16,-14-1-1 0,7 4 1 0,-7 1 0 0,2-1 0 16,-8 1 1-16,0-1 0 0,0 4 0 0,-8-4 3 0,2 4 1 15,-7 0 5-15,0-4 3 0,0 4 3 0,1 0 4 0,-2-3 3 0,-6-1 2 16,1 0 1-16,-1 0 3 0,1 0 1 0,-7-3 1 0,6 4 1 16,-6-5-1-16,0 1 0 0,1-1-4 0,-1 1-2 0,-7-4-3 15,7 4-3-15,-7-4-5 0,1 0-3 0,-1 0-3 0,-7-4-1 0,8 4-2 16,-1-8-3-16,-5 5 0 0,-1-5-3 0,6-2-1 0,-6-1-3 15,0-4-4-15,0 0-7 0,6-3-10 0,-5-4-9 0,4 0-16 0,-5-4-20 16,7-3-38-16,-1 0-52 0,1-4-66 0,-1-1-75 0,1-6-69 16,-1 3-67-16,7-7-38 0,-6 1-23 0,5-1-8 0,-5-4-2 0,6 1 7 15,-1-5 7-15,2 1 16 0,5-1 19 0,0-2 40 0,2-1 49 16,-2-1 68-16,7 2 165 0</inkml:trace>
  <inkml:trace contextRef="#ctx0" brushRef="#br0" timeOffset="95266.87">22222 2286 95 0,'0'0'137'0,"0"3"5"0,-8 1 5 0,8-1 13 0,0 2 18 16,-6-2 26-16,6 4 28 0,-6 1 24 0,-1 3 17 0,0 3-2 0,1 1-11 16,0 3 2-16,-1 1 7 0,1 2 9 0,-8 1 9 0,8 4 2 15,-7 4 3-15,0-1-9 0,0 0-13 0,7 0-24 0,-8 5-26 0,2-2-29 16,-2 1-29-16,2 0-25 0,-2 1-26 0,1-2-23 0,7 5-23 15,-8-1-16-15,2-2-13 0,-2 2-9 0,2 1-7 0,5-4-6 16,-6 4-6-16,0-5-11 0,1 5-13 0,4-4-23 0,-4-3-25 0,5-1-37 16,-6-4-39-16,6 1-52 0,1-4-54 0,0-4-54 0,-1-3-50 0,0-4-40 15,1 0-34-15,6-4-16 0,0-3-6 0,0-4 4 0,0 0 7 16,0-7 19-16,0-4 24 0,0-1 35 0,6-6 39 0,-6 0 52 16,7-1 84-16</inkml:trace>
  <inkml:trace contextRef="#ctx0" brushRef="#br0" timeOffset="95933.4">22149 2392 0 0,'14'-7'50'15,"-8"-1"81"-15,1 1 11 0,-1 0 16 0,0-1 16 0,-6 1 22 16,14-4 26-16,-8 4 27 0,8 0 25 0,-8-1 2 0,7-3-13 0,0 3-4 15,6-2-3-15,-5 2 6 0,-2-3 11 0,8 4 4 0,-7 0 1 0,7-4-6 16,-8 3-9-16,8 1-18 0,-7 3-22 0,7-3-23 0,-8 4-23 16,8-5-21-16,-7 5-21 0,7 3-16 0,0-4-15 0,-8 4-18 15,8 0-16-15,-1 0-13 0,1 0-11 0,0 4-9 0,-1-1-5 0,1 1-6 16,0 0-3-16,-2-1-3 0,2 4-2 0,-1 1-1 0,1-1 0 0,-7 0-3 16,0 1 0-16,6 3 0 0,-5-4 0 0,-8 0 1 0,8 4 0 15,-2-4 3-15,-5 4 1 0,-1-3 5 0,1 0 4 0,-7-1 6 0,7 4 4 16,-7-4 6-16,0 0 5 0,0 4 5 0,0-3 7 0,0 3 6 15,0-4 5-15,-7 4 3 0,0-4 4 0,-6 4 0 0,7-4 2 0,-7 4-2 16,0 1-2-16,-7-2-6 0,1 2-3 0,-1-5-5 0,0 4-6 16,-5-4-5-16,-1 4-7 0,0 0-9 0,-7-4-6 0,7 4-6 0,-7-3-7 15,1 3-4-15,-1 0-3 0,1-4-3 0,-1 4-3 0,7-3-2 16,-6 3-1-16,6-5 0 0,-7 2-2 0,7-4-1 0,6 3 1 0,-5-3-2 16,5-1-1-16,0 1 0 0,7-1 0 0,-7 1-1 0,8-4 0 15,-2 0 0-15,8 4 0 0,-7-4-1 0,7 0 0 0,-1 0 0 0,0 0-1 16,1 0-1-16,6 0 0 0,-6 0 0 0,6 0-2 0,0 0-1 15,0 0-3-15,0 0 0 0,0 4 0 0,0-4 0 0,6 0 0 0,0 3 0 16,1-3 0-16,6 4 0 0,0 0 1 0,0-1 1 0,6-3 1 0,-5 8 0 16,11-5 3-16,-5 1 3 0,6 3 2 0,-6 1 0 0,5-5 2 15,2 4-1-15,-1 1 1 0,0-1 0 0,0 4 0 0,0-3-1 0,-7-1 0 16,8 4 1-16,-8-4-1 0,8 4 1 0,-8 0 2 0,0 0 0 16,1 0 0-16,-7 0 0 0,0 0 0 0,6 0 1 0,-6 0 1 0,1 0-1 15,-8 0 2-15,8 0 1 0,-8 0 2 0,0 4 2 0,0-4 2 16,1 0 4-16,-7 0 4 0,7 0 4 0,-7 0 4 0,0 0 5 15,0 0 3-15,-7 3 7 0,7-2 3 0,-7-1 6 0,1 0 5 0,0 3 4 16,0-3 3-16,-8 4 2 0,1-4 1 0,0-1-3 0,-6 5-2 16,-1 0-4-16,0-4-41 0,1 3-16 0,-7 1 0 0,0-4 0 0,0 4 0 15,-7-4 0-15,1-1 0 0,-1 2 0 0,1-1 0 0,-7-4 0 16,6 0 0-16,-7 1 0 0,2-5-86 0,5 1-74 0,-6 0-45 0,7-1-85 16,-8-3-102-16,7-3-86 0,7-1-81 0,-6-3-37 0,7-5-16 15,-2-2-1-15,7 0 10 0,-6-1 16 0,7-7 20 0,-1 0 25 16,8 0 25-16,-8 0 39 0,0-4 47 0,7 4 82 0,0-3 223 15</inkml:trace>
  <inkml:trace contextRef="#ctx0" brushRef="#br0" timeOffset="146897.06">8557 16434 54 0,'0'4'159'0,"0"-4"8"0,0 0 6 16,7 0 3-16,-7 0 5 0,0 0 3 0,0 0 4 0,0 0 6 15,0 0 7-15,0 3-19 0,0-3-32 0,6 0-17 0,-6 0-7 0,0 0-2 16,0 0 3-16,0 0 5 0,0 0 5 0,6 0 7 0,-6 0 5 15,0 0 7-15,0 4 6 0,0-4 8 0,8 0 8 0,-8 0 6 0,0 0 4 16,6 0-2-16,-6 4-9 0,6-4-7 0,-6 0-9 0,7 0-9 16,-7 0-7-16,7 0-7 0,-7 0-4 0,6 0-5 0,0 0-5 0,-6 0-8 15,7 0-11-15,-1 0-12 0,1 0-14 0,-7-4-7 0,7 4-7 0,-1 0-4 16,0-4-1-16,-6 4-3 0,7-3 0 0,0 3-2 0,-1-4-1 16,-6 4-4-16,6 0-1 0,-6-3-2 0,7 3-3 0,0 0-2 15,-7 0-2-15,6 0-3 0,-6-4 0 0,0 4-2 0,7 0-2 0,-7 0-3 16,6 0-1-16,-6 0-1 0,0 0-2 0,6-4 0 0,-6 4-1 15,8 0 0-15,-8 0 2 0,6 0 1 0,0 0 1 0,-6 0-1 0,7 0 1 16,-1-4 2-16,1 4 1 0,-1 0 2 0,1 0 0 0,-1 0 1 16,0-3 1-16,8 3 3 0,-8-4 3 0,1 4 0 0,0 0-1 0,5 0-1 15,-5-4-1-15,-1 4-2 0,8-3 1 0,-8 3-2 0,0 0-3 0,1-4 0 16,0 4-3-16,-1 0-3 0,0 0-2 0,1-4-3 0,-1 4-4 16,1 0 0-16,-7 0-1 0,7 0 1 0,-1 0 3 0,-6 0 0 0,6 0 0 15,2 0 1-15,-8 0 1 0,6 0 1 0,-6 0-15 0,6 0-9 16,-6-3 0-16,6 3 0 0,-6 0 0 0,7 0 0 0,-7 0 0 0,7 0 0 15,-7 0 0-15,6-4 0 0,1 4 0 0,-7 0 0 0,6 0 0 16,0 0 0-16,2-4 0 0,-2 4 0 0,0 0 0 0,0-3 0 0,2 3 0 16,-2 0 0-16,0-4 0 0,7 4 0 0,-6 0 0 0,0-3 0 15,5 3 0-15,-6-4 0 0,8 4 0 0,-8-4 0 0,7 4 0 0,-6-3 0 16,6 3 0-16,-7-4 0 0,8 4 0 0,-2-4 0 0,-5 4 0 16,6-3 0-16,0 3 0 0,-7-4 0 0,8 4 0 0,-2 0 0 0,2-4 0 15,-8 4 0-15,7-3 0 0,1 3 0 0,-2-4 0 0,2 4 0 16,-2 0 0-16,1-4 0 0,1 4 0 0,-2 0 0 0,2-4 0 0,5 4 0 15,-6 0 0-15,6-3 0 0,-5 3 0 0,5 0 0 0,1-4 0 16,-1 4 0-16,-6 0 0 0,7 0 0 0,-1-4 0 0,1 4 0 0,0 0 0 16,-8 0 0-16,8 0 0 0,-1 0 0 0,1 0 0 0,0-3 0 15,-1 3 0-15,-6 0 0 0,6 0 0 0,1 0 0 0,0 0 0 0,-1 0 0 16,1 0 0-16,-7 0 0 0,6 0 0 0,1 0 0 0,-1 0 0 16,1 0 0-16,-1 0 0 0,1-4 0 0,0 4 0 0,-1 0 0 0,1 0 0 15,0 0 0-15,-8 0 0 0,8 0 0 0,-1 0 0 0,1 0 0 16,-8 4 0-16,8-4 0 0,0 0 0 0,-7 3 0 0,7-3 0 0,-8 4 0 15,2 0 0-15,5-4 0 0,-5 3 0 0,4 1 0 0,-4-4 0 16,5 4 0-16,-5 0 0 0,4-1 0 0,-4-3 0 0,5 4 0 0,-5 0 0 16,4-4 0-16,2 3 0 0,-6 1 0 0,5 0 0 0,1-4 0 15,-8 3 0-15,8 1 0 0,0-4 0 0,-7 4 0 0,7-4 0 0,-1 3 0 16,-6 1 0-16,6-4 0 0,1 3 0 0,-7-3 0 0,7 4 0 0,-1-4 0 16,0 4 0-16,-5-4 0 0,5 0 0 0,1 3 0 0,0-3 0 15,-1 0 0-15,0 4 0 0,0-4 0 0,1 0 0 0,0 0 0 0,6 0 0 16,-7 0 0-16,1-4 0 0,-1 4 0 0,1 0 0 0,6-3 0 15,-6 3 0-15,-1-4 0 0,7 4 0 0,-6-4 0 0,6 4 0 0,-7-3 0 16,7-1 0-16,-6 4 0 0,7-3 0 0,-9-1 0 0,9 4 0 16,-1-4 0-16,0 1 0 0,0 3 0 0,-1-4 0 0,-5 0 0 15,7 4 0-15,-1-3 0 0,0-1 0 0,-1 0 0 0,1 1 0 0,1-1 0 16,-8 4 0-16,8-4 0 0,5 0 0 0,-7 1 0 0,2-1 0 0,-1 4 0 16,0-4 0-16,0 1 0 0,0 3 0 0,1-4 0 0,-2 4 0 0,1-4 0 15,7 4 0-15,-7-3 0 0,0 3 0 0,0-4 0 16,0 4 0-16,7 0 0 0,-7 0 0 0,-1 0 0 0,8 0 0 0,-7 0 0 15,0 0 0-15,7 0 0 0,-7 0 0 0,0 0 0 0,0 0 0 0,7 0 0 16,-7 0 0-16,0 0 0 0,-1 0 0 0,8 0 0 0,-7 0 0 16,0 0 0-16,7 0 0 0,-7 0 0 0,7 0 0 0,-1-4 0 0,-6 4 0 15,7-3 0-15,-1 3 0 0,-5-4 0 0,5 4 0 0,1-4 0 16,-1 4 0-16,-6 0 0 0,7-3 0 0,-1 3 0 0,1 0 0 0,-1-3 0 16,1 3 0-16,-7 0 0 0,6-5 0 0,1 5 0 0,0 0 0 15,-7 0 0-15,6-3 0 0,1 3 0 0,-7 0 0 0,6 0 0 0,-5 0 0 16,5-4 0-16,-6 4 0 0,7 0 0 0,-1 0 0 0,-5 0 0 0,5 0 0 15,1-4 0-15,-1 4 0 0,-6 0 0 0,7-3 0 0,-1 3 0 16,1 0 0-16,-1-4 0 0,1 4 0 0,-1-3 0 0,1 3 0 0,-1-4 0 16,1 4 0-16,-1 0 0 0,1 0 0 0,0-4 0 0,0 4 0 15,-1-3 0-15,1 3 0 0,-7 0 0 0,7-4 0 0,-1 4 0 16,1 0 0-16,-1 0 0 0,-6 0 0 0,7 0 0 0,-1 0 0 0,1 0 0 16,-1 0 0-16,1-4 0 0,-1 4 0 0,1 0 0 0,-1 0 0 0,1 0 0 15,-1-3 0-15,7 3 0 0,-5 0 0 0,-2-4 0 0,1 4 0 16,6-4 0-16,-7 4 0 0,1 0 0 0,5-3 0 0,-5 3 0 15,-1-4 0-15,1 4 0 0,0 0 0 0,0-4 0 0,-1 4 0 0,1 0 0 16,-1 0 0-16,1-3 0 0,6 3 0 0,-7-4 0 0,1 4 0 0,-1 0 0 16,1 0 0-16,-1 0 0 0,1 0 0 0,7 0 0 0,-8 0 0 0,1 0 0 15,-1 0 0-15,7 0 0 0,-7 0 0 0,1 0 0 0,-1 4 0 16,1-4 0-16,-1 0 0 0,1 3 0 0,0-3 0 0,0 0 0 16,6 4 0-16,-7-4 0 0,1 0 0 0,-1 4 0 0,1-4 0 0,-1 0 0 15,7 3 0-15,-6-3 0 0,0 0 0 0,6 4 0 0,-7-4 0 16,7 0 0-16,0 4 0 0,-6-4 0 0,6 0 0 0,-6 3 0 0,6-3 0 15,-1 0 0-15,-5 4 0 0,7-4 0 0,-8 0 0 0,7 4 0 16,-6-4 0-16,5 0 0 0,-5 3 0 0,-1-3 0 0,8 0 0 0,-7 4 0 16,6-4 0-16,-7 0 0 0,7 4 0 0,-7-4 0 0,1 0 0 15,7 3 0-15,-8-3 0 0,7 0 0 0,0 4 0 0,-7-4 0 0,8 0 0 16,-1 3 0-16,-7-3 0 0,7 0 0 0,1 4 0 0,-7-4 0 16,5 4 0-16,-5-4 0 0,6 3 0 0,-7-3 0 0,7 5 0 0,-5-5 0 15,-2 3 0-15,7-3 0 0,-7 3 0 0,7 1 0 0,-6-4 0 16,6 4 0-16,0-1 0 0,-6-3 0 0,6 4 0 0,-1 0 0 0,-5-4 0 15,7 3 0-15,-1-3 0 0,-7 4 0 0,7-4 0 0,1 4 0 16,-8-4 0-16,7 3 0 0,0-3 0 0,-7 4 0 0,1-4 0 0,7 0 0 16,-8 4 0-16,7-4 0 0,-7 0 0 0,7 3 0 0,-6-3 0 0,7 0 0 15,-2 0 0-15,-5 4 0 0,6-4 0 0,-1 0 0 0,-5 0 0 16,7 4 0-16,-1-4 0 0,-1 0 0 0,2 4 0 0,-1-4 0 0,-6 3 0 16,5-3 0-16,1 4 0 0,-6-4 0 0,6 0 0 0,-6 4 0 15,6-1 0-15,-7-3 0 0,7 4 0 0,-6-4 0 0,-1 4 0 0,8-4 0 16,-8 3 0-16,7-3 0 0,-6 4 0 0,6-4 0 0,0 4 0 15,-6-4 0-15,6 3 0 0,-7 1 0 0,7-4 0 0,-7 3 0 0,8 1 0 16,-7-4 0-16,6 4 0 0,-7-1 0 0,1-3 0 0,5 4 0 16,-5 0 0-16,-1-1 0 0,2-3 0 0,-2 4 0 0,1 0 0 0,-1-1 0 15,1-3 0-15,-1 4 0 0,7-4 0 0,-6 4 0 0,-1-4 0 16,1 4 0-16,-1-4 0 0,8 3 0 0,-7-3 0 0,5 4 0 16,-5-4 0-16,6 3 0 0,1-3 0 0,-2 0 0 0,-5 0 0 0,6 0 0 15,-1 0 0-15,2 0 0 0,-1-3 0 0,0 3 0 0,0 0 0 0,1-4 0 16,5 4 0-16,-7 0 0 0,2-3 0 0,-1 3 0 0,6 0 0 15,-5 0 0-15,-1 0 0 0,7 0 0 0,-7 0 0 0,0 0 0 0,-1 0 0 16,8 0 0-16,-7 0 0 0,-6 3 0 0,6-3 0 0,0 0 0 0,-6 4 0 16,6-4 0-16,-7 3 0 0,7 1 0 0,-6-4 0 0,-1 4 0 0,8-4 0 15,-8 3 0-15,1 1 0 0,6-1 0 0,-7-3 0 0,7 5 0 16,-7-5 0-16,8 3 0 0,-1-3 0 0,0 3 0 0,-7-3 0 0,8 4 0 16,-1-4 0-16,0 4 0 0,0-4 0 0,0 0 0 0,0 3 0 0,-6-3 0 15,6 0 0-15,0 0 0 0,0 0 0 0,0-3 0 0,-7 3 0 0,7 0 0 16,1-4 0-16,-1 4 0 0,0 0 0 0,0-4 0 0,0 4 0 15,-6 0 0-15,6 0 0 0,-1 0 0 0,2-3 0 0,-1 3 0 0,0 0 0 16,0 0 0-16,0 0 0 0,0 0 0 0,0 0 0 0,-6 3 0 0,6-3 0 16,0 0 0-16,0 0 0 0,0 0 0 0,1 0 0 0,-2 0 0 15,1 0 0-15,0 0 0 0,1 0 0 0,-1 0 0 0,0 0 0 0,7 0 0 16,-8-3 0-16,8 3 0 0,-7 0 0 0,0 0 0 0,6-3 0 0,-5 3 0 16,-1-5 0-16,0 5 0 0,7 0 0 0,-7 0 0 0,-1-3 0 0,2 3 0 15,-1-4 0-15,0 4 0 0,0 0 0 0,0 0 0 0,0 0 0 16,0 0 0-16,0 0 0 0,1 0 0 0,-2 0 0 0,1 0 0 0,1 0 0 15,-1 0 0-15,-7 0 0 0,7 0 0 0,0 4 0 0,1-4 0 0,-1 0 0 16,-7 3 0-16,7-3 0 0,-7 0 0 0,8 5 0 0,-1-5 0 16,-6 0 0-16,5 0 0 0,-5 0 0 0,7 0 0 0,-8 3 0 0,7-3 0 15,0 0 0-15,0-3 0 0,-7 3 0 0,8 0 0 0,-1 0 0 0,0 0 0 16,-1 0 0-16,2 0 0 0,-1-5 0 0,0 5 0 0,1 0 0 0,-8 0 0 16,7 0 0-16,0-3 0 0,-7 3 0 0,7 0 0 0,-5 0 0 15,4 0 0-15,-5-4 0 0,-1 4 0 0,1 0 0 0,6 0 0 0,-7 4 0 16,1-4 0-16,-1 0 0 0,2 0 0 0,-2 0 0 0,1 3 0 0,-1-3 0 15,1 0 0-15,-1 5 0 0,1-5 0 0,6 0 0 0,-7 3 0 16,1-3 0-16,-1 0 0 0,1 0 0 0,-1 3 0 0,1-3 0 0,0 0 0 16,0 0 0-16,-8 0 0 0,7 0 0 0,2 0 0 0,-2 0 0 0,1 0 0 15,-1 0 0-15,1 0 0 0,-1 4 0 0,1-4 0 0,-1 0 0 0,1 0 0 16,6 0 0-16,-7 0 0 0,1 0 0 0,-1 4 0 0,1-4 0 16,7 0 0-16,-8 0 0 0,1 0 0 0,-1 3 0 0,1-3 0 0,-1 0 0 15,1 0 0-15,-1 5 0 0,1-5 0 0,-1 0 0 0,1 3 0 0,-7-3 0 16,6 0 0-16,1 0 0 0,-1 4 0 0,1-4 0 0,-7 0 0 0,7 3 0 15,-1-3 0-15,1 0 0 0,-7 0 0 0,6 4 0 0,1-4 0 16,-1 0 0-16,2 4 0 0,-9-4 0 0,8 0 0 0,-1 3 0 0,-6-3 0 16,7 4 0-16,-7-4 0 0,0 0 0 0,7 4 0 0,-7-4 0 0,0 3 0 15,0-3 0-15,-1 4 0 0,2-4 0 0,-1 0 0 0,6 4 0 0,-12-4 0 16,13 3 0-16,-7-3 0 0,0 0 0 0,-1 4 0 0,2-4 0 0,5 0 0 16,-6 4 0-16,1-4 0 0,5 0 0 0,-6 3 0 0,0-3 0 15,7 4 0-15,-7-4 0 0,7 4 0 0,-7-4 0 0,6 3 0 16,-5 1 0-16,5-4 0 0,-7 4 0 0,8-1 0 0,-7-3 0 0,0 4 0 0,0-1 0 15,7-3 0-15,-7 4 0 0,0 0 0 0,1-4 0 0,-2 3 0 16,8-3 0-16,-8 4 0 0,2-4 0 0,5 4 0 0,-6-4 0 0,7 0 0 16,-7 0 0-16,7 0 0 0,-7 0 0 0,6 0 0 0,-5 0 0 0,5-4 0 15,1 4 0-15,-7 0 0 0,6-4 0 0,1 4 0 0,-1 0 0 0,1-3 0 16,-7 3 0-16,6 0 0 0,1 0 0 0,-7-4 0 0,7 4 0 16,-7 0 0-16,0 0 0 0,-1 0 0 0,2 0 0 0,-1 0 0 0,0 0 0 15,-6 0 0-15,5 0 0 0,-5 0 0 0,0 0 0 0,6 0 0 16,-7 0 0-16,-5 4 0 0,4-4 0 0,2 0 0 0,-7 3 0 0,7-3 0 0,-8 0 0 15,2 4 0-15,-1-4 0 0,0 0 0 0,0 0 0 0,-1 0 0 16,-4 4 0-16,4-4 0 0,-5 0 0 0,0 0 0 0,-1 0 0 0,1 0 0 16,-1 3 0-16,0-3 0 0,2 0 0 0,-2 0 0 0,-6 0 0 0,6 4 0 15,-6-4 0-15,6 0 0 0,-6 0 0 0,0 0 0 0,0 0 0 0,0 0 0 16,7 0 0-16,-7 0 0 0,0 0 0 0,0 0 0 0,0 0 0 0,0 0 0 16,0 0 0-16,0 0 0 0,0 0 0 0,0 0 0 0,0 0 0 0,0 0 0 15,0 0 0-15,0 0 0 0,0 0 0 0,0 0 0 0,0 0 0 0,0 0 0 16,0 0 0-16,0 0 0 0,0 0 0 0,0 0 0 0,0 0 0 15,0 0 0-15,-7-4 0 0,7 4 0 0,0-3 0 0,0 3 0 0,0-4 0 16,0 4 0-16,0-4 0 0,0 1 0 0,0-1 0 0,-6 0 0 0,6 1 0 16,0-1 0-16,-6 1 0 0,6-1 0 0,-6 0 0 0,6 1 0 0,-8-5 0 15,2 5 0-15,0-1 0 0,-1-3 0 0,1 3 0 0,-1-3 0 16,0 3 0-16,1-3 0 0,-8 3 0 0,8-3 0 0,-6 0 0 0,5 2 0 16,-6-2 0-16,6 0 0 0,-5-1 0 0,4 1 0 0,-4-4 0 0,-1 4 0 15,6 0 0-15,-6-4 0 0,0 3 0 0,0-3 0 0,1 0 0 0,-2 4 0 16,8-4 0-16,-7 0 0 0,-1 4 0 0,2-4 0 0,6 0 0 0,-8 3 0 15,1-3 0-15,6 4 0 0,-6-4 0 0,7 4 0 0,0-1 0 16,-8-3 0-16,8 4 0 0,0 0 0 0,-8 0 0 0,8 3 0 0,-1-3 0 16,1-1 0-16,-1 5 0 0,1-5 0 0,-1 5 0 0,1-1 0 0,0 0 0 15,-2 1 0-15,2-1 0 0,0 0 0 0,-1 1 0 0,7 3 0 16,-6-4 0-16,-1 4 0 0,7-4 0 0,-6 4 0 0,6 0 0 0,0 0 0 16,-7-4 0-16,7 4 0 0,0 0 0 0,0 0 0 0,0 0 0 0,0 0 0 15,0 0 0-15,0 0 0 0,0 0 0 0,0 0 0 0,0 0 0 0,0 0 0 16,0 0 0-16,0 4 0 0,0 0 0 0,7-4 0 0,-7 7 0 15,6-3 0-15,-6 0 0 0,7 3 0 0,-1 0 0 0,1 1 0 0,-1-1 0 16,0 0 0-16,8 1 0 0,-8 3 0 0,1-1 0 0,6-2 0 0,-7 3 0 16,7 0 0-16,1 0 0 0,-8 0 0 0,7 0 0 0,0 0 0 15,0 0 0-15,0 4 0 0,0-4 0 0,1-1 0 0,-2 5 0 0,8-4 0 16,-7 0 0 62,-1 0 0-78,2 0 0 0,-2 3 0 0,262 239 0 0,-260-242 0 0,-14-7 0 0,6 0 0 78,-6-1 0-78,6 1 0 0,-299 99 0 0,203-70 0 0,37-15 0 0,-6 1 0 78,1 2 0-62,-7 5 0-16,6 0 0 0</inkml:trace>
  <inkml:trace contextRef="#ctx0" brushRef="#br0" timeOffset="159349.91">10218 10272 0 0,'-6'0'80'0,"6"0"29"0,-7 0 7 15,7 4 6-15,0-4 4 0,0 0 8 0,0 0 8 0,0 0 2 16,0 0-2-16,0 0-5 0,0 0-10 0,0 0 1 0,0 0 7 0,0 0 8 16,0 0 9-16,0 0 9 0,0 0 8 0,0 0 7 0,0 0 8 15,0 0 9-15,0 0 7 0,0 0 7 0,0 0 3 0,-7 3 5 0,7-3 2 16,0 0-5-16,0 4-5 0,0-4-9 0,0 4-9 0,0-4-10 16,-6 3-10-16,6-3-10 0,0 4-10 0,0 0-13 0,0-1-11 15,0 4-13-15,0-3-13 0,-6 3-12 0,6 1-13 0,0 0-10 0,0-2-4 16,-6 6-4-16,6-5-3 0,0 7 0 0,-8-2-1 0,8-1 0 15,-6 3-1-15,6 1-1 0,-6-1 1 0,6 1-2 0,-7 4-3 0,0-5-4 16,7 5-2-16,-6-2-3 0,-1-2 0 0,7 4-2 0,-6-1-2 16,0 0-2-16,-2-3-2 0,8 4-1 0,-6-5-1 0,6 4 0 15,-6 1-1-15,6-5 0 0,-6 1-1 0,6 0 1 0,-7 4 1 0,7-6-2 16,0 2 0-16,-7 0-1 0,7-1 1 0,0 1 2 0,0 0 0 0,-6-1-1 16,6 5-1-16,0-5-2 0,-7 2 0 0,7-2-1 0,0 4-1 15,-6-3-1-15,6 0-1 0,0 3 0 0,0-4 0 0,-6 1-2 16,6 3 0-16,0-3 0 0,-8 4-1 0,8-1 1 0,0-4-1 0,-6 5 1 15,6-1 0-15,0 0-1 0,-6 0 1 0,6 1 0 0,0-1-2 16,0 1 1-16,0 3-1 0,-6-4-2 0,6 0-1 0,0 0 0 16,0 1-3-16,0-1 0 0,-8 1-1 0,8-1-1 0,0 4-1 0,0-4-1 15,0 0 1-15,-6 0-2 0,6 1 0 0,0 0 1 0,0-1-1 0,-6-4 0 16,6 5 2-16,0-1-1 0,0 0 1 0,-7-3 1 0,7 3 0 16,0-3 0-16,0 3 1 0,-6-3 1 0,6 3 1 0,0-3 2 15,0-1 0-15,0 1 0 0,-7-4 1 0,7 4 0 0,0-1 0 0,0-2 1 16,0 1-1-16,0-1 0 0,0 3 1 0,0-4-1 0,0 3 0 0,0-3 0 15,0 0-1-15,0 4-1 0,0-4-1 0,0 3-2 0,0-3 1 16,0 1 0-16,0 1 0 0,0-1-1 0,0 3 1 0,-7-4 1 16,7 4-1-16,0-4 1 0,0 3 0 0,0 1 0 0,0-4 0 0,0 3-1 15,0-2-9-15,0 2 0 0,0 1 0 0,0-4 0 0,0 0 0 16,0 3 0-16,0-3 0 0,0 4 0 0,0-4 0 0,-6 4 0 16,6-5 0-16,0 6 0 0,0-5 0 0,0-1 0 0,0 5 0 0,0 0 0 15,0-4 0-15,0 3 0 0,0-3 0 0,-6 4 0 0,6-1 0 0,0 2 0 16,0-2 0-16,0-3 0 0,0 4 0 0,0-1 0 0,0 5 0 15,0-4 0-15,0-1 0 0,0 0 0 0,0 5 0 0,0-4 0 16,0-1 0-16,0 1 0 0,0 3 0 0,-6-3 0 0,6-1 0 0,0 1 0 16,0 0 0-16,0 3 0 0,0-7 0 0,0 4 0 0,0-1 0 15,0 1 0-15,0 0 0 0,0-1 0 0,0 1 0 0,0-1 0 16,-8 1 0-16,8 0 0 0,0-1 0 0,0 1 0 0,0 0 0 0,0 3 0 16,0-3 0-16,0-1 0 0,-6 1 0 0,6 3 0 0,0-3 0 15,0 0 0-15,0 3 0 0,-6-3 0 0,6 3 0 0,0 0 0 0,-7 1 0 16,7-1 0-16,-7 1 0 0,7-2 0 0,0 2 0 0,-6-1 0 15,6 1 0-15,0 3 0 0,-7-4 0 0,7 4 0 0,-6-4 0 0,6 4 0 16,-6 0 0-16,6 0 0 0,-7 0 0 0,7 0 0 0,-7 4 0 16,1-5 0-16,6 2 0 0,-6-5 0 0,6 4 0 0,-7-4 0 15,7 1 0-15,-7 2 0 0,7-2 0 0,0-1 0 0,-6 1 0 0,6-1 0 16,0 0 0-16,0 4 0 0,-7 0 0 0,1 0 0 0,6 0 0 0,-6 4 0 16,6-4 0-16,-7 3 0 0,7-3 0 0,-7 0 0 0,7 1 0 15,-6-5 0-15,6 4 0 0,0-4 0 0,0 0 0 0,0 0 0 16,0 1 0-16,0-1 0 0,0 1 0 0,0-1 0 0,0 0 0 0,0 0 0 15,0 1 0-15,0-1 0 0,-6 0 0 0,6 4 0 0,0-3 0 16,0-1 0-16,6-3 0 0,-6 3 0 0,0-3 0 0,0-1 0 16,0 1 0-16,0-4 0 0,0 3 0 0,0-3 0 0,0 4 0 0,0-4 0 15,0 0 0-15,0 4 0 0,0 0 0 0,0-1 0 0,0-3 0 0,0 4 0 16,0-1 0-16,0 1 0 0,0-4 0 0,0 4 0 0,0 0 0 16,0-5 0-16,0 5 0 0,6 0 0 0,-6-4 0 0,0 3 0 15,0-3 0-15,0 4 0 0,0-4 0 0,0 4 0 0,0-1 0 0,0 1 0 16,0 0 0-16,0-1 0 0,0 5 0 0,0-5 0 0,0 4 0 15,-6 1 0-15,6-1 0 0,0 4 0 0,0-3 0 0,0-1 0 16,0 0 0-16,-6 0 0 0,6 1 0 0,0-1 0 0,0-3 0 0,0 0 0 16,0-1 0-16,0 4 0 0,6-3 0 0,-6 0 0 0,0-1 0 15,0 1 0-15,0 4 0 0,0-5 0 0,0 1 0 0,0 3 0 0,0-3 0 16,0-1 0-16,0 4 0 0,0-3 0 0,0 0 0 0,0 0 0 16,0-1 0-16,0-3 0 0,0 4 0 0,0 0 0 0,0-1 0 0,0-3 0 15,0 4 0-15,0-1 0 0,6 0 0 0,-6 1 0 0,0 1 0 16,0 2 0-16,0-4 0 0,0 1 0 0,0 0 0 0,0-1 0 15,0 1 0-15,7-1 0 0,-7 2 0 0,0-2 0 0,0 1 0 0,0-1 0 16,0 1 0-16,0-4 0 0,0 4 0 0,0-1 0 0,7 1 0 0,-7-1 0 16,0 1 0-16,0 1 0 0,0-2 0 0,0-3 0 0,0 3 0 15,0-3 0-15,0 4 0 0,0-4 0 0,0 3 0 0,0 1 0 16,0-5 0-16,0 5 0 0,0 1 0 0,0-2 0 0,0 1 0 0,-7-4 0 16,7 3 0-16,0 1 0 0,0 0 0 0,0-1 0 0,-7 1 0 15,7-1 0-15,0 1 0 0,0 0 0 0,-6 0 0 0,6 0 0 16,0-1 0-16,0-3 0 0,0 3 0 0,-6 1 0 0,6-4 0 0,0 4 0 15,0-5 0-15,0 2 0 0,-8 3 0 0,8-4 0 0,0 3 0 0,0-3 0 16,-6 4 0-16,6-4 0 0,0 3 0 0,-6-3 0 0,6 4 0 16,0-1 0-16,0-2 0 0,-7 2 0 0,7 1 0 0,0 0 0 0,-6-1 0 15,6 1 0-15,0-4 0 0,-7 3 0 0,7 5 0 0,0-4 0 16,0-1 0-16,-6 1 0 0,6 0 0 0,0-1 0 0,-7 4 0 0,7-3 0 16,0 0 0-16,0-1 0 0,-6 1 0 0,6 0 0 0,0-4 0 0,0 4 0 15,-6-1 0-15,6 1 0 0,0-4 0 0,-8 4 0 0,8-1 0 16,-6 0 0-16,6-3 0 0,0 5 0 0,-6-2 0 0,6 1 0 15,0-1 0-15,0-3 0 0,-7 4 0 0,7-1 0 0,0 1 0 0,-7-4 0 16,7 4 0-16,0-4 0 0,-6 4 0 0,6-1 0 0,0-3 0 16,0 4 0-16,0-1 0 0,-6-3 0 0,6 4 0 0,0 0 0 0,-7-4 0 15,7 3 0-15,0 1 0 0,0 0 0 0,-6-1 0 0,6 1 0 0,0 3 0 16,-7-3 0-16,7 3 0 0,0-3 0 0,0 3 0 0,-7 1 0 16,7-1 0-16,-6 0 0 0,6 4 0 0,0-4 0 0,-6 1 0 0,6 3 0 15,0-4 0-15,-7 1 0 0,7 3 0 0,-7-4 0 0,7 0 0 0,0 0 0 16,-6 1 0-16,6-1 0 0,0 1 0 0,0-1 0 0,-7-4 0 0,7 5 0 15,0-5 0-15,-6 5 0 0,6-5 0 0,0 4 0 0,0-3 0 16,-6 0 0-16,6 0 0 0,0-1 0 0,0 1 0 0,0-1 0 0,0 1 0 16,0 0 0-16,0-1 0 0,0 1 0 0,0-4 0 0,0 3 0 0,-7-2 0 15,7-1 0-15,0 3 0 0,0-3 0 0,0 0 0 0,0 0 0 16,0-3 0-16,0 3 0 0,0 0 0 0,7-4 0 0,-7 4 0 0,0 0 0 16,0-3 0-16,0-1 0 0,0 0 0 0,0 0 0 0,0 1 0 0,0-1 0 15,0-3 0-15,0 3 0 0,0-3 0 0,0-1 0 0,0 1 0 0,0 0 0 16,0-1 0-16,0-3 0 0,0 0 0 0,0 0-242 0,0 0-56 0,0-3-78 15,-7-1-91-15,7 0-67 0,-7-3-55 0,1-4-19 0,0-4-3 16,-8 1 8-16,8-1 14 0,-7-7 21 0,6-4 23 0,-6 4 25 0,1-10 27 16,-2 2 49-16,8-7 59 0,-1 1 85 0,1-8 281 0</inkml:trace>
  <inkml:trace contextRef="#ctx0" brushRef="#br0" timeOffset="160499.81">10133 10217 0 0,'0'0'56'0,"0"0"36"0,7 0 9 16,-7 0 8-16,0-3 9 0,0 3 2 0,0 0-1 0,0 0-1 15,0 0-3-15,0 0 3 0,0 0 6 0,0 0 9 0,0-4 11 0,0 4 15 16,0 0 17-16,6 0 15 0,-6 0 14 0,0 0 16 0,0 0 20 16,0 0 19-16,0 0 21 0,0 0 11 0,0 0 5 0,0 0-1 15,0 0-6-15,-6 0-11 0,6 4-13 0,0-1-16 0,-7 5-19 0,1-1-19 16,6 0-21-16,-6 4-23 0,-2 0-24 0,-4 4-26 0,6-1-26 16,-8 4-19-16,1 1-13 0,1 0-10 0,-2 2-8 0,2 5-4 0,-8 0-5 15,7-1-2-15,-7 5-3 0,0-1-3 0,1 0 0 0,-1 0-4 16,1 2-3-16,0-3-2 0,-1 1-3 0,1 1-2 0,5-1-3 0,-6-4-1 15,8 2-1-15,-1-2-6 0,0-3-8 0,6-4-12 0,1 0-15 16,-8-3-21-16,8-4-26 0,6 0-39 0,-6-4-49 0,6 1-57 0,0-4-62 16,0-4-50-16,0 0-43 0,0 0-45 0,0-4-42 0,6-4-21 15,-6 1-5-15,6-4 5 0,2 0 10 0,-2-4 19 0,0 1 22 16,1-4 40-16,6-1 48 0,-7-3 57 0,1 1 63 0</inkml:trace>
  <inkml:trace contextRef="#ctx0" brushRef="#br0" timeOffset="160833.54">10101 10261 0 0,'6'-11'48'0,"0"4"79"15,-6-4 12-15,8 4 11 0,-8-1 15 0,6 5 18 0,-6-5 21 16,6 5 22-16,1-5 23 0,-7 4-5 0,6 1-16 0,-6-1-1 16,7 1 5-16,0 3 20 0,-1-4 26 0,-6 4 15 0,6 0 11 0,2 4 1 15,-2-4-2-15,0 3-8 0,0 4-8 0,8-3-12 0,-8 4-10 16,1-1-8-16,-1 4-9 0,8 0-11 0,-8 3-14 0,6-3-23 15,-5 8-29-15,6-5-19 0,0 4-15 0,-6 1-10 0,6 0-8 0,-1-1-9 16,2 4-9-16,-8-4-9 0,7 4-9 0,1 0-8 0,-2 0-8 16,2-4-9-16,-2 4-6 0,2 0-7 0,-1 0-6 0,-1 0-6 15,-5-4-4-15,6 5-4 0,0-5-4 0,0 4-3 0,-6-4-1 0,6 0-3 16,0-3-1-16,-7 3-3 0,8-2-1 0,-8-3-2 0,0-1-3 0,1 2 0 16,-1-3-2-16,1 0-8 0,-1-3-11 0,-6-1-16 0,7 0-19 15,-7 0-21-15,0-3-22 0,6 0-38 0,-12-1-46 0,6-3-75 16,0 0-92-16,0 0-84 0,-7 0-83 0,1-3-44 0,-1-5-26 0,7 5-5 15,-13-4 5-15,7-1 13 0,0 1 15 0,-2-4 21 0,2 4 22 16,-7-4 37-16,7 3 45 0,-7-2 75 0,6 2 150 0</inkml:trace>
  <inkml:trace contextRef="#ctx0" brushRef="#br0" timeOffset="162099.64">8531 10147 17 0,'-6'-3'139'0,"6"3"10"0,-6 3 8 16,-2-3 12-16,8 0 14 0,-6 4 18 0,6-4 19 0,-6 4 22 15,6-4 21-15,-7 3-6 0,7 1-21 0,0 0-4 0,0 3 4 0,0 1 10 16,0 2 13-16,0 5 7 0,0 0 2 0,0 3-1 0,0 4-5 15,0 0-11-15,0 3-13 0,0 2-16 0,0-2-17 0,7 4-18 16,-7 1-18-16,0-1-18 0,6-3-15 0,-6 3-17 0,0 0-19 0,6-3-12 16,2 3-9-16,-8-4-7 0,6 2-4 0,0-6-5 0,1 1-6 15,-1 0-5-15,7 0-4 0,-6-4-4 0,5 1-5 0,-4-4-5 0,4-1-7 16,-5 1-4-16,6 0-5 0,0-5-3 0,0 1-3 0,-6 0-3 16,5-3-3-16,2 3-2 0,-2-8-1 0,2 5 0 0,-1-5-2 0,-1 2 0 15,2-2 1-15,5-3 1 0,-6 0 0 0,0 0 2 0,7-3 2 16,-7-2 2-16,6 2 0 0,1-1 1 0,-7-3 2 0,7-1 2 15,-1-3 3-15,-6 0 3 0,6 0 3 0,1-3 2 0,-7 3 2 0,7-7 1 16,0 3 1-16,-8-4 2 0,8 6 0 0,-7-6-1 0,0-3 3 16,6 3 0-16,-5-3 0 0,-2 1 0 0,1-1-2 0,1-1-2 0,-2-2-3 15,2 3-2-15,-2-4-3 0,2 4-2 0,-8-3-1 0,7 2-2 16,-7 1-2-16,8-3-2 0,-8 3-1 0,0 0-2 0,1 3-3 0,0-3-2 16,-1 4-1-16,1 0-1 0,-7 0 0 0,6-1 0 0,1 5 0 15,-7-1-1-15,7 4 0 0,-7-4-1 0,0 5-1 0,6-2-6 0,-6 5-8 16,0 0-15-16,0-4-16 0,-6 3-22 0,6 5-27 0,0-5-57 15,-7 1-75-15,0 4-88 0,7 3-95 0,-6-4-65 0,-1 4-46 0,-6 4-24 16,6-1-12-16,-5 4 1 0,-2 4 5 0,2 0 13 0,-1 4 16 16,-1 0 21-16,2 3 27 0,-2 1 58 0,2-1 73 0</inkml:trace>
  <inkml:trace contextRef="#ctx0" brushRef="#br0" timeOffset="163966.24">28805 17309 105 0,'0'0'117'0,"-6"4"5"0,0-4 7 0,6 4 11 0,-7-4 12 0,7 3 19 16,-7-3 22-16,7 4 8 0,-6-4-2 0,6 0 4 0,0 0 5 0,0 0 15 15,0 0 15-15,0 0 27 0,0 0 29 0,0 0 17 0,0 0 14 16,0 4 5-16,0-4 3 0,6 3-5 0,-6-3-10 0,7 0-12 0,0 4-13 15,-1 0-14-15,0-1-14 0,8-3-17 0,-8 4-17 0,14 0-21 16,-7 3-24-16,-1-3-18 0,8 0-16 0,0-1-12 0,-1 1-12 0,7 0-11 16,0-4-11-16,1 3-12 0,-1 1-11 0,0-4-10 0,7 0-12 0,-1 4-8 15,1-4-10-15,-1 0-8 0,1 0-20 0,-1 0-15 0,1 0 0 16,-1-4 0-16,1 4 0 0,-1-4 0 0,-6 4 0 0,1-3 0 0,5 3 0 16,-12-4 0-16,5 4-15 0,-5 0-36 0,0-4-13 0,-7 4-13 15,7 0-15-15,-14 0-16 0,6 0-18 0,-4 0-18 0,-2-3-20 0,0 3-33 16,1 0-44-16,-7 0-52 0,0-4-58 0,0 4-50 0,0 0-43 0,0-4-37 15,-7 1-34-15,1 3-8 0,0-4 3 0,-2 0 11 0,2 0 15 16,-6 4 17-16,4-3 19 0,-4-5 36 0,-1 5 45 0,-1-5 59 0,2 5 66 16</inkml:trace>
  <inkml:trace contextRef="#ctx0" brushRef="#br0" timeOffset="164250.22">29308 16866 50 0,'0'0'180'0,"0"0"29"0,0 0 32 0,0 4 44 16,0 0 47-16,0-1 47 0,0 4 46 0,0 1 33 0,0 3 25 0,-8 0-11 16,8 4-26-16,-6-1-19 0,6 5-13 0,-6 3-13 0,-1 3-10 15,-6 4-15-15,6 1-18 0,-5 3-28 0,-2 3-36 0,-5 5-33 0,6-1-33 16,-6 4-20-16,-1 3-12 0,7 1-9 0,-7 0-27 0,1-1-160 0,0 5 0 16,5-5 0-16,1 4 0 0,-6-7 0 0,12 4 0 0,1-8 0 0,0 1 0 15,-2-1 0-15,8-7 0 0,8 0 0 0,-2-4 0 0,0-3 0 16,7-4 0-16,0-4 0 0,0-3 0 0,7 0 0 0,6-4 0 0,-7-8 0 15,7 1 0-15,7-8 0 0,-7 1 0 0,6-5 0 0,1-3 0 0,-1-3 0 16,-5-5 0-16,11-3 0 0,-11 0 0 0,5-3 0 0,1-1-302 0,-7 0-125 16,0 1-82-16,0-1-61 0,-7 0-55 0,1 4-18 0,-6 0-1 0,-2 4 14 15,1 0 22-15,-6 3 27 0,0 1 30 0,-1 2 35 0,0 2 37 0,0-2 53 16,2 5 61-16,-2 0 78 0,-6-1 259 0</inkml:trace>
  <inkml:trace contextRef="#ctx0" brushRef="#br0" timeOffset="-214363.72">9997 12198 4 0,'0'0'15'0,"0"0"4"0,0 0 6 16,0 0 6-16,0 0 8 0,0 0 3 0,-7 0 4 0,7 0 2 0,0 5 1 15,0-5 4-15,0 0 3 0,0 0 0 0,-7 0 0 0,7 0-2 16,0 4-3-16,-6-4-4 0,6 0-5 0,0 0-6 0,0 3-7 0,0-3-4 16,-6 0-3-16,6 0 0 0,0 0-1 0,0 0-2 0,0 0-1 15,0 0-1-15,0 0-1 0,0 0-1 0,0 0 1 0,0 0 1 0,0 0 0 16,0 0 3-16,0 0 3 0,0 0 2 0,0 0 1 0,0 0 3 16,0 0 2-16,0 0 3 0,0 0 2 0,0 0 5 0,0 0 2 15,0 0 6-15,0 0 6 0,0 0 8 0,0 0 7 0,0 0 8 16,0 0 9-16,0 0 7 0,0 0 8 0,0 0 6 0,0 0 8 0,0 0 5 15,0 0 5-15,0 0 4 0,0 0 4 0,0 0 1 0,0 0-1 0,0 0-1 16,0 0-1-16,0 0-5 0,0 0-3 0,0 0-4 0,0 0-2 16,0 0 4-16,0 0 10 0,0 0 7 0,0 0 7 0,0 0 2 15,0 0-2-15,0 0-2 0,0 0-1 0,6 4-4 0,-6-4-5 0,0 0-3 16,6 3-3-16,-6-3-5 0,0 0-4 0,7 0-12 0,-7 0-16 0,0 4-14 16,7-4-14-16,-7 0-8 0,0 0-4 0,6 0-4 0,-6 0-1 15,0 0 1-15,7 0-1 0,-7 0 1 0,6 0 0 0,-6 0-1 16,6 0 0-16,2 0-1 0,-8 0-1 0,6 0-1 0,-6 0 0 0,6 0-1 15,0 0 0-15,-6 0-1 0,8 0-1 0,-2 0-1 0,-6 0-3 16,6 0 1-16,1 0 2 0,-1 0 0 0,1 0 1 0,0 0 1 16,-1 0 3-16,0-4 2 0,0 4 1 0,2 0 1 0,-2 0 2 0,7 0 1 15,-7-3 2-15,8 3 0 0,-8 0 2 0,8 0-3 0,-8 0-2 16,6-4 1-16,2 4 0 0,-8 0 1 0,7 4 0 0,1-4-2 0,-2 0-2 16,1 0-2-16,0 3-3 0,0-3-3 0,1 4-1 0,4-4-2 15,-4 4 0-15,-1-4 0 0,0 3-1 0,6-3-21 0,-5 4-15 0,-2-4 0 16,2 0 0-16,-1 4 0 0,6-4 0 0,-6 0 0 0,0 0 0 15,0 3 0-15,0-3 0 0,0 0 0 0,0 0 0 0,1 4 0 16,5-4 0-16,-6 0 0 0,0 0 0 0,-1 4 0 0,8-4 0 0,0 0 0 16,-7 0 0-16,7 0 0 0,-1 3 0 0,-6-3 0 0,6 0 0 15,1 0 0-15,0 0 0 0,6-3 0 0,-7 3 0 0,1 0 0 0,0 0 0 16,-1-4 0-16,1 4 0 0,6 0 0 0,-7-4 0 0,1 4 0 16,0 0 0-16,-2-3 0 0,9 3 0 0,-7 0 0 0,-2 0 0 0,2 0 0 15,7 0 0-15,-8-4 0 0,0 4 0 0,1 0 0 0,7-4 0 16,-9 4 0-16,9 0 0 0,-7-3 0 0,-2 3 0 0,9-4 0 0,-7 4 0 15,6-4 0-15,-7 1 0 0,7 3 0 0,-6-4 0 0,-1 1 0 16,7-1 0-16,-6-1 0 0,-1 5 0 0,7-2 0 0,-6-3 0 0,0 2 0 16,-1 0 0-16,0-2 0 0,0 5 0 0,1-3 0 0,0-1 0 0,-1 1 0 15,-5 3 0-15,5-4 0 0,1 0 0 0,-8 4 0 0,8-3 0 16,-6 3 0-16,5-4 0 0,-6 4 0 0,6-4 0 0,-5 4 0 0,-2 0 0 16,8-3 0-16,-7 3 0 0,7 0 0 0,-8-4 0 0,8 4 0 0,-7 0 0 15,7-3 0-15,0 3 0 0,-8 0 0 0,1 0 0 0,7 0 0 16,-8-4 0-16,8 4 0 0,-7 0 0 0,0 0 0 0,7 0 0 0,-7 0 0 15,0 0 0-15,0 0 0 0,0 0 0 0,0 0 0 0,0 0 0 0,1 0 0 16,-2 4 0-16,1-4 0 0,0 0 0 0,0 0 0 0,-7 0 0 16,8 0 0-16,-2 3 0 0,-5-3 0 0,6 0 0 0,0 0 0 15,-6 4 0-15,6-4 0 0,-7 0 0 0,8 0 0 0,-8 3 0 0,7-3 0 16,-7 0 0-16,8 0 0 0,-8 0 0 0,6 0 0 0,2 4 0 0,-8-4 0 16,8 0 0-16,-8 0 0 0,7 0 0 0,-7 0 0 0,8 0 0 0,-8 0 0 15,7 0 0-15,-6 0 0 0,-1 0 0 0,1 0 0 0,5 0 0 16,-5 0 0-16,0 0 0 0,-1 0 0 0,0 0 0 0,2 0 0 15,-2 0 0-15,7 0 0 0,-7 0 0 0,1 0 0 0,0 0 0 0,-1 0 0 16,0 0 0-16,0-4 0 0,8 4 0 0,-8 0 0 0,1 0 0 0,0 0 0 16,-1 0 0-16,1 0 0 0,-1 0 0 0,7 0 0 0,-6 0 0 0,-1 0 0 15,0 0 0-15,1-3 0 0,0 3 0 0,-1 0 0 0,1 0 0 16,-1 0 0-16,0 0 0 0,1 0 0 0,0 0 0 0,-7 0 0 16,6 0 0-16,0 0 0 0,2 0 0 0,-2 0 0 0,0 0 0 0,1 0 0 15,-1 3 0-15,-6-3 0 0,7 0 0 0,-1 0 0 0,1 0 0 0,-7 4 0 16,6-4 0-16,0 0 0 0,-6 0 0 0,8 0 0 0,-2 4 0 0,-6-4 0 15,0 0 0-15,0 0 0 0,0 0 0 0,0 0 0 0,0 0 0 16,0 0 0-16,0 3 0 0,0-3 0 0,-6 0 0 0,-2 0 0 0,2 4 0 16,-7-4 0-16,0 4 0 0,0-1 0 0,1-3 0 0,-8 4 0 15,0-4-660-15,1 0-235 0,-1 0 5 0,0-4 28 0,1 4 43 16,-1-7 51-16,0-4 54 0,2 0 60 0,4 0 58 0,-5-7 71 0,-1 0 75 16,7-1 112-16,-6-3 318 0</inkml:trace>
  <inkml:trace contextRef="#ctx0" brushRef="#br0" timeOffset="-209663.51">11586 11053 0 0,'0'-5'22'0,"0"2"110"0,0 0 13 0,-7-2 17 0,7 2 21 16,0 3 27-16,-6-4 32 0,6 4 31 0,0 0 31 0,0 0 18 16,0 0 11-16,0 0 3 0,-6 0-2 0,6 0 0 0,0 0-3 0,0 0-4 15,-8 0-5-15,8 0-14 0,0 4-14 0,-6-4-23 0,6 3-25 16,0 2-28-16,-6-2-27 0,6 0-32 0,-7 2-37 0,7 2-23 15,-7 0-16-15,1 4-11 0,0 0-8 0,-1 0-7 0,1 4-3 0,-1 2-4 16,0-2-4-16,-5 5-5 0,5 1-4 0,-6-3-4 0,0 8-2 0,7-4-4 16,-8 3-3-16,2 1-4 0,-2 4-4 0,2-5-1 0,-8 4-3 15,7 4-2-15,-1-3-2 0,-4 3-2 0,4 0-1 0,-5 0-1 0,5-1-1 16,-4 2-1-16,4-1-1 0,-5-4-3 0,5 4-1 0,-4-5-4 16,4 3-5-16,1-6-6 0,0 1-8 0,6-1-10 0,-5-3-9 15,5-4-13-15,0 1-14 0,1-4-25 0,0-1-30 0,-1-3-41 0,7-3-46 16,0-1-50-16,0 0-54 0,0-3-38 0,0-4-30 0,0 0-34 15,7 0-30-15,-1-7-15 0,0 0-4 0,8-5 6 0,-2-2 12 0,1-1 23 16,1-7 29-16,-2 0 39 0,8-4 47 0,-7-3 52 0,7 0 56 16</inkml:trace>
  <inkml:trace contextRef="#ctx0" brushRef="#br0" timeOffset="-209330.89">11494 11042 51 0,'0'-12'109'0,"0"1"8"0,0 4 10 16,0-4 12-16,0 4 13 0,0-1 14 0,0-3 12 0,0 8-4 16,7-5-13-16,-7 1-7 0,7 4-5 0,-1-5 1 0,1 8 3 15,-7-3 7-15,6 3 9 0,7 0 8 0,-6 0 9 0,5 3 8 0,-4 1 10 16,4 3 10-16,1 0 10 0,0 4 5 0,0 0 0 0,1 0-4 16,-2 4-7-16,2 3-5 0,-8-3-3 0,7 7-9 0,0-4-12 0,0 4-14 15,-7 0-14-15,8 4-19 0,-8-1-18 0,1 5-22 0,-1-1-21 16,0 0-14-16,1 4-13 0,0-3-8 0,-1 3-7 0,0 0-5 0,-6 3-5 15,8-2-4-15,-2-1-3 0,-6 0-3 0,6-4-5 0,1 3-2 16,-1-1-4-16,1-3-3 0,-1-2-2 0,-6-1-1 0,7-3-3 0,-1 0 0 16,0 1-2-16,2-5-4 0,-2 1-6 0,0-5-10 0,1-3-13 15,-7 0-22-15,7 0-28 0,-1-4-35 0,0-4-40 0,-6 5-47 16,7-8-49-16,-7 0-45 0,0 0-43 0,0 0-44 0,6-4-45 0,-6-3-21 16,0 0-8-16,0-1 4 0,0-3 11 0,0 0 20 0,-6 0 27 15,-1-3 34-15,7-1 41 0,-6 1 47 0,0-1 48 0</inkml:trace>
  <inkml:trace contextRef="#ctx0" brushRef="#br0" timeOffset="-209029.79">11319 11558 0 0,'-7'0'134'0,"7"0"22"0,-6 4 17 16,-1-4 22-16,1 0 24 0,6 0 27 0,-7 0 27 0,7 0 23 16,0 0 21-16,0 0-11 0,0 0-27 0,0 0-14 0,0 0-7 0,0-4 3 15,0 4 8-15,7-4-3 0,-1 4-7 0,1-3-14 0,-1 3-16 16,8-4-22-16,-2 4-22 0,2-4-21 0,5 1-18 0,1 3-14 16,-2-4-13-16,2 4-12 0,7-3-10 0,-8-1-15 0,7 4-19 0,0-4-14 15,0 4-12-15,-6 0-7 0,6-4-6 0,-1 4-7 0,2-3-4 16,-7 3-7-16,-1 0-12 0,7-4-22 0,-6 4-29 0,-1 0-47 0,-6-4-57 15,7 4-59-15,-7 0-64 0,0 0-62 0,-7 0-62 0,7 0-31 16,-7 0-16-16,2 0-8 0,-8 4-3 0,6-4 2 0,-6 0 7 0,0 0 21 16,0 7 26-16,-6-3 47 0,6 0 54 0</inkml:trace>
  <inkml:trace contextRef="#ctx0" brushRef="#br0" timeOffset="-184497.31">9827 16343 48 0,'0'0'77'0,"-6"-4"2"0,6 4 4 0,0 0 0 0,0 0-2 0,0-4-8 15,0 4-13-15,-6-4-9 0,6 4-8 0,0-3-6 0,0 3-3 16,-8-4-3-16,8 4-3 0,0-4-3 0,0 4-5 0,-6 0-3 0,6-3-2 15,0 3-3-15,0 0-3 0,0 0-3 0,0 0-2 0,0 0-2 16,-6 0 1-16,6 0-1 0,0 0-1 0,0-4 0 0,0 4 0 0,0 0 0 16,0 0 0-16,-7 0-1 0,7 0 0 0,0 0 1 0,0 0-1 15,0 0 0-15,0 0 0 0,0 0-1 0,0 0 1 0,0 0 0 0,0 0 0 16,0 0 0-16,-6 0 0 0,6 0 2 0,0 0 3 0,0 0 1 16,0 0 3-16,0 0 1 0,0 0 3 0,0 0 1 0,0 0 3 0,0 0 1 15,0 0 3-15,0 0 0 0,0 0 2 0,0 0 2 0,0 0 0 16,0 0 0-16,0 0-2 0,0 0 1 0,0 0-1 0,0 0-1 0,0 0 1 15,0 0-1-15,0 0-1 0,0 0-1 0,0 0 0 0,0 0 1 16,0 0 0-16,0 0 0 0,0 0 0 0,0 0 0 0,0 0 0 0,0 0 1 16,0 0-1-16,0 0 0 0,0 0 1 0,0 0 0 0,0 0 1 15,0 0 3-15,0 0 1 0,0 0 2 0,0 0 3 0,0 0 3 0,0 0 5 16,0 0 2-16,0 0 6 0,0 0 2 0,0 0 5 0,0 0 2 0,0 0 5 16,0 0 2-16,0 0 2 0,0 0 2 0,0 0 1 0,0 0 1 15,0 0 0-15,0 0-3 0,0 0-2 0,0 0-2 0,0 0-4 0,0 0-1 16,0 0-1-16,0 0-3 0,0 0-2 0,0 0-3 0,0 0-2 15,0 0-2-15,0 0-3 0,0 0 0 0,0 0-3 0,0 0-1 16,0 0-1-16,0 0 0 0,0 0-1 0,0 0 0 0,0 0 0 0,0 0-1 16,0 0 1-16,0 0 1 0,0 0 1 0,0 0-1 0,0 0 2 0,0 0 1 15,0 0 2-15,0 0 1 0,0 0 1 0,0 0-1 0,0 0 3 16,0 0-1-16,0 0 1 0,0 0-1 0,0 0-2 0,0 0-1 0,0 0-2 16,0 0-2-16,0 0 0 0,0 0-4 0,0 0-5 0,0 0-4 15,0 0-2-15,0 0-3 0,0 0-3 0,0 0-2 0,0 0-4 0,0 0-1 16,0 0-2-16,0 0 0 0,0 0 0 0,0 0-2 0,0 0-3 15,0 0-1-15,0 0 3 0,0 0 0 0,0 0 1 0,0 0 0 16,0 0 0-16,0 4-1 0,0-4 1 0,0 0-1 0,0 0 0 0,0 0-2 16,0 0 1-16,0 0 0 0,6 3 3 0,-6-3 2 0,0 0 1 0,0 0 3 15,0 0 4-15,0 0 1 0,0 0 4 0,0 0 3 0,0 0 2 16,0 0 3-16,0 0 4 0,0 0 3 0,0 0 4 0,0 0 2 0,0 0 3 16,0 0 1-16,0 0 1 0,0 0-1 0,0 0 0 0,0 0-3 15,0-3-1-15,0 3-2 0,0 0-2 0,7 0-3 0,-7 0-4 0,0 0-2 16,0 0-2-16,0 0-3 0,0 0-2 0,0-4-2 0,0 4-1 15,6 0 0-15,-6-4 0 0,0 4 1 0,0 0 2 0,0-3 2 0,0 3 0 16,0-4 2-16,0 4 1 0,6 0 1 0,-6 0 2 0,0-4-1 16,0 4 2-16,0 0-2 0,0 0 1 0,0 0-1 0,0 0-2 0,0 0-2 15,0 0-1-15,0-3-3 0,0 3 0 0,0 0-2 0,0 0-3 16,0 0-2-16,0-4-2 0,0 4-1 0,0-4 0 0,0 4 1 0,8-3-2 16,-8 3 1-16,0-3 1 0,0 3 1 0,0-5 2 0,0 2 1 15,0 3 0-15,6-4 2 0,-6 0 1 0,0 1 1 0,0-1-1 0,0 4 0 16,0-3-1-16,0-1 0 0,0 4-1 0,0-4 0 0,0 1-1 0,0 3-1 15,0-4 0-15,0 4-2 0,0-4-1 0,0 4-1 0,6-3 0 16,-6 3 0-16,0 0 0 0,0-4 0 0,0 4 0 0,0-4 1 16,0 1-2-16,0 3-1 0,0-4 1 0,0 0-1 0,0 4-1 0,0-3 0 15,0-1-2-15,0 4 0 0,0-4-1 0,0 4 0 0,0-3-1 16,0 3-1-16,0-4 1 0,0 4 0 0,0-4-2 0,0 4 1 0,0 0-1 16,0-3 0-16,0-1-2 0,0 4 1 0,0-4 0 0,7 0 1 15,-7 4-2-15,0-3 2 0,0-1 0 0,0 0-1 0,0 4 1 0,0-3-1 16,0-1 2-16,0 1-1 0,0 3-2 0,0-4 1 0,0 0 1 0,0 4 0 15,0-3 1-15,0 3 0 0,0 0 1 0,7-4 1 0,-7 4 0 16,0-4-1-16,0 1 0 0,0 3 0 0,0-4 2 0,0 0 0 0,0 4 0 16,0-3-1-16,0-1 0 0,0 0-1 0,0 1 0 0,6 3 1 15,-6-4-2-15,0 0-1 0,0 1 1 0,0 3-1 0,0-4 1 0,0 0-1 16,0 4 1-16,0-3 0 0,0-1 1 0,0 4 1 0,0-4 1 16,0 1 0-16,0-1 2 0,6 4-1 0,-6-3 2 0,0-1 0 15,0-1-1-15,0 3 2 0,0-3-2 0,0 2 1 0,0 0-1 0,0-2-1 16,7 2 1-16,-7-1-1 0,0 0-1 0,0 1-2 0,0-1 0 15,0 1-2-15,0-1 1 0,6 0-2 0,-6-3 0 0,0 4 0 0,0-5 0 16,7 4-1-16,-7 1 1 0,0-5-1 0,0 5 0 0,7-1 0 16,-7-3 0-16,0 3-1 0,0 0 1 0,0-3 1 0,6 4 0 0,-6-1 1 15,0-3 2-15,0 3 1 0,0 0 2 0,0 1 0 0,6-1 2 16,-6 0 1-16,0 1-1 0,0-2 1 0,7 2 1 0,-7-4 0 0,0 3 1 16,0 0-1-16,0 1 1 0,0-1-3 0,7 0 1 0,-7-3-3 15,0 3-1-15,0 1-1 0,0-5-2 0,6 5 0 0,-6-5 0 0,0 5-1 16,0-4-1-16,0 3 1 0,6 0-1 0,-6-3-1 0,0 4 1 15,0-5 1-15,7 4-2 0,-7 1 2 0,0-5 0 0,0 5-1 16,6-1 2-16,-6-3-1 0,0 3 1 0,0 0-1 0,7 1 3 0,-7-1-1 16,0-4 0-16,0 5 1 0,7-1 1 0,-7 0 1 0,0 1 1 15,0-1 0-15,0-3 1 0,6 3 1 0,-6 1-1 0,0-1 1 0,0 0 0 16,0 1 1-16,0-5 1 0,6 5 0 0,-6-1 1 0,0-3-1 16,0 3 0-16,0-3-2 0,0 3 0 0,8-3-2 0,-8 4 0 0,0-5-1 15,0 4 0-15,6-3-1 0,-6 3-1 0,0-3-1 0,6 2 0 16,-6-1-1-16,0-1-1 0,0 2 0 0,6-2 0 0,-6 4-1 0,0-5 2 15,7 5-2-15,-7-5 2 0,0 1-1 0,0 3-1 0,7 1 1 16,-7-5 0-16,0 5 1 0,6-5-1 0,-6 1 1 0,0 4-1 16,0-5 1-16,7 5-1 0,-7-5 1 0,0 5-1 0,6-5 1 0,-6 5-1 15,0-5 1-15,0 5 1 0,6-5-1 0,-6 2 2 0,0 1-2 16,8-2 0-16,-8 3-1 0,6-3 1 0,-6-1-1 0,0 4 1 0,6-3-1 16,-6 4 1-16,6-5 1 0,-6 1-1 0,8 0 1 0,-8 3 0 15,6-3-1-15,-6 0 1 0,0 0 0 0,6 3 1 0,-6-4 1 16,7 1 0-16,-7 0 0 0,6 0 0 0,-6-1 1 0,7 4 0 0,-7-3 0 15,7-1 1-15,-1 2 0 0,-6-2-1 0,0 4 1 0,6-3 0 16,0-1 1-16,-6 1-1 0,8 0 1 0,-8 0 0 0,6-1 0 0,0 1 2 16,-6 0-1-16,7-1 0 0,-1 2 0 0,-6-2-2 0,7 0 2 15,0 1-1-15,-7-3-1 0,6 2 0 0,0-4-1 0,2 5 0 0,-8-4 0 16,6 4-1-16,0 0 0 0,0-1 0 0,-6-3-1 0,7 4 0 16,0 0 0-16,-1-1 0 0,-6 1 1 0,7 0 1 0,-1 0 0 15,-6-1 0-15,6 1 0 0,2 0 0 0,-8 3 1 0,6-3 0 0,-6 4-1 16,6-5 0-16,-6 4-1 0,6-4 1 0,-6 5-1 0,7-1 0 0,-7-4-1 15,7 5 0-15,-7-1-2 0,6-3 0 0,-6 3 1 0,7-3-2 16,-1 4 2-16,-6-5-2 0,7 1 1 0,0 0-1 0,-1-1 1 16,0 1-1-16,0-4 0 0,2 4-1 0,-2-4 0 0,0 3 0 0,1-2 0 15,-1 2-1-15,8 0 0 0,-8-3 0 0,0 4 0 0,0 0 0 16,2-4-1-16,-2 4 0 0,0-1 0 0,1 1 0 0,0 0 0 16,-1-1 1-16,1 1-1 0,-1 3 1 0,0-3 0 0,1 4 0 0,0-5 2 15,-1 5 0-15,-6-4-2 0,6 3-1 0,1-4 0 0,0 5 0 0,-7-1 0 16,6-3 0-16,1 3 0 0,-1 1 0 0,-6-5 0 0,7 4 0 15,-1 0 0-15,-6 1 0 0,7-5 0 0,-1 5 0 0,-6-1 0 16,6-3 0-16,-6 3 0 0,8 0 0 0,-2-3 0 0,-6 3 0 0,6 1 0 16,1-4 0-16,-1 3 0 0,-6-3 0 0,7-1 0 0,-1 4 0 15,-6-3 0-15,7 0 0 0,-1 3 0 0,0-3 0 0,2 0 0 0,-2-1 0 16,-6 4 0-16,6-2 0 0,1-1 0 0,0-2 0 0,-1 6 0 16,1-5 0-16,-1 1 0 0,0-1 0 0,1 5 0 0,6-4 0 0,-7 0 0 15,1-1 0-15,0 1 0 0,-1 3 0 0,1-3 0 0,-1 0 0 16,0-1 0-16,1 5 0 0,6-4 0 0,-7-1 0 0,2 1 0 0,-2 3 0 15,0-4 0-15,1 1 0 0,6 4 0 0,-7-5 0 0,1 6 0 16,-1-7 0-16,0 6 0 0,2-5 0 0,-2 5 0 0,0-5 0 16,1 5 0-16,0-1 0 0,-1-3 0 0,0 3 0 0,1 0 0 0,-1-3 0 15,-6 3 0-15,7 0 0 0,0 1 0 0,-1 0 0 0,-6-1 0 16,6-3 0-16,1 3 0 0,-7 0 0 0,7 1 0 0,-1-1 0 0,0 0 0 16,-6-3 0-16,7 3 0 0,-1 1 0 0,1-4 0 0,0 2 0 15,-1-2 0-15,0 3 0 0,2-3 0 0,-2 3 0 0,0-3 0 16,0 3 0-16,1-3 0 0,0 0 0 0,-1 3 0 0,7-3 0 0,-7 0 0 15,2 3 0-15,-2-3 0 0,0-1 0 0,0 4 0 0,1-3 0 16,0 0 0-16,6 0 0 0,-7 3 0 0,1-4 0 0,0 5 0 16,-1-5 0-16,0 2 0 0,1 1 0 0,0-2 0 0,-1 3 0 0,0-3 0 15,1 4 0-15,-1-1 0 0,1-3 0 0,0 3 0 0,-1 0 0 0,0-3 0 16,2 3 0-16,-2 1 0 0,0-5 0 0,0 5 0 0,1-5 0 16,0 5 0-16,-1-5 0 0,1 5 0 0,-1-5 0 0,0 5 0 15,8-4 0-15,-8-1 0 0,0 5 0 0,1-5 0 0,0 4 0 0,-1-3 0 16,1 0 0-16,6-1 0 0,-6 5 0 0,-1-5 0 0,0 5 0 15,0-5 0-15,2 1 0 0,-2 3 0 0,0-3 0 0,1 3 0 0,6-3 0 16,-6 0 0-16,-1 3 0 0,0-3 0 0,0 3 0 0,2-3 0 16,-2 0 0-16,0-1 0 0,8 5 0 0,-8-5 0 0,1 1 0 0,-1 0 0 15,7-1 0-15,-6 4 0 0,-1-2 0 0,0-2 0 0,8 0 0 16,-8 1 0-16,1 0 0 0,5 3 0 0,-5-3 0 0,0 0 0 16,5-1 0-16,-4 5 0 0,-2-5 0 0,0 1 0 0,1 3 0 0,6-3 0 15,-7 3 0-15,1-3 0 0,-1 3 0 0,0-3 0 0,2 3 0 0,-2 0 0 16,0 1 0-16,1 0 0 0,-7-1 0 0,7 0 0 0,-1 1 0 15,1-2 0-15,-7 2 0 0,6-1 0 0,0 0 0 0,1 1 0 16,-7-1 0-16,7 1 0 0,-1-1 0 0,0 0 0 0,1 1 0 0,-7-1 0 16,7 0 0-16,-1 1 0 0,1-1 0 0,-1-3 0 0,0 3 0 15,1 0 0-15,0 1 0 0,-1-5 0 0,0 5 0 0,2-1 0 0,-2-3 0 16,0 3 0-16,1 1 0 0,-1-1 0 0,1 0 0 0,-1-3 0 16,1 3 0-16,-7 1 0 0,12-1 0 0,-4 0 0 0,-8 0 0 0,6 1 0 15,0-4 0-15,1 7 0 0,0-4 0 0,-1 0 0 0,0-3 0 16,1 7 0-16,-1-4 0 0,1 0 0 0,0 1 0 0,-1-1 0 15,-6 0 0-15,6 1 0 0,1-1 0 0,0 0 0 0,-1 4 0 0,-6-3 0 16,6-1 0-16,-6 0 0 0,7 4 0 0,-1-3 0 0,-6 3 0 16,7-4 0-16,0 4 0 0,-7-4 0 0,6 1 0 0,-6 3 0 0,6-4 0 15,-6 4 0-15,8-3 0 0,-8 3 0 0,6-4 0 0,-6 4 0 16,6-4 0-16,-6 4 0 0,6-3 0 0,-6-1 0 0,7 4 0 0,-7-4 0 16,7 4 0-16,-7-3 0 0,6 3 0 0,1-4 0 0,-7 0 0 15,6 1 0-15,0 3 0 0,-6-4 0 0,8 4 0 0,-2-4 0 16,0 1 0-16,0-1 0 0,-6 0 0 0,7 4 0 0,0-3 0 0,-1-1 0 15,1 0 0-15,-7 0 0 0,6 1 0 0,1 3 0 0,0-3 0 16,-1-2 0-16,0 2 0 0,-6-1 0 0,7 0 0 0,0 4 0 0,-1-3 0 16,0-1 0-16,1 0 0 0,-7 4 0 0,6-3 0 0,1-1 0 15,-7 1 0-15,7 3 0 0,-1-4 0 0,-6 0 0 0,6 4 0 0,2-3 0 16,-2-1 0-16,-6 0 0 0,6 4 0 0,0-3 0 0,1-1 0 16,0 0 0-16,-7 1 0 0,6-1 0 0,1 4 0 0,-1-4 0 15,0 1 0-15,2-1 0 0,-8 0 0 0,6 4 0 0,0-3 0 0,-6-1 0 16,6 4 0-16,1-4 0 0,-7 4 0 0,7-3 0 0,-7-1 0 0,6 4 0 15,-6-3 0-15,7 3 0 0,-7-4 0 0,6 4 0 0,-6-4 0 16,7 4 0-16,-7-3 0 0,0 3 0 0,7-4 0 0,-7 4 0 16,6-4 0-16,-6 4 0 0,0-3 0 0,6 3 0 0,-6 0 0 0,6-5 0 15,-6 5 0-15,8-3 0 0,-8 3 0 0,0-3 0 0,6 3 0 16,-6-5 0-16,6 5 0 0,1-3 0 0,-7 3 0 0,0-4 0 16,6 4 0-16,1-3 0 0,-7 3 0 0,7-4 0 0,-1 0 0 0,-6 4 0 15,6-3 0-15,-6 3 0 0,6-4 0 0,-6 4 0 0,8-4 0 16,-8 4 0-16,0-3 0 0,6 3 0 0,-6-4 0 0,6 4 0 0,-6 0 0 15,0 0 0-15,7-4 0 0,-7 4 0 0,7 0 0 0,-7-3 0 16,0 3 0-16,6-4 0 0,1 4 0 0,-7-4 0 0,6 4 0 16,-6-3 0-16,6 3 0 0,-6-4 0 0,7 4 0 0,-7-4 0 0,7 4 0 15,-7-3 0-15,6 3 0 0,0-4 0 0,-6 4 0 0,7-4 0 16,-7 4 0-16,7-3 0 0,-1 3 0 0,1-4 0 0,-7 4 0 0,6-3 0 16,0 3 0-16,-6-4 0 0,7 0 0 0,0 4 0 0,-7-3 0 15,6 3 0-15,-6 0 0 0,6-4 0 0,2 4 0 0,-8-4 0 0,6 4 0 16,0 0 0-16,-6-3 0 0,7 3 0 0,-7-4 0 0,6 4 0 15,-6 0 0-15,7 0 0 0,-7-4 0 0,7 4 0 0,-7 0 0 0,6-3 0 16,-6 3 0-16,0 0 0 0,6 0 0 0,-6-4 0 0,0 4 0 16,6 0 0-16,-6 0 0 0,0-4 0 0,8 4 0 0,-8 0 0 0,0 0 0 15,6 0 0-15,-6-3 0 0,0 3 0 0,6 0 0 0,-6 0 0 16,0 0 0-16,7-4 0 0,-7 4 0 0,0 0 0 0,0 0 0 0,0 0 0 16,7 0 0-16,-7 0 0 0,0 0 0 0,0 0 0 0,0-4 0 15,6 4 0-15,-6 0 0 0,0 0 0 0,7 0 0 0,-7 0 0 0,0-4 0 16,6 4 0-16,-6 0 0 0,0 0 0 0,0 0 0 0,6 0 0 15,-6-3 0-15,0 3 0 0,7 0 0 0,-7 0 0 0,0 0 0 16,7 0 0-16,-7 0 0 0,0-4 0 0,0 4 0 0,0 0 0 0,0 0 0 16,0 0 0-16,0 0 0 0,6-4 0 0,-6 4 0 0,0 0 0 15,0 0 0-15,6 0 0 0,-6 0 0 0,0 0 0 0,0 0 0 0,0 0 0 16,0 0 0-16,0 0 0 0,7-3 0 0,-7 3 0 0,0 0 0 16,7 0 0-16,-7 0 0 0,0 0 0 0,0 0 0 0,6 0 0 15,-6 0 0-15,7 0 0 0,-7 0 0 0,0 0 0 0,6-4 0 0,-6 4 0 16,6 0 0-16,-6 0 0 0,0 0 0 0,7 0 0 0,-7 0 0 15,7-4 0-15,-7 4 0 0,0 0 0 0,6-3 0 0,-6 3 0 16,0 0 0-16,6 0 0 0,-6 0 0 0,0-4 0 0,8 4 0 0,-8 0 0 16,0 0 0-16,0 0 0 0,0 0 0 0,6 0 0 0,-6 0 0 0,0-4 0 15,0 4 0-15,6 0 0 0,-6 0 0 0,0 0 0 16,7 0 0-16,-7 0 0 0,6-3 0 0,-6 3 0 0,0 0 0 0,0 0 0 16,7 0 0-16,-7 0 0 0,0-4 0 0,0 4 0 0,6 0 0 0,-6 0 0 15,0 0 0-15,0 0 0 0,7 0 0 0,-7 0 0 0,0-4 0 16,0 4 0-16,6 0 0 0,-6 0 0 0,0 0 0 0,0 0 0 15,0 0 0-15,6 0 0 0,-6 0 0 0,0-3 0 0,0 3 0 0,0 0 0 16,0 0 0-16,0 0 0 0,8 0 0 0,-8 0 0 0,0 0 0 0,0 0 0 16,0 0 0-16,0 0 0 0,0 0 0 0,0 0 0 0,0 0 0 15,0 0 0-15,0 0 0 0,0 0 0 0,0 0 0 0,0 0 0 16,0 0 0-16,0 0 0 0,0 0 0 0,0 0 0 0,0 0 0 0,0 0 0 16,0 0 0-16,0 0 0 0,0 0 0 0,0 0 0 0,0 0 0 0,0 0 0 15,0 0 0-15,0 0 0 0,0 0 0 0,0 0 0 0,0 0 0 16,0 0 0-16,0 0 0 0,0 0 0 0,0 0 0 0,0 0 0 15,0 0 0-15,0 0 0 0,0 0 0 0,0 0 0 0,0 0 0 0,0 0 0 16,0 0 0-16,0 0 0 0,0 0 0 0,0 0 0 0,0 0 0 16,0 0 0-16,0 0 0 0,0 0 0 0,0 0 0 0,0 0 0 0,0 0 0 15,0 0 0-15,0 0 0 0,0 0 0 0,0 0 0 0,0 0 0 16,0 0 0-16,0 0 0 0,0 0 0 0,0 0 0 0,0 0 0 0,0 0 0 16,0 0 0-16,0 0 0 0,0 0 0 0,0 0 0 0,0 0 0 15,0 0 0-15,0 0 0 0,0 0 0 0,0 0 0 0,0 0 0 16,6 0 0-16,-6 0 0 0,0 0 0 0,0 0 0 0,0 0 0 0,6 0 0 15,-6 0 0-15,0 0 0 0,0 0 0 0,0 0 0 0,0 0 0 0,0 0 0 16,0-4 0-16,-6 4 0 0,0-3 0 0,-2 3 0 0,2 0 0 16,-7-4-738-16,0 4-44 0,0 0-6 0,-7 0 11 0,8 0 20 15,-8 0 25-15,-6 4 30 0,7-4 34 0,-1 0 45 0,-6 0 51 16,7 0 73-16,-1 0 86 0</inkml:trace>
  <inkml:trace contextRef="#ctx0" brushRef="#br0" timeOffset="-168147.22">12934 12177 0 0,'0'0'73'0,"-6"0"13"0,6 0 3 0,0 0 4 0,0 0 3 0,0 0-1 16,0 0-6-16,0 0-10 0,0 0-15 0,0 0-11 0,0 0-10 15,0 0-6-15,0 0-2 0,0 0-1 0,0 0-4 0,0 0 1 0,0 0-1 16,0 0 3-16,0 0 2 0,0 0 2 0,0 0 5 0,0 0 3 16,0 0 5-16,0 0 5 0,0 0 6 0,0 0 5 0,-7 3 5 15,7-3 5-15,0 5 4 0,0-5 4 0,0 3 5 0,-7 0 2 0,7 2 1 16,0-3-1-16,0 3 0 0,-6 2-3 0,6-3-4 0,0-1-4 16,0 5-6-16,0-5-5 0,-7 5-5 0,7-5-6 0,0 5-7 0,0-5-8 15,0 5-8-15,0-1-7 0,-6-3-6 0,6 3-7 0,0 0-6 16,0-3-7-16,0 3-7 0,-7-3-18 0,7 3-22 0,0 0-22 0,0-3-22 15,0 3-17-15,-6 1-16 0,6-1-16 0,0 1-15 0,-7-6-16 16,7 7-18-16,0-2-17 0,-6 0-17 0,6 1-7 0,0-5-3 16,0 5 14-16,0-1 21 0,0 0 21 0,0 0 19 0,0 1 18 0,0-1 40 15</inkml:trace>
  <inkml:trace contextRef="#ctx0" brushRef="#br0" timeOffset="-167980.6">12901 12646 85 0,'0'11'97'0,"0"4"8"0,0-4 6 0,0 3 2 16,0-3 2-16,0 0-4 0,0 0-5 0,0 0-7 0,0 0-8 0,7 0-6 15,-7 0-6-15,0 0-6 0,0 0-7 0,0 0-7 0,0 0-6 16,0 0-8-16,0 0-6 0,0 0-8 0,0-4-5 0,-7 4-7 0,7 0-4 16,0 0-7-16,0 1-5 0,0-6-13 0,0 6-14 0,0-1-16 15,-6 0-19-15,6 0-24 0,0-4-28 0,-7 4-18 0,7 0-10 0,0 0-4 16,-6 0-4-16,6 0 0 0,0 0 0 0,-7-4 1 0,7 5 3 16,0-2 7-16,0 1 106 0</inkml:trace>
  <inkml:trace contextRef="#ctx0" brushRef="#br0" timeOffset="-167796.64">12921 13357 0 0,'0'14'70'0,"0"1"32"16,0-4 6-16,0 4 6 0,0-1 4 0,0-3 5 0,0 0 2 0,0 4-11 15,0-4-20-15,0 0-16 0,0-4-15 0,7 4-10 0,-7-3-5 16,0 3-8-16,0-4-6 0,0 4-6 0,6-4-7 0,-6 4-5 16,0-4-6-16,0 1-4 0,0-1-2 0,6 4-2 0,-6-4-3 0,0 1 0 15,7 3-1-15,-7-4-4 0,0 0-6 0,0 1-8 0,7 3-10 16,-7-4-10-16,0 1-11 0,0-1-10 0,6 0-11 0,-6 4-10 0,0-4-10 15,0 1-8-15,0-1-8 0,6 0-6 0,-6 1-3 0,0-1 0 16,0 0 5-16,0 0 8 0,7 1 10 0</inkml:trace>
  <inkml:trace contextRef="#ctx0" brushRef="#br0" timeOffset="-167647.16">12966 13837 21 0,'0'7'72'0,"0"0"4"16,0 4 6-16,0-4 3 0,0 1 0 0,0-1 0 0,0 0-4 16,-6 4-6-16,6-3-6 0,0-1-6 0,0 1-7 0,0-1-4 0,0 0-5 15,0 4-4-15,0-3-6 0,0-1-4 0,0 0-6 0,-6 4-4 16,6-4-6-16,0 1-4 0,0 3-5 0,0-4-3 0,6 4-3 0,-6-4-8 15,0 5-10-15,0-6-15 0,0 6-19 0,0-1-21 0,0-4-22 16,0 4-10-16,0 0-5 0,0 0-4 0,0-4 0 0,0 4-2 0,0 0 1 16,0 0-1-16,0 0 1 0</inkml:trace>
  <inkml:trace contextRef="#ctx0" brushRef="#br0" timeOffset="-167314.72">12986 14448 44 0,'-7'15'93'0,"7"-4"3"0,0 4 5 0,-6-4 3 0,6 3 4 15,-7-3-6-15,7 0-11 0,0-3-12 0,-6 3-14 0,6 0-10 0,0-5-13 16,0 2-7-16,0-1-7 0,0 1-5 0,0-1-4 0,0 0-5 16,0 1-3-16,0-1-4 0,0 1-4 0,0-5-2 0,0 5 0 0,0-1-1 15,0 0-1-15,0 0 0 0,6 1 1 0,-6-4-2 0,0 3-3 16,0 0-2-16,0 0-2 0,0 1-4 0,7-1-4 0,-7 0-1 16,0 1-2-16,0-1-1 0,0 0 0 0,0 1-3 0,0 3 1 0,0-4 0 15,0 1 0-15,0 3 2 0,0 0 2 0,0-4 2 0,0 4 3 16,0-4 3-16,0 4 4 0,0 0 2 0,0 0 2 0,0 0 0 15,0 0 1-15,0 0 1 0,0 0 1 0,0 0-1 0,0 0 1 0,0 0-1 16,0 0 0-16,0 0 1 0,0 0 1 0,0 0 1 0,0 0-2 16,0-4 1-16,0 4 1 0,0 0 1 0,0 0 0 0,6-4 3 15,-6 4 5-15,0 1 1 0,0-4 2 0,0 2 1 0,0 1 1 0,0-4-1 16,0 4 0-16,0 0 0 0,0-4 0 0,0 4-1 0,7 0 0 0,-7-3-1 16,0 3-1-16,0 0-3 0,0-5-4 0,0 6-1 0,0-4-3 15,0 3-6-15,0-4-8 0,7 0-13 0,-7 4-19 0,0 1-18 16,0-6-20-16,0 5-10 0,6-3-6 0,-6 3-2 0,0-4-1 0,0 4-1 15,0 0 1-15,6-4-1 0,-6 5 35 0</inkml:trace>
  <inkml:trace contextRef="#ctx0" brushRef="#br0" timeOffset="-167148.21">13064 15577 0 0,'0'11'14'0,"0"3"93"0,-6 1 8 0,6-4 6 0,-7 4 7 16,7-1 3-16,-6-3 4 0,6 0 2 0,-7 4-1 0,7-4-21 15,-7 0-35-15,7 0-20 0,0-4-13 0,-6 4-7 0,6-4-4 0,0 1-6 16,0-1-7-16,-6 1-8 0,6-1-7 0,6-1-9 0,-6 3-12 15,0-6-11-15,0 5-14 0,0-1-19 0,6 1-21 0,-6-1-21 16,0 0-20-16,7 0-10 0,-7-3-4 0,7 4-3 0,-7-2 1 0,6-2-1 16,1 3 1-16,-7 1 4 0,6-5 17 0</inkml:trace>
  <inkml:trace contextRef="#ctx0" brushRef="#br0" timeOffset="-166914.71">13090 16086 70 0,'0'11'86'0,"-6"-4"3"15,6 4 3-15,0-3 0 0,0-1-1 0,-6 0-11 0,6-3-16 0,0 3-11 16,0-3-7-16,0 0-8 0,-8-1-7 0,8 1-7 0,0-1-5 16,0-3-3-16,0 0-4 0,0 0-3 0,0 0-1 0,0 0 1 0,0 0 2 15,0 4 2-15,0-4 3 0,0 0 1 0,0 4 0 0,0-4 2 16,0 3 0-16,0-3 0 0,-6 4 0 0,6-4 0 0,0 4-1 0,0-4-1 16,0 4-2-16,0-4-2 0,0 3-5 0,0 1-1 0,0-4-4 15,0 4-2-15,0-1-3 0,0-3 0 0,0 4 1 0,6-4-5 0,-6 4-6 16,0-1-5-16,0 1-7 0,0 0-7 0,0-1-8 0,0 1-9 15,0 0-11-15,0 3-10 0,8-3-11 0,-8-1-11 0,0 1-12 0,0 0-5 16,0-1-3-16,0-3 2 0,0 0 5 0,0 4 6 0,0-1 32 0</inkml:trace>
  <inkml:trace contextRef="#ctx0" brushRef="#br0" timeOffset="-109981.27">10518 13489 38 0,'-7'0'94'0,"7"-4"7"0,-6 4 9 0,6-4 7 0,0 4 10 0,-7 0 0 15,7-4-4-15,0 4 1 0,0 0 3 0,0 0 4 0,0 0 7 16,0 0 5-16,0 0 8 0,0 0 8 0,0 0 8 0,0 0 6 16,0 0 6-16,-6 0 1 0,6 0 2 0,0 4 4 0,0 0 3 0,0 0 5 15,0 3 1-15,0 0 4 0,-7 1 4 0,7 6-4 0,0-3-9 16,0 7-12-16,-7 1-15 0,7-1-11 0,-6 4-12 0,6 0-10 0,0 4-11 16,-6-1-12-16,6 1-15 0,-7 0-15 0,7 0-14 0,-7-1-16 15,7 4-17-15,-6 1-11 0,6-1-7 0,-6-4-2 0,-1 5-2 0,7-1-2 16,-6 0-2-16,6-3 0 0,-7 0-2 0,7 0-1 15,0-5-2-15,-7-2-2 0,7 3-4 0,0-8-15 0,0 1-18 0,0-4-21 16,0 0-19-16,0-3-24 0,0-2-26 0,0-6-27 0,0 5-28 0,0-5-30 16,7 0-29-16,-7-5-24 0,0-1-23 0,0-2-17 0,7 0-15 15,-7-2-12-15,0-5-6 0,0 0 1 0,6-3 5 0,-6 0 14 0,7-4 22 16,-7-1 25-16,6-2 29 0,0-1 28 0,-6 4 29 0,0-3 24 16,7-1 52-16</inkml:trace>
  <inkml:trace contextRef="#ctx0" brushRef="#br0" timeOffset="-109430.93">10478 13529 0 0,'0'-4'16'0,"0"1"96"15,0-1 2-15,0 0 7 0,0 1 7 0,0 3 12 0,7-8 13 0,-7 5 15 16,7-5 15-16,-1 5-6 0,7-5-19 0,-6 1-9 0,6-4-6 0,-1 0-1 16,8 3 2-16,0-2 5 0,-1-1 6 0,1 0 1 0,6 0-1 15,-7 3-5-15,7-3-8 0,1 4-11 0,-1-4-13 0,0 4-14 16,0 0-14-16,-1 3-11 0,2-3-10 0,-8 7-9 0,8-5-6 0,-8 5-8 15,0 0-4-15,1 0-5 0,-7 5-5 0,1-2 1 0,-2 1 2 16,-6 3 3-16,8 1 6 0,-8-1 7 0,1 0 10 0,-7 4 10 16,6 0 10-16,-6 0 7 0,0 0 5 0,0 4 1 0,-6-5-1 0,-1 5 0 15,1 0-2-15,-1 0-6 0,0-1-8 0,-5 5-6 0,-2-5-7 16,2 1-9-16,-2 3-10 0,1-3-10 0,-6-1-11 0,6 5-6 0,-7-5-6 16,1 1-3-16,-1 4-2 0,0-5-1 0,-5 1 0 0,5-1-1 15,0 1 0-15,-6 0 0 0,7-5-3 0,-7 6 4 0,6-5 2 0,1-5 5 16,-1 6 2-16,0-5 5 0,8-3 5 0,-1 3 4 0,0-3 3 15,0-4 2-15,7 3 1 0,-2-3 0 0,8 0 0 0,-6 0 1 16,6 0 1-16,0 0-2 0,0 0-3 0,0 0-5 0,0 0-4 0,0 0-5 16,0 0-6-16,0 0-4 0,6-3-4 0,-6 3-2 0,8-4-3 0,-2 4 1 15,7-4 1-15,-7 4 0 0,7-3-2 0,0 3 0 16,1-4-1-16,-2 4 1 0,2 0-1 0,5 0 3 0,-6-4 1 0,0 4 4 16,7 4 2-16,-7-4 2 0,6 0 0 0,-6 4 3 0,7-4 1 0,-7 3 1 15,0 1 3-15,0 0 0 0,7-1 2 0,-8 1 1 0,2 3 3 16,-8-3 0-16,7 3-2 0,0 1 0 0,0-1-1 0,-7 0 1 0,8 0 0 15,-8 1 0-15,0-1-1 0,1 5 1 0,-1-6 1 0,1 6 3 16,0-1 4-16,-7-4 2 0,6 4 1 0,-6 0 3 0,0 0 1 16,0 0 0-16,0 3-2 0,-6-3-2 0,6 0 0 0,-7 4-1 0,0-4-3 15,-6 0-1-15,7 4-1 0,-7-4-6 0,6 0-3 0,-5 0-4 16,-8 0-4-16,7-4-7 0,-7 4-6 0,0-4-11 0,1 4-9 0,0-3-17 16,-8-1-17-16,8-3-39 0,-7 3-47 0,0-4-67 0,0 5-75 15,0-5-67-15,-7-3-62 0,7 5-40 0,1-5-30 0,-2 0-11 0,1 0-4 16,0-5 5-16,0 2 7 0,0-1 15 0,-1-3 17 0,2 3 36 15,5-3 49-15,0-4 67 0,2 4 128 0</inkml:trace>
  <inkml:trace contextRef="#ctx0" brushRef="#br0" timeOffset="-74696.43">1107 12411 0 0,'0'-3'152'0,"6"-1"36"0,-6 1 9 0,0-1 9 0,0-3 9 0,0 3 15 15,6-3 17-15,-6-1 25 0,8 1 24 0,-2-4 9 0,7 4-3 16,-7-4-10-16,7-1-14 0,0 1-14 0,7 0-18 0,-7 1-6 0,6-1-1 16,1 0-3-16,-1 3-4 0,7-3-11 0,-6 0-13 0,7 4-21 0,-2 0-22 15,1-1-25-15,-6 1-24 0,6 4-24 0,0-6-23 0,0 7-13 16,0-3-7-16,-6 2-7 0,6 3-6 0,-7-3-4 0,1 3-2 0,0 0-2 15,-2 0-3-15,2 3-2 0,-7-3-2 0,7 3-1 0,-8 2-1 0,2-3 1 16,-1 7-2-16,-7-6 0 0,8 1-3 0,-8 3 3 0,0 0 1 16,0 1 2-16,-6 3 3 0,8-4-1 0,-8 8 2 0,0-4 1 0,-8 3 0 15,2 4 1-15,6-2 1 0,-12 4 0 0,5 0 1 0,-6 2-1 16,0-1-1-16,-7 1-2 0,8 4-4 0,-8-4-4 0,7 4-3 0,-7-4-4 16,0 3-2-16,1-3-2 0,-1 4-2 0,2-4-2 0,-2 0-1 0,0-4-1 15,7 1 0-15,-7-1 0 0,8-4 0 0,-2 1 1 0,1-4 1 16,1 0-1-16,4-4 0 0,2 1 0 0,0-1-1 0,0-3-1 0,6 0 0 15,-8-4 0-15,8 3-1 0,0-3-1 0,0 0 1 0,0 0-2 0,8-3 0 16,-2 3-1-16,-6-4 0 0,12 4 0 0,-4-4 0 0,-2 1 0 16,7-1 2-16,0 0-1 0,0 0 2 0,7-3-1 0,-1 4 1 0,-6-5 1 15,6 1 0-15,1 3 2 0,0-3-1 0,-1-1 1 0,7 1 1 0,-6 0 0 16,-1 3-1-16,7-3-8 0,-6 0-12 0,6 3-13 0,-7-3-15 16,1 3-32-16,0 0-39 0,-1-3-53 0,1 3-60 0,-8 1-57 0,8 3-55 15,-7-4-54-15,0 4-54 0,0-4-27 0,1 8-17 0,-8-4 0 16,0 4 8-16,1-1 12 0,-1 5 14 0,1-5 31 0,-7 8 39 0,0-3 52 15,0 3 61-15</inkml:trace>
  <inkml:trace contextRef="#ctx0" brushRef="#br0" timeOffset="-74064.63">1133 13280 28 0,'-14'0'139'0,"8"-4"14"0,-7 4 17 0,0-4 26 16,0 1 28-16,0 3 25 0,0-4 26 0,7-3 20 0,-8 3 16 0,2-3-15 15,-1 0-32-15,-1-1-12 0,2-3-3 0,-2 0-2 0,1 0-4 0,0 0-8 16,0-4-13-16,1 1-20 0,4-1-23 0,-4 1-24 0,-1-5-23 15,6 1-20-15,-6-4-18 0,7 0-12 0,-1 0-11 0,-6 0-9 0,7-4-12 16,6 4-7-16,-7-7-7 0,0 4-4 0,7-5-4 0,0 1-4 0,0 0-4 16,0-1 0-16,0-3 1 0,7 4 0 0,-7-4 0 0,7 0 0 0,-1-3 0 15,0 2 0-15,8 1 0 0,-8 1 1 0,7-1 0 0,0-1 0 0,0 1-2 16,1 4 1-16,-2-4 1 0,8 4 0 0,-7-1-1 0,7 1-1 0,-1 4 1 16,1-1 0-16,-1 1-2 0,7-1 1 0,0 4 0 0,-6 0-1 15,6 0 0-15,0 0 0 0,7 4 1 0,-7-1-2 0,6 4 0 0,1 1-2 16,-1 3-1-16,1-3-2 0,-1 6-1 0,7-3-3 0,-6 4 0 0,6 0-1 15,-7 3 0-15,8 0-1 0,-1 0 0 0,-1 4-1 0,2 0 0 16,-1 0 0-16,-6 4-1 0,5 0 1 0,1 0 0 0,-6 3 1 0,0 0 1 16,0 4 2-16,-1-3 0 0,-7 2 0 0,9 5 1 0,-9-4 2 0,-5 3 4 15,6 1 4-15,-7 4 5 0,1-1 3 0,0 0 5 0,-7 4 2 16,6 0 3-16,-6 0 2 0,1 4 3 0,-2-1 3 0,-5 1 4 0,0 0 2 16,-1 3 4-16,0 0 1 0,-6 1 0 0,0-1 1 0,0 4-1 0,0 0-1 15,0-4 0-15,-6 4-1 0,0 0-1 0,-1 0 0 0,0 0 0 16,1-4 1-16,-8 4 0 0,2-4-1 0,-1 1-1 0,6-1-1 0,-6-3-4 15,-7 0-2-15,8-1-1 0,-2 1-3 0,-5 0-1 0,-1-4-3 16,8-1-3-16,-14 1-4 0,6 0-5 0,-7-3-3 0,2-1-6 0,-1 1-3 16,0-1-3-16,-7-4-2 0,7 1-3 0,-6 0-4 0,-1-1-3 0,1-3-7 15,-1 0-5-15,-6 0-8 0,6 0-8 0,0-4-9 0,1 1-8 16,-7-1-10-16,6 1-11 0,-5-5-13 0,5 1-15 0,1 0-16 0,-1-1-16 16,1-3-31-16,-2 4-36 0,2-4-49 0,-1 0-57 0,8-4-56 0,-9 4-55 15,9-3-48-15,-1-1-44 0,0 0-15 0,0 1-3 0,6-5 7 16,1 4 11-16,-7-3 16 0,6 0 15 0,7-4 31 0,-7 3 37 0,7-6 54 15,0 3 62-15</inkml:trace>
  <inkml:trace contextRef="#ctx0" brushRef="#br0" timeOffset="-72898.16">2696 12397 42 0,'7'-7'168'0,"-7"-1"14"16,0 5 16-16,0-5 15 0,0 8 13 0,0 0 12 0,0 0 8 15,0 0 13-15,0 0 15 0,0 4-6 0,0 0-16 0,0 3-1 16,6 0 6-16,-6 4 2 0,6 4-2 0,0-1-6 0,-6 8-7 0,8 1-10 16,-2-1-8-16,0 3-6 0,1 1-5 0,-1 3-8 0,-6 0-10 0,7 1-18 15,-7-1-23-15,0 0-28 0,7 0-29 0,-7 1-19 0,0-1-13 16,-7 1-7-16,7-1-4 0,0-4-3 0,-7 5-2 0,7-1-4 0,0-3-3 15,-6-1-3-15,-1-3-4 0,7 1-3 0,0-6-5 0,-6-2-4 16,6 0-4-16,0-4-4 0,0-4-3 0,0 1-5 0,0-5-2 16,0-3-3-16,0 0-3 0,6-7-1 0,-6 3-4 0,7-7 0 0,-1-3-2 15,8-1-1-15,-8-4 1 0,6-6-2 0,2 3-1 0,-1-7-2 0,0-4-1 16,0 0-1-16,7-4 0 0,-8 4 0 0,8 0 0 0,-7-3-1 16,1 6 0-16,4 1 1 0,-4 0 0 0,-1 7 0 0,0-1 0 0,-6 9 1 15,5-1 0-15,-6 1 3 0,2 7 2 0,-2 3 1 0,0 0 0 16,1 4 2-16,0 4 0 0,-1 0 0 0,-6 3 1 0,7 0 2 15,-7 4 2-15,6 0 2 0,-6 3 3 0,6 5 3 0,-6-1 3 0,0 1 4 16,0-1 2-16,0 4 3 0,0 0 3 0,0 3 1 0,0-2 4 0,0 2 1 16,-6 1 1-16,6-4 0 0,0 3 0 0,0 1-2 0,0-4-1 0,0 0-4 15,0-4-2-15,0 1-4 0,0-1-4 0,0-4-2 0,6-3-3 16,-6-3-2-16,7 0-3 0,-7-1-2 0,7-7-1 0,-1 0 0 16,0-4-2-16,8-4 1 0,-8 1 0 0,7-8 1 0,0 1 1 0,-6-4 1 15,13-4 0-15,-8 0 1 0,1-4 1 0,0 0-2 0,0-3 2 16,1 3-2-16,5 1 1 0,-6-4-2 0,-7 3 0 0,7 4 0 0,1 0-1 15,-8 4-1-15,7-1-1 0,-6 5-1 0,-1-1 0 0,0 4 0 16,1 4-1-16,-1 0 0 0,1-1 1 0,0 4-1 0,-7 0 1 0,6 4 2 16,0 0 0-16,2 4 4 0,-8-4 2 0,6 4 3 0,0 4 4 15,1-1 3-15,-1 0 3 0,1 0 5 0,-1 4 4 0,1 0 5 16,-1 0 2-16,0 4 2 0,-6 0 5 0,8-1 0 0,-8 4 1 0,6-3-1 16,-6 4-1-16,0-1-4 0,6 4-2 0,-6-4-2 0,-6 0-3 0,6 1-4 15,0-5-5-15,0 5-11 0,0-4-14 0,0-1-19 0,0-3-20 16,0 0-25-16,0 0-27 0,0-4-38 0,0 1-43 0,0-5-58 15,0 1-65-15,0-4-67 0,0-4-67 0,0 1-51 0,6-5-42 16,-6 1-14-16,7-4 0 0,-7 0 10 0,6-3 15 0,1-2 20 0,-1-2 25 16,1 0 36-16,-1-4 42 0,1 4 58 0,0 0 65 0</inkml:trace>
  <inkml:trace contextRef="#ctx0" brushRef="#br0" timeOffset="-72598.09">3646 12613 4 0,'8'3'150'0,"-8"5"16"16,0 3 18-16,6-4 26 0,-6 4 29 0,0 0 31 0,6 4 32 0,0 0 35 15,-6-1 34-15,7 4 3 0,0-3-15 0,-1 3-17 16,1 1-17-16,-1-1-10 0,1 1-7 0,0-1-12 0,5 0-16 0,-6-3-23 16,2 3-29-16,-2-7-30 0,7 3-32 0,-7-2-32 0,8-1-35 0,-8-4-25 15,6 0-21-15,-4-3-11 0,4 0-7 0,2-4-5 0,-1 0-4 16,-1-8-2-16,2 5-1 0,5-8 0 0,-6 0 2 0,0-4-1 0,1 0-1 16,-2-3 0-16,2-4-2 0,-8 4-1 0,7-4-1 0,0-4-1 15,-6 4-2-15,-1 0 2 0,0 0 1 0,0-3 3 0,-6 3 2 0,0 0 2 16,0 4 3-16,0-5 1 0,-6 5 3 0,0 0 0 0,0 3 1 15,-8 0 0-15,1 1 0 0,1 3-2 0,-2 0-2 0,-6 0-5 16,8 4-5-16,-8 3-7 0,1 0-8 0,-1 1-12 0,7 3-13 0,-7 3-15 16,8 1-16-16,-8 0-25 0,7 3-29 0,0 4-43 0,0 0-50 15,7 0-59-15,-8 0-64 0,8 3-53 0,0 1-47 0,-1 0-35 16,7 0-28-16,-7-1-8 0,7 1 0 0,7-4 9 0,0 3 11 0,-1-6 23 16,0-1 27-16,8 0 43 0,-2-7 49 0,1 4 60 0,7-8 118 15</inkml:trace>
  <inkml:trace contextRef="#ctx0" brushRef="#br0" timeOffset="-72281.61">4441 12448 0 0,'14'-7'28'0,"-2"3"212"0,-5 0 45 0,6 4 50 15,-13-3 55-15,6 3 41 0,-6 0 35 0,0 0 28 0,0 0 26 0,-6 3 22 16,6 1 18-16,0-4-22 0,0 4-45 0,-7-1-47 0,1 1-47 16,-1 3-44-16,1-3-43 0,0 3-49 0,-8 1-55 0,8 3-41 0,-7 0-34 15,0 4-28-15,0-1-26 0,-1 1-21 0,2 3-20 0,-2 0-13 16,1 1-11-16,1-1-7 0,5 1-3 0,0-1-3 0,1 0-2 0,6-3-1 15,0-1-1-15,0 1-2 0,0-4 1 0,6 3 0 0,1-2-2 16,6-2 1-16,-7-2 0 0,7 3 0 0,1-4 0 0,-2 4 1 16,2-3 0-16,-1-1 2 0,0 0-1 0,0 1 1 0,-1-1 1 0,2 0 1 15,-1 0 1-15,-7 1 5 0,1-1 4 0,-1 4 6 0,1-4 6 16,-1 1 6-16,-6-1 6 0,7 4 5 0,-7-3 5 0,-7 3 2 0,7 0 1 16,-6-1-24-16,-1 1-23 0,-6 0 0 0,0 4 0 0,1 0 0 15,-2-1 0-15,-5 1 0 0,-7-1 0 0,6 1 0 0,0 0-56 0,-5 3-154 16,-8-3-96-16,7 0-108 0,0-4-113 0,-7 3-58 0,1 1-29 15,6-1-14-15,-7-3-8 0,1 4 6 0,6-4 11 0,-7 0 20 16,1-3 29-16,5 3 34 0,1-4 40 0,-6 0 74 0,5-3 92 16</inkml:trace>
  <inkml:trace contextRef="#ctx0" brushRef="#br0" timeOffset="-70081.08">5477 12001 0 0,'0'0'82'0,"-6"0"151"0,6 0 26 0,0 0 14 15,0 0 8-15,-8 0 6 0,8 0 6 0,0 4 5 0,0-4 9 0,0 0 21 16,0 3 28-16,8 1-16 0,-8 0-37 0,6-1-36 0,0 1-32 0,1 3-27 16,6-3-22-16,-7 3-13 0,7 0-6 0,1 1-4 0,-2 0-6 15,2-1-6-15,-2 4-8 0,1-4-20 0,1 4-28 0,6-3-32 16,-8 2-33-16,-6-2-42 0,8-1-43 0,-1 1-63 0,-1-1-73 0,-4-4-70 16,4 5-69-16,-6-5-47 0,8-3-36 0,-1 4-19 0,-7-4-9 15,8-4-5-15,-2 1-2 0,2-1 1 0,-2 0 3 0,1 1 27 16,1-4 35-16,-2 3 59 0,2-4 70 0</inkml:trace>
  <inkml:trace contextRef="#ctx0" brushRef="#br0" timeOffset="-69896.83">6317 11923 235 0,'0'5'370'16,"0"-1"43"-16,0 3 27 0,-6-3 18 0,6-1 13 0,-7 5 13 0,0-4 12 16,1 3 8-16,-1 0 10 0,1 0-11 0,-8 5-21 0,2-2-69 15,-1 1-94-15,-7 4-83 0,0 3-78 0,1 1-43 0,-7 3-27 16,0 0-20-16,0 3-20 0,0-3-24 0,-1 3-25 0,-5-2-33 0,7 2-32 15,-9-3-54-15,9 0-62 0,-1 0-69 0,-7 0-71 0,7-3-58 16,0 3-52-16,0-4-37 0,-1 0-30 0,9-3-11 0,-9 3-3 0,7 0 9 16,-6-3 13-16,7 0 19 0,6 0 25 0,-6-1 47 0,5-3 59 15,2 0 65-15,5 0 147 0</inkml:trace>
  <inkml:trace contextRef="#ctx0" brushRef="#br0" timeOffset="-69714.69">5574 12576 0 0,'7'4'69'0,"-7"0"105"16,6-1 34-16,-6-3 41 0,7 4 46 0,0-4 47 0,-1 0 50 15,0 0 32-15,2 0 25 0,4 0 1 0,-6-4-11 0,8 4-16 0,-1-3-17 16,-1-5-15-16,8 5-13 0,-7-1-24 0,7-3-25 0,-8-1-35 15,8 5-41-15,0-5-42 0,-1 1-46 0,7 0-29 0,-6 0-23 0,0-1-18 16,5 1-15-16,-5-4-10 0,6 4-11 0,-7-1-8 0,7 1-9 16,-6-1-7-16,7 1-8 0,-9 0-14 0,2-1-19 0,7 5-23 0,-15-5-23 15,8 1-39-15,-7 3-42 0,0 1-65 0,0 0-73 0,-7-2-79 16,1 2-79-16,-7 3-55 0,0 0-40 0,0 0-20 0,0 3-11 16,-7 5 4-16,-5-1 12 0,-1 4 15 0,-1 0 20 0,2 4 34 15,-8 0 43-15,-6 3 61 0,7 0 73 0</inkml:trace>
  <inkml:trace contextRef="#ctx0" brushRef="#br0" timeOffset="-69514.52">5562 12899 14 0,'-14'7'302'0,"2"1"47"0,-2-5 37 0,8 1 24 0,-1 0 15 0,1-4 13 15,6 0 10-15,0 0 12 0,0 0 12 0,0 0 14 0,0 0 13 0,6-4-54 16,1 0-85-16,-1 1-70 0,8-2-61 0,5 2-42 16,-6 0-34-16,13-5-21 0,-7 4-15 0,7-3-11 0,1 3-9 0,5-3-11 15,-6 0-13-15,7 3-12 0,-1-3-13 0,1 3-9 0,-1-3-8 0,-5 3-8 16,5-3-7-16,1 3-14 0,-1-3-16 0,-6 3-18 0,1 1-22 15,-1-1-32-15,0 0-40 0,-1 1-68 0,-5 3-81 0,0-4-78 16,-7 4-75-16,6-4-48 0,-12 4-36 0,5 0-17 0,-4 4-8 0,-2-4 3 16,-6 0 10-16,0 0 16 0,0 7 20 0,-6-7 31 0,-2 4 38 0,2-4 68 15,-7 4 79-15</inkml:trace>
  <inkml:trace contextRef="#ctx0" brushRef="#br0" timeOffset="-69314.7">5901 12562 161 0,'-8'-4'286'0,"8"4"40"15,-6 0 34-15,6 8 33 0,-6-5 35 0,6 8 26 0,0 0 23 0,-7 3 20 16,7 2 18-16,-6 2-8 0,6 4-18 0,-7 3-46 0,0 1-59 16,1 3-50-16,0 1-47 0,-1 3-35 0,-6-1-31 0,7 5-31 15,-8 4-33-15,1-5-24 0,-7 4-26 0,8 0-18 0,-2 1-18 0,-5-1-21 16,6-3-22-16,0-1-28 0,1 1-29 0,-2-8-32 0,1 4-33 0,0-7-47 16,6-1-57-16,-5-2-72 0,6-5-81 0,-2-3-73 0,2-1-67 15,6-3-40-15,-6-3-28 0,6-5-7 0,0-3 2 0,0 0 15 16,0-3 18-16,6-5 24 0,0 1 28 0,2-8 43 0,4 1 53 0,-6-1 69 15,8 1 153-15</inkml:trace>
  <inkml:trace contextRef="#ctx0" brushRef="#br0" timeOffset="-69164.97">5731 13247 77 0,'12'-7'179'0,"-4"3"41"16,-2 0 48-16,6 1 55 0,-4 6 59 0,-2-3 36 0,0 4 27 0,7 0 17 15,1-1 10-15,-2 4-18 0,2-3-31 0,-2 3-23 0,8 1-19 0,-1 3-23 16,1-4-25-16,0 4-40 0,5 0-47 0,-5 0-53 0,6 0-58 16,1 0-37-16,-1 0-26 0,6 0-19 0,-6 0-13 0,7 0-18 15,-8 0-19-15,9-4-24 0,-9 1-24 0,7-1-54 0,-5 0-67 0,-1-3-86 16,6 0-93-16,-5-1-66 0,-1-3-54 0,0 0-26 0,0 0-14 15,-7-3-6-15,1-1-3 0,6 0 3 0,-7 1 8 0,1-5 19 16,0 1 19-16,-1 0 52 0,-6-4 67 0</inkml:trace>
  <inkml:trace contextRef="#ctx0" brushRef="#br0" timeOffset="-68647.48">6655 12261 102 0,'0'4'236'0,"0"3"29"0,0-3 21 0,0 3 31 15,0 4 34-15,-6 0 36 0,6 0 34 0,0 4 26 0,0 0 21 16,0 3-10-16,-6 0-24 0,6 8-35 0,0-1-39 0,-7 5-36 15,7-1-35-15,-7 1-23 0,7 2-15 0,-6 5-25 0,6-4-28 0,0 0-31 16,-6 0-31-16,12 0-23 0,-6 0-20 0,6-4-11 0,1 1-11 16,0-1-9-16,-1-4-8 0,7 1-6 0,0-4-5 0,0 0-5 0,7-4-4 15,-1-3-5-15,1 0-5 0,6-1-3 0,-6-6-3 0,5 2-2 0,1-2-1 16,7-5-1-16,-7 1-1 0,0-4 0 0,7 0 0 0,-7 0 0 16,0 0-2-16,0-4 0 0,-1 1 0 0,2-5-1 0,-7 5-2 15,6-1-2-15,-7-3-1 0,-6 3-9 0,6-3-10 0,-5 3-13 0,-2-3-16 16,2 3-18-16,-8-3-19 0,1 3-27 0,-1-3-32 0,1 3-55 15,-7-3-66-15,7 0-71 0,-7 0-74 0,0-1-63 0,-7-3-55 0,7 0-21 16,-7 0-6-16,1-4 7 0,6 1 10 0,-7-5 17 0,1 1 17 16,0 0 27-16,-8-4 31 0,8 0 54 0,-1-4 66 0</inkml:trace>
  <inkml:trace contextRef="#ctx0" brushRef="#br0" timeOffset="-68480.75">6968 12283 0 0,'-13'-11'10'0,"0"4"239"0,6 3 49 0,1-3 30 16,0 7 21-16,0-4 13 0,6 4 9 0,0 0 20 0,0 4 23 0,0 0 20 15,0-1 17-15,6 1-22 0,-6 0-42 0,6 3-52 0,0 0-59 16,8 1-50-16,-8-1-48 0,7 4-31 0,-7 0-21 0,8-3-20 16,-2 2-17-16,2-2-41 0,-1 3-53 0,0-4-64 0,0 0-67 0,7-3-65 15,-8 3-62-15,1-3-53 0,7 0-47 0,0-4-40 0,-8 0-37 16,8 0-17-16,6 0-9 0,-7-4 2 0,1 4 5 0,0-4 22 16,5 1 28-16,-5-1 44 0,7 0 50 0,-8 1 54 0,0-1 86 0</inkml:trace>
  <inkml:trace contextRef="#ctx0" brushRef="#br0" timeOffset="-68213.96">7489 12328 0 0,'6'0'84'0,"-6"-5"148"15,0 5 33-15,-6 0 36 0,6 0 33 0,-6 5 33 0,-1-5 33 0,1 3 19 16,-7 1 13-16,0-1 1 0,-1 1-4 0,-5 2-36 0,6-1-53 0,-6 6-47 16,-7-4-42-16,6 4-37 0,-6-3-34 0,-1 6-35 0,2-2-34 15,-1-2-34-15,0 1-32 0,0 4-20 0,-1-4-13 0,1 4-5 16,7-4-6-16,-7 0-2 0,0 3 0 0,6-3-1 0,1 0-1 0,-7-4 1 16,6 4 0-16,7-3 0 0,0-1 0 0,0 0 1 0,1 1-1 0,4-5 0 15,2 1 0-15,6-4-1 0,0 4-1 0,0-4 2 0,0 4-1 16,6-4 1-16,2 0 1 0,-2 3 0 0,0-3 0 0,7 0 0 15,0 0 0-15,6 0 1 0,1 0 2 0,0 0 0 0,-1 0 0 0,1 0 2 16,0 0-1-16,5 0 1 0,-5-3-1 0,6 3-1 0,-6-4-1 16,5 0-5-16,-5 0-7 0,6 1-20 0,-6-5-31 0,-1 1-44 0,1 4-53 15,-7-9-53-15,7 5-55 0,-8 0-52 0,-5-1-49 0,6 1-33 16,-7-4-22-16,-6 4-9 0,7-4-5 0,-7 4 1 0,0-4 5 16,-7-1 21-16,7 1 29 0,-6 0 45 0,0 4 49 0,-1-8 56 0,0 4 203 15</inkml:trace>
  <inkml:trace contextRef="#ctx0" brushRef="#br0" timeOffset="-67897.9">7177 12214 0 0,'-7'-4'1'0,"1"1"193"0,-1-1 20 0,0 8 25 16,7-1 23-16,-6 1 32 0,6 3 35 0,0 4 37 0,0 0 38 0,0 0 23 15,0 7 17-15,0 1-23 0,0-1-45 0,0 4-30 0,0 4-26 16,0-1-17-16,0 1-14 0,0 7-15 0,0-4-17 0,0 4-25 16,0 0-29-16,0 0-29 0,0 0-33 0,0 0-19 0,-6 0-16 0,6 0-12 15,0-4-6-15,-7 0-9 0,7-3-9 0,0 0-8 0,-7-4-8 16,7-4-7-16,0 0-6 0,0-3-8 0,0-4-6 0,-6 0-6 0,6-3-5 15,0-1-6-15,0-3-2 0,0-1-4 0,-6 1-1 0,6-4-2 16,-7 0-1-16,0 0-1 0,7 0 0 0,-6 0 0 0,-7 0 0 0,7-4 1 16,-2 1-2-16,2-1 0 0,-6-3 0 0,5 2 0 0,-6-1-1 15,0-2 1-15,7 1 1 0,-8-1 1 0,8-3 1 0,-8 4-1 16,8 0 0-16,-7-1-1 0,7 1 0 0,-1 0-2 0,7 0 0 0,0-1-1 16,-7 5-2-16,14-5-2 0,-7 5-3 0,7-5-4 0,-1 5-6 0,7-5-7 15,-7 5-9-15,14-5-10 0,-6 1-11 0,5-1-10 0,1 1-13 16,6-4-16-16,-1 4-18 0,-5-4-34 0,12-4-40 0,-5 4-53 15,5-7-60-15,-6 3-53 0,7-3-48 0,-1-4-41 0,1 3-33 0,-1-6-13 16,1 3 0-16,-1-4 6 0,1 5 10 0,-7-5 17 0,7 0 17 16,-1 0 35-16,1-3 42 0,-7 4 56 0,6-6 62 0</inkml:trace>
  <inkml:trace contextRef="#ctx0" brushRef="#br0" timeOffset="-67330.98">7854 12133 116 0,'6'-7'271'0,"-6"3"54"16,0 0 52-16,0 1 39 0,0 3 35 0,0 0 27 0,0 0 23 15,0 0 19-15,-6 0 16 0,6 0-11 0,-6 0-24 0,-1 0-44 16,7 3-54-16,-13 1-54 0,6 0-54 0,-5-1-54 0,5 5-50 0,-6-1-39 15,-7 4-35-15,7 0-27 0,-7 3-24 0,2 2-18 0,4-2-18 0,-5 1-13 16,-7 3-14-16,6 0-13 0,0 1-13 0,1 2-12 0,-1-2-13 16,0-1-12-16,1 1-12 0,0-5-10 0,6 1-10 0,-7 0-10 15,7 0-11-15,7-5-19 0,-1-3-23 0,-6 4-23 0,13-7-21 0,-6 3-5 16,6-3 4-16,0 0 7 0,0 3 7 0,6-3 11 0,1 0 10 16,-1-1 11-16,-6 5 10 0,7-5 12 0,6 5 13 0,-7-1 38 15,0 0 49-15,2 4 54 0,-2 0 53 0,0 4 36 0,1-4 22 0,-1 3 17 16,1 5 15-16,-7-1 10 0,6 1 10 0,-6-1 9 0,0 0 10 15,0 4 7-15,-6 0 5 0,6 3-10 0,-7-3-21 0,7 1-22 16,-6 2-25-16,-1-3-17 0,1 4-15 0,0-4-11 0,-2 4-12 0,2-4-10 16,0-4-8-16,-1 4-11 0,1-8-9 0,6 5-10 0,-7-8-9 0,7 4-10 15,-6-9-11-15,6 2-11 0,0 0-10 0,0-5-7 0,6 1-5 16,-6-4-3-16,7 0-2 0,-1 0-1 0,1-7-1 0,5 2 0 16,2-2-1-16,-1-3 1 0,0 2-1 0,6-7 3 0,1 1 4 0,0-1 3 15,-1-3 5-15,1 3 1 0,6-3 1 0,-7-4 0 0,7 3-2 16,0 1-3-16,-6 3-4 0,5-3-4 0,-5 4-4 0,6-5-5 0,-6 5-5 15,-1 3-6-15,1-1-8 0,-7 2-7 0,0-2-9 0,0 5-10 16,1 0-9-16,-8 3-12 0,0 0-11 0,0 1-7 0,1-1-6 0,-7 1-6 16,7 3-7-16,-7 0-7 0,0 0-9 0,0 0-6 0,-7 0-7 15,7 3 2-15,-7-3 5 0,7 4 11 0,-6-1 12 0,0 1 13 16,0 0 14-16,-2-1 12 0,2 1 9 0,0 3 16 0,-7 1 17 0,6-1 27 16,-6 0 32-16,7 1 41 0,-8 3 42 0,8 0 35 0,0 4 28 0,-8-4 18 15,8 3 12-15,-1 4 9 0,1-3 8 0,6 3 6 0,-6 1 7 16,6-1 1-16,0 4 2 0,0 0-5 0,0 0-8 0,6 4-17 15,-6 3-19-15,6-3-17 0,-6 3-15 0,7 4-8 0,-1 3-5 0,-6-2-5 16,7 6-2-16,-7-4-4 0,0 5-6 0,0-1-5 0,7 0-7 16,-7 1-7-16,0-1-11 0,0 0-10 0,0-3-13 0,0-4-15 15,0 0-23-15,0 0-25 0,6-8-28 0,-6 1-35 0,0-4-37 0,0-4-62 16,0 0-75-16,0-2-88 0,0-6-96 0,0-2-61 0,0-1-45 16,0-3-22-16,0-4-8 0,0 0 3 0,0 0 10 0,0 0 17 15,-6-4 21-15,6 0 29 0,-7-3 33 0,7-1 59 0,-7 2 73 0</inkml:trace>
  <inkml:trace contextRef="#ctx0" brushRef="#br0" timeOffset="34485.49">11644 2003 0 0,'-6'-3'3'0,"6"-1"228"15,0 4 38-15,0 0 33 0,-6 0 32 0,6 0 34 0,0 0 38 0,-8 0 29 16,8 0 24-16,0 0 21 0,0 0 17 0,0 0-18 0,-6 0-37 0,6 4-40 16,0-4-42-16,0 0-37 0,0 3-30 0,-6-3-28 0,6 4-29 15,0-4-30-15,0 4-30 0,6 4-20 0,-6-5-15 0,6 4-11 0,-6 4-9 16,8 0-7-16,4 4-7 0,-5 0-4 0,6 6-3 0,6 1-1 15,-5 4 4-15,5 4-52 0,7-1-51 0,0 4 0 0,0 0 0 0,0 3 0 16,13 5 0-16,-6-5 0 0,6 8 0 0,0 0 0 0,0 4 0 0,6-1 0 16,-5 1 0-16,5 3 0 0,1 0 0 0,6 1 0 0,-6 3 0 15,-1-4 0-15,1 1 0 0,-7 2 0 0,7-2 0 0,-7-5 0 16,0 1 0-16,-1 0 0 0,-5-4 0 0,-1-1 0 0,2-2 0 0,-9-4 0 16,1-5 0-16,-6-2 0 0,6 0 0 0,-7-9 0 0,-5 1 0 0,5-4 0 15,-6 1 0-15,-6-9 0 0,5 2 0 0,-4-1 0 0,-2-4 0 16,0-4 0-16,-6 1 0 0,0-4 0 0,0-4 0 0,-6 1 0 15,6-1-267-15,-6-3-187 0,-8-4-73 0,8 0-57 0,-7-4-46 0,6-3-15 16,-6 0 2-16,1-5 13 0,-8 2 20 0,6-6 26 0,2 6 29 16,-1-4 36-16,-1-1 38 0,-5-4 57 0,6 1 66 0,0 3 80 15,0-3 276-15</inkml:trace>
  <inkml:trace contextRef="#ctx0" brushRef="#br0" timeOffset="34801.96">13058 1806 0 0,'6'-4'51'0,"-6"0"287"0,6 1 69 16,-6 3 36-16,0 0 21 0,0 0 17 0,-6 0 16 0,6 0 18 0,-6 3 18 15,-1-3 19-15,1 4 19 0,-1 0-6 0,0 3-22 0,-5 0-71 16,-2 1-97-16,-5 3-72 0,6 3-60 0,-6 4-29 0,-7 1-12 0,-1 3-12 15,1 4-8-15,-6 3-132 0,-1 4-50 0,1 4 0 0,-7-1 0 0,-1 8 0 16,-5 0 0-16,-1 8 0 0,-6-1 0 0,-6 8 0 0,5 3 0 16,-5 0 0-16,-7 8 0 0,6-1 0 0,-6 4 0 0,0 0 0 15,0 5 0-15,0 2 0 0,6-3 0 0,0 0 0 0,1-4 0 0,5 1 0 16,2-5 0-16,11-6 0 0,1-5 0 0,0-2 0 0,13-13 0 0,0-3 0 16,6-7 0-16,8-7-344 0,-1-4-233 0,6-7-64 0,0-4-31 15,7-8-12-15,0-3-2 0,0 0 8 0,-6-7 13 0,6-4 23 16,0-4 27-16,0-3 39 0,0-1 44 0,-6-2 76 0,6-1 93 15</inkml:trace>
  <inkml:trace contextRef="#ctx0" brushRef="#br0" timeOffset="44286.21">15298 1150 120 0,'0'-4'128'0,"0"4"5"0,-6 0 7 0,6-3 10 15,-7 3 11-15,7 0 14 0,-7 0 15 0,1 3 2 0,0-3-3 0,6 4-14 16,-7 0-17-16,0 3-4 0,1 1 3 0,0-1 7 0,6 4 9 0,-7 3 5 16,0 1 6-16,1 0 0 0,-1 3-3 0,1 0-4 0,0 0-7 0,-1 5-7 15,0-1-10-15,1 0-6 0,6 0-4 0,-6-1-7 0,6 1-6 16,-8 0-9-16,8 4-8 0,-6-4-10 0,6 0-10 0,0 0-9 0,-6 0-8 16,6 0-9-16,0-3-8 0,0 2-8 0,0-2-7 0,0 3-7 15,6-4-8-15,-6 0-7 0,0 0-5 0,6 1-5 0,-6-4-2 0,8 3-2 16,-2-3-1-16,0-4-1 0,1 3-1 0,0-3 0 0,-1 0-1 0,0 0 0 15,7-4 2-15,1 1-2 0,-8-1 1 0,7-3 1 0,6-1 1 16,-5 1 2-16,5-4 2 0,1 0 3 0,-1 0 0 0,1-4 2 0,6-3 3 16,-6 0 2-16,5-1 0 0,1-3 0 0,0-3 0 0,1 3 1 15,-1-7 0-15,0 3-1 0,-1-3-1 0,-5 3-1 0,6-7-4 0,-6 3-1 16,5-2 0-16,-5 2-2 0,0-3-1 0,-1 4 0 0,1-4 0 0,0 0 0 16,-1 0 2-16,1 0 2 0,-8-4 2 0,8 5 3 0,-7-1 5 15,0-1 4-15,0 1 4 0,-7 4 5 0,8-4 6 0,-8 4 4 0,1-4 6 16,-7 4 3-16,6-1 5 0,-6 1 3 0,0-1 4 0,-6 1 2 15,6 4 0-15,-7-5-1 0,1 1-2 0,0 0-2 0,-2 0-5 0,-4 3-2 16,5-4-3-16,-6 5-5 0,0-5-2 0,7 5-7 0,-14-1-4 0,7 1-6 16,0 3-4-16,0 0-7 0,0 0-3 0,0 0-4 0,-7 3-4 0,8 1-7 15,-8-1-11-15,7 5-13 0,-7-1-16 0,8 4-20 0,-2 0-23 0,-5 0-34 16,-1 4-38-16,8-1-63 0,-8 5-76 0,7-1-66 0,-7 1-61 16,8 3-49-16,-2 0-42 0,-5 3-16 0,12-3-2 0,-6 4 5 0,-1-1 11 15,8-3 18-15,0 4 19 0,0-4 33 0,-1 4 39 0,0-4 62 0,7 0 75 16</inkml:trace>
  <inkml:trace contextRef="#ctx0" brushRef="#br0" timeOffset="44767.99">16197 1077 0 0,'6'-4'91'0,"-6"0"94"15,0 1 23-15,7 3 23 0,-7 0 23 0,0 0 23 0,0 0 21 0,0 0 27 16,0 0 29-16,0 0 13 0,-7 3 6 0,7 1-7 0,0 0-14 0,0 3-18 16,0 0-18-16,0 1-18 0,0 3-17 0,0 3-18 0,0 1-18 0,0 0-19 15,0 3-18-15,7 0-24 0,-7 4-24 0,0 0-26 0,0 0-27 16,0 1-20-16,0 2-13 0,7 1-9 0,-7-1-7 0,0 1-4 0,6-1-5 15,-6 1-3-15,0 0-1 0,0 0-2 0,6-5-1 0,-6 5-3 0,7-4-3 16,-7 4-4-16,6-4-3 0,-6-4-4 0,7 4-3 0,0-4-2 16,-1 1-5-16,-6-1-1 0,6-4-1 0,1 1-4 0,0-4-2 0,-1 0-2 15,0-3-1-15,8-1 0 0,-8 0 2 0,7-3 1 0,1-4 5 16,-2-4 3-16,8 1 4 0,-1-5 4 0,1-3 4 0,6 0 3 0,-7-7 3 16,7-1 2-16,0-2 1 0,7-5 1 0,-7-3 2 0,7 0-1 15,-7-5 1-15,6 1-3 0,1 0-3 0,-7 1-3 0,0-1-5 0,0-1-3 16,7 2-5-16,-8-1-3 0,-5-1-1 0,6 5-4 0,-6 0-1 0,5 0-1 15,-5 0-2-15,0 3-6 0,-1 4-6 0,-5-4-10 0,-2 8-12 0,8-4-12 16,-13 7-12-16,5-3-16 0,2 7-18 0,-8-4-20 0,0 8-21 16,1-4-40-16,0 3-46 0,-1 5-60 0,-6-1-66 0,7 1-57 0,-7 3-49 15,0 0-40-15,0 3-36 0,0 4-10 0,0 4 2 0,0 1 9 0,-7 6 16 16,1 0 17-16,-1 1 23 0,-6 6 38 0,7 1 46 0,-8-1 60 16,2 4 66-16</inkml:trace>
  <inkml:trace contextRef="#ctx0" brushRef="#br0" timeOffset="89768.6">17597 4696 12 0,'0'4'149'0,"-7"-1"14"16,7-3 13-16,0 4 14 0,0-4 16 0,0 4 18 0,0-4 19 0,0 0 22 15,0 0 22-15,0 0-10 0,0 0-23 0,0 0-14 0,0 0-8 16,0 0-7-16,0 0-5 0,0 0-6 0,0 0-8 0,0 0-6 0,0 0-6 16,0 0-7-16,0 3-6 0,0-3-11 0,7 0-13 0,-7 0-13 15,7 4-12-15,-1-4-8 0,-6 4-4 0,7-4-6 0,-1 3-7 0,8-3-5 16,-8 5-2-16,6-2-7 0,-4 0-7 0,4 1-11 0,1-1-11 16,1 2-8-16,-2-2-5 0,2 5-3 0,-2-5-1 0,8 1-5 15,-1 0-6-15,-5-1-1 0,5 1 0 0,1 0-1 0,6-1 1 0,-7 1 0 16,7-4 2-16,0 4 1 0,-6-4 0 0,6 3 1 0,-1-3-1 0,2 0-1 15,-1 0-1-15,0 0-1 0,0 0 0 0,0-3 1 0,1 3 1 16,-2 0 2-16,1-4 0 0,7 4 2 0,-7 0-1 0,0-4 0 16,0 4 1-16,0 0 1 0,7-3-1 0,-7 3 0 0,-1 0-2 0,2 0-1 15,5-4-1-15,-6 4-3 0,7 0-1 0,-7 0-2 0,0 0 2 16,7-4-2-16,-7 4 1 0,6 0-1 0,-5 0-1 0,-1 0-1 0,6 0 0 16,-7 0 1-16,2 4 1 0,-1-4 0 0,0 0 2 0,-6 4 0 15,6-4 1-15,-7 3 0 0,1 1-1 0,6 0-2 0,-7-1 1 0,-5 1-2 16,5 0 1-16,1 3-7 0,-8-4-24 0,8 5 0 0,-7-5 0 15,0 5 0-15,7-4 0 0,-7-1 0 0,-1 4 0 0,2-3 0 0,-8 3 0 16,7 1 0-16,-6-4 0 0,6 3 0 0,-7 0 0 0,8-4 0 16,-8 5 0-16,0 0 0 0,1-1 0 0,0-3 0 0,-1 3 0 0,0 0 0 15,1 0 0-15,-1 1 0 0,-6-1 0 0,7 0 0 0,0 1 0 16,-7-1 0-16,6 0 0 0,-6 1 0 0,0-1 0 0,6 0 0 16,-6 4 0-16,7-3 0 0,-7 2 0 0,0-2 0 0,7 3 0 0,-7 0 0 15,0 0 0-15,0 4 0 0,0-4 0 0,0 3 0 0,-7 1 0 16,7-1 0-16,0 1 0 0,0 0 0 0,-7 3 0 0,7 1 0 15,-6-1 0-15,6 0 0 0,-6 0 0 0,6 1 0 0,-7-1 0 0,7 1 0 16,-7 3 0-16,7-4 0 0,-6 0 0 0,-1 0 0 0,7 1 0 16,-6-1 0-16,0 4 0 0,6-4 0 0,-7 1 0 0,7-1 0 0,-7 4 0 15,1-4 0-15,6 0 0 0,-6 4 0 0,-2-3 0 0,2 3 0 16,6-4 0-16,-6 0 0 0,-1 1 0 0,7-1 0 0,-6 0 0 0,-1 0 0 16,1 1 0-16,6-1 0 0,-7 1 0 0,1-5 0 0,6 5 0 15,-6-5 0-15,-2 1 0 0,8-1 0 0,-6 1 0 0,6 0 0 16,-6 0 0-16,-1-1 0 0,7-3 0 0,-6 0 0 0,6 4 0 0,-7-4 0 15,7 0 0-15,0-4 0 0,-6 4 0 0,6 0 0 0,-7-4 0 0,7 1 0 16,0-4 0-16,-6 3 0 0,6 0 0 0,0-4 0 16,0 2 0-16,-7-2 0 0,7-3 0 0,0 4 0 0,0-4 0 0,0 0 0 15,0 0 0-15,0 0 0 0,0 0 0 0,0 0 0 0,0 0 0 0,0 0 0 16,0 0 0-16,0 0 0 0,0 0 0 0,-7 0 0 0,7 0 0 16,-6-4 0-16,6 1 0 0,-6-2 0 0,-1 2 0 0,0-4 0 15,1 3 0-15,0-7 0 0,-1 4 0 0,1-8 0 0,-8 4 0 0,8-4 0 16,-8 1 0-16,8-1 0 0,-6 1 0 0,-2-5 0 0,8 5 0 15,-7-5 0-15,-1 4 0 0,8-3 0 0,-6 4 0 0,-2-1 0 0,8 0 0 16,-7 1 0-16,6-1 0 0,-6 1 0 0,7-2 0 0,-8 5 0 16,8-3 0-16,-7 3 0 0,7 0 0 0,-1 0 0 0,0 0 0 0,1 0 0 15,-8 4 0-15,8-1 0 0,0 1 0 0,6 0 0 0,-6 0 0 16,-1-1 0-16,0 5 0 0,7-5 0 0,-6 5 0 0,6 3 0 0,-7-4 0 16,7 0 0-16,0 4 0 0,0 0 0 0,0 0 0 0,0 0 0 15,0 0 0-15,0 4 0 0,0-4 0 0,0 7 0 0,0-3 0 16,0 7 0-16,7-4 0 0,-7 8 0 0,6-1 0 0,-6 1 0 0,7 3 0 15,0 4 0-15,-1-4 0 0,0 5 0 0,8-1 0 0,-8 0 0 16,0 0 0-16,8-1 0 0,-8 1 0 0,7 1 0 0,-7-5 0 0,8 4 0 16,-8-4 0-16,7 0 0 0,0 4 0 0,0-7 0 0,-6 3 0 15,6 1 0-15,-1-4 0 0,-4-1 0 0,4 1 0 0,1-1 0 16,-6-3 0-16,6 0 0 0,-7 4 0 0,8-4 0 0,-8 0 0 0,0-3 0 16,8 2 0-16,-8 1 0 0,1-3 0 0,5-1 0 0,-5 0 0 15,0 1 0-15,-1-1 0 0,0-3 0 0,1 3 0 0,0-3 0 0,-1-4 0 16,7 3 0-16,-6-3 0 0,-1-3 0 0,7 3 0 0,-7-8 0 15,8 1 0-15,5-4 0 0,-6-4 0 0,6 1 0 0,1-9 0 0,0-2 0 16,-1-1 0-16,7-3 0 0,-6-1 0 0,6-2 0 0,1-5 0 16,-8 4 0-16,7 0 0 0,-6 0-258 0,-1 0-235 0,0 4-79 0,1 0-68 15,-1 0-26-15,1 2-3 0,-1 2 11 0,1-1 15 0,-6 1 26 16,-2 3 27-16,8 4 32 0,-7-4 36 0,7-1 52 0,-8 5 62 0,1 3 83 16,0-3 223-16</inkml:trace>
  <inkml:trace contextRef="#ctx0" brushRef="#br0" timeOffset="96969.06">17538 2150 0 0,'0'0'76'0,"0"0"56"0,0 0 7 0,0 0 8 0,0 4 10 0,0-4 15 16,0 0 14-16,0 0 22 0,0 0 22 0,0 0 1 16,0 0-11-16,0 0 0 0,0 0 3 0,0 0 7 0,0 0 9 0,0 0 11 15,0 0 12-15,0 0 5 0,0 0 1 0,0 3-4 0,0-3-10 0,7 0-13 16,-7 0-16-16,0 4-18 0,7-4-18 0,-1 0-15 0,0 4-13 15,2-4-13-15,4 0-9 0,1 4-11 0,0-4-7 0,6 3-6 0,7 1-3 16,-6 0-3-16,7-1-1 0,-1-3-1 0,6 3 2 0,1 2-2 16,6-2 0-16,-1 1-4 0,-5 0-3 0,13-1-5 0,-7 1-2 0,0 0-6 15,7-1-8-15,-1 1-5 0,-5-1-4 0,5 1-3 0,-6 0-1 16,7-1-4-16,-8 1-6 0,9 0-4 0,-2-1-5 0,-6 1-2 16,0 0-2-16,6 3-1 0,-6-3-14 0,7-1-28 0,-7 1 0 0,0 0 0 15,7-1 0-15,-7 5 0 0,0-5 0 0,0 1 0 0,0-1 0 0,0 2 0 16,0-2 0-16,1-3 0 0,-8 3 0 0,7 1 0 0,-6-4 0 0,5 4 0 15,-5-4 0-15,-1 4 0 0,8-4 0 0,-7 0 0 0,-1 0 0 16,1 0 0-16,-1 0 0 0,-6 0 0 0,7-4 0 0,-7 4 0 16,0 0 0-16,0 0 0 0,0-4 0 0,-6 4 0 0,6 0 0 0,-7 0 0 15,-6 0 0-15,6 0 0 0,1 0 0 0,-7 0 0 0,0 0 0 16,0 0 0-16,1 0 0 0,-8 0 0 0,6 0 0 0,-4 0 0 0,-2 0 0 16,0 0 0-16,7 0 0 0,-6 0 0 0,-7 0 0 0,7 0 0 0,-7 0 0 15,6 0 0-15,-6 0 0 0,0 0 0 0,0 0 0 0,0 0 0 16,0 0 0-16,0 0 0 0,0 0 0 0,0 0 0 0,0 0 0 0,0 0 0 15,0 0 0-15,0 0 0 0,0 0 0 0,0 0 0 0,0 0 0 16,0 0 0-16,0 0 0 0,0 0 0 0,0 0 0 0,0 0 0 16,0 0 0-16,-6-4 0 0,6 4 0 0,-7 0 0 0,7-3 0 0,-7 3 0 15,1 0 0-15,-1-3 0 0,1-2 0 0,0 5 0 0,-2-3 0 0,2-1 0 16,-6 4 0-16,5-3 0 0,0-5 0 0,-6 5 0 0,0-1 0 16,6-3 0-16,-5 3 0 0,-2-3 0 0,8 3 0 0,-7-3 0 0,0-1 0 15,0 1 0-15,7 0 0 0,-8 0 0 0,2-4 0 0,-2 3 0 16,1 0 0-16,1-2 0 0,-2 3 0 0,8-5 0 0,-7 5 0 0,0 0 0 15,0-1 0-15,7 1 0 0,-8 0 0 0,8-1 0 0,0 1 0 16,-2 3 0-16,2 1 0 0,0-1 0 0,-1 1 0 0,1-1 0 0,6 0 0 16,-7 4 0-16,7-3 0 0,-6 3 0 0,6 0 0 0,0 0 0 15,0 0 0-15,0 0 0 0,0 0 0 0,0 0 0 0,0 0 0 0,0 0 0 16,0 0 0-16,0 0 0 0,6 3 0 0,-6-3 0 0,7 8 0 0,-1-5 0 16,7 1 0-16,-7 3 0 0,8 0 0 0,-1 4 0 0,6-3 0 0,-6 3 0 15,7 0 0-15,0 0 0 0,-1 0 0 0,1-1 0 0,0 6 0 16,5-5 0-16,-5-4 0 0,0 4 0 0,-2 0 0 0,2 0 0 15,0 0 0-15,-1-4 0 0,1 4 0 0,-7-4 0 0,7 5 0 0,-8-6 0 16,2 2 0-16,-2 0 0 0,2-1 0 0,-1 0 0 0,-7-3 0 0,8 3 0 16,-8-3 0-16,0 3 0 0,0-3 0 0,1 3 0 0,0-3 0 15,-1-1 0-15,-6 1 0 0,7 0 0 0,-7-4 0 0,0 3 0 16,0 1 0-16,0-4 0 0,0 4 0 0,0-1 0 0,0-3 0 0,-7 4 0 16,1 3 0-16,-1-3 0 0,-6 3 0 0,1-3 0 0,-2 7 0 0,1-4 0 15,-7 1 0-15,0 2 0 0,-5 2 0 0,-1-1 0 0,-6 0 0 16,5-4 0-16,-5 4 0 0,-1 0 0 0,-5-4 0 0,4-3-2 0,-5 3-504 15,7-7-83-15,-1 0-72 0,1-4-26 0,-1-3-4 0,7-4 11 16,0-3 16-16,0-5 26 0,7 1 26 0,-1-4 35 0,1-4 38 16,-1 1 52-16,6-5 59 0,2-3 90 0,-1 4 246 0</inkml:trace>
  <inkml:trace contextRef="#ctx0" brushRef="#br0" timeOffset="97801.45">18522 1176 0 0,'-7'-4'40'16,"7"4"88"-16,0 0 9 0,7 0 15 0,-7-3 18 0,0 3 28 0,0 0 32 0,7-5 31 15,-1 5 31-15,0 0 11 0,1-3 3 0,6 0 3 0,-6 3 4 16,5 0 3-16,2-4 1 0,-2 4 0 0,2 0 2 0,5-4-10 0,-5 4-13 15,4 0-24-15,2 0-29 0,0 4-31 0,-1-4-28 0,1 0-31 16,-1 4-31-16,1-4-25 0,6 3-21 0,-6 0-15 0,-1-3-11 0,1 5-9 16,-1-2-7-16,-6 1-7 0,7-4-5 0,-7 4-3 0,-1-1-4 0,2 1-2 15,-8-4-2-15,7 3-1 0,-6-3-3 0,0 4-1 0,-1-4-2 0,0 4-1 16,0-4-1-16,-6 0-1 0,8 3-2 0,-8-3 0 0,0 0-1 16,0 0-2-16,0 0-5 0,0 0-6 0,-8 0-9 0,2 0-8 0,6-3-9 15,-6 3-8-15,0 0-6 0,-8 0-8 0,8 0-9 0,-7-4-7 0,-1 4-5 16,2 0-3-16,-1 0-3 0,0 0 0 0,0 0 4 0,-1 0 5 15,2 0 9-15,-8 0 9 0,14 0 8 0,-7 0 8 0,-1 4 6 0,8-4 10 16,-8 0 10-16,8 3 8 0,0-3 7 0,0 0 8 0,-1 4 6 0,0-4 9 16,1 4 12-16,6-1 9 0,-7 1 9 0,1 0 9 0,0-1 9 0,6 5 7 15,-8-1 10-15,2 0 5 0,0 1 7 0,6 2 7 0,-6 1 7 16,-1 4 7-16,0 0 4 0,1 0 1 0,-1 3-1 0,1 0-3 0,0 1-1 16,6 2-4-16,-8-2-5 0,2 3-4 0,0 0-6 0,6 4-6 15,-6-5-6-15,6 1-8 0,-8 0-6 0,8 4-9 0,-6-4-9 0,6 0-7 16,0 0-7-16,0-4-8 0,0 4-6 0,0-4-6 0,0 4-6 0,0-3-3 15,6-1-3-15,-6 1 0 0,0-5-2 0,8 1-1 0,-8 3 0 16,0-7-2-16,6 4-4 0,-6-4-3 0,0-1-4 0,0 2-4 0,0-5-6 0,6 1-3 16,-6-1-6-16,0 0-6 0,0-3-5 0,0-1-8 0,0 1-6 15,-6 0-11-15,6-1-10 0,0-3-12 0,-6 4-15 0,-2-4-17 16,2 4-20-16,0-4-28 0,-1 3-32 0,-6-3-35 0,6 4-38 0,-5-4-35 16,6 0-34-16,-8 0-23 0,1-4-18 0,0 4-11 0,0 0-5 0,7-3-4 15,-8-1-1-15,2 4 3 0,-2-4 8 0,8 1 18 0,-7-1 26 16,7 0 35-16,-8 1 40 0,8-1 39 0,-8 1 39 0,8-1 30 15,0 0 24-15</inkml:trace>
  <inkml:trace contextRef="#ctx0" brushRef="#br0" timeOffset="98034.68">18365 1890 17 0,'-6'0'123'0,"0"0"17"16,-1 4 17-16,0-4 25 0,1 0 26 0,-1 4 32 0,1-4 33 0,0 0 25 15,-1 0 18-15,7 0 15 0,-7 0 13 0,7 0 4 0,0 0 0 16,0 0-4-16,0 3-6 0,0-3-11 0,0 0-13 0,0 0-21 16,0 0-24-16,0 0-25 0,0 0-28 0,0 4-26 0,7 0-26 0,0-1-26 15,-7-3-24-15,6 4-14 0,7 3-9 0,-7-3-4 0,8-1 0 0,-2 1 0 16,2 3 3-16,-1-3 1 0,0 0 2 0,6-1-1 0,1 1-4 0,0 0-2 15,-1-4-4-15,-6 3-5 0,13 1-7 0,-7-4-5 0,1 4-5 16,-1-4-7-16,1 3-7 0,0-3-4 0,-1 4-7 0,1-4-4 0,0 0-6 16,5 0-4-16,-11 0-7 0,4 4-9 0,2-4-14 0,-7 0-18 0,1 0-20 15,-2 0-26-15,2-4-28 0,-8 4-40 0,7 0-46 0,-6 0-67 16,-7 0-80-16,6-4-85 0,-6 4-89 0,0 0-45 0,0 0-22 0,0 0-4 16,0-3 3-16,-6-1 13 0,6 0 18 0,-7 1 25 0,0 3 25 15,1-4 40-15,0 0 46 0,-8 4 67 0,8-3 160 0</inkml:trace>
  <inkml:trace contextRef="#ctx0" brushRef="#br0" timeOffset="157567.44">16164 5202 62 0,'0'0'88'0,"0"0"7"0,0 0 8 0,0-4 2 15,0 4-1-15,0 0-1 0,0-3-1 0,0 3 1 0,0 0 3 0,-6 0 4 16,6 0 6-16,0-4 9 0,-7 4 11 0,7-4 17 0,-6 4 18 16,6-3 15-16,-7 3 16 0,7-4 8 0,-6 0 7 0,0 4 8 15,-2-3 12-15,8-1 9 0,-6 4 11 0,0-4 2 0,-7 0-2 0,6 1-9 16,1-1-10-16,-7 0-18 0,6 4-20 0,-6-3-19 0,0 0-18 15,0-2-10-15,0 2-11 0,0 3-11 0,-6-4-17 0,5 4-18 0,-5-4-19 16,-1 1-12-16,0 3-9 0,1 0-7 0,0-4-5 0,0 4-2 16,-1 0-1-16,-6 0-2 0,6 0-3 0,-6 0-2 0,7 0-1 15,-1 0-3-15,1 0-1 0,-7 0-2 0,6 0-1 0,1 4-1 0,-7-4 0 16,6 0-2-16,0 3 0 0,-5 1 1 0,5-4 0 0,-7 4 1 16,7-1-3-16,-5 2 1 0,-1-2-1 0,6 0-1 0,-6 1 0 0,0 3 0 15,1 1 1-15,-2-1 0 0,1 4 0 0,0-3 0 0,0 3-1 0,0 3-1 16,-7-3-4-16,7 4-1 0,1-1-1 0,-8 1-1 0,7 0-1 15,-7 3-1-15,7 1 0 0,-6-5-2 0,5 4-1 0,-5 1-1 16,6-1-3-16,0 0 0 0,7 4-1 0,-8-4-2 0,8 1 2 0,-1-1-1 16,-6 1-1-16,13 3-1 0,-7-4 1 0,1 4 0 0,5-4-1 15,-4 4 0-15,4-3 0 0,1 2 1 0,1-2 0 0,-2 3 0 0,8 0 0 16,-8-1 0-16,2 2-1 0,5 2 0 0,-6 1 1 0,6-4 1 16,1 7 2-16,-6 1 0 0,4-5 0 0,2 8 2 0,0-4 1 0,-1 4 0 15,1 1 0-15,-1-2 2 0,0 1 2 0,1 4 0 0,0-4 0 16,-2 0 2-16,8 0-1 0,-6 3-1 0,6-6-1 0,0 3 0 15,0 0-1-15,0-4 0 0,0 0 0 0,6 1-1 0,-6-5 2 0,8 1-1 16,-2 0 0-16,0-1-2 0,8-3 1 0,-1 0 0 0,-7 0 0 16,8 0 1-16,4-3 1 0,-4 2 1 0,-1-2-1 0,7-1 2 15,-2 1-2-15,2-5 1 0,7 4-1 0,-9 1 0 0,9-5 0 0,-7 5 0 16,6-1 0-16,-7-3-1 0,7 0 2 0,0-1-2 0,0 4 1 16,0-3-1-16,1 0-1 0,-2-1 1 0,1 1 1 0,0-1-1 0,1 1-1 15,-1-4 2-15,0 4-1 0,6-4 0 0,-5 0 2 0,-2 0-2 16,1 0 1-16,7-1 1 0,-7 2-1 0,6-5 1 0,1 0-1 0,-1 0 1 15,1 1-1-15,-1-1 1 0,2 1 0 0,5-5 0 0,-7 1 1 16,7 3 0-16,-7-3-1 0,7-4 2 0,-5 4-2 0,5-1 0 16,-1-3 2-16,-5 4-2 0,6-4 0 0,-7 4 1 0,2-4-2 0,4 0 0 15,-5 0-1-15,-1 0 0 0,7 0-1 0,-6 0 0 0,-1 0-1 16,1-4 0-16,7 0-1 0,-8 4-1 0,1-3 0 0,-1-1-1 0,1 0 0 16,-1 2-2-16,1-3 1 0,-7 1-1 0,0-3 1 0,7 3 0 15,-7 1-1-15,-1-5 1 0,-5 4 0 0,6-3-1 0,-7 0 2 0,1 4-1 16,0-5 2-16,-1 0 0 0,1 2 2 0,-8-2 1 0,8-3 1 15,0 4 3-15,-7 0-1 0,0-4 3 0,0 4 1 0,7-5 2 16,-8 1-1-16,1 0 3 0,1 0 0 0,-2 0 1 0,2 0-9 0,-2-3-11 16,-5 2 0-16,6-2 0 0,0 0 0 0,0-2 0 0,0 3 0 0,1-3 0 15,-2 2 0-15,1-5 0 0,0 5 0 0,-6-1 0 0,5 0 0 16,2 1 0-16,-8-1 0 0,7 0 0 0,-6 2 0 0,6-3 0 16,-7 1 0-16,0 1 0 0,8-1 0 0,-8 4 0 0,1-3 0 0,0-1 0 15,-1 0 0-15,1 4 0 0,-7-4 0 0,6 1 0 0,0-1 0 16,-6-3 0-16,7 3 0 0,-7-3 0 0,7 3 0 0,-7-3 0 0,0-1 0 15,6-2 0-15,-6 2 0 0,0-3 0 0,6 1 0 0,-6-1 0 16,0-4 0-16,0 4 0 0,7 0 0 0,-7-4 0 0,0 4 0 0,0 0 0 16,0 0 0-16,0 1 0 0,0-2 0 0,0 1 0 0,0 0 0 15,0 4 0-15,0 0 0 0,-7-4 0 0,7 3 0 0,0 1 0 16,-6 3 0-16,6-3 0 0,-6 0 0 0,-1 3 0 0,0-3 0 0,1 3 0 16,0 1 0-16,-1-1 0 0,1 0 0 0,-1-3 0 0,0 3 0 15,1 1 0-15,-8-1 0 0,8 0 0 0,0 1 0 0,-7-4 0 16,0 2 0-16,6-2 0 0,-5 4 0 0,-2-5 0 0,1 5 0 0,-6-5 0 15,6 5 0-15,-7-4 0 0,0 3 0 0,8-4 0 0,-8 5 0 16,-6-5 0-16,7 5 0 0,-8-1 0 0,7 1 0 0,-5-1 0 0,5 0 0 16,-6 1 0-16,0 2 0 0,7-2 0 0,-7-1 0 0,6 4 0 15,0 0 0-15,-5 0 0 0,5 0 0 0,0 4 0 0,1-4 0 0,-1 0 0 16,0 4 0-16,1 0 0 0,-1-4 0 0,2 3 0 0,-2-3 0 16,0 4 0-16,1 0 0 0,-1-5 0 0,-6 5 0 0,7 0-266 15,-1-1-79-15,-6 1-83 0,6 0-86 0,1-1-56 0,-7 5-44 0,6-1-12 16,1-3 2-16,-7 3 13 0,6 1 21 0,1 3 24 0,-7-4 28 15,6 4 32-15,0 0 33 0,1-4 64 0,-7 1 76 0</inkml:trace>
  <inkml:trace contextRef="#ctx0" brushRef="#br0" timeOffset="159701.44">19323 1637 0 0,'0'-3'56'0,"-7"-1"51"0,7 0 8 0,0 1 11 0,0-1 11 0,0 0 16 16,-6 4 18-16,6-3 14 0,0 3 10 0,0 0 9 0,0-4 6 0,0 4 12 15,0 0 16-15,0 0 16 0,0 0 15 0,0 0 15 0,0 0 12 16,0 0 3-16,0 0-4 0,0 0-7 0,0 0-10 0,0 0-17 0,0 4-18 15,0-4-18-15,0 3-18 0,0-3-19 0,6 4-18 0,1 0-20 0,-7-1-19 16,7 5-18-16,-1-5-16 0,7 5-12 0,-7-1-6 0,1 0-4 16,6 4-3-16,1-3-5 0,-8 2-4 0,7 1-6 0,0 4-6 0,-7-4-6 15,7 4-7-15,1-4-1 0,-8 4-2 0,7-1-1 0,0 1 0 0,-7-1-1 16,7 1-2-16,-6-4 0 0,6 4-1 0,-7-1 1 0,8 1 0 16,-8 0 3-16,0 0 2 0,7-5 1 0,-6 5 3 0,0-4-1 0,5 0-1 15,-4 0 2-15,-2 0-1 0,0-4 1 0,0 4 0 0,1-4-2 16,0 1-2-16,-1 0-3 0,1-5-4 0,-1 4-2 0,0-3-1 0,-6-4-2 15,8 4 2-15,4-4 1 0,-6 0 3 0,8 0 2 0,-8-4-1 0,14 0 0 16,-7-3-2-16,7-4 1 0,-1 0 0 0,1-4 0 0,6 1-1 16,0-8-1-16,-1 0-2 0,8-4-2 0,0-4-4 0,0 1-3 0,-1-4-4 15,1 1-5-15,-1 2-1 0,1-3-6 0,-1 0-1 0,1 4 0 16,-1 0 0-16,-6 0 0 0,1 2-7 0,-1 6-11 0,-7-1-9 0,1 3-13 16,-1 1-11-16,-6 4-15 0,0 3-15 0,-7 0-20 0,8 3-20 0,-8 1-32 15,0 0-35-15,-6 3-71 0,0 0-88 0,0 4-84 0,0-4-81 16,0 1-36-16,-6 3-17 0,0 3 0 0,-1-3 6 0,0 8 11 0,1-4 14 15,-7 3 18-15,7 0 21 0,-8 4 30 0,2 0 37 0,5 0 70 16,-6-3 150-16</inkml:trace>
  <inkml:trace contextRef="#ctx0" brushRef="#br0" timeOffset="162834.56">20032 3656 63 0,'8'-4'104'0,"-2"1"2"0,0-5 6 0,8 5 7 15,-8-5 6-15,7 5 8 0,-7-4 7 0,8-1-12 0,-2 4-21 16,8-3-12-16,-7 3-5 0,0-3 2 0,6 4 7 0,1-2 17 16,0-2 18-16,-1 3 16 0,1 4 16 0,0-3 12 0,-1-1 9 0,7 4 10 15,0-4 11-15,0 4 9 0,1 0 8 0,-2 0 8 0,1-3 4 16,7 3-2-16,-7 0-6 0,0 3-14 0,0-3-17 0,7 0-16 15,-7 4-17-15,0-4-13 0,-1 4-14 0,1-4-14 0,1 3-14 0,5 1-12 16,-6-4-14-16,1 4-14 0,-1-1-11 0,6 2-9 0,-5-2-7 16,5 0-5-16,-6 1-1 0,-1 0-3 0,8 0-1 0,-7-1-3 0,7 1-1 15,-1 0 0-15,-6 3 0 0,7-3-1 0,-1 3 0 0,1-3 2 16,-1-1 0-16,2 5 3 0,-2-1 0 0,1 0 1 0,-1 0 1 0,1 0 1 16,-1 1 1-16,1 3 2 0,-1-4 2 0,1 4 2 0,6-3 1 15,-7 3 0-15,1-1 1 0,-1 2-1 0,8-1-2 0,-7-4-2 16,-1 4 0-16,7 0 1 0,-7 0 1 0,7-4 0 0,-6 4 0 0,-1 0-2 15,8-3-4-15,-7 3-3 0,5-1-2 0,-5-2-1 0,6 3-1 0,-7 1 0 16,2-2-1-16,5 1 0 0,-7 1 2 0,1-2-2 16,-1 1 1-16,-6 0 0 0,7 3 2 0,-1 1 1 0,-6 0 1 0,1-1 2 15,-2 5 1-15,1-4 1 0,0 3 1 0,-6-3 0 0,6 3 1 0,-7 0-1 16,1 0 1-16,6 1 0 0,-13-1 0 0,7 4-1 0,-1-4-3 16,-6 4-2-16,6 0 0 0,-5 0-4 0,6 1-1 0,-8-2-1 0,1 5-18 15,1-4-9-15,-2 3 0 0,2-3 0 0,-2 4 0 0,2 0 0 16,-1 0 0-16,-1-1 0 0,8-3 0 0,-7 4 0 0,0 0 0 15,0-1 0-15,1-3 0 0,-2 4 0 0,2-1 0 0,-2-3 0 0,1 3 0 16,1-2 0-16,-2-1 0 0,2 3 0 0,-2-2 0 0,2-2 0 16,-1 2 0-16,-1-1 0 0,-5 3 0 0,6-3 0 0,0-4 0 0,-6 4 0 15,6 0 0-15,-1 1 0 0,-5-2 0 0,6 1 0 0,1-3 0 16,-2 2 0-16,-5 1 0 0,6 0 0 0,-6 1 0 0,5-1 0 16,-6 3 0-16,8-3 0 0,-8 0 0 0,1 4 0 0,-1-4 0 0,1 3 0 15,0-3 0-15,-1 4 0 0,0-1 0 0,1 5 0 0,-7-4 0 16,7-1 0-16,-7 5 0 0,6-1 0 0,-6-4 0 0,0 5 0 15,0-1 0-15,0-3 0 0,0 3 0 0,0 0 0 0,0 1 0 0,-6-1 0 16,6 0 0-16,-7 0 0 0,7 1 0 0,-7-1 0 0,1 1 0 0,6-1 0 16,-6 0 0-16,-1 0 0 0,0 0 0 0,1 1 0 0,-7-1 0 15,7 4 0-15,-2-4 0 0,-4 1 0 0,6 3 0 0,-8-4 0 0,8 0 0 16,-7 1 0-16,-1 3 0 0,8-4 0 0,-7 0 0 0,0-3 0 16,7 4 0-16,-7-5 0 0,-1 4 0 0,2-3 0 0,-2-1 0 0,2 1 0 15,-1 0 0-15,-1-4 0 0,2 4 0 0,-2-1 0 0,-5 2 0 16,6-6 0-16,0 5 0 0,-7-5 0 0,0 1 0 0,8 0 0 15,-8 0 0-15,1 1 0 0,-1-1 0 0,1-1 0 0,-1 1 0 0,0 0 0 16,1 0 0-16,-1-4 0 0,-6 5 0 0,6-1 0 0,-5-4 0 16,5 4 0-16,-6-4 0 0,0 0 0 0,1 2 0 0,-2 1 0 0,1-6 0 15,0 3 0-15,-7 0 0 0,7-3 0 0,0-1 0 0,0 5 0 16,1-5 0-16,-2 2 0 0,1-3 0 0,0 2 0 0,0-4 0 0,0 4 0 16,-1 0 0-16,2-4 0 0,-1 3 0 0,6-3 0 0,-6 0 0 15,0 0 0-15,7 0 0 0,-7-1 0 0,-1-2 0 0,7 4 0 16,-5-1 0-16,5 0 0 0,-6-4 0 0,6 0 0 0,-5 4 0 0,-1-4 0 15,0 1 0-15,-1 2 0 0,1-2 0 0,0-1 0 0,1 4 0 16,-8-4 0-16,7 1 0 0,-6 3 0 0,-1-3 0 0,1 3 0 16,-2-4 0-16,2 4 0 0,-7 0 0 0,6-4 0 0,1 4 0 0,-7-3 0 15,-1 2 0-15,8-2 0 0,-7-1 0 0,0 4 0 0,0-4 0 16,-1 0 0-16,8 0 0 0,-7 1 0 0,0-4 0 0,7 4 0 16,-8-1 0-16,1-4 0 0,7 5 0 0,-7-5 0 0,6 5 0 0,-5-5 0 15,4 5 0-15,-5-5 0 0,7 5 0 0,-7-5 0 0,0 1 0 0,7 3 0 16,-8-3 0-16,1 0 0 0,0 3 0 0,-1-4 0 0,2 1 0 15,-1 0 0-15,0-1 0 0,-1 1 0 0,1 0 0 0,0-1 0 16,1-3 0-16,-2 4 0 0,1-4 0 0,0 4 0 0,-1-4 0 0,2 0 0 16,-1 0 0-16,0 0 0 0,-1 0 0 0,1-4 0 0,1 4 0 0,-1 0 0 15,-1-4 0-15,1 4 0 0,0-3 0 0,1-1 0 0,-2 0 0 16,7 1 0-16,-6-1 0 0,7 0 0 0,-7 1 0 0,7-1 0 16,-8-3 0-16,7 3 0 0,1-3 0 0,-1 0 0 0,1 3 0 0,-1-3 0 15,1-1 0-15,6-3 0 0,-7 5 0 0,1-2 0 0,5-4 0 16,-5 5 0-16,6-4 0 0,-7 4 0 0,1-4 0 0,5 0 0 15,-5 0 0-15,6 0 0 0,-7 0 0 0,7 0 0 0,-7 0 0 0,8-3 0 16,-1 3 0-16,0-5 0 0,-7 6 0 0,7-5 0 0,0 0 0 0,0 0 0 16,0 1 0-16,7 0 0 0,-8-1 0 0,1 1 0 0,0-1 0 15,7 0 0-15,-7 0 0 0,0 0 0 0,6 1 0 0,-6-1 0 16,7-3 0-16,-8 3 0 0,1 1 0 0,6 0 0 0,-5-1 0 0,5-1 0 16,-6 2 0-16,7-4 0 0,-1 3 0 0,-6 0 0 0,6-3 0 15,-5 0 0-15,5 0 0 0,0-1 0 0,-6 2 0 0,7-3 0 0,-7-2 0 16,6 4 0-16,1-4 0 0,-1 0 0 0,-6 1 0 0,7-2 0 15,-1 1 0-15,0 0 0 0,8 0 0 0,-8 4 0 0,1-4 0 16,-1 1 0-16,0-2 0 0,1 1 0 0,5 0 0 0,-4 0 0 0,-2 4 0 16,0-4 0-16,7 1 0 0,-7-2 0 0,1 1 0 0,-1-1 0 15,8 2 0-15,-8-1 0 0,0 0 0 0,7 0 0 0,-6 0 0 0,6 0 0 16,-1 0 0-16,-5 0 0 0,6 0 0 0,0 0 0 0,1 0 0 16,-2-4 0-16,1 5 0 0,0-1 0 0,0-4 0 0,0 4 0 15,6-4 0-15,-5 4 0 0,-2-3 0 0,1 3 0 0,7 0 0 0,-7-4 0 16,6 4 0-16,-5 0 0 0,4 0 0 0,-4 0 0 0,5 0 0 0,1 0 0 15,-7-4 0-15,6 8 0 0,1-4 0 0,-8 0 0 0,8 0 0 16,0 0 0-16,-7 0 0 0,6 4 0 0,1-4 0 0,-1 0 0 16,-6 4 0-16,6-4 0 0,1-1 0 0,0 2 0 0,-1 2 0 0,0-3 0 15,1 4 0-15,0-4 0 0,-1 0 0 0,1 4 0 0,-1-4 0 0,0 3 0 16,1 1 0-16,0-4 0 0,-2 4 0 0,8 0 0 16,-6-1 0-16,0 1 0 0,0 3 0 0,6-3 0 0,-7 0 0 0,7 3 0 15,-7-3 0-15,1 3 0 0,6 1 0 0,-7-1 0 0,7-4 0 0,0 5 0 16,0-1 0-16,-6 4 0 0,6-4 0 0,0 1 0 0,0-1 0 15,-6 4 0-15,6-3 0 0,0 3 0 0,0 0 0 0,0-1 0 16,0 1 0-16,0 0 0 0,0 0 0 0,0 0 0 0,0 4 0 0,0-4 0 16,6 4 0-16,-6-4 0 0,0 4 0 0,0-1 0 0,0 1 0 15,6 0 0-15,-6-1 0 0,0 1 0 0,0 4 0 0,0-5 0 0,0 1 0 16,0-1 0-16,7 1 0 0,-7 0 0 0,0-1 0 0,0 1 0 16,6 0 0-16,-6-1 0 0,0-3 0 0,0 4 0 0,0 0 0 0,7-1 0 15,-7-2 0-15,0 2 0 0,0 1 0 0,0-4 0 0,0 4 0 16,0-1 0-16,0 1 0 0,0-4 0 0,0 3 0 0,0 1 0 15,0-4 0-15,0 4 0 0,0-1 0 0,0 1 0 0,0 0 0 0,0 0 0 16,0-1 0-16,0-3 0 0,0 4 0 0,0 0 0 0,0-1 0 16,-7 1 0-16,7 0 0 0,0-1 0 0,0 1 0 0,0 4 0 0,0-5 0 15,0 0 0-15,0 1 0 0,0 3 0 0,-6-3 0 0,6 0 0 16,0 4 0-16,0-5 0 0,0 1 0 0,0 3 0 0,0-3 0 0,0 3 0 16,-7-3 0-16,7 3 0 0,0 0 0 0,0-3 0 0,0 3 0 15,0 1 0-15,0-1 0 0,0-1 0 0,0 3 0 0,0-2 0 16,0 1 0-16,0-1 0 0,-6 0 0 0,6 1 0 0,0 3 0 0,0-5 0 15,0 2 0-15,0 3 0 0,0-4 0 0,0 0 0 0,0 1 0 16,0 3 0-16,0-4 0 0,0 4 0 0,0-3 0 0,0 3 0 0,0 0 0 16,0-4 0-16,0 4 0 0,0-4 0 0,0 4 0 0,-6-3 0 15,6 3 0-15,0-4 0 0,0 4 0 0,0-4 0 0,0 4 0 0,-8-3 0 16,8 3 0-16,0-4 0 0,0 4 0 0,-6 0 0 0,6 0 0 0,-6 0 0 16,6 0 0-16,-7 0 0 0,1 0 0 0,6 0 0 15,-7 4 0-15,1-4 0 0,-1 3 0 0,1 1 0 0,-8 0 0 0,8 3 0 16,0-3 0-16,-8 3 0 0,8 4 0 0,-7-3 0 0,7 3 0 15,-8-2 0-15,2 3 0 0,5 3 0 0,-6 0 0 0,0-1 0 0,6 1 0 16,-6-1 0-16,1 5 0 0,4-5 0 0,-4 5 0 0,6-4 0 16,-1 3 0-16,-6-3 0 0,6 3 0 0,1 0 0 0,-8-3 0 0,8 0 0 15,0-1 0-15,0 1 0 0,-2 0 0 0,2-1 0 0,0-3 0 16,-1 0 0-16,1 1 0 0,-1-2 0 0,0 1 0 0,7-4 0 0,-6 4 0 16,6-4 0-16,-6-3 0 0,6 4 0 0,-6-4 0 0,6-1 0 15,-8 0 0-15,8 2 0 0,0-2 0 0,0-3 0 0,0 0 0 0,0 0 0 16,0 0 0-16,0 0 0 0,0 0 0 0,0 0 0 0,0 0 0 15,0 0 0-15,0 0 0 0,0 0 0 0,0-3 0 0,0-2 0 16,0 2 0-16,8 0 0 0,-8-1 0 0,0-4 0 0,6 1 0 0,-6-4 0 16,6 4 0-16,-6-8 0 0,6 5 0 0,1-6 0 0,0 2 0 15,-1-1 0-15,1-3 0 0,-1 3 0 0,8-3 0 0,-8-1-23 16,0 1-18-16,8 0 6 0,-8 0 6 0,0-1 3 0,7 1 4 0,-6-1 4 16,0 5 4-16,-1-5 3 0,0 5 2 0,0-1 3 0,2 4 1 15,-2-3 2-15,0 3 0 0,1 0 2 0,-1 0 0 0,-6 4 0 0,7-4 0 16,-7 3 0-16,0-3 0 0,7 4 0 0,-7-1 1 0,6 1 1 15,-6 3 0-15,0-3-1 0,6 0 0 0,-6-1-1 0,0 5 1 16,7-5 0-16,-7 5 1 0,7-1 0 0,-7-3 0 0,0 4-1 0,6-1 0 16,-6 0 0-16,6 0-1 0,-6 1 0 0,0-1-1 0,7 4 1 15,0-4 1-15,-7 1 0 0,6-1 0 0,1-1-1 0,-7 3-1 0,6-2 0 16,0 0 0-16,1 4 1 0,0-3 0 0,-1-1 0 0,-6 4 0 16,6 0 0-16,2-4-1 0,-2 4 1 0,-6 0 0 0,6 0 0 0,1 0 0 15,-7 4 3-15,6-4 1 0,1 0 3 0,-7 4 1 0,6-4 1 16,-6 3 4-16,7 1 2 0,-7-4 3 0,6 4 5 0,0-2 4 0,-6 7 5 15,8-6 2-15,-2 5 2 0,0-1 3 0,-6-3-21 0,7 3-17 16,-1 0 0-16,1 4 0 0,0-4 0 0,5 4 0 0,-6-3 0 0,2 3 0 16,4 0 0-16,-5 3 0 0,6-2 0 0,0 2 0 0,-7 1 0 15,8-1 0-15,-2 1 0 0,2 3 0 0,-1-3 0 0,0-1 0 0,0 5 0 16,-1-1 0-16,2-3 0 0,-1 0 0 0,0-1 0 0,-7 1 0 16,7-1 0-16,1 1 0 0,-8-4 0 0,7 0 0 0,-6 0 0 15,-1 0 0-15,0-3 0 0,1-2 0 0,-1 2 0 0,1-4-14 0,-7 0-247 16,0 3-101-16,0-3-99 0,0-4-101 0,-7 3-48 0,1 1-20 15,-1 0-4-15,1-1 4 0,-7-3 12 0,0 4 16 0,-1-1 23 16,2 1 27-16,-8-4 33 0,1 4 38 0,-1-1 78 0,1 1 130 0</inkml:trace>
  <inkml:trace contextRef="#ctx0" brushRef="#br0" timeOffset="175418.12">14054 7675 0 0,'13'-4'45'0,"-6"1"190"0,-1 3 33 0,0 0 29 0,2 0 25 0,-8 0 32 15,0 0 36-15,0 0 30 0,0 0 23 0,0 0 18 0,0 3 14 16,0 1-27-16,-8-1-48 0,2 5-44 0,0 3-41 0,-1 0-34 16,-6 3-30-16,0 4-26 0,-7 2-23 0,8 5-30 0,-8 0-35 0,-6 4-26 15,7 1-20-15,-8 3-17 0,1 0-11 0,6 0-11 0,-5 3-9 16,-1-2-7-16,0-2-5 0,6-2-5 0,1-1-3 0,-1-4-4 0,0-3-2 16,14 1-3-16,-7-9-3 0,7 1-2 0,6 0-5 0,0-8-2 15,0-4-4-15,6 1-1 0,7-4-3 0,0-4 0 0,6-3-2 0,1-4-2 16,-1 0-4-16,7-3-2 0,1-5-1 0,5 1-2 0,1-4-1 15,-1 3 0-15,-6-6 1 0,7 7 0 0,-1-4 2 0,-5 4-1 16,-8-1 1-16,8 4 0 0,-15 4 2 0,8 4 3 0,-14 0 3 0,7 3 4 16,-13 0 4-16,0 4 6 0,0 4 4 0,0 0 4 0,-6 3 5 15,-7 0 3-15,0 4 4 0,0 4 8 0,-1 4 6 0,-5-1 8 16,0 4 8-16,-8 0 6 0,8-1 6 0,-7 5 6 0,6-1 4 0,1 2 2 16,-7-2 3-16,6 1-1 0,8-4 0 0,-8 0-4 0,7-1-5 0,6-5-6 15,-6-2-7-15,13 1-9 0,-6-4-6 0,6-4-8 0,0 0-7 16,6 1-7-16,1-5-7 0,6 1-4 0,-7-4-6 0,7 0-3 15,1 0-4-15,5 0 0 0,-6-4 2 0,6 1-1 0,1-5 0 0,0 5 1 16,-1-5 0-16,1 1 1 0,0-4 0 0,-1 0-3 0,7 4-2 16,-6-4-4-16,-1-1-8 0,0 6-10 0,-6-6-10 0,7 1-15 0,-7 4-16 15,0-4-18-15,0 4-23 0,0-4-33 0,-6 3-41 0,5 1-71 16,-12 4-87-16,7-5-85 0,-7 5-86 0,0-5-42 0,0 5-20 0,0-1-3 16,-7 4 4-16,1 0 11 0,0 0 13 0,-8 4 19 0,8-1 20 15,-7 5 34-15,-7 3 41 0,8-1 71 0,-8 5 128 0</inkml:trace>
  <inkml:trace contextRef="#ctx0" brushRef="#br0" timeOffset="175584.68">13911 8730 0 0,'-7'29'48'0,"1"-3"189"16,-1-1 31-16,1-6 22 0,6-1 21 0,0-4 27 0,-6 1 33 0,12-7 29 15,-6 2 27-15,6-2 19 0,1-4 16 0,-1-1-28 0,1 1-49 16,6-4-49-16,0 0-47 0,0 0-35 0,0-4-30 0,6 1-23 16,1-5-19-16,-1 4-28 0,1-6-31 0,0 2-31 0,5-3-25 0,-5 0-23 15,6-3-21-15,1-1-22 0,-1-3-26 0,-1 3-42 0,1-3-46 0,0-5-64 16,-6 6-70-16,7-6-63 0,-2 1-58 0,-5-3-47 0,6 3-38 15,-6 0-20-15,-1 0-10 0,1 0-2 0,-2 0 1 0,-4 0 11 16,-1 0 18-16,0 4 35 0,0-4 45 0,1-1 61 0,-2 5 69 0</inkml:trace>
  <inkml:trace contextRef="#ctx0" brushRef="#br0" timeOffset="175818.05">14672 7883 332 0,'-6'0'403'16,"0"-3"39"-16,0 3 29 0,-1 0 16 0,0 0 13 0,7 0 8 15,-6 0 9-15,6 3 10 0,0-3 13 0,0 0-3 0,0 0-14 0,6 0-75 16,1 0-107-16,0 0-76 0,5 0-62 0,2 0-36 0,5-3-23 16,-6 3-16-16,6-5-11 0,1 5-8 0,6-3-6 0,-7 0-11 0,1-1-12 15,6-3-14-15,-6 3-11 0,-1 0-16 0,1 1-14 0,-1-1-22 16,-6 0-26-16,7 4-25 0,-7-3-27 0,-7-1-28 0,8 4-29 0,-8-4-40 16,1 4-47-16,-7 0-68 0,0-3-78 0,0 3-69 0,0 0-59 15,0-4-45-15,-7 4-36 0,1-3-7 0,-1 3 8 0,0-4 16 16,1 0 22-16,-7 1 23 0,6-1 26 0,1 0 41 0,-7 1 45 0,6-5 67 15,1 5 80-15</inkml:trace>
  <inkml:trace contextRef="#ctx0" brushRef="#br0" timeOffset="176202.56">14862 7664 168 0,'0'-4'225'0,"0"0"29"15,0 1 29-15,0 3 33 0,0 0 34 0,0 0 35 0,-7 3 39 0,7-3 25 16,0 4 19-16,0 4-20 0,0-5-39 0,0 4-35 0,0 1-29 16,0 3-29-16,0 0-28 0,0 3-26 0,-6-3-28 0,6 8-33 15,-7-5-34-15,7 5-37 0,-6-1-36 0,0 0-28 0,-2 0-23 0,2 4-25 16,0-3-25-16,-1-1-32 0,-6 1-32 0,7-1-44 0,-7 0-46 15,6 0-52-15,-6-3-54 0,0 3-44 0,0-3-37 0,0-1-26 16,-7-2-18-16,8 1-9 0,-8 3-2 0,7-5 7 0,-7 0 13 0,0 0 25 16,8 0 32-16,-2 0 47 0,-5-4 56 0,6 4 66 0,0-4 71 0,1-3 68 15,-2 3 66-15,8-2 59 0,-1-2 53 0,-6 0 40 0,13 1 32 16,-7-4 27-16,1 3 25 0,6-3 20 0,0 0 20 0,0 0 8 16,6 0 2-16,1-3-2 0,0 3-6 0,6-4-15 0,-7 1-22 0,14 0-25 15,-1-2-27-15,1 2-22 0,6-1-19 0,0-3-17 0,0 3-14 0,7-3-16 16,-1-1-17-16,-6 5-12 0,13-4-10 0,-6 3-10 0,-1-3-9 15,1 3-7-15,-1 0-5 0,1 1-4 0,-1-1-7 0,-5 4-4 16,5 0-5-16,-6 0-2 0,0 0-3 0,1 4 0 0,-8-1-2 0,0 5 1 16,0-5 1-16,1 5 1 0,0-1 0 0,-7 0 2 0,0 4 3 15,0-4-38-15,0 4-22 0,-6-3 0 0,5 2 0 0,-5-2 0 0,-7 3 0 16,7-3 0-16,-7-1 0 0,0 0 0 0,0 4 0 0,0-3 0 16,-7 2 0-16,0 1 0 0,1-3 0 0,-7 3 0 0,0 3 0 0,-7-3 0 15,1 1 0-15,-1-1 0 0,0 3-92 0,-5-3-200 0,-7 0-90 16,5 0-87-16,-5-4-84 0,-1 1-49 0,1-1-30 0,-1 0-7 15,0-3 6-15,0 0 16 0,1-4 22 0,-1 3 30 0,7-6 31 16,-6 3 41-16,6-4 46 0,0 0 75 0,0-3 98 0</inkml:trace>
  <inkml:trace contextRef="#ctx0" brushRef="#br0" timeOffset="176651.49">14477 8326 0 0,'-12'0'2'0,"-8"-3"226"0,14 3 38 0,-8 0 26 16,1 0 20-16,13 0 27 0,-6 3 30 0,6-3 33 0,0 5 34 16,0-3 25-16,6 3 19 0,1 2-17 0,-1-3-38 0,8 3-40 0,-8 0-41 15,6 1-37-15,8-1-34 0,-6 0-23 0,5 1-17 0,-5-1-25 16,4 4-32-16,2-4-31 0,-1 1-34 0,1-1-25 0,0 0-21 0,-1 0-24 15,-5-3-26-15,4 0-27 0,-4-1-27 0,5 2-39 0,-5-2-44 16,-8 1-54-16,7 0-59 0,-6-4-60 0,-1 0-59 0,-6 3-46 16,6-3-40-16,-6 0-36 0,-6 4-35 0,6-2-10 0,-6 3 5 0,-1-1 12 15,-6-1 16-15,7 5 32 0,-8-5 39 0,1 5 59 0,1-5 69 16,-2 5 80-16,2-5 85 0,-2 1 65 0,1 3 58 0,1-3 53 16,4 0 51-16,-4 0 37 0,6-1 29 0,-2 0 24 0,2 1 21 0,0 0 21 15,-1-1 19-15,7-3 11 0,0 4 6 0,0 0-11 0,0-1-18 16,7 2-14-16,-7-2-15 0,6 4-14 0,0-3-17 0,2-1-19 0,-2 1-19 15,0 0-21-15,0 0-19 0,2-1-25 0,-2 1-28 0,0 0-41 16,1-1-46-16,-1 1-43 0,1 0-45 0,-7-4-35 0,0 3-31 0,0 5-25 16,0-5-23-16,-7 1-16 0,1 3-12 0,-1 0-5 0,-5 1-3 15,4-1 11-15,-4 4 14 0,-2-3 35 0,2 2 43 0,-8 1 50 0,7 1 50 16,-7-1 55-16,8 0 58 0,-8 3 59 0,7-3 61 0,-1 0 54 16,2-4 49-16,-1 4 38 0,6-3 31 0,-6-1 15 0,7-3 5 0,6 3-1 15,-6-3-6-15,6-1-6 0,0-3-9 0,6 4-16 0,0-4-22 16,-6 0-30-16,13 0-33 0,1 0-35 0,-8 0-35 0,6-4-29 15,8 4-30-15,0-3-17 0,-1 3-13 0,1-4-10 0,0 0-8 0,5 4-9 16,1-3-8-16,1-1-7 0,-7 0-7 0,6 1-9 0,-1 3-9 16,1-4-16-16,-6 0-18 0,6 1-36 0,-7-1-44 0,7-3-57 15,-12 3-64-15,5 0-58 0,1-3-53 0,-8 4-50 0,2-5-48 0,-8 1-23 16,7 0-13-16,-6 2-3 0,-1-1 1 0,1-5 10 0,-1 3 16 16,-6 1 33-16,0-4 42 0,0 4 59 0,0-5 63 0</inkml:trace>
  <inkml:trace contextRef="#ctx0" brushRef="#br0" timeOffset="176934.73">14855 8521 0 0,'-6'-7'107'0,"-1"-4"146"0,1 7 45 16,0-3 43-16,-2 3 44 0,8-1 34 0,-6 5 29 0,6 0 23 16,0 0 20-16,-6 0 13 0,6 5 6 0,0-1-23 0,0 3-37 0,0 4-41 15,0 0-39-15,-7 0-40 0,7 8-38 0,0-5-39 0,-7 8-40 16,1 0-31-16,0 4-28 0,-1-1-22 0,1 1-20 0,-8 3-17 0,8-3-18 16,-7 3-19-16,0 0-18 0,0-3-25 0,0 3-27 0,-6-3-29 15,5-4-31-15,2 0-32 0,-2 0-32 0,1-4-45 0,7-3-49 16,-8-1-52-16,8-3-54 0,0 0-43 0,0-3-35 0,6-5-16 0,0 5-5 15,0-4 8-15,0-4 14 0,6 0 21 0,-6 0 22 0,12 0 30 16,-4 0 31-16,4-4 53 0,-5 4 61 0,13 0 75 0,-8 0 79 0,2 0 71 16,5 0 66-16,-6 0 52 0,6 0 44 0,1 4 35 0,-7-4 34 15,7 3 20-15,-1 1 13 0,0 0 7 0,1-1 4 0,0 1-7 16,-1 0-13-16,-5-1-20 0,5 1-26 0,-6 0-29 0,6-1-30 0,-5 5-37 16,-2-5-39-16,2-3-59 0,-1 4-72 0,-1-4-78 0,-5 3-82 15,6-3-73-15,-7-3-73 0,2 3-51 0,-2-4-40 0,0 1-22 0,1-1-9 16,-1-3-6-16,1 3-2 0,-7-7 3 0,6 4 6 0,1-4 29 15,-1 3 40-15,-6-3 59 0,6 1 70 0</inkml:trace>
  <inkml:trace contextRef="#ctx0" brushRef="#br0" timeOffset="177434.21">15513 8022 4 0,'7'-18'353'0,"-1"4"66"0,0 3 42 0,-6 0 26 16,0 3 18-16,0 1 14 0,0 3 13 0,0 1 13 0,0 0 13 15,0 3 13-15,0 0 12 0,0 0-46 0,0 0-77 0,8 0-98 0,-8 0-106 16,6 0-65-16,-6 0-41 0,6 3-26 0,0-3-16 0,-6 3-15 16,7-3-15-16,0 4-26 0,-7 0-31 0,6-4-36 0,1 3-36 15,-7 1-38-15,0 0-39 0,6-1-58 0,-12 1-65 0,6 0-75 0,0 3-80 16,-7 0-63-16,1 0-56 0,-1 5-36 0,0-2-23 0,-5 1 0 16,-2 1 11-16,8-1 19 0,-7 3 23 0,0-3 28 0,0 4 31 15,7-4 57-15,-8 0 71 0,2 3 103 0,5-3 119 0,-6 4 99 0,6-3 91 16,1-6 65-16,0 6 54 0,-2-1 43 0,2-4 38 0,6 0 38 15,-6 4 38-15,6-3 36 0,0-1 38 0,0 0 19 0,6-3 11 0,-6 3-17 16,0 0-30-16,6 1-29 0,2-1-26 0,-8-3-27 0,6 3-26 16,-6 0-29-16,6 1-31 0,1-1-34 0,-1 1-36 0,-6-2-37 0,7 6-37 15,0-5-30-15,-7 1-28 0,6 2-30 0,-6-2-33 0,6-1-48 16,-6 4-56-16,6-4-67 0,-6 1-70 0,0 3-54 0,0-4-46 0,0 0-38 16,0 1-32-16,0 2-23 0,0-2-21 0,0 3-4 0,-6 0 3 15,6 0 16-15,-6 4 20 0,6-4 54 0,-6 3 72 0,-1 5 88 16,0-5 96-16,1 4 84 0,-1 1 76 0,1 3 77 0,0-4 79 0,-2 4 75 15,2-4 74-15,0 5 56 0,0-2 49 0,-2-2 33 0,2 3 26 16,0-4 3-16,-1-3-9 0,7 3-15 0,-6-3-20 0,6-1-24 0,0-3-28 16,0-4-37-16,6 1-41 0,-6-1-46 0,7 1-50 0,-1-8-43 15,8 4-42-15,-8-4-29 0,6 0-24 0,8-4-16 0,-7 0-12 0,1-4-10 16,4 1-10-16,2-4-15 0,0-3-16 0,-1-5-26 0,1 1-29 16,0 0-46-16,-1-8-54 0,1 1-76 0,0-1-87 0,-1-4-79 0,1-2-77 15,-8 2-44-15,8-7-30 0,-1 5-12 0,1-1-6 0,0-4 4 16,-8 4 12-16,8-4 20 0,-1 4 24 0,-5-3 42 0,6 3 50 15,-1-4 73-15,-6 4 135 0</inkml:trace>
  <inkml:trace contextRef="#ctx0" brushRef="#br0" timeOffset="178101.73">16067 7854 0 0,'13'-11'293'0,"-7"4"80"15,-6-1 53-15,7 1 34 0,-7 7 25 0,0-3 20 0,0 3 18 16,0 0 15-16,0 3 17 0,0-3 13 0,6 4 15 0,-6-4-45 16,0 3-74-16,7 1-77 0,-1 0-80 0,-6-1-61 0,6 1-50 0,2 0-34 15,-2-1-23-15,7 1-21 0,-7 3-17 0,1-3-18 0,-1 3-20 16,7-4-27-16,-7 5-29 0,2-4-33 0,-2 0-33 0,0 3-36 0,-6-3-33 15,7 2-46-15,-7-1-51 0,7 2-63 0,-7-3-67 0,0 3-60 16,0 1-54-16,-7-4-43 0,7 2-37 0,-7 2-14 0,1-1-6 0,6 0 11 16,-6 1 19-16,-8 3 25 0,8-4 27 0,-7 0 41 0,0 4 50 15,0-4 72-15,-1 4 83 0,2-3 81 0,-8 3 96 0,7-5 64 16,-7 6 37-16,1-4 78 0,6-1 54 0,-6 4 54 0,5-4 55 0,-5 1 57 16,6-5 61-16,6 5 39 0,-6-4 27 0,7-1 8 0,-1 0-2 15,7-3-16-15,-6 4-20 0,6-4-16 0,0 0-16 0,0 0-18 0,0 0-20 16,6 0-31-16,1-4-40 0,-1 4-47 0,7-3-53 0,-6 3-31 15,6-3-24-15,6-1-14 0,-5 0-9 0,5 0-7 0,1 1-2 0,-1-1-7 16,1 0-8-16,-1 1-11 0,8 3-14 0,-8 0-11 0,0-4-10 16,0 4-7-16,-5 4-6 0,6-4-7 0,-1 0-4 0,-6 3-5 15,0 1-2-15,7-4-9 0,-14 4-3 0,7-1 0 0,0 1 0 0,-6 0 0 16,-1 0 0-16,8-1 0 0,-14 0 0 0,6-3 0 0,0 4 0 16,-6 0 0-16,0-1 0 0,0-3 0 0,0 4 0 0,-6 0 0 15,0-1 0-15,-2 1 0 0,2 0 0 0,-7-1 0 0,0 5 0 0,0-5 0 16,-7 4 0-16,1 5 0 0,-1-5 0 0,1 4 0 0,-8-3 0 0,8 3 0 15,-7 3 0-15,0-3 0 0,0 0 0 0,7 4 0 0,-7-1 0 16,6-3 0-16,1 1 0 0,-1-1 0 0,7 0 0 0,0 0 0 16,6-4 0-16,-6 4 0 0,13-8 0 0,-6 5 0 0,6-1 0 0,6-3 0 15,1-1 0-15,-1 1 0 0,1 0 0 0,6-1 0 0,0 1 0 16,7-4 0-16,-1 4 0 0,1-4 0 0,-1 3 0 0,7-3 0 0,-6 0 0 16,6 0 0-16,-7 0 0 0,7 0 0 0,-6 0 0 0,6 0 0 15,-7 0 0-15,1 0 0 0,6 0 0 0,-13 0 0 0,7 0 0 0,0 0 0 16,-8 4 0-16,1-4 0 0,0 0 0 0,0 4 0 0,1-4 0 15,-8 0 0-15,6 0-55 0,-4 0-21 0,-2 0-8 0,7 0-5 16,-7 0-5-16,1 3-1 0,0-3-2 0,-1 0 0 0,0 0 3 0,1 0 4 16,0 0 5-16,-7 4 6 0,6-4 7 0,0 4 6 0,1-4 6 0,-7 3 10 15,6 1 7-15,1 3 9 0,-7-3 9 0,7 4 8 0,-1-1 6 16,-6-3 6-16,6 5 4 0,-6 0 4 0,8-2 2 0,-2 0 0 16,-6 1 2-16,6-1 0 0,-6-3 2 0,6 3-1 0,-6-3-3 0,0 3-6 15,7-3-8-15,-7 0-14 0,0-1-18 0,0-3-35 0,0 3-39 16,0 1-54-16,-7-4-59 0,7 0-60 0,-6 0-59 0,6 0-48 15,-6 0-44-15,0 0-31 0,-2-4-24 0,2 4-7 0,0-3 1 0,-8 3 10 16,8-3 16-16,-1-1 31 0,-5 0 41 0,5-3 51 0,-6 3 60 16,0-3 59-16,6-1 190 0</inkml:trace>
  <inkml:trace contextRef="#ctx0" brushRef="#br0" timeOffset="178284.17">16359 8382 0 0,'0'-4'91'0,"7"4"43"0,-7-4 15 0,7 4 21 0,-7 0 24 15,6 0 28-15,-6 0 32 0,7 0 19 0,-1 0 15 0,-6 4 13 16,6-4 12-16,2 4 13 0,-8-4 11 0,6 3 2 0,-6-3-1 0,6 4-7 15,-6-4-7-15,6 4-17 0,-6-1-21 0,8 1-27 0,-2 3-28 16,-6 1-31-16,0-1-29 0,6 0-29 0,1 1-31 0,-7 2-27 16,0 1-27-16,6-3-19 0,-6 3-17 0,0 0-26 0,7 0-30 0,-7-4-47 15,0 4-57-15,0-3-71 0,0-1-78 0,7 0-69 0,-7-3-64 16,0 4-32-16,0-5-16 0,0-3-8 0,0 3-3 0,0-3-1 0,0 0 5 16,0 0 14-16,0 0 24 0,0 0 43 0,6-3 55 0,-6 0 69 15,0-1 259-15</inkml:trace>
  <inkml:trace contextRef="#ctx0" brushRef="#br0" timeOffset="178617.7">15995 8433 127 0,'0'0'241'0,"0"4"42"0,-7-4 41 0,7 3 47 0,-6 1 47 0,6-1 33 16,-6 1 27-16,6 3 20 0,-7-2 18 0,7 2-13 0,-7 0-29 16,7 4-29-16,-6-4-31 0,-1 4-36 0,1 4-38 0,-1-4-38 15,1 4-40-15,-1-1-43 0,1 4-46 0,0 1-33 0,-8-1-27 0,8 1-19 16,-1-5-19-16,1 4-18 0,-1 1-18 0,-6-4-25 0,7-1-25 0,0 1-31 15,6-8-32-15,-8 4-49 0,8-3-55 0,-6-5-73 0,6 1-82 16,0-4-68-16,6 0-62 0,-6-4-48 0,8 1-41 0,-2-8-16 16,7 3-7-16,-7-7 8 0,7 1 13 0,0-5 22 0,7 1 26 0,-7 0 44 15,6-4 53-15,-6 4 71 0,7-1 81 0</inkml:trace>
  <inkml:trace contextRef="#ctx0" brushRef="#br0" timeOffset="178769.06">16126 8488 152 0,'6'4'257'0,"-6"-1"47"15,6 5 46-15,-6-1 43 0,0 0 42 0,7 4 30 0,-7 0 23 0,0 1 19 16,0-2 15-16,0 1-14 0,6 4-31 0,-6-1-35 0,0 1-38 15,0 0-43-15,0 0-42 0,0 3-43 0,0-4-45 0,0 1-43 16,0 3-41-16,0-3-30 0,0-4-23 0,0 3-27 0,0-2-26 0,0-1-34 16,0-4-36-16,0 0-40 0,0-3-44 0,7 0-61 0,-7-1-69 15,0-3-70-15,6-3-71 0,1-1-61 0,-7 0-56 0,6-3-34 0,0-4-23 16,2 0-4-16,4-3 6 0,-5-1 16 0,6-4 21 0,-7 5 31 16,7-8 36-16,1 4 53 0,-2-1 65 0,2 1 68 0,-8-1 194 0</inkml:trace>
  <inkml:trace contextRef="#ctx0" brushRef="#br0" timeOffset="179067.75">16366 8514 78 0,'0'3'221'0,"0"5"47"0,0-5 49 0,7 5 50 0,-7 3 49 0,0-4 34 16,0 4 24-16,6 3 20 0,-6-3 16 0,7 4-14 0,-7 4-29 16,6-5-26-16,-6 5-23 0,0-1-34 0,6 0-38 0,-6 0-42 0,0 1-48 15,8-1-47-15,-8 1-48 0,6-5-32 0,-6 4-25 0,0-3-19 16,6 0-16-16,-6-4-13 0,6 3-11 0,-6-3-12 0,8-4-9 0,-8 1-8 16,6 0-4-16,-6-2-5 0,6 2-4 0,-6-4-2 0,7-1-2 15,-1 1-1-15,-6 0 0 0,7-1-2 0,0 1 1 0,-7 0-1 16,6-4 1-16,0 3-1 0,1 1 2 0,0-4-2 0,-7 4 1 0,6-1 0 15,0-3 0-15,7 4 2 0,-6 0-2 0,0-1 1 0,5 1 1 16,-4 0 0-16,4-1 0 0,1 1 2 0,0-1 0 0,0 5-1 0,1-5 1 16,-2 1 3-16,2 0 1 0,-2-1 3 0,1 1 2 0,1 0 2 15,-2-4 1-15,2 3 1 0,-2 2 2 0,-5-5-1 0,6 0 1 16,-6 0 0-16,5 0-1 0,-5-5 0 0,0 2-2 0,-1 3-6 0,0-4-10 16,-6 0-15-16,7-3-20 0,-7 0-27 0,0-1-32 0,0 1-61 15,0-4-75-15,0-3-98 0,0-1-110 0,-7 0-67 0,7-3-41 0,-6-1-22 16,0-2-9-16,-1-1 0 0,7 0 4 0,-7-7 13 0,1 2 15 15,6 2 26-15,0-4 32 0,-6 3 59 0,6-3 73 0</inkml:trace>
  <inkml:trace contextRef="#ctx0" brushRef="#br0" timeOffset="-203278.8">25986 4751 38 0,'0'-3'117'15,"0"-2"11"-15,0 2 11 0,6-4 20 0,-6 4 25 0,0-2 30 16,0-2 33-16,0 3 20 0,0-3 12 0,0 3 11 0,0-3 10 16,0 4 12-16,6-1 11 0,-6 1 9 0,0-1 7 0,0 0 0 0,0 4-1 15,0 0-11-15,0 0-16 0,0 0-24 0,0 0-28 0,0 0-27 16,0 0-24-16,-6 0-29 0,6 0-27 0,0 4-24 0,0-4-19 15,-6 4-12-15,6-1-8 0,0 1-4 0,0-1-4 0,0 4-2 0,0 4-2 16,0 0-1-16,-6 4 1 0,6-4-1 0,0 8 0 0,0-1 1 16,-8 4 2-16,8 0-1 0,0 0 0 0,-6 4-2 0,6-1-2 0,-6 4-4 15,-1-2 0-15,7 5-2 0,-7-2-3 0,1 6 0 0,-1-3-24 0,1 3-41 16,0 5 0-16,-1-1 0 0,-6 4 0 0,7 0 0 0,-8 4 0 16,8-4 0-16,-7 3 0 0,0 1 0 0,6 0 0 0,-5 3 0 15,-2-7 0-15,8 3 0 0,-7 1 0 0,6 0 0 0,-6-4 0 0,7-1 0 16,0 2 0-16,-2-1 0 0,8-4 0 0,-6 0 0 0,0 4 0 15,6-4 0-15,-7 0 0 0,7 1 0 0,0-1 0 0,0 0 0 0,-6-3 0 16,6 4 0-16,0-5 0 0,0 1 0 0,-7 0 0 0,7-5 0 16,0 5 0-16,-6-4 0 0,6 0 0 0,0 0 0 0,-7-4 0 15,7 0 0-15,-6 1 0 0,-1-1 0 0,0 1 0 0,7-5 0 0,-6 1 0 16,0-1 0-16,-1-3 0 0,0 1 0 0,1-2 0 0,0-3 0 16,-1 1 0-16,1-1 0 0,-1-3 0 0,0-1 0 0,1-3 0 0,6 0 0 15,-6 1 0-15,-2-5 0 0,2 0 0 0,6-3 0 0,-6 3 0 16,6-3 0-16,-7-4 0 0,1 4 0 0,6-4 0 0,-7 0 0 15,1 0 0-15,-1-4 0 0,1 4 0 0,0-4 0 0,-2-3 0 0,2 3 0 16,0-3 0-16,-1-4 0 0,1 3 0 0,-1-6 0 0,1 3 0 16,-1-4 0-16,1-3 0 0,-1 0 0 0,0-1 0 0,1-2 0 0,0-1 0 15,-1-4 0-15,0 0 0 0,1-3 0 0,6 0 0 0,-6-1 0 16,-1-3 0-16,7 0 0 0,-6 4 0 0,6-4 0 0,-7 3 0 16,7-2 0-16,0 2 0 0,-7 5 0 0,7-4 0 0,0 6 0 0,-6 1 0 15,6 0 0-15,0 8 0 0,-6-4 0 0,6 7 0 0,0 0 0 16,-7 0 0-16,7 3 0 0,0 4 0 0,-7 1 0 0,7-1 0 0,0 4 0 15,0 0 0-15,0 0 0 0,0 0 0 0,0 0 0 0,0 4 0 0,0-1 0 16,0 1 0-16,0 4 0 0,0-1 0 0,0 4 0 0,0 0 0 16,7 3 0-16,-7 1 0 0,0 0 0 0,0 7 0 0,0-4 0 15,7 4 0-15,-7 4 0 0,0-4 0 0,0 3 0 0,0 1 0 0,6 3 0 16,-6-3 0-16,0 3 0 0,6 0 0 0,-6 1 0 0,7 3 0 16,-7-4 0-16,7 0 0 0,-1 4 0 0,1-3 0 0,-7-1 0 0,6 0 0 15,0 1 0-15,1-1 0 0,0-4 0 0,-1 1 0 0,7 0 0 16,-6 0 0-16,-1-5 0 0,1-2 0 0,6 4 0 0,-7-6 0 0,7 2 0 15,-7-1 0-15,2-4 0 0,4 1 0 0,-5 0 0 0,6-4 0 16,-7 0 0-16,1-4 0 0,5 4 0 0,-4-4 0 0,-2 0 0 16,7-3 0-16,-6 0 0 0,6-1 0 0,-7-3 0 0,7 0 0 0,-6 0 0 15,5-3 0-15,2-5 0 0,-1 1 0 0,6-4 0 0,-6-8 0 16,7 2 0-16,-1-5 0 0,1-4 0 0,6-3 0 0,0-4 0 0,0-4 0 16,7-3 0-16,-1-4 0 0,1-4 0 0,-1 1 0 0,1 0 0 15,6-2 0-15,-7 2 0 0,1 3 0 0,-1-4 0 0,1 8-38 0,-1-4-317 16,-6 7-62-16,7 1-55 0,-13 3-49 0,6 4-42 0,-7 3-35 15,-5 0-10-15,4 4 4 0,-4 7 18 0,-8-3 24 0,8 7 27 16,-8 0 28-16,1 4 36 0,-7 3 41 0,6-3 56 0,-6 7 64 0</inkml:trace>
  <inkml:trace contextRef="#ctx0" brushRef="#br0" timeOffset="-43163.12">13116 16269 28 0,'0'0'35'0,"-6"0"-6"0,6 0-4 0,0 0-5 0,0 0-4 0,0 0-4 15,0 0-2-15,0 0-3 0,0 0-2 0,0 0 0 0,0 0 0 16,0 0 1-16,0 0 1 0,0 0 2 0,0 0 1 0,0 0 0 16,0 0 3-16,0 0 1 0,0 0 3 0,0 0 3 0,0 0 5 0,0 0 4 15,0 0 5-15,0 0 4 0,0 0 5 0,0 0 4 0,0 0 4 0,0 0 2 16,0 4 3-16,0-4 0 0,0 3 3 0,0-3 1 0,-7 5 3 16,7-5-1-16,0 3 0 0,0 0-1 0,0 1-1 0,0 0-2 15,0-4-1-15,0 3-1 0,-6 1-1 0,6-4 0 0,0 4 0 0,0-1 1 16,0-3 1-16,0 4 0 0,0-4 0 0,0 0 0 0,0 4-1 15,0-4 0-15,0 0 1 0,0 3 1 0,0-3-2 0,0 0 2 0,0 0 1 16,0 0 1-16,0 0 1 0,0 0 3 0,0 0 4 0,0 0 0 16,0 0 2-16,0 0 0 0,0 0 1 0,0 0 1 0,0 0-2 0,0 0 4 15,6 0 2-15,-6 0 1 0,0-3 1 0,0 3 2 0,7 0-1 0,-7-4 1 16,0 4-1-16,0 0 0 0,0 0 1 0,0 0 0 0,0 0 4 0,6-4 2 16,-6 4 3-16,0 0 2 0,0 0 2 0,0 0 3 0,0 0 4 15,0 0 3-15,0 0 1 0,0 0 1 0,0-3 0 0,0 3-2 16,0 0-4-16,0 0-5 0,0 0-5 0,7 0-5 0,-7 0-7 0,0 0-6 15,0-4-6-15,6 4-7 0,-6 0-8 0,0 0-7 0,7 0-4 16,-7 0-3-16,7 0-3 0,-7-4 1 0,6 4 2 0,-6 0 1 0,6 0 1 16,1 0 3-16,-7-3 1 0,7 3 1 0,-1 0 3 0,0 0 0 15,1-4 1-15,-1 4-1 0,-6 0-1 0,7 0-2 0,0-4 1 0,-1 4-2 16,-6 0-2-16,6 0-1 0,2 0-3 0,-2 0-1 0,-6-3-1 16,6 3-3-16,0 0 0 0,-6 0-2 0,7 0-2 0,0 0 0 0,-7 0-1 15,6 0 0-15,1 0-3 0,-1 0 0 0,-6 0 1 0,6 0 0 16,2 0 2-16,-2 0 2 0,0 0 0 0,0 0 0 0,1 0 0 0,0 0 2 15,-1 0 1-15,7 0 0 0,-7-3 2 0,2 3-1 0,-2 0 2 0,6 0 0 16,-4-5 2-16,-2 5-1 0,7 0-1 0,-7-3-1 0,8 3-2 16,-8-4 0-16,0 4-1 0,8-4 1 0,-8 4 0 0,0-3-2 15,8 3-1-15,-8-4-1 0,1 4-1 0,-1-3 0 0,0 3-1 0,1 0 0 16,0-4 0-16,-1 4 3 0,0 0 0 0,8 0 0 0,-14-4 0 0,6 4 0 16,1 0-3-16,5 0 1 0,-12-3 0 0,14 3 2 0,-8 0 0 15,0 0 0-15,2-4-1 0,-2 4-1 0,0 0-2 0,7 0 2 16,-6 0-1-16,0 0 1 0,5-4-2 0,-6 4 0 0,8 0-22 0,-8 0-2 15,8 0 0-15,-8 0 0 0,1 0 0 0,5 4 0 0,-5-4 0 0,0 0 0 16,5 0 0-16,-5 0 0 0,6 4 0 0,-6-4 0 0,-1 0 0 16,7 3 0-16,-6-3 0 0,-1 4 0 0,8-4 0 0,-8 0 0 15,0 0 0-15,1 4 0 0,6-4 0 0,-7 0 0 0,1 0 0 0,-1 0 0 16,0 3 0-16,2-3 0 0,-2 0 0 0,0 0 0 0,1 0 0 0,-1 4 0 16,1-4 0-16,6 0 0 0,-7 0 0 0,1 0 0 0,0 0 0 15,-1 0 0-15,0 0 0 0,1 0 0 0,0-4 0 0,-1 4 0 0,0 0 0 16,7 0 0-16,-6 0 0 0,0-3 0 0,-1 3 0 0,0 0 0 15,2 0 0-15,-2-4 0 0,0 4 0 0,7 0 0 0,-6 0 0 0,-1-4 0 16,1 4 0-16,5 0 0 0,-4-3 0 0,-2 3 0 0,7 0 0 16,-7-4 0-16,1 4 0 0,6 0 0 0,-7 0 0 0,8-4 0 15,-8 4 0-15,0 0 0 0,8 0 0 0,-2 0 0 0,-5 0 0 0,-1 0 0 16,8 0 0-16,-8 0 0 0,0 0 0 0,8 0 0 0,-8 0 0 0,0 4 0 16,8-4 0-16,-8 0 0 0,1 0 0 0,-1 0 0 0,8 0 0 15,-8 0 0-15,0 0 0 0,0 0 0 0,8 0 0 0,-8 0 0 0,1 0 0 16,5 0 0-16,-4 0 0 0,-2-4 0 0,6 4 0 0,-4 0 0 15,-2-3 0-15,0 3 0 0,7-4 0 0,-6 4 0 0,0-4 0 0,5 4 0 16,-6-3 0-16,8-1 0 0,-8 4 0 0,1-4 0 0,6 1 0 16,-6-1 0-16,-1 4 0 0,8-4 0 0,-8 1 0 0,6 3 0 0,-5-4 0 15,0 4 0-15,-1-4 0 0,7 4 0 0,-7-3 0 0,2 3 0 16,-2 0 0-16,6 0 0 0,-4 0 0 0,-2-4 0 0,0 4 0 0,1 0 0 16,-1 0 0-16,1 0 0 0,0 0 0 0,-1 0 0 0,0 0 0 0,0 4 0 15,2-4 0-15,-2 0 0 0,0 0 0 0,1 0 0 0,-1 0 0 16,-6 0 0-16,7 0 0 0,0 0 0 0,-1 0 0 0,0-4 0 0,1 4 0 15,-7 0 0-15,7 0 0 0,-1 0 0 0,0 0 0 0,1-4 0 16,0 4 0-16,-7 0 0 0,6 0 0 0,1 0 0 0,-1 0 0 0,0 0 0 16,-6 0 0-16,7-4 0 0,0 4 0 0,-7 0 0 0,6 0 0 15,0 0 0-15,-6 0 0 0,8 0 0 0,-2 0 0 0,0 0 0 16,-6 0 0-16,7 0 0 0,-1-3 0 0,-6 3 0 0,7 0 0 0,-1 0 0 16,-6 0 0-16,7 0 0 0,-1 0 0 0,-6 0 0 0,6 0 0 0,2 0 0 15,-8 0 0-15,6 0 0 0,-6 0 0 0,6 0 0 0,1 0 0 0,-7 0 0 16,6 0 0-16,-6-4 0 0,7 4 0 0,-1 0 0 0,-6 0 0 15,7 0 0-15,-1 0 0 0,-6 0 0 0,7 0 0 0,0 0 0 16,-7-4 0-16,6 4 0 0,-6 0 0 0,6 0 0 0,1 0 0 0,-7 0 0 16,7 0 0-16,-7 0 0 0,6 0 0 0,1 0 0 0,-7 0 0 0,6-3 0 15,0 3 0-15,1 0 0 0,-7 0 0 0,7 0 0 0,-1 0 0 16,0 0 0-16,-6 0 0 0,8 0 0 0,-2 0 0 0,-6 0 0 0,6 0 0 0,1 0 0 16,-7 0 0-16,6 0 0 0,1 0 0 0,-1 3 0 0,-6-3 0 15,7 0 0-15,-1 0 0 0,0 0 0 0,-6 0 0 0,8 0 0 0,-2 0 0 16,0 0 0-16,-6 0 0 0,7 0 0 0,-1 0 0 0,-6 0 0 15,7 0 0-15,-1 0 0 0,1 0 0 0,-7-3 0 0,6 3 0 0,0 0 0 16,-6 0 0-16,8 0 0 0,-2 0 0 0,-6 0 0 0,6 0 0 0,1 0 0 16,-7 0 0-16,7 0 0 0,-7 0 0 0,6 0 0 0,-6 0 0 0,6 0 0 15,-6 0 0-15,7 0 0 0,-7 3 0 0,6-3 0 0,-6 0 0 0,7 0 0 16,-7 0 0-16,7 0 0 0,-7 0 0 0,6 0 0 0,-6 0 0 16,6 0 0-16,-6 0 0 0,7 0 0 0,0 0 0 0,-7 0 0 0,6 0 0 15,-6 0 0-15,6 0 0 0,-6 0 0 0,7 0 0 0,-7 0 0 16,7 0 0-16,-7 4 0 0,6-4 0 0,-6 0 0 0,7 0 0 0,-7 0 0 15,6 0 0-15,-6 0 0 0,6 0 0 0,-6 0 0 0,8 0 0 0,-8 0 0 16,6 0 0-16,-6 0 0 0,6 0 0 0,-6 0 0 0,6 4 0 0,1-4 0 16,-7 0 0-16,7 0 0 0,-7 0 0 0,6 0 0 0,-6 0 0 15,7 0 0-15,-7 0 0 0,6 0 0 0,-6 0 0 0,6 0 0 0,2 0 0 16,-8 0 0-16,6 0 0 0,-6 0 0 0,6 0 0 0,-6 0 0 0,6 0 0 16,-6 0 0-16,0 3 0 0,8-3 0 0,-8 0 0 0,6 0 0 15,-6 0 0-15,0 0 0 0,6 0 0 0,-6 0 0 0,7 0 0 0,-7 0 0 16,0 0 0-16,6 0 0 0,-6 0 0 0,0 0 0 0,7 0 0 0,-7 0 0 15,0 0 0-15,0 0 0 0,7 0 0 0,-7 0 0 0,0 0 0 0,6 0 0 16,-6 0 0-16,0 4 0 0,6-4 0 0,-6 0 0 0,6 0 0 16,-6 0 0-16,0 0 0 0,8 0 0 0,-8 0 0 0,0 0 0 0,6 4 0 15,-6-4 0-15,6 0 0 0,-6 0 0 0,0 0 0 0,7 0 0 0,-7 0 0 16,0 0 0-16,0 4 0 0,7-4 0 0,-7 0 0 0,0 0 0 16,0 0 0-16,6 0 0 0,-6 0 0 0,0 3 0 0,7-3 0 0,-7 0 0 15,0 0 0-15,6 0 0 0,-6 0 0 0,0 0 0 0,0 0 0 0,0 0 0 16,6 0 0-16,-6 0 0 0,0 0 0 0,8 0 0 0,-8 4 0 0,0-4 0 15,6 0 0-15,-6 0 0 0,0 0 0 0,0 0 0 0,6 0 0 16,-6 0 0-16,0 0 0 0,6 0 0 0,-6 0 0 0,0 0 0 0,0 0 0 16,7 4 0-16,-7-4 0 0,0 0 0 0,0 0 0 0,0 0 0 0,0 0 0 15,7 0 0-15,-7 0 0 0,0 0 0 0,0 0 0 0,0 0 0 0,0 0 0 16,0 0 0-16,6 0 0 0,-6 0 0 0,0-4 0 0,0 4 0 16,0 0 0-16,0 0 0 0,0 0 0 0,0 0 0 0,0 0 0 0,0 0 0 15,0 0 0-15,0-4 0 0,-6 4 0 0,-1-3 0 0,0 3 0 16,1-4 0-16,0 4 0 0,-8-4-640 0,2 4-206 0,-1 0 7 0,-1 0 20 15,-6 0 30-15,8 4 38 0,-8 0 39 0,1-1 44 0,-1 1 53 16,0 3 58-16,1 1 81 0,-1-1 91 0</inkml:trace>
  <inkml:trace contextRef="#ctx0" brushRef="#br0" timeOffset="-36363.74">13064 16302 0 0,'0'0'7'0,"0"-4"20"0,0 4-3 0,0-3 1 0,0 3-1 0,0 0 1 16,0-4-2-16,0 4 1 0,-6 0-1 0,6 0 0 0,0 0 1 16,0 0 1-16,0 0 2 0,0 0 4 0,0 0 2 0,0 0 3 15,0 0 3-15,0 0 0 0,0 0 0 0,0 0 0 0,0 0-1 0,0 0 2 16,0 0-2-16,0 0 1 0,6 0-1 0,-6 0-1 0,0 0-3 0,0 0-1 16,0 0-2-16,0 0-1 0,0 4-2 0,0-4-1 0,0 0 1 15,0 0 2-15,0 3 0 0,0-3 3 0,0 0 1 0,0 0 3 16,0 0 2-16,0 4 4 0,0-4 3 0,0 0 5 0,0 0 5 0,0 0 5 15,0 0 7-15,0 4 4 0,0-4 5 0,6 0 5 0,-6 0 3 0,0 0 5 16,0 0 3-16,0 0 3 0,0 0 3 0,8 0 1 0,-8 0 1 16,0 0 2-16,6 0 2 0,-6 0 3 0,0-4 3 0,0 4 2 15,6 0 1-15,-6 0-2 0,0 0-2 0,0 0-3 0,0 0-1 0,7 0-1 16,-7 0 1-16,0-4 0 0,0 4 0 0,0 0-2 0,0 0-3 0,0 0-1 16,0 0-1-16,0 0 2 0,6 0 4 0,-6 0 0 0,0 0 0 15,0 0-4-15,7 0-3 0,-7 0-3 0,0 0-4 0,6 0-5 0,-6 4-3 16,0-4-5-16,7 0-3 0,-7 0-7 0,6 0-8 0,-6 0-6 15,0 0-10-15,7 0-3 0,-7 0-2 0,7 0-2 0,-7 0 0 0,6 0-1 16,-6 0-1-16,0 0-1 0,6 0-1 0,-6 0 2 0,7 0 2 16,-7 4 1-16,0-4-1 0,7 0-2 0,-7 0-1 0,6 0-2 15,-6 0 0-15,0 0 1 0,6 0 0 0,-6 0 0 0,7 0 1 0,-7 0-2 16,0 0-1-16,6 0-1 0,-6 0-3 0,7 0-1 0,0 0-3 0,-7 0 1 16,6 0 0-16,0 0-2 0,-6 0 0 0,8 0-1 0,-2 0-1 15,0 0 0-15,0 0 1 0,1 0 0 0,0 0-1 0,-1 0 0 16,1 0-1-16,-1 0-1 0,0 0-1 0,2 0 0 0,-2 0-2 0,0 0 1 15,0 0-1-15,1 0 0 0,0 0 0 0,-7 0-1 0,6 0 0 0,1 0-1 16,-1 3 0-16,0-3 0 0,2 0 0 0,-2 0 1 0,0 0 0 16,-6 0 1-16,6 4 1 0,2-4 1 0,-2 0-1 0,-6 0 0 0,6 0 1 15,1 0-2-15,-1 0-1 0,-6 0 1 0,7 0 0 0,0 0 2 16,-1 0 0-16,0 0 2 0,-6 4 2 0,6-4 0 0,2 0 0 0,-2 0 0 16,0 0 0-16,1 0-1 0,0-4-1 0,-1 4-2 0,1 0 1 15,-1 0-1-15,0 0 0 0,-6 0-1 0,7 0 0 0,0 0-2 0,-1 0 0 16,0-4-2-16,1 4-1 0,0 0 1 0,-1 0 0 0,1 0 1 15,-1 0 0-15,0-3 2 0,2 3 1 0,-2 0 0 0,-6 0 1 0,6 0-1 16,0-4-1-16,2 4 0 0,-2 0-1 0,0 0-1 0,1 0 1 0,-7 0-1 16,6 0 0-16,1-4-1 0,0 4 0 0,-1 0 1 0,-6 0-2 15,6 0 0-15,0 0 2 0,2-3-1 0,-2 3 1 0,-6 0 1 16,6 0 1-16,1 0 1 0,0 0 1 0,-1-4 0 0,1 4-1 0,-7 0 0 16,6 0 0-16,0 0 0 0,1 0-2 0,-7 0 0 0,7 0 0 0,-1 0-2 15,-6-4-2-15,6 4 0 0,-6 0-3 0,0 0-1 0,7 0-1 16,-7 0 1-16,0 0-2 0,0 0 0 0,7 0 1 0,-7 0-1 0,0 0 0 15,0 0-1-15,0 0 1 0,0 0-1 0,0 0 0 0,0 0 0 16,0 0 1-16,0 0 0 0,0 0 0 0,0 0-1 0,0 0 1 0,0 0-1 16,0 0 0-16,0 0-1 0,0 0 1 0,0 0-1 0,0 0-1 15,0 0 0-15,0 0-1 0,0 0 0 0,0 0 0 0,0 0 0 16,0 0 0-16,0 0 0 0,0 0 0 0,0 0 0 0,0 0 0 0,0 0 0 16,0 0 0-16,0 0 0 0,0 0 0 0,0 0 0 0,0 0 0 0,0 0 0 15,0 0 0-15,0 0 0 0,0 0 0 0,0 0 0 0,0 0 0 16,0 0 0-16,0 0 0 0,0 0 0 0,0 0 0 0,0 0 0 0,0 0 0 15,0 0 0-15,0 0 0 0,0 0-6 0,0 0-15 0,0 0-11 16,0 0-14-16,0 0-18 0,0 0-20 0,-7 0-29 0,7-3-35 0,0 3-67 16,-7 0-85-16,1-3-89 0,6-2-91 0,-6 5-56 0,-8-3-37 0,8-1-13 15,0-3-1-15,-1 3 6 0,-6 1 11 0,6-1 17 0,1-3 21 16,-8 3 29-16,8 0 34 0,0-3 67 0,0 3 85 0</inkml:trace>
  <inkml:trace contextRef="#ctx0" brushRef="#br0" timeOffset="-31863.09">13253 16262 29 0,'0'0'83'0,"0"0"6"0,0 0 4 0,0 0 4 0,-7 0 4 0,7 0-6 16,0 0-13-16,0 0-9 0,0 0-10 0,0 0-4 0,0 0-4 16,0 0-2-16,0 0-3 0,-6 0-3 0,6 0-3 0,0 3-3 0,0-3-5 15,0 0-3-15,0 4-4 0,-6-4-2 0,6 0-2 0,0 4-1 16,0-4-1-16,0 0-2 0,0 0-2 0,-6 0-3 0,6 3-1 0,0-3-2 16,0 0 0-16,0 5-2 0,0-5 0 0,0 0-1 0,0 0 1 0,-8 3-2 15,8-3 0-15,0 0-1 0,0 0-2 0,0 0-1 0,0 0 0 16,0 0 2-16,0 0 3 0,0 0 1 0,0 3 3 0,0-3 3 15,0 0 2-15,0 0 4 0,0 4 2 0,0-4 4 0,0 0 5 0,-6 4 2 16,6-4 5-16,0 0 1 0,0 0 0 0,0 3 3 0,0-3 0 16,0 4 1-16,0-4 0 0,0 4 0 0,0-4-1 0,0 3-3 15,0-3-2-15,-6 4-3 0,6-4-4 0,0 4-3 0,0-4-2 0,-7 0-1 16,7 3 0-16,0-3-1 0,0 0-1 0,-7 4 0 0,7-4-1 0,0 0-1 16,0 4 1-16,-6-4 1 0,6 0 1 0,0 0 1 0,0 3 1 15,-7-3 1-15,7 0 5 0,0 0 0 0,-6 4 2 0,6-4 0 0,0 0 0 16,-6 4 3-16,6-4 2 0,0 0 3 0,-7 0 3 0,7 0 5 15,0 0 3-15,-7 4 5 0,7-4 6 0,0 0 3 0,0 0 3 0,0 0-1 16,0 0 1-16,0 0-2 0,0 0-1 0,0 0-1 0,0 0-2 16,0 0-3-16,0 0-5 0,0 0-5 0,0-4-3 0,0 4-6 0,0 0-7 15,0 0-4-15,0 0-4 0,0 0-3 0,0 0-2 0,0 0 1 16,0 0-1-16,0 0-2 0,0 0 1 0,0 0 0 0,0 0 2 0,0 0 1 16,0 0 2-16,0 0 2 0,0 0 3 0,0 0 2 0,0 0 0 15,0 0 2-15,0 0 1 0,0 0 0 0,0 0 3 0,0 0 3 0,0 0 5 16,0 0 5-16,0 0 5 0,0 0 3 0,0 4 3 0,7-4 1 15,-7 0-1-15,0 0 1 0,7 0 0 0,-7 0 1 0,6 0-1 0,0 3 1 16,-6-3-2-16,7 0-2 0,-1 0-6 0,-6 0-4 0,7 0-5 16,0 4-4-16,-1-4-3 0,0 0-3 0,2 0-2 0,-2 0-2 0,0 0-1 15,0 0-2-15,1 4-1 0,0-4-1 0,-7 0-2 0,6 0-2 16,1 0 0-16,-1 0-2 0,0 0-1 0,8 0 1 0,-8 0-1 0,0 0 1 16,1-4-1-16,0 4 0 0,-1 0 3 0,1 0 0 0,-1 0 1 0,0 0 2 15,8 0 0-15,-8-4 0 0,0 4 0 0,2 0 2 0,-2 0-1 16,0 0-1-16,7-3 0 0,-13 3 1 0,14 0 0 0,-8 0 0 0,0 0-1 15,-6 0 0-15,6 0 0 0,2 0 0 0,-2 3 0 0,0-3-1 16,1 0-1-16,0 0-1 0,-1 0-1 0,-6 0 0 0,7 0-1 0,-1 0 0 16,0 0 0-16,1 0-1 0,-7 0-1 0,7 0-2 0,-1 0-2 15,0 0 0-15,-6 0 1 0,7 0 1 0,0 0 2 0,-1 0 2 16,1 0 0-16,-1-3 2 0,0 3-2 0,-6 0 1 0,8 0-1 0,-2-4 0 16,0 4 2-16,0 0 0 0,2 0 1 0,-2 0 1 0,0-4-2 0,-6 4 0 15,7 0-4-15,-1 0 0 0,1-4-2 0,0 4 0 0,-1 0 0 16,0 0 1-16,0-3 0 0,2 3 0 0,-2 0-2 0,0-4-1 15,-6 4-1-15,7 0-2 0,0 0 1 0,-1-4 1 0,1 4 0 0,-1 0 0 16,0 0 1-16,1-3-1 0,0 3 0 0,-1 0-2 0,-6 0-2 0,6-4-1 16,1 4 1-16,0 0 2 0,-1 0 1 0,-6 0 2 0,7-4 0 0,-1 4 0 15,-6 0-1-15,6 0 0 0,1 0-2 0,-7-3 0 0,7 3 0 16,-1 0-1-16,-6 0 0 0,6-4 0 0,-6 4 0 0,8 0 0 16,-2 0-1-16,-6 0-4 0,6 0-8 0,-6 0 0 0,7-4 0 0,-1 4 0 15,1 0 0-15,-7 0 0 0,6 0 0 0,-6 0 0 0,7-3 0 0,-1 3 0 16,-6 0 0-16,6 0 0 0,-6 0 0 0,8 0 0 0,-2 0 0 15,-6 0 0-15,6 0 0 0,1 0 0 0,-7 0 0 0,6 0 0 0,1 0 0 16,-1 0 0-16,1 0 0 0,-1 0 0 0,-6 0 0 0,7 0 0 16,0 0 0-16,-1 0 0 0,0 0 0 0,1 0 0 0,-7 0 0 15,7-4 0-15,-1 4 0 0,0 0 0 0,-6 0 0 0,7 0 0 0,-1 0 0 16,1 0 0-16,-7 0 0 0,7 0 0 0,-7 0 0 0,6 0 0 0,0 0 0 16,-6 0 0-16,8 0 0 0,-2 0 0 0,0 0 0 0,-6 0 0 15,7 0 0-15,-1 0 0 0,1 4 0 0,-1-4 0 0,-6 0 0 0,7 0 0 16,-1 0 0-16,0 0 0 0,2 3 0 0,-2-3 0 0,0 0 0 15,1 0 0-15,-1 4 0 0,1-4 0 0,-1 0 0 0,1 0 0 0,-1 0 0 16,1 0 0-16,0 0 0 0,-1 4 0 0,0-4 0 0,1 0 0 16,0 0 0-16,-1 0 0 0,0 0 0 0,1 0 0 0,-1 0 0 0,1 0 0 15,-7 0 0-15,7 0 0 0,-1 0 0 0,0 0 0 0,1 0 0 16,0 0 0-16,-1 0 0 0,0 0 0 0,1 0 0 0,0 0 0 0,-1 0 0 16,1-4 0-16,-1 4 0 0,0 0 0 0,2 0 0 0,-2 0 0 15,0 0 0-15,0 0 0 0,1 0 0 0,0-4 0 0,-1 4 0 0,1 0 0 16,-1 0 0-16,0-3 0 0,2 3 0 0,4 0 0 0,-6-4 0 15,2 4 0-15,-2 0 0 0,0-4 0 0,1 4 0 0,-1 0 0 0,1-3 0 16,0 3 0-16,5 0 0 0,-6-3 0 0,2 3 0 0,-2 0 0 16,7-5 0-16,-6 5 0 0,6 0 0 0,-7 0 0 0,0 0 0 0,2-3 0 15,4 3 0-15,-6 0 0 0,8 0 0 0,-8-4 0 0,1 4 0 16,5 0 0-16,-4 0 0 0,-2-4 0 0,6 4 0 0,-4 0 0 0,-2 0 0 16,7-3 0-16,-7 3 0 0,1 0 0 0,0-4 0 0,5 4 0 15,-6 0 0-15,2-3 0 0,4 3 0 0,-5 0 0 0,-1-4 0 0,1 4 0 16,0 0 0-16,5 0 0 0,-5 0 0 0,0 0 0 0,-1-4 0 0,0 4 0 15,1 0 0-15,6 0 0 0,-6 0 0 0,-1 0 0 0,0 0 0 16,1 0 0-16,0 0 0 0,-1 0 0 0,0 0 0 0,2-3 0 16,4 3 0-16,-5 0 0 0,-1 0 0 0,1 0 0 0,-1 0 0 0,1 0 0 15,-1 0 0-15,0 0 0 0,2 0 0 0,-2 0 0 0,7 0 0 16,-7 0 0-16,1 0 0 0,-1-4 0 0,1 4 0 0,-1 0 0 0,1 0 0 16,0 0 0-16,-1 0 0 0,0 0 0 0,1-4 0 0,0 4 0 0,6 0 0 15,-13 0 0-15,12-3 0 0,-5 3 0 0,0 0 0 0,-1-4 0 16,0 4 0-16,2-4 0 0,-2 4 0 0,0-3 0 0,1 3 0 0,-1-4 0 15,7 4 0-15,-6-4 0 0,-1 1 0 0,0-1 0 0,2 4 0 16,4-4 0-16,-5 1 0 0,-1-1 0 0,1 4 0 0,-1-4 0 0,1 1 0 16,5 3 0-16,-4-4 0 0,-8 4 0 0,6-4 0 0,0 4 0 15,1-4 0-15,0 4 0 0,-7 0 0 0,6 0 0 0,0 0 0 0,1-3 0 16,-7 3 0-16,6 0 0 0,1 0 0 0,-7 0 0 0,7 0 0 16,-7 0 0-16,6 0 0 0,0 0 0 0,-6 0 0 0,7 0 0 15,0 0 0-15,-7 0 0 0,6 0 0 0,-6 0 0 0,6 0 0 0,1 0 0 16,-7 0 0-16,7 0 0 0,-7 0 0 0,6 0 0 0,-6 0 0 0,7 0 0 15,-7 0 0-15,6 0 0 0,0 0 0 0,-6 0 0 0,8 0 0 0,-8 0 0 16,6 0 0-16,0-4 0 0,-6 4 0 0,6 0 0 0,1 0 0 16,-7 0 0-16,7 0 0 0,-7 0 0 0,6 0 0 0,1-4 0 15,-7 4 0-15,6 0 0 0,0 0 0 0,-6 0 0 0,8 0 0 0,-2 0 0 16,-6 0 0-16,6 0 0 0,0 0 0 0,2 0 0 0,-8 0 0 0,6 0 0 16,0 0 0-16,-6 4 0 0,7-4 0 0,-7 0 0 0,6 0 0 15,1 0 0-15,-7 4 0 0,7-4 0 0,-1 0 0 0,-6 3 0 16,6-3 0-16,-6 0 0 0,6 4 0 0,2-4 0 0,-8 0 0 0,6 4 0 15,-6-4 0-15,6 0 0 0,1 0 0 0,-7 0 0 0,7 4 0 16,-1-4 0-16,-6 0 0 0,7 0 0 0,-1 0 0 0,-6 0 0 0,6 0 0 16,2 0 0-16,-8 0 0 0,6 0 0 0,-6 0 0 0,6 0 0 15,0 0 0-15,-6 0 0 0,7 0 0 0,0 0 0 0,-7 0 0 0,6-4 0 16,-6 4 0-16,7 0 0 0,-1 0 0 0,-6 0 0 0,0 0 0 0,6-4 0 16,2 4 0-16,-8 0 0 0,6 0 0 0,-6 0 0 0,0-4 0 15,6 4 0-15,-6 0 0 0,6 0 0 0,-6 0 0 0,8 0 0 0,-8 0 0 16,6-3 0-16,-6 3 0 0,6 0 0 0,-6 0 0 0,0 0 0 15,7 0 0-15,-7 0 0 0,0 0 0 0,0 0 0 0,0 0 0 0,0 0 0 16,0 0 0-16,0 0 0 0,0 0 0 0,0 0 0 0,-7 0 0 0,7 0 0 16,-6 0-51-16,0 0-501 0,-2-4-94 0,2 4-38 0,0 0-11 15,-8 0 4-15,8 0 13 0,-7 0 19 0,0 4 21 0,0-4 31 16,1 0 36-16,-8 3 42 0,7-3 47 0,-7 4 77 0,6 0 102 16</inkml:trace>
  <inkml:trace contextRef="#ctx0" brushRef="#br0" timeOffset="-31227.06">14471 16738 0 0,'6'-7'27'0,"-6"-1"79"15,7 1 13-15,0 0 14 0,-1 3 17 0,1-3 17 0,-7 3 18 16,6-3 14-16,-6 3 11 0,6 1 15 0,2-5 16 0,-8 5 20 0,0 3 26 16,6-4 21-16,-6 4 22 0,0-4 12 0,0 4 8 0,0 0 3 15,0 0 0-15,0 0-5 0,0 0-6 0,0 0-15 0,0 0-18 0,0 4-22 16,0 0-23-16,-6-1-26 0,6 5-30 0,-8-1-29 0,2 0-27 16,0 8-20-16,-7-1-18 0,6 1-14 0,-6 3-13 0,-1 5-12 0,2 2-9 15,-8 1-11-15,7-1-9 0,-7 4-7 0,2 1-4 0,-2 3-5 0,0-4-3 16,1 4-3-16,-7 0-3 0,6 0-3 0,1 0-2 0,-1 0-3 15,0-4-2-15,7 0-3 0,-6 1-1 0,6-4-1 0,0-1-4 0,6-3-6 16,-6-4-11-16,7-3-16 0,-1 0-21 0,7-4-23 0,-6-4-25 16,6 1-31-16,0-5-35 0,0-3-47 0,0 0-55 0,0-3-64 0,0-5-67 15,6 1-58-15,1-4-53 0,-1-4-29 0,1-3-17 0,-1-4 4 0,1-4 13 16,6 1 19-16,-7-4 24 0,8-5 29 0,-2 5 34 0,1-4 47 16,1 0 54-16,-2 4 64 0,2-1 177 0</inkml:trace>
  <inkml:trace contextRef="#ctx0" brushRef="#br0" timeOffset="-30995.57">14477 16720 0 0,'14'-11'116'0,"-1"0"33"0,-1 3 16 16,-4 1 32-16,4 0 39 0,1 0 45 0,0 3 48 0,-6 0 42 16,5 1 39-16,2-1-1 0,-2 4-20 0,2 0-11 0,-1 0-9 0,0 4-4 15,0-1-2-15,-1 1-7 0,2 3-10 0,-1 4-23 0,0 0-30 16,0 4-39-16,0 3-40 0,0-3-37 0,0 7-34 0,0 0-22 0,0 3-15 16,0 1-10-16,0 0-7 0,-7 3-6 0,8 0-5 0,-8 1-4 15,7 3-4-15,-6-4-7 0,-1 4-5 0,1 0-7 0,-1-4-7 0,0 4-6 16,2-4-4-16,-2-3-4 0,-6 3-5 0,6-3-4 0,1-4-5 0,-7 0-10 15,6-4-12-15,1 0-15 0,-7-3-18 0,6 0-20 0,-6-4-20 16,7 0-22-16,-7-4-27 0,6-3-36 0,-6 0-44 0,0-1-56 0,0-3-64 16,0 0-57-16,0-3-53 0,0 3-43 0,0-8-40 0,-6 5-13 15,6-5 4-15,-7-3 10 0,1 4 15 0,-1-4 22 0,1 0 25 0,-1 0 37 16,1 0 42-16,-8 0 57 0,8 0 64 0</inkml:trace>
  <inkml:trace contextRef="#ctx0" brushRef="#br0" timeOffset="-30762.95">14301 17072 85 0,'-12'-4'196'0,"5"0"20"16,1 4 18-16,-1 0 24 0,7 0 27 0,0 4 40 0,0-4 47 15,0 4 37-15,7-1 34 0,-7 1-7 0,6 3-27 0,1-3-22 0,-1 3-16 16,8-3-18-16,-8 3-21 0,6 0-10 0,8 1-7 0,-7-5-14 16,1 5-18-16,4-5-31 0,2 5-38 0,0-5-31 0,5 1-29 0,-5 0-21 15,7-1-16-15,-1 1-11 0,0-4-9 0,-1 4-11 0,1-4-8 0,1 3-9 16,-1-3-11-16,0 0-10 0,0 0-9 0,0 0-21 0,0 0-23 15,-6 0-29-15,-1-3-32 0,0 3-36 0,-5-4-40 0,5 4-70 0,-6-4-83 16,-6 4-82-16,5-3-82 0,-4-1-58 0,-2 4-45 0,0-4-23 16,1 1-10-16,-7 3 6 0,0 0 10 0,0 0 23 0,0 0 25 0,0 0 34 15,0-4 37-15,0 4 67 0,-7-4 83 0</inkml:trace>
  <inkml:trace contextRef="#ctx0" brushRef="#br0" timeOffset="-23230.08">12895 13140 18 0,'0'0'40'0,"0"0"-1"0,0 0-2 0,0 0-2 16,0 0-2-16,0 0-4 0,0 0-3 0,0 0-3 0,0 0-2 16,0 0 0-16,0 0-2 0,0 0 0 0,0 0 3 0,0 0 1 0,0 0 0 15,0 0 4-15,0 0 2 0,0 0 4 0,0 0 2 0,0 0 3 16,0 0 3-16,0 0 3 0,0 0 2 0,0 0 2 0,0 0 2 0,0 0 1 15,0 0 1-15,0 0-1 0,0 0-1 0,0 0-1 0,0 0-1 16,0 0-1-16,0 0-2 0,0 0-1 0,0 0-2 0,0 0-1 16,0 0-1-16,0 0 0 0,0 4 0 0,0-4 0 0,0 0 0 0,0 0-1 15,0 0 0-15,6 0-2 0,-6 0 1 0,0 0 0 0,0 0 2 16,0 0 1-16,0 4 2 0,0-4 1 0,0 0 2 0,7 0 1 16,-7 0 1-16,0 0 3 0,0 0 3 0,0 0 5 0,0 0 5 0,0 0 6 15,0 0 6-15,0 0 4 0,6 0 3 0,-6 0 4 0,0 0 4 16,0 0 2-16,0 0 2 0,0 0 2 0,0 0 1 0,0 0-2 0,0 0-4 15,0 0-2-15,0 0-5 0,0 0-6 0,0-4-4 0,0 4-4 16,0 0-2-16,0 0-5 0,0 0-2 0,7 0-5 0,-7 0-2 0,0 0-2 16,0 0-3-16,0 0 1 0,0 0 0 0,0 0 3 0,0 0 2 15,0 0 1-15,0 0 3 0,0 0 3 0,0 0 2 0,0 0 5 16,0 0 5-16,0 0 2 0,0 0 3 0,0 0 3 0,0 0 0 0,0 0 1 16,0 0-1-16,0 0-2 0,0 0-2 0,0 0-4 0,0 0-3 15,0 0-6-15,0 0-5 0,0 0-8 0,0 0-7 0,0 0-6 0,0 0-5 16,0 0-4-16,0 0-3 0,0 0-2 0,0 0-3 0,0 0-2 15,0 0-2-15,0 0-1 0,0 0 1 0,0 0-2 0,0 0 0 0,0 0-2 16,0 0 0-16,0 0-1 0,0 0 0 0,0 0-1 0,0 0 0 16,0 0-2-16,0 0 0 0,0 0-1 0,0 0 1 0,0 0-2 15,0 0 0-15,0 0 1 0,0 0 0 0,0 0 1 0,0 0 2 0,0 0 0 16,0 0 0-16,0 0 1 0,0 0 2 0,7 0 1 0,-7 0 2 16,0 4 1-16,0-4 1 0,0 0 1 0,6 0 3 0,-6 0-1 15,0 0 1-15,0 0 0 0,0 0 2 0,6 3-2 0,-6-3 0 0,0 0 0 16,0 0-2-16,0 0 0 0,7 4 0 0,-7-4-1 0,0 0-1 0,0 0 0 15,0 0 1-15,0 0 0 0,0 4-1 0,0-4 2 0,0 0 0 16,7 0 0-16,-7 3 0 0,0-3 2 0,0 0-2 0,0 0 1 16,0 0-1-16,0 4-1 0,6-4-1 0,-6 0-1 0,0 0-1 0,0 4-1 15,0-4 0-15,0 0-1 0,0 0-1 0,6 3-1 0,-6-3-3 16,0 0 1-16,0 0 0 0,0 0 1 0,0 4 0 0,0-4 1 0,7 0-1 16,-7 0 1-16,0 4-2 0,0-4 1 0,0 0-1 0,0 3 0 15,6-3 0-15,-6 0 1 0,0 4 1 0,0-4 0 0,0 4-2 0,0-4 0 16,7 0 0-16,-7 4-1 0,0-4 0 0,0 3 0 0,0-3-1 15,7 4 1-15,-7-4-2 0,0 0 1 0,0 4-2 0,6-4 1 0,-6 3-1 16,0-3 0-16,0 4 1 0,6-4 0 0,-6 0 1 0,0 4 1 16,0-1 2-16,8-3 1 0,-8 4 1 0,0-4 0 0,0 4-1 0,6-4 2 15,-6 0 0-15,0 3-1 0,0-3 0 0,6 4 0 0,-6 0-1 16,0-4 0-16,0 0-2 0,6 3-1 0,-6-3-3 0,0 4-1 16,0-4 0-16,7 3-1 0,-7-3-1 0,0 4 0 0,0-4-1 0,7 4-1 15,-7-4 1-15,0 3 0 0,0-3 0 0,0 4 0 0,0-4 1 16,6 0-1-16,-6 0 1 0,0 4 0 0,0-4 1 0,0 0 1 0,0 0 1 15,0 3 0-15,0-3 1 0,7 0 0 0,-7 4 1 0,0-4 0 16,0 0 1-16,0 0-1 0,0 0 1 0,0 0 1 0,0 4-2 16,0-4 0-16,6 3 0 0,-6-3-1 0,0 0 0 0,0 4 0 0,0-4-2 15,0 4 2-15,6-4-1 0,-6 3-1 0,0-3-1 0,0 4 0 16,8 0 0-16,-8-4 0 0,0 3 0 0,6 1 0 0,-6 0 0 0,0-1 1 16,6 1 0-16,-6-1-1 0,7-3 0 0,-7 5 0 0,6-2-2 15,-6 0-4-15,0 2-1 0,7-2 0 0,-7 1 0 0,6 0 0 16,-6-4 0-16,0 3 0 0,7 1 0 0,-7 0 0 0,6-4 0 0,-6 3 0 15,0 1 0-15,7-1 0 0,-7 1 0 0,7-4 0 0,-7 4 0 0,6-4 0 16,-6 3 0-16,0 1 0 0,6-4 0 0,-6 4 0 0,0-1 0 16,7-3 0-16,-7 4 0 0,7 0 0 0,-7-4 0 0,6 3 0 15,-6 1 0-15,0 0 0 0,6-4 0 0,-6 3 0 0,7 1 0 0,-7-4 0 16,0 4 0-16,6-1 0 0,-6-3 0 0,0 4 0 0,0-4 0 16,7 4 0-16,-7-4 0 0,7 3 0 0,-7-3 0 0,0 4 0 15,6-1 0-15,-6-3 0 0,0 4 0 0,6-4 0 0,-6 4 0 0,0-4 0 16,8 3 0-16,-8-3 0 0,0 4 0 0,6-4 0 0,-6 4 0 0,6-4 0 15,-6 3 0-15,0-3 0 0,6 5 0 0,-6-2 0 0,7-3 0 16,0 3 0-16,-7 1 0 0,0-4 0 0,6 4 0 0,-6-4 0 16,7 4 0-16,-1-1 0 0,-6-3 0 0,6 4 0 0,-6-4 0 0,8 4 0 15,-2-4 0-15,0 3 0 0,-6 1 0 0,6-4 0 0,1 4 0 0,0-1 0 16,-1 1 0-16,1-4 0 0,-1 4 0 0,-6-1 0 0,6 1 0 16,2 0 0-16,-2-4 0 0,0 3 0 0,0 1 0 0,2 0 0 15,-2-1 0-15,0 1 0 0,7-1 0 0,-13 1 0 0,14-4 0 0,-8 4 0 16,0-1 0-16,0 1 0 0,2-4 0 0,-2 4 0 0,0-1 0 15,1 1 0-15,0 0 0 0,-7-1 0 0,6-3 0 0,1 4 0 16,-1 0 0-16,0-4 0 0,1 3 0 0,0 1 0 0,-1 0 0 0,0-4 0 16,1 3 0-16,0 1 0 0,-1-4 0 0,1 4 0 0,-1 0 0 0,0-4 0 15,2 3 0-15,-2 1 0 0,0-4 0 0,0 3 0 0,2 1 0 16,-2-4 0-16,0 4 0 0,1-4 0 0,-1 4 0 0,1-4 0 16,0 3 0-16,-1-3 0 0,0 4 0 0,0 0 0 0,8-4 0 0,-8 3 0 15,1-3 0-15,0 4 0 0,-1-4 0 0,1 4 0 0,-1-1 0 16,0-3 0-16,1 4 0 0,0-1 0 0,-1-3 0 0,0 4 0 15,1-4 0-15,6 4 0 0,-6-1 0 0,-1 1 0 0,0-4 0 0,1 4 0 16,0-4 0-16,5 3 0 0,-4 1 0 0,-2-4 0 0,0 4 0 16,1-4 0-16,-1 3 0 0,1-3 0 0,-1 4 0 0,7-4 0 0,-7 4 0 15,2-4 0-15,-2 3 0 0,0-3 0 0,1 4 0 0,-1-4 0 16,1 4 0-16,-1-4 0 0,1 0 0 0,-1 3 0 0,1-3 0 0,0 4 0 16,-7-4 0-16,6 4 0 0,0-4 0 0,1 3 0 0,0-3 0 15,-1 4 0-15,-6-4 0 0,6 3 0 0,1-3 0 0,-1 0 0 16,1 4 0-16,0-4 0 0,-7 0 0 0,6 4 0 0,0-4 0 0,-6 3 0 15,8-3 0-15,-2 0 0 0,0 5 0 0,1-5 0 0,-7 0 0 16,6 3 0-16,1-3 0 0,-1 0 0 0,1 4 0 0,-1-4 0 0,0 0 0 16,2 4 0-16,-2-4 0 0,0 3 0 0,1-3 0 0,-1 0 0 15,1 3 0-15,-1-3 0 0,7 0 0 0,-6 4 0 0,0-4 0 0,-1 0 0 16,7 0 0-16,-6 4 0 0,-1-4 0 0,0 0 0 0,1 0 0 16,6 0 0-16,-6 4 0 0,-1-4 0 0,0 0 0 0,1 3 0 0,0-3 0 15,5 4 0-15,-5-4 0 0,0 0 0 0,-1 4 0 0,1-4 0 16,-7 0 0-16,6 3 0 0,0-3 0 0,2 0 0 0,-2 4 0 0,0-4 0 15,0 4 0-15,-6-4 0 0,7 3 0 0,0-3 0 0,-1 0 0 16,-6 4 0-16,7-4 0 0,-1 4 0 0,0-4 0 0,-6 0 0 16,8 3 0-16,-2-3 0 0,0 4 0 0,0-4 0 0,-6 4 0 0,8-4 0 15,-2 3 0-15,0-3 0 0,1 0 0 0,-1 0 0 0,1 4 0 16,0-4 0-16,5 0 0 0,-6 4 0 0,2-4 0 0,4 0 0 16,-5 0 0-16,0 3 0 0,6-3 0 0,-7 0 0 0,0 0 0 0,2 0 0 15,-2 4 0-15,6-4 0 0,-5 0 0 0,0 0 0 0,-1 3 0 16,1-3 0-16,-1 0 0 0,0 4 0 0,2-4 0 0,-2 0 0 0,0 0 0 15,0 4 0-15,8-4 0 0,-8 0 0 0,1 3 0 0,-1-3 0 16,1 4 0-16,0-4 0 0,-1 0 0 0,0 4 0 0,0-4 0 0,2 0 0 16,-2 0 0-16,0 3 0 0,1-3 0 0,-1 0 0 0,1 4 0 15,0-4 0-15,-7 0 0 0,6 4 0 0,0-4 0 0,1 0 0 16,0 3 0-16,-1-3 0 0,-6 0 0 0,6 5 0 0,1-5 0 0,0 0 0 16,-7 0 0-16,6 3 0 0,1-3 0 0,-7 0 0 0,6 0 0 15,0 3 0-15,1-3 0 0,-7 0 0 0,7 0 0 0,-1 0 0 0,0 0 0 16,-6 4 0-16,8-4 0 0,-2 0 0 0,0 0 0 0,1 4 0 15,-7-4 0-15,6 0 0 0,1 0 0 0,-1 0 0 0,-6 4 0 0,7-4 0 16,-1 0 0-16,0 0 0 0,2 0 0 0,-2 0 0 0,-6 3 0 16,6-3 0-16,1 0 0 0,-1 0 0 0,1 0 0 0,-1 0 0 15,-6 4 0-15,7-4 0 0,-1 0 0 0,1 0 0 0,0 0 0 0,-1 0 0 16,0 4 0-16,1-4 0 0,-7 0 0 0,7 0 0 0,-1 0 0 0,1 0 0 16,-1 0 0-16,0 0 0 0,1 0 0 0,-7 0 0 0,7 0 0 15,-1 0 0-15,0 0 0 0,2 0 0 0,-8 0 0 0,6 0 0 16,0 0 0-16,1 0 0 0,-1 0 0 0,1 0 0 0,-1 0 0 0,-6 0 0 15,7 0 0-15,-1 0 0 0,0 0 0 0,2 0 0 0,-8 0 0 16,6 0 0-16,0 0 0 0,1 0 0 0,-1 0 0 0,-6 0 0 0,7 0 0 16,-1 3 0-16,-6-3 0 0,7 0 0 0,-7 0 0 0,6 0 0 15,0 0 0-15,-6 0 0 0,8 0 0 0,-2 0 0 0,-6 0 0 0,6 0 0 16,1 0 0-16,-7 0 0 0,7 0 0 0,-1 0 0 0,-6 0 0 16,6 0 0-16,1 0 0 0,-7 0 0 0,6 0 0 0,1 0 0 15,0 0 0-15,-7 0 0 0,6 0 0 0,0 0 0 0,-6 0 0 0,7 0 0 16,0 0 0-16,-1 0 0 0,0 0 0 0,-6 0 0 0,7 0 0 15,0 0 0-15,-1 0 0 0,1 0 0 0,-7 0 0 0,6 0 0 16,0 0 0-16,2 0 0 0,-8 0 0 0,6 0 0 0,0 0 0 0,0 0 0 16,1 0 0-16,-7 0 0 0,7 0 0 0,-1 0 0 0,1 0 0 0,-1 0 0 15,0 0 0-15,2 0 0 0,-8 0 0 0,6 0 0 0,-6 0 0 0,6 0 0 16,0 0 0-16,-6 0 0 0,8 0 0 0,-8 0 0 0,0 0 0 16,6 0 0-16,-6 0 0 0,6 0 0 0,-6 0 0 0,7 0 0 15,-7 0 0-15,6 0 0 0,-6 0 0 0,7 0 0 0,0 0 0 0,-7 0 0 0,6 0 0 16,0 0 0-16,-6 0 0 0,6 4 0 0,2-4 0 0,-8 0 0 15,6 0 0-15,0 0 0 0,1 4 0 0,-7-4 0 0,7 0 0 0,-1 0 0 16,-6 3 0-16,7-3 0 0,-1 0 0 0,0 4 0 0,-6-4 0 16,8 0 0-16,-2 0 0 0,-6 4 0 0,6-4 0 0,-6 0 0 15,6 3 0-15,1-3 0 0,-7 0 0 0,7 0 0 0,-1 0 0 0,-6 0 0 16,7 4 0-16,-1-4 0 0,-6 0 0 0,6 0 0 0,-6 0 0 0,8 0 0 16,-2 4 0-16,-6-4 0 0,0 0 0 0,6 0 0 0,-6 0 0 0,6 0 0 15,-6 0 0-15,8 3 0 0,-8-3 0 0,0 0 0 0,6 0 0 0,-6 0 0 16,0 0 0-16,6 0 0 0,-6 0 0 0,7 4 0 0,-7-4 0 15,0 0 0-15,6 0 0 0,-6 0 0 0,0 0 0 0,7 0 0 16,-7 0 0-16,0 0 0 0,0 0 0 0,7 0 0 0,-7 0 0 0,0 0 0 16,0 0 0-16,6 4 0 0,-6-4 0 0,0 0 0 0,0 0 0 0,6 0 0 15,-6 0 0-15,0 0 0 0,0 0 0 0,6 0 0 0,-6 0 0 16,0 0 0-16,8 0 0 0,-8 3 0 0,0-3 0 0,0 0 0 0,6 0 0 16,-6 0 0-16,0 0 0 0,6 0 0 0,-6 0 0 0,0 0 0 15,0 4 0-15,7-4 0 0,-7 0 0 0,0 0 0 0,0 0 0 0,0 0 0 16,0 0 0-16,0 0 0 0,0 0 0 0,0 0 0 0,0 0 0 0,0 0 0 15,0 0 0-15,0 0 0 0,0 0 0 0,0 0 0 0,0 0 0 16,0 0 0-16,0 0 0 0,0 0 0 0,-7 0 0 0,1 0 0 0,0 0 0 16,-2 0 0-16,2 0 0 0,-6 0 0 0,-2 0 0 0,1 0-565 15,1 0-276-15,-8 0 1 0,0 0 16 0,7 0 33 0,-7-4 42 16,-6 4 43-16,7 0 43 0,-1-3 51 0,0-1 53 0,-5 0 74 0,5 1 85 16</inkml:trace>
  <inkml:trace contextRef="#ctx0" brushRef="#br0" timeOffset="-21963.19">15865 12247 94 0,'0'0'174'16,"6"3"28"-16,-6 1 30 0,0-4 33 0,0 4 35 0,0-4 36 0,0 3 38 16,0-3 23-16,0 4 16 0,0 0-9 0,0-1-23 0,0 1-18 15,-6 0-16-15,6-1-19 0,0 5-19 0,0-1-25 0,0 4-27 0,0-4-33 16,0 5-32-16,0-2-36 0,0 0-38 0,6 6-31 0,-6-5-25 15,0 4-19-15,0-1-11 0,0-2-10 0,0 2-10 0,7 0-14 0,-7 1-15 16,0 0-23-16,6-4-25 0,-6 4-35 0,0-1-40 0,7-3-47 16,-7 4-50-16,6-1-42 0,-6-2-38 0,0-2-26 0,0 5-20 15,6-4-13-15,-6 0-8 0,0 4 1 0,0-4 5 0,0 0 15 0,0 3 19 16,0-3 32-16,0 0 37 0,0 0 45 0,0 0 49 0,-6 4 44 16,6-4 37-16,0 0 26 0,-6 0 21 0,6-4 14 0,0 4 13 0,-7 0 10 15,7 0 8-15,-6 0 9 0,6-3 8 0,-7 3 7 0,7-4 5 0,0 4 5 16,-6 0 4-16,6-4 4 0,-7 4 5 0,7 0 7 15,0-4 9-15,-6 5 4 0,6-1 5 0,0 0 3 0,-6 0 3 0,6-1 0 16,0 1 0-16,-8 0-5 0,8 4-3 0,0-4-2 0,0 0-5 0,-6 0-4 16,6 0-7-16,0 0-6 0,0 0-7 0,0-4-8 0,0 4-4 15,0 0-7-15,0-3-5 0,0-1-8 0,0 0-7 0,0 1-8 16,0-1-9-16,-6 0-12 0,6 1-13 0,0 2-16 0,0-2-21 0,0-1-22 16,0 0-25-16,0 1-12 0,-7-1-6 0,7 0-3 0,0 1-1 15,-7-1 3-15,7 1 4 0,0-5 6 0,-6 5 9 0</inkml:trace>
  <inkml:trace contextRef="#ctx0" brushRef="#br0" timeOffset="-21779.77">15793 13437 0 0,'0'15'108'0,"0"-4"35"0,-6 0 15 0,6 0 19 15,0 0 19-15,0 0 23 0,0 0 23 0,0 0 16 0,-7 0 12 0,7-4-9 16,0 4-20-16,0-4-16 0,0 4-14 0,0-3-11 0,0 3-14 16,7-4-14-16,-7 4-17 0,0-3-19 0,0-1-19 0,0 4-27 15,6-4-28-15,-6 1-41 0,7-1-47 0,-7 0-44 0,6 0-42 0,-6-3-34 16,6 3-28-16,-6 1-26 0,7-1-26 0,-7-3-27 0,7 3-30 15,-7-3-15-15,0 3-7 0,6-3-1 0,-6 3 5 0,6-3 17 16,-6-1 28-16,0 1 30 0,8 3 33 0,-8-3 27 0,0-1 143 0</inkml:trace>
  <inkml:trace contextRef="#ctx0" brushRef="#br0" timeOffset="-21629.21">15852 13837 0 0,'0'7'27'0,"0"0"99"0,-6 4 12 0,6 0 15 0,0-4 17 0,-8 4 21 16,8-3 22-16,0 3 20 0,0 0 15 0,-6-4-4 0,6 4-13 15,0-3-14-15,-6 3-10 0,6-4-11 0,0 4-10 0,0-4-11 0,0 4-11 16,0-4-15-16,0 4-16 0,0-3-22 0,0 3-24 0,0-4-22 15,0 4-22-15,0-4-33 0,0 5-38 0,6-5-38 0,-6 4-37 0,0-4-32 16,0 0-28-16,6 1-25 0,-6-1-23 0,0 0-23 0,0 1-26 16,8-1-16-16,-8 0-13 0,6 1-4 0,-6-1-1 0,0-3 17 0,6 3 23 15,-6-4 30-15,7 5 32 0,-1-5 27 0,-6 5 100 0</inkml:trace>
  <inkml:trace contextRef="#ctx0" brushRef="#br0" timeOffset="-21480.14">15891 14225 0 0,'0'7'56'0,"0"0"72"0,0-3 15 0,0 7 14 0,0-3 17 15,-7-1 15-15,7 4 17 0,-6-4 15 0,6 4 10 0,-7-4 1 16,7 4-5-16,-6 0-7 0,6 1-5 0,-7-1-10 0,1 0-9 0,6-4-14 15,0 4-12-15,-6-1-16 0,6-2-15 0,-8 3-16 0,8-4-17 16,0 4-22-16,0-3-24 0,0-1-21 0,0 0-18 0,0 2-28 0,0-3-31 16,8 1-33-16,-8 0-36 0,0-2-29 0,0 2-29 0,6 0-21 15,-6 1-19-15,0-1-17 0,0-4-18 0,0 5-14 0,6-1-12 16,-6 0-12-16,0 1-8 0,7-1 9 0,-7-3 16 0,0 3 27 0,6 0 31 16,-6 1 28-16,7-5 27 0</inkml:trace>
  <inkml:trace contextRef="#ctx0" brushRef="#br0" timeOffset="-20846.07">15897 14654 0 0,'0'7'91'0,"0"4"18"0,0 0 10 0,0 0 10 0,0 0 11 15,0 0 8-15,0 0 9 0,0 3 0 0,-6 2-5 0,6-6-4 16,0 5-6-16,-7 0-3 0,7-4-1 0,0 3-3 0,-6-3-5 0,6 3-6 16,0-2-7-16,0 2-8 0,0-3-10 0,0 0-13 0,0 1-10 0,0-1-12 15,0-4-12-15,0 4-10 0,0-4-10 0,0 0-11 0,0 1-11 16,6-1-17-16,-6 0-19 0,0 1-19 0,0-5-15 0,0 5-15 16,7-2-11-16,-7-1-10 0,0 2-9 0,0 0-6 0,6-3-6 0,-6 3-3 15,0 0-2-15,0 1 0 0,6-1 3 0,-6-3 11 0,8 3 13 16,-8 1 15-16,0-1 16 0,6 0 12 0,-6 1 13 0,0-1 12 15,6 0 13-15,-6 1 13 0,0 2 14 0,0-2 13 0,0 3 13 0,0 0 13 16,0 0 12-16,0 0 13 0,0 0 14 0,0-1 15 0,0 2 15 16,-6-1 11-16,6 3 12 0,0-3 7 0,0 4 4 0,0-4 1 15,0 0-4-15,0 0-6 0,-6 3-10 0,6-3-10 0,0 0-10 0,0 0-14 16,0-3-14-16,0 3-13 0,0 0-15 0,0-4-13 0,0 1-12 0,0 3-12 16,0-4-10-16,6 0-7 0,-6 1-4 0,0-1-4 0,0 0-1 15,0 0-8-15,0 1-9 0,0-5-10 0,0 4-12 0,0 1-14 16,6-4-17-16,-6 3-13 0,0-3-9 0,0 3-11 0,0-2-8 0,0-2-7 15,0 4-6-15,0-3-5 0,0-1-1 0,0 1 2 0,0 0 9 16,7-4 9-16,-7 3 11 0,0 1 16 0,0 0 14 0,0-1 12 0,0 1 12 16,0 0 11-16,0-1 10 0,0 1 9 0,0 0 7 0,0-1 5 15,0 1 6-15,0 3 7 0,-7-3 7 0,7 3 11 0,0 0 8 0,0 1 10 16,-6-1 9-16,6 0 9 0,0 4 12 0,0-4 5 0,-6 5 5 16,6-1 2-16,0 0 2 0,-8 0-1 0,8 3-1 0,0-3-6 15,0 0-5-15,-6 0-10 0,6 0-8 0,0 0-9 0,0-4-10 0,0 4-12 16,6-3-12-16,-6 3-12 0,0-4-12 0,0 1-17 0,8-6-20 15,-8 7-16-15,6-6-15 0,-6 5-16 0,0-5-12 0,6 1-15 16,-6 0-14-16,7-4-14 0,-7 4-15 0,6-4-16 0,-6 0-14 0,0 3-6 16,0-3-3-16,0 0 9 0,0 0 16 0,0 0 20 0,0 0 24 15,7 0 23-15,-7 4 23 0,0-4 24 0,0 0 23 0,0 0 24 0,0 0 25 16,0 3 24-16,-7-3 21 0,7 4 17 0,0 0 13 0,-6-1 8 16,6 1 7-16,-7-4 2 0,7 8-3 0,-6-5-3 0,6 0-6 0,0 1-5 15,-6 3-7-15,6-3-5 0,-8 0-5 0,8-1-5 0,0 1-3 0,-6 3-3 16,6-3-2-16,0 0-4 0,0-1-4 0,0 1-6 0,0-4-5 15,0 3-5-15,0 2-3 0,0-2-5 0,0 1-4 0,6-4-4 16,-6 4-4-16,0-1-2 0,0-3-2 0,8 4-2 0,-8 0 0 0,0-4-1 16,0 3-1-16,0 1-1 0,0-4-1 0,6 4 0 0,-6-1-2 15,0-3-3-15,0 4-4 0,0-1-16 0,0-3-20 0,-6 4-31 16,6 3-36-16,0-7-19 0,0 8-10 0,0-5-3 0,0-3-3 0,-8 8 0 16,8-8 0-16,0 3 0 0,0-3 0 0,0 0 5 0,-6 0 70 15</inkml:trace>
  <inkml:trace contextRef="#ctx0" brushRef="#br0" timeOffset="-19613.61">15903 15698 2 0,'0'3'55'16,"0"1"-1"-16,0 0-5 0,-6-1-5 0,6 1-5 0,0 0-7 15,0 3-4-15,0-3-4 0,-6-1-4 0,6 1-3 0,0-1-3 0,0 5-2 16,-7-5-3-16,7 1-2 0,0 3 1 0,-6-3-1 0,6 0-1 0,0 3 1 16,0-3-1-16,-7 0 1 0,7 3 1 0,0-3 1 0,0 3 1 15,0-3 0-15,-6 3 1 0,6-3 0 0,0 3 1 0,-7-3 0 16,7 3 0-16,0-3 0 0,-6 3 1 0,6-4-2 0,0 5 0 0,0-5-2 15,0 1-3-15,-6 0-1 0,6-1-2 0,0 1 0 0,0 0-2 16,0-1 1-16,0 1-1 0,-8 0 0 0,8-4-1 0,0 3-1 0,0-3-1 16,0 4 1-16,0-4-2 0,0 0 0 0,0 4 1 0,0-4-2 15,0 3 2-15,8 1 0 0,-8-4 1 0,0 3 0 0,0 2-1 16,0-5 0-16,6 3-1 0,-6 1 1 0,0-4 1 0,0 4 1 0,0-1-2 16,6 1 1-16,-6 0 1 0,0-1 1 0,7 1-2 0,-7-4 0 15,0 7-2-15,6-3 1 0,-6-4 0 0,0 3 1 0,0 1-1 16,0 3 1-16,7-7-1 0,-7 4 1 0,0 0 0 0,0-1 2 0,0 1-1 15,6 0-1-15,-6-1 0 0,0-3 0 0,0 4 2 0,0 0 1 16,0-4 0-16,7 4 0 0,-7-1 2 0,0-3-1 0,0 4 0 0,0-1 0 16,0-3 0-16,0 4 1 0,0-4-2 0,0 4 1 0,0-1 0 15,-7 1-10-15,7-4-14 0,0 0-16 0,0 7-19 0,0-3-9 16,0-1-5-16,-6 2-3 0,6 1 0 0,0-1-1 0,-7-3 0 0</inkml:trace>
  <inkml:trace contextRef="#ctx0" brushRef="#br0" timeOffset="-19213.3">15936 16189 59 0,'0'3'115'0,"0"1"0"0,0-4 2 0,0 4 5 0,-6-4 5 0,6 3 4 16,0-3 7-16,0 0-11 0,0 0-16 0,0 0-22 0,0 0-27 0,0 0-16 16,0 0-8-16,0 0-6 0,0 0-3 0,0 0-2 0,0 0-2 15,0 0-4-15,0 0-5 0,0 0-6 0,0 0-5 0,0 0-3 0,0 0-4 16,0 0 0-16,0 0-2 0,0 0-3 0,0 4-4 0,0-4-4 0,0 0-3 15,0 0-3-15,6 4-3 0,-6-4-2 0,0 0-2 0,0 0-3 16,0 0-2-16,0 0-2 0,0 0-1 0,0 3-2 0,0-3 0 0,0 0 2 16,0 0 4-16,0 0 4 0,0 0 4 0,0 0 3 0,0 0 3 15,0 0 3-15,0 0 2 0,0 0 2 0,0 0 2 0,0 4 3 0,0-4 2 16,-6 4 1-16,6-4 2 0,0 0 2 0,0 3 0 0,0-3 1 16,-7 4 0-16,7-4 0 0,0 0 1 0,0 4-1 0,0-4 1 0,-6 0 0 15,6 0 0-15,0 3 0 0,0-3-1 0,0 0 1 0,0 0-1 16,0 0 0-16,0 0-1 0,0 0 0 0,0 0-1 0,0 0-1 0,0 0 1 15,0 0 0-15,0 0-1 0,0 0 1 0,0 0 0 0,0 0-1 16,0 0 0-16,0 0 0 0,0 0 0 0,0 0 0 0,0 0 0 0,0 4 0 16,0-4 1-16,0 0-1 0,0 0 1 0,0 0-1 0,0 0 0 15,0 4 0-15,0-4 0 0,0 0 0 0,0 3 0 0,0-3-4 0,0 4-4 16,0-4-9-16,0 0-7 0,0 4-9 0,0-4-9 0,0 0-12 0,0 0-10 16,0 0-13-16,0 7-11 0,0-7-7 0,0 3-3 0,0-3 0 15,0 4-2-15,0-4 4 0,0 4 16 0</inkml:trace>
  <inkml:trace contextRef="#ctx0" brushRef="#br0" timeOffset="-16212.55">14119 12668 6 0,'0'0'140'0,"7"0"10"0,-7 0 11 15,0 4 22-15,6-4 26 0,-6 3 37 0,0-3 40 0,0 4 43 16,7 0 45-16,-7-1 2 0,6 1-16 0,-6 0-14 0,7 3-11 0,-7 0-7 16,0 0-4-16,7 4-6 0,-7 0-6 0,0 1-17 0,6 2-21 15,-6 1-33-15,0 3-38 0,0 1-42 0,0-1-41 0,0 4-29 0,0-4-23 16,0 8-16-16,0 0-9 0,0-5-6 0,0 9-4 0,0-5-4 15,-6 4-5-15,6 1-5 0,-7-1-5 0,7 1-4 0,-7-1-2 0,7 0-2 16,-6 1-2-16,-1-1-2 0,1 0-4 0,-1 0-3 0,7-3-5 16,-6-4-8-16,-1 4-12 0,7-4-17 0,-6-4-20 0,0-3-34 15,6-1-42-15,0-3-57 0,-8 0-67 0,8-7-54 0,0-1-50 0,0-3-43 16,0 0-40-16,0-3-16 0,0-8-6 0,0 0 3 0,0 0 8 0,0-7 16 16,8-1 20-16,-2-3 34 0,-6-3 41 0,6-1 57 0,1 0 67 15</inkml:trace>
  <inkml:trace contextRef="#ctx0" brushRef="#br0" timeOffset="-15613.37">14210 12737 49 0,'0'-7'162'16,"7"-4"25"-16,-7 4 24 0,7-4 35 0,-1 4 37 0,0-1 39 16,-6 1 41-16,7 0 33 0,6-1 31 0,-7 1-13 0,8-4-30 0,-8 4-22 15,7 0-16-15,1-1-11 0,-2 0-11 0,1 1-17 0,0 0-21 0,0 0-29 16,7 3-34-16,-8 0-37 0,8 1-37 0,0-5-31 0,-1 8-27 15,-5-3-16-15,5 3-10 0,1 0-8 0,0 0-9 0,-2 0-4 16,-4 0-3-16,5 3-3 0,-5-3-3 0,-2 4-1 0,2 0 0 0,-2-1 0 16,1 1 0-16,1 0 2 0,-8 0 3 0,0 2 3 0,0-2 3 15,2 0 3-15,-2 4 5 0,-6-5 3 0,0 5 3 0,0-1 2 16,0 0 0-16,0 0-1 0,-6 1 0 0,6 3-3 0,-8 0-4 0,-4 0-4 16,6-4-4-16,-1 7-5 0,-6-3-5 0,0 0-5 0,-1 4-4 0,2-4-7 15,-2 4-5-15,-5-4-4 0,6 4-4 0,0-4-3 0,-7 0 0 16,8-1-1-16,-8 1-1 0,1 0 0 0,5 0 0 0,-5 0-1 15,-1-3-1-15,8 3 0 0,-2-4-1 0,2 1-1 0,-8-5 0 0,7 5-1 16,6-5 1-16,-6 1-2 0,7-4 1 0,-8 4-1 0,14-4-1 16,-6 3-1-16,0-3 0 0,6 0 0 0,-7 0 0 0,7 0-1 0,0 0 0 15,0 0 0-15,0 0 1 0,0 0 0 0,7-3 1 0,-7 3 1 16,6 0-1-16,0-4 2 0,8 4 0 0,-8 0 2 0,7-4-1 0,0 4 1 16,0-3 1-16,7 3 1 0,-8 0 1 0,8 0 4 0,0-4 1 15,-1 4 1-15,1 0 2 0,0 4 1 0,-1-4 2 0,1 0 1 16,-8 3 0-16,8 1 1 0,-1 0 1 0,-5-1 1 0,6 1 3 0,-8 3 1 15,1-3 2-15,7 3 1 0,-8 0 2 0,2 4 0 0,-8-3 1 16,7 3 2-16,1 0 1 0,-8-1-22 0,0 1-7 0,1 0 0 16,0 1 0-16,-1 2 0 0,0-3 0 0,1 0 0 0,-7 4 0 0,0-4 0 15,7 4 0-15,-7-5 0 0,0 1 0 0,-7 4 0 0,7-4 0 0,0 4 0 16,-7-4 0-16,7 0 0 0,-6 4 0 0,0-1 0 0,-1-3 0 16,0 4 0-16,1-1 0 0,-7-3 0 0,6 4 0 0,-6-4 0 15,1 3 0-15,-2 2 0 0,2-5 0 0,-2-1 0 0,-5 1 0 0,5 0 0 16,-4-3 0-16,-2 3 0 0,0-4 0 0,1 4 0 0,-7-7 0 15,6 3 0-15,-7 0 0 0,9-3 0 0,-9-1 0 0,7 1 0 0,-6 0 0 16,1-4 0-16,-1 0 0 0,0 0 0 0,-1 0-303 0,1-4-206 16,0 4-94-16,1-4-44 0,-1-3-15 0,6 3 2 0,-6-3 8 15,7 0 17-15,-1 0 20 0,0-4 28 0,1 3 30 0,-1-3 35 0,0 0 40 16,7 0 73-16,1 1 89 0</inkml:trace>
  <inkml:trace contextRef="#ctx0" brushRef="#br0" timeOffset="-8146.19">15911 12294 2 0,'0'0'55'0,"0"0"0"15,0 0-4-15,0 0-4 0,0-3-10 0,0 3-6 0,0 0-7 16,-8 0-4-16,8 0-5 0,0 0-2 0,0 0-5 0,0 0-1 0,0 0-1 16,0-4-1-16,0 4-1 0,0 0 1 0,-6-4 0 0,6 1 1 15,0 3 2-15,0-4 1 0,0 0 0 0,0 4 3 0,0-3 3 0,0 3 3 16,0-4 2-16,0 0 4 0,0 4 3 0,0-3 4 0,0 3 5 16,0-4 3-16,0 4 4 0,0 0 3 0,0 0 0 0,0 0 3 0,0-4 2 15,0 4 2-15,0 0 2 0,0 0 2 0,0-3 3 0,0 3 1 16,0 0 0-16,0 0 1 0,0 0 1 0,0 0 0 0,0 0-2 15,0 0 0-15,0 0-1 0,0 0 0 0,0 0 0 0,0 0-2 16,0 0-2-16,0 0-3 0,0 0-5 0,0 0-3 0,0 0-1 0,0 0 0 16,0 0-1-16,0 0 1 0,0 0 0 0,0 0 2 0,0 0 5 0,0 0 3 15,0 0 2-15,0 0 6 0,0 0 5 0,0 0 8 0,-6 0 9 16,6 0 8-16,0 0 7 0,0 0 5 0,0 0 3 0,0 0 6 16,0 0 6-16,0 0 5 0,0 0 5 0,0 0 6 0,0 0 8 0,0 0 6 15,0 0 7-15,0 0 1 0,0 0-2 0,0 0-6 0,0 0-6 0,0 0-6 16,0 0-2-16,0 0-8 0,0 0-8 0,0 0-9 0,0 0-9 15,0 0-12-15,0 0-10 0,0 0-12 0,0 0-13 0,0 0-7 16,0 0-6-16,0 0-3 0,0 0-1 0,0 0-2 0,0 0-2 0,0 0 0 16,0 0-3-16,0 0 0 0,0 0-1 0,0 0 0 0,0 0 0 15,0 0 0-15,0 0 0 0,0 0-1 0,0 0-1 0,0 0-1 16,6 0-2-16,-6 0-3 0,0 0 0 0,6 0 0 0,-6 0 1 0,0-4 0 16,8 4-1-16,-8 0 1 0,6 0 1 0,-6 0 1 0,6-4 3 15,-6 4 1-15,7 0 3 0,-7 0 1 0,6-3 0 0,-6 3 0 0,7 0 0 16,-1-4-1-16,-6 4 1 0,7 0 0 0,-7-4 1 0,6 4 2 15,-6-3-2-15,7 3 0 0,0-4-2 0,-7 4-2 0,6-4-1 16,-6 4-1-16,6-3-1 0,-6 3 1 0,7-4 1 0,0 4 1 0,-7-3 0 16,6 3 0-16,-6-4-2 0,7 4-3 0,-7-5-2 0,6 5-2 15,-6 0 0-15,6-2 1 0,-6 2 0 0,7 0 1 0,-7-5 0 0,7 5-1 16,-1 0-2-16,-6 0-1 0,6 0-1 0,-6 0-1 0,7-3 2 16,0 3 0-16,-7 0 3 0,6 0 0 0,1 0 0 0,-1 0-2 15,1-3-1-15,-1 3-2 0,1 0 0 0,-1 0 1 0,0 0 0 0,2-5 3 16,-2 5 1-16,0 0 0 0,1-3 3 0,-1 3-1 0,1 0-2 0,-1 0-1 15,1-4 0-15,-1 4 1 0,0 0 1 0,8-3 0 0,-8 3 0 16,1 0 0-16,0-4-1 0,-1 4 1 0,0 0-1 0,7-4-1 16,-6 4-2-16,0 0-1 0,-1 0 1 0,7 0-14 0,-6 0-4 0,-1 0 0 15,0 0 0-15,8 0 0 0,-8 0 0 0,1 0 0 0,-1 0 0 0,8 0 0 16,-8 0 0-16,0 0 0 0,7 0 0 0,-6 0 0 0,-1 0 0 16,7 0 0-16,-7 0 0 0,8 0 0 0,-8 0 0 0,0 0 0 15,8 0 0-15,-8 0 0 0,1 0 0 0,-1 0 0 0,8 0 0 0,-8 0 0 16,0 0 0-16,8 0 0 0,-8 0 0 0,0 0 0 0,7 0 0 15,-6 0 0-15,0 0 0 0,5 0 0 0,-4-3 0 0,-2 3 0 0,0 0 0 16,7 0 0-16,-6 0 0 0,-1 0 0 0,7-4 0 0,-7 4 0 16,2 0 0-16,4 0 0 0,-6 0 0 0,8 0 0 0,-8-4 0 15,7 4 0-15,-6 0 0 0,6-3 0 0,-1 3 0 0,-4 0 0 0,4-4 0 16,1 4 0-16,-6 0 0 0,6-3 0 0,0 3 0 0,0 0 0 16,0 0 0-16,0-4 0 0,-6 4 0 0,5 0 0 0,2 0 0 15,-2 0 0-15,2 0 0 0,-1 0 0 0,0-4 0 0,0 4 0 0,-1 0 0 16,2 0 0-16,-1 0 0 0,0-4 0 0,0 4 0 0,-7 0 0 15,8 0 0-15,-2-3 0 0,2 3 0 0,-1 0 0 0,-1 0 0 0,2-4 0 16,-2 4 0-16,-5 0 0 0,6-4 0 0,0 4 0 0,0 0 0 16,-6-3 0-16,5 3 0 0,-4-4 0 0,4 4 0 0,-5-3 0 15,6 3 0-15,-7 0 0 0,7-4 0 0,-7 4 0 0,8-4 0 0,-8 4 0 16,8-3 0-16,-8 3 0 0,0-4 0 0,7 0 0 0,-6 4 0 0,0-3 0 16,5 3 0-16,-5-4 0 0,0 4 0 0,-1-4 0 0,7 4 0 15,-6-3 0-15,-1 3 0 0,1-4 0 0,5 4 0 0,-4 0 0 0,-2-4 0 16,0 4 0-16,0 0 0 0,1 0 0 0,0-3 0 0,-1 3 0 15,7 0 0-15,-7 0 0 0,2 0 0 0,-2 0 0 0,0 0 0 0,1 0 0 16,0-4 0-16,5 4 0 0,-5 0 0 0,-1 0 0 0,1 0 0 16,6 0 0-16,-7-4 0 0,1 4 0 0,6 0 0 0,-7-3 0 15,1 3 0-15,6 0 0 0,-6 0 0 0,-1-5 0 0,8 5 0 0,-8 0 0 16,0 0 0-16,0-3 0 0,1 3 0 0,0 0 0 0,6 0 0 16,-7-4 0-16,0 4 0 0,2 0 0 0,-2 0 0 0,0 0 0 15,0 0 0-15,2-3 0 0,-2 3 0 0,0 0 0 0,1 0 0 0,-1 0 0 16,1 0 0-16,0 0 0 0,-1 0 0 0,0 0 0 0,0 0 0 0,2 0 0 15,-2 0 0-15,0 0 0 0,1 0 0 0,-1 0 0 0,1 0 0 0,0 0 0 16,5 0 0-16,-5-4 0 0,0 4 0 0,-1 0 0 0,0 0 0 16,1 0 0-16,0 0 0 0,-1 0 0 0,1 0 0 0,-1 0 0 0,0 4 0 15,1-4 0-15,6 0 0 0,-7 0 0 0,1 0 0 0,0 0 0 16,-1 0 0-16,1 0 0 0,-1 0 0 0,1 0 0 0,0 0 0 0,-1 0 0 16,0 0 0-16,0 0 0 0,2 0 0 0,-2 0 0 0,0 0 0 0,1 0 0 15,-1 3 0-15,8-3 0 0,-8 0 0 0,0 0 0 0,0 0 0 16,2 0 0-16,-2 0 0 0,0 0 0 0,1 0 0 0,6 4 0 0,-6-4 0 15,-1 0 0-15,0 0 0 0,1 0 0 0,6 0 0 0,-7 3 0 0,1-3 0 16,0 0 0-16,-1 0 0 0,1 5 0 0,-1-5 0 0,1 0 0 0,-1 0 0 16,1 0 0-16,-1 3 0 0,0-3 0 0,2 0 0 0,-2 0 0 15,0 0 0-15,1 4 0 0,-1-4 0 0,-6 0 0 0,7 0 0 0,-1 0 0 16,1 0 0-16,-1 4 0 0,0-4 0 0,2 0 0 0,-8 0 0 16,6 0 0-16,0 0 0 0,1 0 0 0,-7 0 0 0,7 0 0 0,-1 0 0 15,-6 3 0-15,6-3 0 0,1 0 0 0,-7 0 0 0,6 0 0 16,1 0 0-16,-7 0 0 0,7 0 0 0,-1 0 0 0,-6 0 0 0,6 0 0 15,1 0 0-15,-7 0 0 0,7 0 0 0,-1 0 0 0,-6 0 0 0,6 0 0 16,1 0 0-16,-7 0 0 0,6 0 0 0,1 0 0 0,-7 0 0 16,7 0 0-16,-1 0 0 0,-6 0 0 0,6 0 0 0,-6 0 0 0,8 0 0 15,-8 0 0-15,6 0 0 0,-6 0 0 0,0 0 0 0,6 0 0 0,-6 0 0 16,7 0 0-16,-7 0 0 0,0 0 0 0,0 0 0 0,6 0 0 16,-6 0 0-16,0 0 0 0,0 0 0 0,0 0 0 0,0 0 0 0,0 0 0 15,0 0 0-15,0 0 0 0,0 0 0 0,0 0 0 0,0 0 0 0,-6 0 0 16,-1 0 0-16,1 0 0 0,0 0 0 0,-8 0 0 0,8 4 0 15,-14-4-635-15,7 4-247 0,-7-1 12 0,1 1 26 0,-1 0 37 16,1-1 44-16,-8-3 47 0,8 4 51 0,0 0 56 0,0-4 59 0,-1 0 91 16,0-4 106-16</inkml:trace>
  <inkml:trace contextRef="#ctx0" brushRef="#br0" timeOffset="-7279.93">17773 10693 79 0,'0'0'181'0,"0"0"23"16,0 0 25-16,0 0 29 0,0 0 33 0,0 4 42 0,0 0 45 0,0-4 35 15,0 3 28-15,0 5-11 0,-6-5-31 0,6 5-24 0,-7-1-21 16,0 5-17-16,7-2-14 0,-13 5-19 0,7 3-17 0,-8 4-26 16,8 3-31-16,-6 1-37 0,-8 3-43 0,7 5-31 0,-7-1-26 0,0 3-18 15,-5 4-15-15,5 1-8 0,-6 3-6 0,0-1-6 0,0 2-5 16,0-1-5-16,0 3-6 0,0 1-3 0,0-4-3 0,-1 3-5 0,1-2-5 16,7-2-2-16,-7-2-5 0,6-1-7 0,1 0-9 0,6-7-12 15,0 0-13-15,0-7-22 0,6 0-26 0,-5-8-46 0,12 0-59 0,-8-6-64 16,8-6-69-16,0-2-58 0,0-4-49 0,0-4-38 0,8-2-31 15,-2-6-11-15,0-2 0 0,1-8 7 0,0-1 11 0,5-2 20 16,-5-4 24-16,6-4 47 0,0 0 56 0,0-1 67 0,0-2 114 0</inkml:trace>
  <inkml:trace contextRef="#ctx0" brushRef="#br0" timeOffset="-6895.63">17877 10730 0 0,'0'-4'90'0,"0"-3"35"16,7 3 13-16,-7-3 15 0,0 3 17 0,0 1 19 0,0-1 22 16,6 0 14-16,-6 1 10 0,0-1 10 0,0 4 11 0,7-4 13 0,-7 4 17 15,0 0 14-15,6 0 13 0,-6 0 5 0,7 0 3 0,-7 0-1 16,7 4-5-16,-7 0-9 0,6 3-9 0,0-3-16 0,-6 7-16 0,6 0-20 15,2-1-17-15,-2 6-22 0,0 2-22 0,1 0-19 0,-7 0-18 16,6 4-13-16,1 4-12 0,0-1-9 0,5 1-10 0,-6 4-9 16,2-1-9-16,-2 4-9 0,7-4-8 0,-6 4-8 0,6 0-6 0,-7 0-9 15,7 0-6-15,-6 0-8 0,5 4-5 0,-5-5-5 0,6 1-4 0,-6 0-2 16,6 1-3-16,-7-2-2 0,7-2-3 0,-7-1-2 0,8 1 0 16,-8-5-6-16,1-3-6 0,-1 4-12 0,1-5-14 0,-1-3-18 15,1-3-19-15,-1 0-18 0,0 0-21 0,-6-4-17 0,8-4-21 0,-8 1-40 16,0-5-47-16,0 1-62 0,0 0-65 0,-8-4-54 0,2 0-45 15,0 0-35-15,-1-4-27 0,1 4-4 0,-7-4 8 0,6 1 13 16,-5-1 16-16,-8-3 18 0,7 3 19 0,0-3 39 0,-7 3 48 0,7-3 60 16,-7-1 68-16</inkml:trace>
  <inkml:trace contextRef="#ctx0" brushRef="#br0" timeOffset="-6429.64">17473 11301 107 0,'-6'0'168'0,"6"0"27"0,0 0 31 16,0 0 32-16,0 0 35 0,0 0 36 0,0 0 40 0,0 0 19 16,0 0 12-16,0 0-6 0,0 0-15 0,0 0-14 0,0 0-13 0,0 0-13 15,6 0-15-15,-6 4-16 0,7-4-21 0,0 0-24 0,5 0-24 0,-5 0-30 16,6 0-32-16,0 0-26 0,7 0-21 0,0 0-11 0,-8 0-8 15,8-4-5-15,-1 4-4 0,1 0-4 0,0 0-6 0,-1 0-8 16,1 0-9-16,-2-3-8 0,2 3-6 0,0 0-7 0,-1 0-6 16,1 0-6-16,0 0-5 0,-1 0-6 0,-6 0-5 0,6 0-5 0,1 0-5 15,-7 0-3-15,1 0-2 0,4 0-3 0,-4 3-5 0,-1-3-11 16,-7 0-17-16,8 4-19 0,-2-4-20 0,-6 4-25 0,2-4-23 0,-2 3-38 16,0-3-45-16,1 3-66 0,-7-3-75 0,0 5-75 0,0-5-74 0,0 0-44 15,0 3-31-15,0 1-6 0,-7 0 7 0,7 0 15 0,-6-1 18 16,0 1 21-16,-2 0 24 0,2 3 36 0,0-3 46 0,-7-1 63 0,6 1 91 15</inkml:trace>
  <inkml:trace contextRef="#ctx0" brushRef="#br0" timeOffset="970.11">15761 13961 39 0,'0'0'46'0,"0"0"-2"0,0 0-5 0,0 0-5 15,-7 0-4-15,7 0-3 0,0 0-4 0,0 0-2 0,0 0-2 16,0 0-4-16,0 0-2 0,0 0 0 0,0 0-3 0,0 0-1 15,0 0-2-15,0 0 0 0,0 0 0 0,0 0 1 0,0 0 1 0,0 0 1 16,0 0 1-16,0 0 0 0,0 0 2 0,0 0 2 0,0 0 0 16,0 0 1-16,0 0-1 0,0 0 2 0,0 0 0 0,0 0 3 0,0 0 1 15,0 0 2-15,0 0 4 0,0 0 2 0,0 0 5 0,0 0 5 16,0 0 3-16,0 0 5 0,0 0 6 0,0 0 3 0,0 0 4 0,0 0 3 16,0 0 2-16,0 0 1 0,0 0 2 0,0 0 0 0,0 0 0 15,0 0-1-15,-7 0-4 0,7 0-4 0,0 0-4 0,0 0-5 0,0 0-5 16,0 0-5-16,0 0-3 0,0 0-4 0,0 0-3 0,0 0-4 15,0 0-4-15,0 0-5 0,0 0-3 0,0 0-3 0,0 0-4 16,0 0-2-16,0 0-1 0,0 0-2 0,0 0 1 0,0 0 0 16,0 0-2-16,0 0 2 0,0 0 0 0,0 0 2 0,0 0 2 0,0 0 2 15,0 0 0-15,0 0 3 0,0 0 2 0,0 0 0 0,0 0 2 16,0 0-1-16,0 0 0 0,0 0 0 0,0 0 0 0,0 0-1 0,0 0-1 16,0 0-2-16,0 0 0 0,0 0 1 0,0 0 4 0,0 0 4 15,7 4 3-15,-7-4 2 0,0 0 3 0,7 0 3 0,-7 4 2 0,0-4 4 16,0 0 4-16,6 0 2 0,-6 0 4 0,0 0 0 0,6 0 1 15,-6 0-1-15,0 0-5 0,7 0 3 0,-7 0 2 0,0 0 7 0,7 3 7 16,-7-3 4-16,0 0 3 0,6 0-1 0,-6 0-2 0,0 0-3 16,7 0 0-16,-7 4-1 0,0-4-4 0,6 0 0 0,-6 0-2 0,0 0-6 15,0 0-8-15,0 0-6 0,6 0-5 0,-6 3 3 0,7-3 3 16,-7 0 3-16,7 4 1 0,-7-4 1 0,6 4 0 0,0-4 1 16,-6 3 1-16,8-3 0 0,-2 4-3 0,0-4 1 0,1 4-1 15,-7-4-4-15,6 0-6 0,1 0-6 0,-7 3-7 0,6-3-2 0,1 4 0 16,-7-4 1-16,6 0 1 0,0 0-2 0,-6 4 2 0,8-4 1 15,-8 0 3-15,0 0 1 0,6 0 2 0,-6 0 1 0,0 3 2 0,0-3-3 16,0 0 0-16,6 0-3 0,-6 0-2 0,0 0-2 0,0 0 0 0,0 0 1 16,0 0 3-16,0 0 4 0,0 0 4 0,0 0 4 0,0 0 6 15,0 0 3-15,0 0 4 0,0 0 2 0,0 0 2 0,0 0 1 16,0 0-1-16,0 0 1 0,0 0-1 0,0 0-2 0,0 0-4 0,0 0-5 16,0 0-5-16,0 0-6 0,0 0-7 0,0 0-4 0,0 0-6 15,0 0-3-15,0 0-2 0,0 0-3 0,0 0 0 0,0 0-2 16,0 0 1-16,0 0-1 0,0 0 0 0,0 0 0 0,0 0 1 0,0 0-1 15,0 0 0-15,0 0 0 0,0 0 0 0,0 0 0 0,0 0 0 16,0 0 0-16,0 0-1 0,0 0 1 0,0 0 1 0,0 0 0 0,0 0 0 16,0 0-1-16,0 0 1 0,0 0 1 0,0 0-2 0,0 0 2 15,0 0 1-15,0 0 0 0,0 0 1 0,0 0 0 0,0 0-1 0,0 0 0 16,0 0 0-16,0 0-1 0,0 0 1 0,0 0-1 0,0 0 1 16,0 0-1-16,0 0 1 0,0 0-2 0,0 0 0 0,0 0-2 0,0 0 0 15,0 0 0-15,0 0 0 0,0 0 0 0,0 0 0 0,0 0 0 16,0 0 0-16,0 0 2 0,0 0 1 0,0 0 2 0,0 0 2 0,0 0 1 15,0 0 1-15,0 0 2 0,0 0 1 0,0 0 2 0,0 0 1 16,0 0 2-16,0 0-1 0,0 0 3 0,0 0 1 0,0 0 0 16,0 0-1-16,0 0-1 0,0 0-2 0,0 0-2 0,0 0 0 0,0 0-2 15,0 0-1-15,0 0-1 0,0 0-3 0,0 0 1 0,0 0-1 16,0 0-1-16,0 0-1 0,0 0-2 0,0 0 0 0,0 0 0 0,0 0-2 16,0 0 2-16,0-3 0 0,0 3 3 0,0-4 1 0,0 4 1 15,7-4 1-15,-7 4 2 0,0-3-2 0,0 3 3 0,6 0 0 0,-6-4 2 16,0 4 2-16,0 0 0 0,0-4 4 0,0 4-1 0,7 0 2 15,-7-3-1-15,0 3 0 0,0 0-1 0,0 0 1 0,0-4 1 0,0 4 0 16,6-4 0-16,-6 4-1 0,0-3-2 0,0 3-1 0,0-4-2 16,0 4-1-16,7-3-2 0,-7 3-1 0,0-4 0 0,0 0-2 15,0 4 0-15,6-3-2 0,-6 3-2 0,0-4 0 0,0 0-2 0,7 1 0 16,-7-1-1-16,0 0 1 0,7 4 0 0,-7-3 0 0,0-1 2 16,6 0 3-16,-6 1 3 0,0 3 0 0,0-4 2 0,6 0 2 0,-6 1 1 15,0-1 1-15,7 0 0 0,-7 0 1 0,0 1 3 0,0 0-1 16,7-2 2-16,-7 5 0 0,0-3-1 0,0-1-2 0,0 0-4 15,6 4-1-15,-6-3 0 0,0-1-3 0,0 4-1 0,7-4 0 0,-7 1 0 16,0 3-2-16,0-4-1 0,6 0 0 0,-6 4-1 0,0-3-2 0,6-1 1 16,-6 1 2-16,7-1 1 0,-7 0 1 0,7 4 0 0,-7-3 0 15,6-5 2-15,-6 5-1 0,6-1 2 0,1 0 0 0,-7 1-1 16,7-1 1-16,-1-3-1 0,-6 3 1 0,7 0 0 0,-1 1-2 0,-6-1 1 16,7-4-2-16,-1 5 2 0,-6 0 0 0,7-1 1 0,-1 0 0 15,-6 1 1-15,6-5 1 0,2 4 0 0,-2 0 1 0,0 1 0 16,-6-1 0-16,7 1 0 0,-1-1 0 0,1 0-1 0,-7 1-1 0,6-1 0 15,1 0-2-15,-1 1 0 0,-6-1 2 0,6 0 1 0,2 1-2 0,-2-1 0 16,0 0 0-16,1 1 1 0,0-1-2 0,-1 0 0 0,-6 1 0 16,6-1 0-16,1 0 1 0,-1 1 1 0,1-1 0 0,0 1-1 15,-1-1-1-15,0 0-2 0,1 1 1 0,0-5 0 0,-1 5 2 0,0-1 2 16,1 0 1-16,0 0 4 0,-1-3 1 0,7 4 2 0,-7-1 0 16,2 0 0-16,-2-3 0 0,0 3 0 0,0 0-1 0,1 1 0 0,0-1-1 15,-1 0 0-15,1 1-4 0,-1-1 0 0,0 0-2 0,2 4 1 16,-2-3 0-16,0-1 0 0,0 0-1 0,2 1 0 0,4-1 0 0,-5 0 0 15,-1 1 1-15,1-1-1 0,6 1 0 0,-7-1 0 0,8 0 0 16,-8 1 0-16,0-1-1 0,7 0-3 0,-6 1-1 0,0-1-1 16,5 0 0-16,-4 1-1 0,-2-1-1 0,0 0 2 0,7 1 0 0,-6-1 2 15,-1 0 1-15,1 1 2 0,-1 3 0 0,0-4 0 0,8 0 2 16,-8 0-1-16,0 1 0 0,2 3-1 0,-2-3 0 0,0-2-1 0,1 2 0 16,-1-1 0-16,1 0-2 0,0 4 1 0,-1-3-2 0,0-1 0 15,8 0 0-15,-8 1 0 0,0-4-7 0,1 3-2 0,6 0 0 16,-6 1 0-16,-1-1 0 0,7 0 0 0,-6 1 0 0,-1-1 0 0,7-3 0 15,-6 3 0-15,-1 0 0 0,7 1 0 0,-7-1 0 0,1 0 0 16,6 1 0-16,-7-1 0 0,2 0 0 0,-2 1 0 0,7-1 0 0,-7 1 0 16,1-1 0-16,-1 0 0 0,1 1 0 0,-1-1 0 0,0 0 0 15,2 4 0-15,-2-3 0 0,0 3 0 0,1-5 0 0,-1 2 0 16,1 3 0-16,0-3 0 0,-1-2 0 0,0 5 0 0,0-3 0 0,8-1 0 16,-8 1 0-16,1 3 0 0,0-4 0 0,6 0 0 0,-7 1 0 0,7-1 0 15,-6 4 0-15,5-4 0 0,-5-3 0 0,0 7 0 0,6-4 0 16,0 1 0-16,-7-1 0 0,1 0 0 0,5 1 0 0,-4-1 0 15,4 0 0-15,-5 1 0 0,-1-1 0 0,7 0 0 0,-6 1 0 0,-1 3 0 16,0-4 0-16,2 1 0 0,-2 3 0 0,0-4 0 0,1 0 0 16,0 1 0-16,-1-1 0 0,0 4 0 0,1-4 0 0,-1 1 0 0,1 3 0 15,0-4 0-15,-1 0 0 0,0 4 0 0,1-3 0 0,0-1 0 16,-1 4 0-16,0-4 0 0,1 4 0 0,0-3 0 0,-1-1 0 0,1 4 0 16,-1-4 0-16,0 0 0 0,2 4 0 0,-2-3 0 0,6-1 0 15,-5 4 0-15,0-4 0 0,-1 1 0 0,1 3 0 0,5-4 0 0,-4 0 0 16,-2 4 0-16,7-3 0 0,-6-1 0 0,-1 4 0 0,0-4 0 15,7 1 0-15,-6 3 0 0,0-4 0 0,5 0 0 0,-5 4 0 0,0-3 0 16,-1-1 0-16,0 4 0 0,1-3 0 0,6 3 0 0,-6-4 0 16,-1 4 0-16,0-4 0 0,2 4 0 0,-2-3 0 0,0 3 0 15,0 0 0-15,1-4 0 0,6 4 0 0,-6 0 0 0,-1 0 0 0,0-4 0 16,2 4 0-16,-2 0 0 0,0 0 0 0,0-3 0 0,8 3 0 16,-8 0 0-16,1 0 0 0,-1-4 0 0,1 4 0 0,0 0 0 15,-1 0 0-15,-6 0 0 0,6 0 0 0,0 0 0 0,2 0 0 0,-2 0 0 16,0 0 0-16,-6 0 0 0,7 0 0 0,-1 0 0 0,1 0 0 15,0 0 0-15,-1 0 0 0,0 0 0 0,-6 0 0 0,7 0 0 16,0 0 0-16,5 0 0 0,-5 4 0 0,0-4 0 0,-1 0 0 0,1 0 0 16,-1 0 0-16,0 0 0 0,1 0 0 0,6 0 0 0,-7 0 0 15,1 0 0-15,0 0 0 0,-1 3 0 0,1-3 0 0,-1 0 0 0,1 0 0 16,0 0 0-16,-1 0 0 0,0 0 0 0,0 0 0 0,2 0 0 16,-2 0 0-16,0 0 0 0,1 0 0 0,-1 0 0 0,1 4 0 0,0-4 0 15,-1 0 0-15,0 0 0 0,0 0 0 0,2 0 0 0,-2 0 0 16,0 4 0-16,1-4 0 0,-7 0 0 0,7 0 0 0,-1 0 0 0,1 0 0 15,-1 0 0-15,-6 3 0 0,6-3 0 0,1 0 0 0,0 0 0 16,-7 4 0-16,6-4 0 0,-6 0 0 0,6 0 0 0,1 4 0 0,-7-4 0 16,7 0 0-16,-7 0 0 0,6 0 0 0,1 3 0 0,-7-3 0 15,6 0 0-15,1 0 0 0,-7 0 0 0,6 0 0 0,1 0 0 0,-7 4 0 16,6-4 0-16,0 0 0 0,2 0 0 0,-8 0 0 0,6 0 0 16,0 0 0-16,-6 0 0 0,7 0 0 0,-1 0 0 0,-6 0 0 15,7-4 0-15,-7 4 0 0,6 0 0 0,1 0 0 0,-7 0 0 0,6 0 0 16,-6 0 0-16,6 0 0 0,-6 0 0 0,8-3 0 0,-8 3 0 15,6 0 0-15,-6 0 0 0,6 0 0 0,-6 0 0 0,7 0 0 0,-7 0 0 16,7 0 0-16,-7 3 0 0,6-3 0 0,-6 0 0 0,6 0 0 16,-6 0 0-16,7 0 0 0,-7 0 0 0,0 4 0 0,6-4 0 15,-6 0 0-15,7 0 0 0,-7 0 0 0,7 0 0 0,-7 0 0 0,0 0 0 16,6 0 0-16,-6 0 0 0,6 3 0 0,-6-3 0 0,7 0 0 16,-7 0 0-16,7 0 0 0,-7 0 0 0,0 0 0 0,6 0 0 0,-6 0 0 15,6 0 0-15,-6 0 0 0,7 4 0 0,-7-4 0 0,6 0 0 16,-6 0 0-16,0 0 0 0,7 0 0 0,-7 0 0 0,7 0 0 0,-7 0 0 15,0 0 0-15,0 0 0 0,6 0 0 0,-6 0 0 0,0 0 0 16,0 0 0-16,6 4 0 0,-6-4 0 0,0 0 0 0,0 0 0 0,0 0 0 16,0 0 0-16,0 0 0 0,0 0 0 0,0 0 0 0,0 0 0 15,8 0 0-15,-8 0 0 0,0 0 0 0,0 0 0 0,0 0 0 0,0 0 0 16,0 0 0-16,0 0 0 0,0 0 0 0,0 0 0 0,0 0 0 0,0 0 0 16,0 0 0-16,0 0 0 0,0 0 0 0,0 0 0 0,0 0 0 15,0 0 0-15,0 0 0 0,0 0 0 0,0 0 0 0,-8 0 0 0,2 0 0 16,0 3 0-16,-1-3 0 0,-6 0 0 0,0 0 0 0,0 4-652 15,-6-4-145-15,-1 4-11 0,1-4-2 0,-1 3 18 0,0-3 30 16,-6 0 37-16,7 0 44 0,-1 0 53 0,7-3 57 0,0-5 85 16,7 1 99-16</inkml:trace>
  <inkml:trace contextRef="#ctx0" brushRef="#br0" timeOffset="1703.3">18464 12133 0 0,'0'4'55'0,"0"-4"112"15,0 4 17-15,0-4 21 0,0 3 19 0,0 1 21 0,0-4 23 16,0 3 24-16,0-3 28 0,0 4 12 0,0 0 9 0,0-4-6 0,0 3-13 16,0 5-14-16,0-5-19 0,0 1-16 0,0 4-15 0,0-2-19 15,0 6-18-15,0-5-23 0,0 4-20 0,0 0-26 0,0 0-26 0,0 4-30 16,0-4-33-16,0 0-25 0,0 3-23 0,0-3-33 0,0 4-33 16,0-4-40-16,0 4-40 0,0-4-42 0,0 0-44 0,0 3-33 0,0-3-29 15,0 4-21-15,0-1-17 0,0-3-12 0,0 4-10 0,0 0 0 16,0 0 2-16,0-1 19 0,0 1 29 0,0 0 34 0,0-1 38 0,0 1 41 15,0 0 43-15,-7-1 34 0,7 1 29 0,0-1 23 0,-7 1 18 16,7 0 20-16,-6-4 19 0,0 3 15 0,6 1 15 0,-8 0 12 16,2-4 13-16,0 3 14 0,6 1 12 0,-7-4 17 0,1 3 20 0,-1 1 16 15,7 0 17-15,-6-4 9 0,-1 4 10 0,7-1 2 0,-6 1-1 16,6-1-7-16,0-3-8 0,0 4-10 0,0-4-12 0,-6 0-11 16,6 4-12-16,0-4-19 0,0 0-19 0,0 0-27 0,0 0-31 0,0 0-40 15,0-4-45-15,0 4-44 0,0 0-39 0,0 0-40 0,0-3-37 0,-8 2-32 16,8 2-28-16,0-5-12 0,0 4-9 0,0 0-2 0,0-4 1 15,0 4 8-15,0-4 13 0,0 4 27 0,0-3 34 0,0 3 35 16,0-1 167-16</inkml:trace>
  <inkml:trace contextRef="#ctx0" brushRef="#br0" timeOffset="1853.27">18438 13386 0 0,'6'22'155'0,"0"-4"23"16,-6 4 26-16,7-7 32 0,-7 3 34 0,0 1 32 0,0-5 29 0,-7 5 30 16,7-5 31-16,0 1-8 0,0 3-26 0,0-3-18 0,0-1-19 0,0 1-17 15,0 0-18-15,0-4-24 0,0 4-25 0,7-1-33 0,-7-3-38 16,0 4-52-16,0-4-57 0,0 0-70 0,0 0-77 0,0-1-73 15,0-2-70-15,0 3-55 0,0-3-48 0,0 2-38 0,0-2-33 0,0-1-17 16,0 0-9-16,0 1-2 0,7 3 1 0,-7-4 18 0,0 0 29 0,0 1 39 16,6-1 47-16,-6 0 54 0,6 4 114 0</inkml:trace>
  <inkml:trace contextRef="#ctx0" brushRef="#br0" timeOffset="2303.42">18489 14012 0 0,'0'19'64'16,"0"-1"82"-16,-6 1 19 0,6-1 22 0,-7 0 26 0,7 0 28 15,-6 1 30-15,0-1 26 0,6 0 24 0,0 0 1 0,-7 1-11 0,7-4-8 16,-7 3-7-16,7-3-6 0,0-1-8 0,-6 4-14 0,6-7-16 15,0 4-21-15,0 0-24 0,-6 0-30 0,6-4-30 0,0 3-40 0,0-3-42 16,0 0-49-16,0 0-52 0,0 0-55 0,0-4-58 0,0 4-43 16,0 0-36-16,0-2-24 0,0-3-19 0,0 5-15 0,0-3-13 0,0-1-6 15,0 0-5-15,0 1 11 0,0-1 17 0,0 0 26 0,0 4 29 16,0-4 38-16,6 1 42 0,-6 3 34 0,0-4 31 0,0 3 23 0,0 2 17 16,0 2 21-16,0-3 17 0,0 4 19 0,0 0 16 0,0 3 14 15,-6-3 15-15,6 7 15 0,0-4 18 0,-8 4 14 0,8 4 17 0,-6-4 11 16,6 4 12-16,-6-5 9 0,6 5 9 0,-7 1 4 0,7-2 1 15,-6-4-6-15,6 5-8 0,-7 0-11 0,7-4-13 0,-6-1-15 0,6-2-16 16,0 4-15-16,-7-6-16 0,7 2-16 0,0-1-19 0,0-4-24 16,0 5-31-16,0-8-32 0,0 3-32 0,0-3-24 0,0 4-22 15,0-3-15-15,0-2-13 0,7 1-10 0,-7-4-7 0,0 4-7 16,0-3-3-16,6-1 0 0,-6 0 4 0,0 1 15 0,7-1 20 0,-7-3 22 16,0 3 23-16,6-4 20 0,-6 5 20 0,0-5 15 0,0 1 12 0,0 3 11 15,0-2 9-15,0 1 12 0,0-1 14 0,0 2 11 0,0-4 10 16,0 5 6-16,0-1 7 0,0 0 8 0,0 4 6 0,-6-3 8 15,6 3 8-15,0 3 8 0,-7-3 11 0,7 4 6 0,-6-5 8 0,6 5 2 16,-7 5 1-16,1-6 0 0,6 0-2 0,-6 1-1 0,6 0-2 16,-8-1-4-16,2 1-6 0,6-1-7 0,-6-3-8 0,6 4-8 0,0-4-11 15,0-1-9-15,-7-1-8 0,7 1-9 0,0-2-10 0,0-5-15 16,0 5-20-16,0-5-26 0,0 1-30 0,0 0-29 0,0-4-29 0,0 3-26 16,0-3-28-16,0 0-28 0,0 0-28 0,0 0-15 0,0 0-7 15,0 0-3-15,0 0 0 0,0 0 7 0,0 0 11 0,0 0 21 16,0 0 26-16,0 0 25 0,0 4 152 0</inkml:trace>
  <inkml:trace contextRef="#ctx0" brushRef="#br0" timeOffset="2452.98">18359 15788 46 0,'6'12'115'0,"-6"-1"11"0,0 1 9 0,0-2 11 0,0 1 10 0,0 1 10 15,0-2 13-15,0 1-8 0,0 0-16 0,-6 0-10 0,6 0-11 0,0 0-6 16,0 0-6-16,0 0-9 0,0-3-9 0,0-1-11 0,0 4-9 16,0-4-9-16,0 0-11 0,0 1-11 0,0-5-13 0,6 5-15 15,-6-4-17-15,0 3-20 0,0-4-21 0,0 1-21 0,0 0-21 0,0-1-18 16,0 1-20-16,0-1-19 0,0 1-20 0,0-4-20 0,0 0-22 15,0 0-11-15,0 4-6 0,0-4 2 0,0 3 5 0,0-3 12 0,0 5 14 16,0-2 18-16,0 0 17 0</inkml:trace>
  <inkml:trace contextRef="#ctx0" brushRef="#br0" timeOffset="2637.1">18373 16123 70 0,'0'7'98'0,"0"4"6"0,0-4 5 0,0 4 7 16,0-4 7-16,0 4-2 0,0 1-6 0,-8-5-9 0,8 4-11 16,0-4-8-16,0 4-9 0,0-3-5 0,0-1-5 0,0 4-4 15,0-4-5-15,0 0-5 0,0 1-4 0,0-5-4 0,0 5-6 0,0-1-6 16,0-3-7-16,0 3-5 0,0-3-5 0,8 3-4 0,-8-3-1 15,0-1-1-15,0 1-3 0,0 0-3 0,0 3-1 0,0-3-1 16,0 0-3-16,0-1-3 0,0 1-2 0,0-4-9 0,0 4-12 0,0-1-15 16,0-3-14-16,0 4-20 0,-8-4-23 0,8 0-22 0,0 0-20 15,0 0-11-15,0 4-6 0,0-4-1 0,0 3-1 0,0-3 0 0,0 4 3 16,0-4 7-16,0 0 12 0</inkml:trace>
  <inkml:trace contextRef="#ctx0" brushRef="#br0" timeOffset="21153.62">18398 16298 0 0,'0'-3'56'0,"0"3"29"0,0 0 5 0,0 0-3 15,0 0-3-15,0 0-4 0,0 0-7 0,0 0-5 0,0 0-6 16,0 3-7-16,0-3-7 0,0 0-6 0,0 0-5 0,0 0-6 15,0 0-3-15,0 0-2 0,0 0-1 0,0 0-1 0,0 0 0 0,0 0 1 16,0 0 2-16,0 0 1 0,0 0 1 0,0 0 3 0,0 0 2 0,0 0 2 16,0 0 2-16,0 0 2 0,-6 0 3 0,6 4 1 0,0-4 4 15,0 0 1-15,0 4 2 0,0-4 6 0,0 3 5 0,0-3 6 16,6 4 7-16,-6-4 3 0,0 4 1 0,0-4 3 0,0 3-2 0,0-3 1 16,7 4-2-16,-7-4 2 0,0 4 2 0,0-4 3 0,6 3 0 0,-6-3 4 15,0 0 1-15,7 4 1 0,-7-4 4 0,0 0 3 0,6 4 3 16,-6-4 5-16,6 0 2 0,-6 0 4 0,8 4 2 0,-8-4 4 15,6 0 3-15,-6 0 3 0,6 0 6 0,1 0 2 0,-7 0-3 0,7-4-1 16,-1 4-3-16,0 0-4 0,-6-4-2 0,7 4-4 0,-1-4-2 0,1 4-5 16,0-3-7-16,-1 3-6 0,0-4-7 0,1 4-6 0,0-4-10 15,-1 4-7-15,7-3-9 0,-7 3-7 0,1-4-8 0,0 4-5 16,-1 0-5-16,0-4-5 0,2 4-3 0,-2-3 0 0,6 3 0 0,-5-4 2 16,-7 4 0-16,7 0-1 0,-1 0-2 0,1 0 1 0,-1 0 0 0,0 0 2 15,2 0 1-15,-8 0 1 0,6 0 1 0,0 0 0 0,0 0-1 0,-6 0 1 16,8 4 0-16,-2-4 0 0,-6 0 1 0,6 0 0 0,-6 3-1 15,7-3 0-15,-1 0 0 0,-6 4-1 0,7-4-1 0,0 0 0 16,-1 0 0-16,0 0 1 0,-6 4-2 0,6-4 0 0,2 0-2 0,-2 0-2 16,0 0-3-16,1 0-1 0,-1 0-1 0,1 0-1 0,0 0-1 15,-1 3 0-15,0-3 0 0,0 0 0 0,8 0 2 0,-8 0 2 0,1 0-1 16,0 4 1-16,-1-4-1 0,1 0 0 0,-1 0 1 0,0 0-1 16,8 0 0-16,-8 4 1 0,0-4-2 0,1 0 1 0,0 0-1 0,-1 0-1 15,1 3-2-15,-1-3-2 0,1 0 1 0,0 0-1 0,-1 0 2 16,0 0 1-16,0 4 1 0,2-4 1 0,-2 0 0 0,0 0-1 0,1 0 0 15,-1 0 0-15,-6 4-2 0,7-4 0 0,0 0-1 0,-1 0 0 16,-6 0 0-16,6 0 0 0,0 0-1 0,2 0 1 0,-8 4-2 0,6-4 0 16,0 0 2-16,1 0 1 0,0 0 0 0,-7 3 1 0,6-3 0 0,1 0 2 15,-1 0 1-15,0 0 2 0,1 0-1 0,0 4 2 0,-1-4 0 16,0 0 0-16,-6 0 0 0,7 0-1 0,0 0-1 0,-1 4 0 16,1-4 1-16,-1 0-1 0,1 3 2 0,-1-3 0 0,-6 0-1 0,7 4 0 15,-1-4-1-15,0 0 1 0,2 4-2 0,-2-4 0 0,7 3-1 0,-7-3 0 16,1 0-1-16,-1 4 1 0,1-4-1 0,-1 0-1 0,8 0-1 15,-8 0-1-15,0 0-1 0,8 0-1 0,-8 0 0 0,0-4 0 16,7 4-5-16,-6 0-6 0,0 0 0 0,-1 0 0 0,0-3 0 0,1 3 0 16,6 0 0-16,-7 0 0 0,1 0 0 0,-1 0 0 0,-6 0 0 0,7 0 0 15,0 0 0-15,-1 0 0 0,0 0 0 0,2 0 0 0,-2 0 0 0,0 0 0 16,-6 0 0-16,7 3 0 0,-1-3 0 0,1 0 0 0,-1 0 0 16,1 0 0-16,-1 0 0 0,-6 4 0 0,6-4 0 0,2 0 0 15,-2 0 0-15,0 0 0 0,8 0 0 0,-8 0 0 0,0 0 0 0,1 0 0 16,-1 0 0-16,1 0 0 0,6 0 0 0,-7 4 0 0,1-4 0 0,0 0 0 15,-1 0 0-15,7 0 0 0,-7 0 0 0,1 0 0 0,0 0 0 16,-1 0 0-16,0 3 0 0,8-3 0 0,-8 0 0 0,0 0 0 16,1 4 0-16,6-4 0 0,-6 0 0 0,-1 3 0 0,0-3 0 0,2 0 0 15,4 4 0-15,-6-4 0 0,1 0 0 0,6 4 0 0,-6-4 0 0,-1 0 0 16,8 3 0-16,-8-3 0 0,0 0 0 0,0 0 0 0,8 4 0 0,-8-4 0 16,1 0 0-16,6 0 0 0,-6 4 0 0,-1-4 0 0,0 0 0 15,0 0 0-15,8 0 0 0,-8 0 0 0,1 3 0 0,0-3 0 16,-1 0 0-16,1 0 0 0,-1 0 0 0,0 0 0 0,2 0 0 0,-2 4 0 15,-6-4 0-15,6 0 0 0,0 0 0 0,1 0 0 0,0 0 0 0,-7 0 0 16,6 4 0-16,1-4 0 0,-1 0 0 0,1 0 0 0,-7 3 0 16,7-3 0-16,-1 0 0 0,0 4 0 0,0-4 0 0,2 0 0 15,-2 0 0-15,0 0 0 0,1 4 0 0,-1-4 0 0,1 0 0 0,0 0 0 16,-7 4 0-16,6-4 0 0,0 0 0 0,0 0 0 0,2 0 0 16,-2 3 0-16,0-3 0 0,1 0 0 0,0 0 0 0,-7 0 0 0,6 0 0 15,1 0 0-15,-7 0 0 0,6 0 0 0,0 0 0 0,-6 0 0 16,7 0 0-16,-7 0 0 0,0 0 0 0,7 0 0 0,-7 0 0 0,0 0 0 15,6 0 0-15,-6 0 0 0,0 0 0 0,0-3 0 0,6 3 0 0,-6 0 0 16,0-4 0-16,7 4 0 0,-7-4 0 0,7 4 0 0,-1-4 0 16,-6 1-155-16,7-1-73 0,-1 0-27 0,0 1-36 0,1 3-46 0,0-4-53 15,-1 4-37-15,-6 0-30 0,6 0-21 0,-6 0-15 0,8 4-14 16,-8 3-12-16,0-3 3 0,0 7 11 0,-8-4 18 0,8 4 20 0,-6 3 37 16,0 1 47-16,-8-3 58 0,8 6 66 0,-13-4 51 0,5 1 134 15</inkml:trace>
  <inkml:trace contextRef="#ctx0" brushRef="#br0" timeOffset="21736.19">19297 16591 0 0,'7'-3'42'0,"-7"-5"72"0,6 5 14 15,-6-1 19-15,0 0 21 0,0 4 31 0,6 0 34 0,-6 0 26 16,0 0 21-16,0 0 21 0,0 0 20 0,0 0 15 0,0 0 14 0,0 0 9 16,-6 4 5-16,6 3-1 0,0-3-5 0,0 3-12 0,0 4-16 0,-6 1-25 15,6-2-30-15,-7 5-30 0,0 0-30 0,1 3-34 0,-1 0-37 16,1 4-28-16,0 4-23 0,-8-4-17 0,8 8-14 0,-8-5-10 16,2 4-8-16,-1 4-6 0,6 1-7 0,-12 2-4 0,5-3-4 0,2 3-5 15,-1 5-6-15,0-4-3 0,-7-1-3 0,7 1-3 0,0 0-1 0,0-1-5 16,0-3-4-16,0 0-10 0,6-8-10 0,-5 5-15 0,4-8-16 15,2-4-28-15,0 0-32 0,6-3-49 0,-6-8-59 0,6 4-59 0,0-7-60 16,0 0-51-16,0-4-47 0,0-4-30 0,0-3-22 0,0-1-6 16,6-6 5-16,-6 3 11 0,6-7 14 0,-6-1 28 0,6-3 31 0,2-4 49 15,-2 1 60-15,0-1 59 0,1-3 175 0</inkml:trace>
  <inkml:trace contextRef="#ctx0" brushRef="#br0" timeOffset="22021.27">19446 16474 83 0,'8'-7'127'0,"-2"-1"20"0,0 5 23 16,8-1 35-16,-8 1 38 0,0 3 36 0,1 3 35 0,-1 1 22 15,1-1 15-15,6 5 9 0,-7-1 5 0,8 0 2 0,-8 5 2 0,7-1-6 16,0 3-7-16,0 1-16 0,1-4-18 0,-2 7-29 0,1-3-34 0,0 3-33 16,0-3-35-16,1 3-36 0,-2 1-38 0,8 3-22 0,-7-4-18 15,0 0-12-15,6 4-9 0,-5-4-7 0,-2 1-6 0,1 3-4 0,1-4-5 16,-2 4-4-16,-6-4-3 0,8 4-5 0,-1 1-2 0,-6-1-5 15,-1-4-3-15,7 4-3 0,-7 0-1 0,2-4-2 0,-2 4 0 0,0-4-3 16,0 4 0-16,-6-3-3 0,7-1-2 0,0 0-4 0,-1-3-6 0,-6-1-8 16,0 5-10-16,7-8-14 0,-7 3-15 0,0-3-26 0,0 1-33 15,0-5-49-15,0 4-59 0,0-4-61 0,0-3-62 0,-7 3-58 0,7-3-55 16,-6-1-26-16,-1-3-11 0,0 0-1 0,7 0 6 0,-6-3 11 16,0 3 15-16,0-8 26 0,-2 1 30 0,2 0 51 0,-7-4 58 0</inkml:trace>
  <inkml:trace contextRef="#ctx0" brushRef="#br0" timeOffset="22319.68">19231 16906 0 0,'0'0'72'0,"-6"0"80"0,6 0 4 0,0 0 9 0,0 0 8 0,0 0 22 16,0 0 30-16,6-3 34 0,-6 3 36 0,8 0 15 0,-2 0 6 0,0 0 1 15,1 0-3-15,6-4-4 0,0 4-7 0,-7 0-3 0,14 0-1 0,-7 0-1 16,0 0-4-16,6 0-18 0,-5 0-27 0,6 0-31 0,-1 0-33 16,0 0-34-16,0-4-31 0,1 4-28 0,0 0-25 0,6 0-15 0,-7 0-11 15,7-3-7-15,-6 3-4 0,7 0-6 0,-9-3-6 0,2 3-4 16,7 0-3-16,-9 0-3 0,2-5-4 0,0 5-12 0,-1-3-15 0,-5 3-32 16,5 0-39-16,-6-4-52 0,-6 4-59 0,5 0-60 0,-6 0-58 0,2 0-56 15,-2 0-53-15,-6 0-27 0,6 0-13 0,-6 0-6 0,0 0-3 16,0 0 10-16,0 0 11 0,-6 4 32 0,6-1 37 0,-6 2 53 0,6-2 59 15</inkml:trace>
  <inkml:trace contextRef="#ctx0" brushRef="#br0" timeOffset="27403.67">18503 13214 14 0,'0'-4'68'0,"0"4"-2"0,0 0-4 0,0 0-2 15,0 0-4-15,0 0-4 0,0 0-3 0,0 0-5 0,0 0-5 0,0 0-7 16,-7-3-4-16,7 3-5 0,0 0-5 0,0 0-3 0,0 0-4 16,0 0-3-16,-7 0-3 0,7 0-3 0,0 0 1 0,0 0-1 15,0 3-1-15,0-3 0 0,0 0 0 0,0 0-1 0,0 0 0 0,0 0 1 16,0 0-1-16,0 0 1 0,-6 0-1 0,6 0 3 0,0 0 2 15,0 0 2-15,0 0 2 0,0 0 0 0,0 0 3 0,0 0 0 0,0 0 1 16,0 0 1-16,0 4 1 0,0-4 0 0,0 0 0 0,0 0 1 16,0 0 1-16,0 0-1 0,0 0-2 0,0 0-1 0,0 0-1 0,0 0-1 15,0 0 1-15,0 0-1 0,0 0 0 0,0 0 1 0,0 0 0 16,0 0 0-16,0 0 1 0,0 0 0 0,0 0-2 0,0 0 0 16,0 0 0-16,0 0-1 0,0 0-3 0,0 0 1 0,0 0 0 0,0 0-1 15,0 0-1-15,0 0 0 0,0 0-2 0,0 0-1 0,0 0-2 16,0 0 1-16,0 0 0 0,0 0 0 0,0 0-1 0,0 0 3 15,0 0 1-15,0 0 2 0,0 0 3 0,0 0 0 0,0 0 2 0,0 0 1 16,0 0 2-16,0 0 1 0,0 0 3 0,0 0 0 0,0 0 0 16,0 0 2-16,0 0 2 0,0 0 0 0,0 0 1 0,0 0 0 15,0 0 0-15,0 0 2 0,0 0-1 0,0 0 0 0,0 0 0 0,0 0-2 16,0 0 0-16,0 0 0 0,0 0-1 0,0 0-1 0,0 0-2 0,0 0-1 16,0 0-4-16,0 0 0 0,0 0 0 0,0 0 1 0,0 0 0 15,0 0 2-15,0 0-1 0,0 0 2 0,6-4-1 0,-6 4-1 0,0 0 1 16,0 0 1-16,0 0 2 0,0 0 4 0,0 0 2 0,0 0 1 15,0 0 1-15,0 0-1 0,0 0-2 0,0 0 0 0,0 0 2 0,0 0 1 16,0 0 6-16,0 0 3 0,0 0 4 0,0 0 2 0,0 0-1 16,0 0-1-16,0 0-2 0,0 0-3 0,0 0-2 0,0 0-2 15,0 0 0-15,0 0-2 0,0 0-2 0,0 0-4 0,0 0-4 0,0 0-4 16,0 0-6-16,0 0-2 0,0 0-2 0,0 0-3 0,0 0-1 16,0 0 0-16,0 0-2 0,0 0 0 0,0 0 0 0,0 0-1 15,0 0 0-15,0 0-1 0,0 0 0 0,0 0 1 0,0 0-1 0,0 0 0 16,0 0 0-16,0 0 0 0,0 0-1 0,0 0 0 0,-6 4 0 15,6-4-1-15,0 0 2 0,-7 0-1 0,7 0 0 0,0 0 0 16,-6 0 0-16,6 4 0 0,0-4-1 0,-6 0 2 0,6 0-1 0,0 0 1 16,0 3 1-16,0-3-1 0,-7 0 1 0,7 0 1 0,0 0-1 0,0 0 1 15,0 0 1-15,0 0-1 0,0 0 1 0,0 0-1 0,0 0 0 16,0 0 0-16,0 0 0 0,0 0 0 0,0 0 1 0,0 0-1 16,0 0 0-16,0 0 1 0,0 0 0 0,0 0-1 0,0 0 0 0,0 0 1 15,0 0-1-15,0 0 1 0,0 0 1 0,0 0 0 0,-7 0-1 16,7 0 0-16,0-3 0 0,0 3 0 0,0 0 0 0,-6 0 0 0,6 0-1 15,0-4 1-15,0 4 0 0,0 0-1 0,0 0 0 0,-6 0 0 16,6-4-1-16,0 4 0 0,0 0 2 0,0 0 0 0,0 0 0 16,0-3 0-16,-8 3-1 0,8 0 0 0,0 0 0 0,0 0 0 15,0 0 0-15,0 0 1 0,0 0 0 0,0-4 0 0,0 4 0 0,0 0-1 16,0 0 1-16,0 0-1 0,0 0-1 0,0 0 2 0,0 0-1 0,0 0 1 16,0 0 0-16,0 0-1 0,0 0-2 0,0 0 2 0,0 0-1 15,0 0 2-15,0 0-1 0,0-4 0 0,0 4 0 0,0 0 1 16,0-3 0-16,0 3-2 0,0-4 0 0,-6 4 1 0,6 0 0 0,0-4 1 15,0 4 1-15,0-4 0 0,0 4 0 0,0-3 0 0,0 3-1 16,0 0-1-16,0-4-1 0,-6 4 1 0,6 0 0 0,0 0 1 0,0 0 1 16,0 0 0-16,0-4-1 0,0 4 1 0,0 0 0 0,0 0 0 15,0 0-1-15,0 0 2 0,0 0 0 0,0 0 2 0,0 0 0 0,0 0 6 16,0 0 10-16,0 0 7 0,0 0 3 0,0 0 7 0,0 0 5 16,0 0 4-16,0 0 4 0,0 0 2 0,0 0 2 0,0 0 3 0,0 0 1 15,0 0 4-15,0 0 3 0,0 0-3 0,0 0-6 0,0 0-4 16,0 0-2-16,0 0-3 0,0 0-2 0,0 0-1 0,0 0-3 15,0 0 0-15,0 0 0 0,0 0 2 0,0 0 0 0,0 0 3 16,0 0 2-16,0 0 1 0,0 0 0 0,0 0 5 0,0 0 2 0,0 0 5 16,0 0 2-16,0 0 7 0,0 0 10 0,0 0 8 0,0 0 8 0,0 0 4 15,0 0 1-15,0 0 0 0,0 0-3 0,0 0-1 0,0 0 1 16,0 0-1-16,0 0-1 0,0 0-4 0,0 0-1 0,0 0-6 16,0 0-8-16,0 0-7 0,0 4-6 0,0-4-4 0,6 0-1 0,-6 4 0 15,0-4 2-15,6 3-2 0,-6-3 0 0,8 4 0 0,-8-4-2 0,6 4-1 16,-6-4-2-16,6 4 1 0,-6-1-2 0,7 1-1 0,0 0 0 15,-7-1-3-15,6 1-1 0,-6-4-1 0,6 7-5 0,-6-3-1 16,7 0-3-16,-7-1 0 0,6 1 1 0,-6 3 0 0,7-3 1 0,0-1-1 16,-7 5-1-16,6-5-2 0,-6 1-1 0,6 0 0 0,-6 3-1 15,7-3-1-15,-7-1 0 0,7 1-2 0,-7 0 0 0,6-1 0 16,-6 1-1-16,6 0 0 0,-6-1-1 0,7 1-1 0,-7 0-1 0,0-4 0 16,6 3 0-16,-6 1-1 0,7-1 0 0,-7 2-1 0,7-2 0 0,-7-3 1 15,6 3-3-15,-6 2-1 0,0-5-1 0,6 3-2 0,-6 1-1 16,0 0 0-16,8-1 0 0,-8 1 0 0,6 0 2 0,-6-1 1 15,6 1 1-15,-6-1 0 0,6 1 1 0,-6 3-1 0,7-3 2 0,-7 0-14 16,7 3-11-16,-7-3 0 0,6-1 0 0,1 5 0 0,-7-5 0 16,6 1 0-16,-6 3 0 0,6-3 0 0,2 0 0 0,-8 3 0 0,6-4 0 15,-6 5 0-15,6-5 0 0,0 1 0 0,-6 3 0 0,8-2 0 16,-2-2 0-16,-6 0 0 0,6 1 0 0,1 0 0 0,-7 0 0 0,6-1 0 16,-6 1 0-16,7 0 0 0,0-1 0 0,-7 1 0 0,6 0 0 15,-6-4 0-15,0 3 0 0,6 1 0 0,0-4 0 0,-6 4 0 16,8-1 0-16,-8-3 0 0,6 4 0 0,-6 0 0 0,6-4 0 0,-6 3 0 15,7 1 0-15,-1 0 0 0,-6-1 0 0,7-3 0 0,0 4 0 0,-7-1 0 16,6 1 0-16,0-4 0 0,0 4 0 0,-6-1 0 0,8 1 0 16,-2 0 0-16,0-1 0 0,1 1 0 0,0 0 0 0,-1-1 0 15,1 1 0-15,-1 0 0 0,0-1 0 0,1 1 0 0,0 0 0 0,-1-1 0 16,0 1 0-16,1 0 0 0,0 0 0 0,-7-1 0 0,6 1 0 16,1-1 0-16,-1-3 0 0,1 4 0 0,0 0 0 0,-1 0 0 0,0-1 0 15,0 1 0-15,2 0 0 0,-2-1 0 0,-6-3 0 0,6 4 0 16,1 0 0-16,-1-1 0 0,1-3 0 0,0 4 0 0,-1-1 0 15,0-3 0-15,0 4 0 0,2 0 0 0,-2-1 0 0,0-3 0 0,1 4 0 16,0 0 0-16,6-4 0 0,-7 3 0 0,0 1 0 0,1-4 0 16,0 4 0-16,-1-1 0 0,0-3 0 0,1 4 0 0,0 0 0 0,-1-4 0 15,1 3 0-15,-1 1 0 0,1 0 0 0,-1-1 0 0,7-3 0 16,-13 4 0-16,14 0 0 0,-8-4 0 0,0 3 0 0,1 1 0 16,-1-4 0-16,1 3 0 0,-1 1 0 0,7-4 0 0,-7 4 0 0,2-4 0 15,-2 3 0-15,0-3 0 0,1 5 0 0,0-5 0 0,-1 3 0 0,0-3 0 16,1 4 0-16,-1-4 0 0,1 0 0 0,0 4 0 0,-1-4 0 15,0 3 0-15,1-3 0 0,0 0 0 0,-1 3 0 0,0-3 0 16,1 0 0-16,-1 4 0 0,1-4 0 0,0 0 0 0,-1 4 0 0,0-4 0 16,2 0 0-16,-2 4 0 0,0-4 0 0,1 0 0 0,-1 3 0 15,1-3 0-15,-1 0 0 0,7 4 0 0,-7-4 0 0,2 4 0 0,-2-4 0 16,0 3 0-16,8-3 0 0,-8 4 0 0,0-4 0 0,1 0 0 16,-1 4 0-16,1-4 0 0,6 3 0 0,-7-3 0 0,1 0 0 0,0 4 0 15,-1-4 0-15,7 0 0 0,-7 4 0 0,1-4 0 0,0 0 0 16,5 3 0-16,-4-3 0 0,-2 0 0 0,6 0 0 0,-5 0 0 15,0 4 0-15,6-4 0 0,-7 0 0 0,8 0 0 0,-8 0 0 0,0 4 0 16,7-4 0-16,-6 0 0 0,-1 0 0 0,7 0 0 0,-6 0 0 16,0 3 0-16,5-3 0 0,-6 0 0 0,2 0 0 0,-2 0 0 0,0 0 0 15,1 0 0-15,-1 4 0 0,1-4 0 0,0 0 0 0,-1 0 0 16,0 0 0-16,0 0 0 0,8 0 0 0,-8 0 0 0,-6 4 0 16,7-4 0-16,0 0 0 0,-1 0 0 0,1 0 0 0,-1 0 0 15,0 0 0-15,2 3 0 0,-2-3 0 0,0 0 0 0,-6 0 0 0,6 0 0 16,1 0 0-16,0 0 0 0,-1 0 0 0,-6 0 0 0,7 0 0 0,-1 0 0 15,-6 0 0-15,7 0 0 0,-7 0 0 0,7 0 0 0,-7 0 0 16,6 0 0-16,-6 0 0 0,0 0 0 0,6 0 0 0,-6 0 0 16,0 0 0-16,6 0 0 0,-6 0 0 0,0 0 0 0,0 0 0 0,8 0 0 15,-8 0 0-15,6 0 0 0,-6 4 0 0,6-4 0 0,-6 0 0 16,0 0 0-16,7 0 0 0,-7 0 0 0,6 0 0 0,-6 0 0 0,0 0 0 16,7 0 0-16,-7 0 0 0,7 0 0 0,-7 0 0 0,0 0 0 15,6 0 0-15,-6 0 0 0,6 0 0 0,-6 0 0 0,6 0 0 0,-6 0 0 16,8 0 0-16,-8 0 0 0,6 0 0 0,-6 0 0 0,6 0 0 15,1 0 0-15,-7 0 0 0,7 0 0 0,-1 0 0 0,1 0 0 0,-7 0 0 16,6 0 0-16,0 0 0 0,1 0 0 0,-7 0 0 0,7 0 0 16,-7 0 0-16,6 0 0 0,0 0 0 0,-6 0 0 0,7 0 0 0,-7 3 0 15,7-3 0-15,-7 0 0 0,0 0 0 0,6 0 0 0,-6 0 0 16,7 0 0-16,-7 0 0 0,0 0 0 0,6 0 0 0,-6 0 0 0,6 0 0 16,-6 0 0-16,7 0 0 0,-7 0 0 0,7 0 0 0,-7 0 0 15,6 0 0-15,-6 0 0 0,6 0 0 0,-6 0 0 0,8 0 0 0,-8 0 0 16,6-3 0-16,-6 3 0 0,6 0 0 0,-6 0 0 0,7 0 0 0,-7 0 0 15,6 0 0-15,-6 0 0 0,7 0 0 0,-7 0 0 0,6 0 0 16,1 0 0-16,-7 0 0 0,6 0 0 0,-6 0 0 0,6 0 0 0,2 0 0 16,-8 0 0-16,6 0 0 0,0 0 0 0,-6 0 0 0,7 0 0 15,0 0 0-15,-7 0 0 0,6 0 0 0,0 0 0 0,-6 0 0 0,7 0 0 16,-1 0 0-16,1 0 0 0,0 0 0 0,-7 0 0 0,6 0 0 0,0 0 0 16,1 0 0-16,0 0 0 0,-1 0 0 0,-6 0 0 0,7 0 0 0,-1 0 0 15,0 0 0-15,1 0 0 0,-7 0 0 0,7 0 0 0,-1 0 0 16,0 0 0-16,2 0 0 0,-8 0 0 0,6 0 0 0,0 0 0 0,1 0 0 15,-7 0 0-15,6 0 0 0,1 0 0 0,-1 0 0 0,-6 0 0 16,7 0 0-16,-1 0 0 0,-6 0 0 0,6 0 0 0,2 0 0 0,-2 0 0 16,0 0 0-16,-6 0 0 0,7 0 0 0,0 0 0 0,-1 0 0 0,0 0 0 15,1 0 0-15,-1 0 0 0,1 0 0 0,0 0 0 0,-1 0 0 16,0 0 0-16,-6 0 0 0,7 0 0 0,0 0 0 0,-1 0 0 0,0 0 0 16,1 0 0-16,-1 0 0 0,1 0 0 0,0 0 0 0,-1 0 0 15,0 0 0-15,2 0 0 0,-8 0 0 0,6-4 0 0,0 4 0 0,0 0 0 16,1 0 0-16,0 0 0 0,-7 0 0 0,6 0 0 0,1-3 0 0,-1 3 0 15,0 0 0-15,2 0 0 0,-8 0 0 0,6 0 0 0,0 0 0 0,0 0 0 16,1 0 0-16,-7 0 0 0,7 0 0 0,-1 0 0 0,1 0 0 16,-1 0 0-16,1 0 0 0,-7 0 0 0,7 0 0 0,-1 0 0 0,0 0 0 15,0 3 0-15,-6-3 0 0,8 0 0 0,-2 0 0 0,0 0 0 16,-6 0 0-16,7 4 0 0,-1-4 0 0,1 0 0 0,-7 0 0 0,7 0 0 16,-7 0 0-16,6 3 0 0,0-3 0 0,-6 0 0 0,8 0 0 0,-8 0 0 15,6 0 0-15,-6 0 0 0,6 0 0 0,-6 0 0 0,0 0 0 16,6 0 0-16,-6 0 0 0,7 0 0 0,-7 0 0 0,0 0 0 0,7 0 0 15,-7 4 0-15,6-4 0 0,-6 0 0 0,0 0 0 0,0 0 0 16,7 0 0-16,-7 0 0 0,0 0 0 0,0 0 0 0,0 0 0 0,0 0 0 16,0 0 0-16,0 0 0 0,0 0 0 0,0 0 0 0,0 0 0 0,-7-4 0 15,7 4 0-15,-6 0 0 0,-1 0 0 0,0-3 0 0,1 3 0 16,-6 0-565-16,4 0-279 0,-4 3 6 0,-2-3 25 0,8 0 30 16,-7 4 38-16,-1-4 38 0,8 0 39 0,-6 0 50 0,5 0 52 15,7 0 77-15,-7-4 86 0</inkml:trace>
  <inkml:trace contextRef="#ctx0" brushRef="#br0" timeOffset="28136.18">20991 12250 0 0,'0'0'105'0,"0"0"64"16,0 0 22-16,0 0 27 0,0 0 30 0,0 0 34 0,0 0 34 15,0 0 40-15,0 0 44 0,0 0 7 0,0 0-12 0,0 0-10 0,0 4-13 16,0 0-11-16,0-1-13 0,0 1-14 0,0 0-13 0,0-1-23 15,0 8-27-15,0-3-31 0,6-1-33 0,-6 4-40 0,0 3-43 0,-6-2-31 16,6 1-23-16,0 3-22 0,0 2-25 0,-8-3-28 0,8-1-30 16,-6 5-48-16,6-5-58 0,0 5-71 0,-6-4-76 0,0-1-62 0,6 1-58 15,0 0-44-15,-7-1-35 0,7 1-17 0,-7 0-9 0,7-1 4 16,-6 1 9-16,6-1 17 0,0 1 23 0,-7 0 40 0,7-1 50 0,0-3 65 16,0 4 81-16</inkml:trace>
  <inkml:trace contextRef="#ctx0" brushRef="#br0" timeOffset="28286.66">20958 12815 0 0,'7'18'43'0,"-7"0"103"0,6 0 19 0,-6 4 21 0,6-4 26 0,-6 5 29 15,0-5 31-15,-6 0 31 0,6-3 28 0,0 3 10 0,0-3-5 16,0-1-7-16,6 5-7 0,-6-4-11 0,0-1-14 0,0 1-16 0,0 0-18 16,0-1-22-16,0 1-26 0,0-1-30 0,0 1-32 0,0 3-40 15,0-3-40-15,0 0-53 0,0 0-58 0,0-1-60 0,0 1-62 16,0-1-49-16,0 1-42 0,0-4-32 0,0 4-27 0,-6-5-22 0,6 6-20 16,0-5-19-16,0 3-21 0,0-3-6 0,0 0 3 0,0 0 19 15,0 0 31-15,0 0 40 0,0 0 49 0,0-4 42 0,6 4 39 0</inkml:trace>
  <inkml:trace contextRef="#ctx0" brushRef="#br0" timeOffset="28603.26">20971 13598 0 0,'0'15'49'0,"0"-4"67"0,0 4 14 0,0 0 16 16,0-1 16-16,0-3 21 0,0 4 19 0,0-1 12 0,0 1 5 0,0 0-2 15,0-1-3-15,0 1-1 0,0-4-1 0,0 4-4 0,0-1-9 16,-6 1-9-16,6 0-12 0,0-4-16 0,0 3-16 0,0-3-19 16,0 0-22-16,-7 4-22 0,7-4-20 0,0 0-20 0,0-4-21 0,0 4-28 15,0 0-31-15,0 0-27 0,-7-3-25 0,7 2-23 0,0-2-21 16,0 3-16-16,0 0-15 0,0-4-9 0,-6 4-10 0,6 0-5 15,0 0-5-15,0-4 2 0,0 5 2 0,0-1 14 0,0-1 19 0,0 1 23 16,0-3 23-16,-7 3 20 0,7 0 20 0,0-4 15 0,0 4 13 0,0 0 12 16,-6-4 9-16,6 4 7 0,0 1 7 0,-7-6 2 0,7 5 3 15,0 1 3-15,0-1 1 0,-7-1 1 0,7 5-1 0,0-4 2 16,-6 4 2-16,6-4 3 0,0 3 3 0,-6 1 2 0,6 0 1 0,0 0 2 16,0-1 3-16,-6 1 3 0,6 3 3 0,0-3 4 0,0-1 3 15,0 5 1-15,0-5 2 0,0 1 0 0,0 4-2 0,0-5-4 16,-8 1-2-16,8-1-2 0,0-3-1 0,0 4-2 0,0 0-4 0,-6-5-3 15,6 5-5-15,0-3-11 0,0-2-15 0,-6 1-23 0,6 0-28 16,0 4-27-16,0-8-25 0,-7 4-13 0,7 0-7 0,0 0-3 16,0-4-2-16,-6 4 1 0,6-3-2 0,0 3 1 0,0-4 0 0</inkml:trace>
  <inkml:trace contextRef="#ctx0" brushRef="#br0" timeOffset="28769.29">20918 14965 10 0,'0'15'160'0,"0"-4"20"16,-6 0 22-16,0 3 24 0,6-3 28 0,-6 0 23 0,6 4 22 15,-8-3 13-15,8 2 11 0,-6-3-20 0,0 3-35 0,6-3-31 16,0 4-27-16,-7-4-22 0,7 0-18 0,0 3-23 0,0-3-26 0,0 0-45 16,0-4-54-16,0 5-59 0,0-1-62 0,0-4-51 0,7 4-45 15,-7-4-42-15,0 1-42 0,0-1-24 0,6 0-15 0,-6 1-5 16,6-1-4-16,2-3 2 0,-8 3 3 0,6-3 19 0,0 3 28 0,-6-4 35 16,6 5 41-16</inkml:trace>
  <inkml:trace contextRef="#ctx0" brushRef="#br0" timeOffset="28920.3">20938 15455 23 0,'-6'15'155'0,"-1"-3"16"0,7-1 16 16,-7 3 20-16,1-3 23 0,0 4 22 0,6-4 18 0,-6 0 13 0,6 3 11 16,-8-3-24-16,8 0-39 0,-6 0-27 0,6 0-23 0,0 1-17 15,0-5-15-15,0 4-17 0,0-4-16 0,0 0-24 0,0 4-26 0,0-3-37 16,0-1-45-16,6 0-43 0,-6 1-44 0,0-1-40 0,0 0-35 16,0 1-34-16,0-1-36 0,0 0-21 0,0 0-18 0,0 1-7 15,0-5-5-15,0 5 2 0,0-1 1 0,0 1 17 0,8-1 23 0,-8-3 32 16,0 3 35-16</inkml:trace>
  <inkml:trace contextRef="#ctx0" brushRef="#br0" timeOffset="29169.52">20918 15899 32 0,'-6'11'137'0,"6"0"13"0,-6 0 11 0,6 4 15 0,-6-4 17 0,6 0 16 15,0 0 18-15,-8 0 3 0,8-4-1 0,0 4-21 0,-6-4-31 16,6 4-21-16,0-4-17 0,0 1-14 0,0 0-11 0,0-5-13 0,0 5-14 16,0-6-16-16,0 7-19 0,0-6-29 0,0 1-31 0,0-1-29 15,6 1-26-15,-6 0-23 0,0-1-20 0,0 1-17 0,0 3-15 0,0-3-13 16,0 0-12-16,0-1-7 0,0 1-6 0,0 0-1 0,0-1 0 15,8 1 10-15,-8 0 16 0,0-1 18 0,0 1 19 0,0-4 20 0,0 4 18 16,0-4 20-16,0 3 19 0,0-3 20 0,0 0 21 0,0 0 16 16,0 0 14-16,0 0 10 0,6 4 9 0,-6-4 5 0,0 0 3 0,0 0 2 15,0 0 1-15,0 0 1 0,0 4-2 0,0-4-2 0,0 0-7 16,0 0-6-16,0 0-8 0,0 0-14 0,0 3-17 0,0-3-28 0,0 0-35 16,0 0-28-16,0 0-25 0,0 0-12 0,0 0-7 0,0 0-4 15,0 0-1-15,0 0 0 0,0 0 0 0,0 0-1 0,0 0 1 0</inkml:trace>
  <inkml:trace contextRef="#ctx0" brushRef="#br0" timeOffset="31003.57">21062 12309 17 0,'0'3'123'0,"0"-3"9"0,0 0 7 0,0 0 10 0,0 0 10 16,0 0 13-16,-6 0 15 0,6 0 6 0,0 0 5 0,0 0-6 0,0 0-9 16,0 0-1-16,0 0 3 0,0 0 5 0,0 0 7 0,0 0 11 15,0 0 10-15,0 0 9 0,0 0 8 0,0 0 1 0,0 0-1 0,0 0-5 16,0 0-7-16,0 0-13 0,0 0-12 0,0 0-11 0,0 0-12 16,0 0-7-16,0 0-7 0,6 0-11 0,-6 0-11 0,6 4-13 15,-6-4-14-15,7 0-12 0,0 0-11 0,-1 0-4 0,1 0-2 0,-1 0-1 16,0 0 1-16,1 0-4 0,0 4-3 0,5-4-5 0,-5 0-5 15,0 0-5-15,6 0-2 0,-7 0-1 0,0 0 2 0,8 3 1 16,-8-3 2-16,8 0-2 0,-8 5-5 0,0-5-2 0,7 0-3 0,-6 3 2 16,-1-3 0-16,7 0 2 0,-7 4-1 0,2-4-1 0,4 0 0 15,-5 3-3-15,0-3-1 0,6 0-3 0,-7 4-1 0,0-4 1 0,8 0-1 16,-8 4 1-16,0-4-2 0,8 0-2 0,-8 0-19 0,1 0-23 16,-1 0 0-16,7 0 0 0,-6 0 0 0,-1 0 0 0,0 0 0 0,8-4 0 15,-8 4 0-15,1 0 0 0,-1-4 0 0,7 4 0 0,-6 0 0 16,-1-3 0-16,8 3 0 0,-8 0 0 0,7-4 0 0,-7 4 0 15,7 0 0-15,-6-3 0 0,6 3 0 0,-6 0 0 0,5-5 0 0,2 5 0 16,-8 0 0-16,7-3 0 0,-7 3 0 0,8-4 0 0,-2 4 0 16,2-4 0-16,-2 4 0 0,-5-3 0 0,6 3 0 0,0 0 0 0,1-4 0 15,-2 4 0-15,1-4 0 0,0 4 0 0,0-3 0 0,1 3 0 16,-2 0 0-16,2-4 0 0,-2 4 0 0,1-3 0 0,1 3 0 0,-8-4 0 16,7 4 0-16,0-4 0 0,0 4 0 0,0 0 0 0,0-3 0 15,1 3 0-15,-8 0 0 0,6-4 0 0,2 4 0 0,-1 0 0 16,-1-4 0-16,2 4 0 0,-8 0 0 0,8-3 0 0,-2 3 0 0,1 0 0 15,1 0 0-15,-2-4 0 0,-6 4 0 0,8 0 0 0,-1 0 0 16,0 0 0-16,0-4 0 0,0 4 0 0,0 0 0 0,7 0 0 0,-7 0 0 16,-1-3 0-16,2 3 0 0,-2 0 0 0,2-4 0 0,-8 4 0 15,14 0 0-15,-13-4 0 0,5 4 0 0,2-3 0 0,-2 3 0 0,1 0 0 16,1 0 0-16,-8-4 0 0,7 4 0 0,0-4 0 0,-7 4 0 16,8 0 0-16,-8 0 0 0,7 0 0 0,-7-3 0 0,8 3 0 15,-8 0 0-15,8 0 0 0,-8 0 0 0,0 0 0 0,1-4 0 0,-1 4 0 16,1 0 0-16,6 0 0 0,-7 0 0 0,0 0 0 0,2-4 0 0,-2 4 0 15,0 0 0-15,-6 0 0 0,7 0 0 0,-1 0 0 0,1 0 0 0,-1 0 0 16,1 0 0-16,-1 0 0 0,1 0 0 0,0 0 0 0,-1 0 0 16,-6 0 0-16,6 0 0 0,1 0 0 0,-7-3 0 0,7 3 0 0,-1 0 0 15,-6 0 0-15,0 0 0 0,6 0 0 0,-6 0 0 0,0 0 0 16,0 0 0-16,0 0 0 0,0 0 0 0,0 0 0 0,0 0 0 0,7 0 0 16,-7 0 0-16,0 0 0 0,0 0 0 0,0 0 0 0,0 0 0 15,0 0 0-15,0 0 0 0,0 3 0 0,0-3 0 0,0 0 0 0,0 0 0 16,0 0 0-16,0 0 0 0,0 0 0 0,0 0 0 0,0 0 0 0,0 0 0 15,0 0 0-15,0 0 0 0,0 0 0 0,0 0 0 0,0 0 0 16,-7-3 0-16,7 3 0 0,-6 0 0 0,0 0 0 0,-1-4 0 16,-6 4 0-16,7-4-481 0,-8 4-317 0,1-3-8 0,7 3 14 0,-14-4 25 15,8 4 30-15,-2-3 34 0,1 3 39 0,0-4 42 0,0 4 50 16,1-5 54-16,4 5 90 0,-4-2 125 0</inkml:trace>
  <inkml:trace contextRef="#ctx0" brushRef="#br0" timeOffset="33620.19">20983 13925 81 0,'-6'0'91'0,"6"0"7"0,0 0 6 0,0-4 5 15,0 4 1-15,0 0-5 0,0 0-11 0,0 0-5 0,0 0-6 0,-6-4-2 16,6 4 1-16,0 0 0 0,0 0-2 0,0 0 2 0,0 0-1 16,0 0 0-16,0 0-2 0,0 0-1 0,0 0 0 0,0 0-1 15,0 0-1-15,0 0 4 0,0 0 5 0,0 0 8 0,0-3 12 0,6 3 12 16,-6-4 9-16,0 4 11 0,6-4 7 0,-6 4 9 0,8-4 4 0,-8 4 12 15,6-3 14-15,0 0 13 0,1-2 14 0,-7 2 4 0,6-1-2 16,1 0-6-16,0 1-10 0,-1 3-13 0,0-4-13 0,0-3-12 16,2 3-12-16,-2 0-8 0,0 1-4 0,1-1-13 0,0 1-15 0,-1-1-16 15,1-3-15-15,-1 3-10 0,7 0-4 0,-6-3-5 0,-1 3-5 16,0 1-2-16,1-5 0 0,0 5 0 0,-1-1 0 0,7-3-1 0,-7 3-5 16,1 0 0-16,0-3 0 0,5 4 2 0,-4-1 3 0,4-3 0 15,1 2 0-15,-6 2 0 0,6-5 1 0,-1 5 0 0,2-1 0 0,-1 1 1 16,7-1 0-16,-8 0 2 0,2 1 3 0,5-5 1 0,-6 5 0 15,0-1-1-15,7 0-3 0,-8 1 0 0,8-1 0 0,-7 0-2 0,7 1-3 16,-8-5-2-16,2 5-2 0,5-1-1 0,-6-3-2 0,0 3-2 16,7-3-4-16,-7 3-2 0,0-3-2 0,0 0 1 0,0 3 0 0,6-4-1 15,-5 5 0-15,-2-4 0 0,2-1-1 0,5 1 0 0,-5 3 0 16,-2-3-23-16,8 3-6 0,-7-3 0 0,0 3 0 0,0 0 0 16,7-3 0-16,-8 3 0 0,1 1 0 0,7-1 0 0,-7 4 0 0,0-4 0 15,0 1 0-15,0-1 0 0,6 4 0 0,-5-3 0 0,-2-1 0 16,2 4 0-16,5-4 0 0,-5 4 0 0,-2-3 0 0,2-1 0 0,-2 4 0 15,8-4 0-15,-7 1 0 0,-1 3 0 0,2-4 0 0,-1 0 0 16,0 4 0-16,0-3 0 0,0-1 0 0,0 4 0 0,0-4 0 16,0 1 0-16,0-1 0 0,0 4 0 0,0-4 0 0,-7 1 0 0,8 3 0 15,-1-4 0-15,-7 4 0 0,8-4 0 0,-8 4 0 0,6-4 0 16,-4 4 0-16,-2 0 0 0,7-3 0 0,-7 3 0 0,1 0 0 0,0 0 0 16,5 0 0-16,-5 0 0 0,0 0 0 0,-1-3 0 0,7 3 0 15,-6 0 0-15,-1 0 0 0,1 0 0 0,-1-5 0 0,0 5 0 16,1 0 0-16,0 0 0 0,-1-3 0 0,0 3 0 0,2 0 0 0,-2-4 0 15,0 4 0-15,1 0 0 0,-1 0 0 0,1 0 0 0,-7-4 0 16,6 4 0-16,1 0 0 0,-1 0 0 0,0 0 0 0,2 0 0 0,-2-3 0 16,0 3 0-16,1 0 0 0,-1 0 0 0,-6 0 0 0,7 0 0 15,-1 0 0-15,1 0 0 0,-1 0 0 0,1 0 0 0,-7 0 0 0,7 0 0 16,-1 0 0-16,0-4 0 0,-6 4 0 0,7 0 0 0,0 0 0 0,-1 0 0 16,0 0 0-16,1 0 0 0,-1 0 0 0,1-4 0 0,0 4 0 15,-1 0 0-15,0 0 0 0,-6 0 0 0,8 0 0 0,-2-3 0 16,0 3 0-16,-6 0 0 0,6 0 0 0,-6 0 0 0,7-4 0 0,0 4 0 15,-7 0 0-15,6 0 0 0,-6 0 0 0,7 0 0 0,-7 0 0 16,6 0 0-16,0 0 0 0,-6 0 0 0,8 0 0 0,-8 0 0 16,6 0 0-16,-6 0 0 0,6 0 0 0,-6 0 0 0,6 0 0 0,-6 0 0 15,0 0 0-15,7 0 0 0,0 0 0 0,-7 0 0 0,6 0 0 16,-6 4 0-16,0-4 0 0,7 0 0 0,-7 0 0 0,6 0 0 0,-6 3 0 16,6-3 0-16,-6 0 0 0,8 0 0 0,-8 4 0 0,6-4 0 15,-6 0 0-15,6 0 0 0,-6 4 0 0,0-4 0 0,7 0 0 0,0 0 0 16,-7 3 0-16,6-3 0 0,-6 0 0 0,6 4 0 0,-6-4 0 15,7 0 0-15,-7 0 0 0,6 4 0 0,-6-4 0 0,7 0 0 16,-7 0 0-16,7 3 0 0,-7-3 0 0,0 0 0 0,6 0 0 0,-6 5 0 16,6-5 0-16,-6 0 0 0,0 0 0 0,0 0 0 0,0 0 0 15,0 0 0-15,7 0 0 0,-7 0 0 0,0 0 0 0,0 0 0 0,0 0 0 16,0 0 0-16,0 0 0 0,0 0 0 0,0 0 0 0,0 0 0 16,0 0 0-16,0 0 0 0,0 0 0 0,0 0 0 0,0 0 0 0,7 0 0 15,-7 0 0-15,0 0 0 0,0 0 0 0,0 0 0 0,0 0 0 16,6 3 0-16,-6-3 0 0,0 0 0 0,0 0 0 0,0 0 0 15,0 0 0-15,0 0 0 0,0 0 0 0,0 0 0 0,-6-3 0 0,6 3 0 16,-7-5 0-16,0 2 0 0,7-1-416 0,-12 4-275 0,5-4-39 16,0 1-6-16,-6-1 9 0,1 4 17 0,-2-4 21 0,-6 4 27 0,8-3 30 15,-8 3 41-15,7 3 46 0,-7-3 67 0,1 0 79 0</inkml:trace>
  <inkml:trace contextRef="#ctx0" brushRef="#br0" timeOffset="34453.37">22338 10994 139 0,'7'0'227'15,"-7"3"35"-15,0-3 32 0,0 0 39 0,0 0 44 0,0 4 33 16,0 0 26-16,0-4 20 0,-7 7 14 0,7-2-21 0,-6-3-39 15,0 6-38-15,-1 2-35 0,0 1-32 0,-6 1-33 0,1 3-31 0,-2 3-30 16,2-4-37-16,-2 8-41 0,1-4-31 0,-7 4-26 0,8 4-17 16,-8 0-10-16,1 0-8 0,-1 3-5 0,0-4-3 0,-5 5-3 0,5 3-2 15,0-4-3-15,-6 0-1 0,7 4-3 0,-1-3-1 0,0-1-4 16,1 0-1-16,-1 0-2 0,8 1-3 0,-8-4-5 0,7-4-10 16,7 0-12-16,-8-1-17 0,8-6-20 0,-7 3-34 0,6-7-40 0,7 0-61 15,-6-3-69-15,6-4-70 0,0-4-67 0,0 0-50 0,0-4-41 16,0-7-19-16,6 0-8 0,1-4 2 0,0-3 8 0,-1 0 15 0,7-8 18 15,-6 0 33-15,6-7 39 0,-1 4 61 0,8-4 69 0</inkml:trace>
  <inkml:trace contextRef="#ctx0" brushRef="#br0" timeOffset="34719.67">22371 11005 83 0,'7'0'195'0,"-1"0"29"0,-6 0 30 15,7 7 34-15,-1-2 40 0,0-3 40 0,1 6 42 0,0-1 30 16,-1 4 22-16,0 0-15 0,2 0-33 0,4 0-25 0,-5 4-22 0,-1-1-21 15,7 5-23-15,-6-1-24 0,5 0-23 0,-4 5-30 0,4-2-33 16,-5 1-36-16,-1 4-40 0,1-1-25 0,6 5-19 0,-7-1-14 0,1 1-11 16,-7 2-7-16,7 1-6 0,-1 1-5 0,-6-1-4 0,6 3-5 15,-6 0-4-15,0 1-5 0,7-4-6 0,-7 4-3 0,0-4-4 0,0 0-3 16,7 0-2-16,-7-3-3 0,0-2-1 0,0-2-6 0,0-1-5 16,0-2-10-16,0-5-10 0,0 0-14 0,0-3-14 0,6-4-16 0,-6 0-14 15,0-3-21-15,0-5-21 0,0 0-38 0,0-3-47 0,0 0-60 16,0 0-66-16,-6-3-50 0,-1 0-44 0,7-5-36 0,-7-3-35 0,1 4-10 15,-7-4 1-15,6-4 9 0,1-1 12 0,-7 3 19 0,0-2 21 16,0 0 37-16,-1-3 47 0,2 0 59 0,-1-1 67 0</inkml:trace>
  <inkml:trace contextRef="#ctx0" brushRef="#br0" timeOffset="34920.51">22098 11485 1 0,'-7'-7'165'0,"0"2"12"0,1 2 10 0,6 3 15 0,0-3 18 16,0 3 39-16,0 0 46 0,0 3 47 0,6-3 48 0,1 0 6 0,6 3-12 15,-6 2-16-15,5-5-16 0,8 3-16 0,-7 1-13 0,7 0-11 16,-1-1-4-16,0 1-13 0,1 0-19 0,7 3-36 0,-9-4-46 0,9 1-48 16,-1 0-47-16,-6-1-31 0,6 1-23 0,-7 0-19 0,1 0-18 15,0-1-21-15,5 1-25 0,-5-1-48 0,-8-3-58 0,8 4-80 0,-7 0-88 16,0-1-73-16,0 1-68 0,1 0-33 0,-8-1-16 0,0 4-8 16,-6 1-5-16,0-1 2 0,0 4 4 0,0-4 14 0,0 5 16 15,-6 2 44-15,0 1 56 0,-1 0 76 0,-6 3 260 0</inkml:trace>
  <inkml:trace contextRef="#ctx0" brushRef="#br0" timeOffset="35570.33">21967 13848 63 0,'0'3'204'15,"6"-3"31"-15,2 4 28 0,-8-1 35 0,6 5 39 0,-6-1 41 0,6 0 41 16,-6 4 29-16,6 0 21 0,-6 1-12 0,8 2-28 0,-8 1-27 15,0 7-26-15,0 0-29 0,-8 0-31 0,8 3-26 0,-6 5-25 0,6-1-30 16,-6 4-33-16,0 0-38 0,-8 0-38 0,8 4-24 0,-7 3-19 16,-1-4-12-16,8 5-8 0,-6-4-6 0,-2 3-6 0,1 0-5 15,0-3-4-15,0 3-4 0,7-3-3 0,-8 0-5 0,2-5-6 0,5 1-5 16,-6-7-9-16,6 3-12 0,1-6-17 0,0-2-19 0,-1-2-22 0,7-5-33 16,-7-3-38-16,7 0-63 0,-6-4-74 0,6-3-72 0,0-4-71 15,0-7-57-15,0-1-46 0,0-3-23 0,0-3-8 0,0-4 5 16,6-8 9-16,1 0 15 0,0-3 17 0,-7-4 32 0,6 0 37 0,7-4 61 15,-7 1 74-15</inkml:trace>
  <inkml:trace contextRef="#ctx0" brushRef="#br0" timeOffset="36170.11">21948 13906 200 0,'6'-10'234'16,"-6"2"33"-16,0 0 33 0,7 1 48 0,-1 0 54 0,0-1 36 15,2 5 24-15,4-4 18 0,-6 3 15 0,8-3-23 0,5-1-42 0,-5 5-33 16,4-5-26-16,2 1-25 0,0 0-26 0,6 3-28 0,-7-3-29 15,8 3-44-15,-1-4-52 0,0 5-30 0,7 0-21 0,-7-1-15 0,-1 0-15 16,1 1-11-16,0 3-12 0,1 0-10 0,-1 0-8 0,-6 0-8 16,5 3-6-16,-5-3-4 0,0 4-1 0,5 0-4 0,-12-1-2 15,7 4-1-15,-1-3-3 0,-5 3 1 0,-2 1 1 0,1-1 3 0,-6 0 3 16,6 1 4-16,-7-1 4 0,2 0 4 0,-2 4 5 0,-6-4 2 16,0 4 3-16,0 0 1 0,0 0 1 0,-6 0-35 0,6 1-13 0,-8-1 0 15,-4 0 0-15,5 3 0 0,-6 1 0 0,0-1 0 0,0 1 0 16,0 0 0-16,-7-1 0 0,1 1 0 0,-1-1 0 0,0 2 0 0,-5-2 0 15,5 1 0-15,-6-1 0 0,0 1 0 0,0-4 0 0,-7 4 0 16,7-4 0-16,1-1 0 0,-1-2 0 0,-1 0 0 0,7-2 0 0,1-1 0 16,0-2 0-16,-1 0 0 0,7-3 0 0,0 4 0 0,0-4 0 15,0 0 0-15,7 0 0 0,-1-4 0 0,7 4 0 0,-7 0 0 16,1 0 0-16,6 0 0 0,0 0 0 0,0 0 0 0,0 0 0 0,0 0 0 16,0 0 0-16,6 0 0 0,1 0 0 0,0 4 0 0,-1-4 0 0,1 4 0 15,5-4 0-15,2 4 0 0,-2-4 0 0,2 3 0 0,5 1 0 16,1 0 0-16,0-1 0 0,-1 1 0 0,1-1 0 0,-2 1 0 15,2 0 0-15,0 0 0 0,6-1 0 0,-7 1 0 0,1 0 0 0,-1 3 0 16,1-3 0-16,6-1 0 0,-13 1 0 0,7-1 0 0,0 1 0 16,-1 3 0-16,-6-3 0 0,6 3 0 0,-5-3 0 0,-2 3 0 15,2-3 0-15,-2 3 0 0,-5 1 0 0,6-1 0 0,-13 1 0 0,7 3 0 16,-1-4 0-16,0 0 0 0,-6 4 0 0,0-4 0 0,0 4 0 16,0 0 0-16,0 0 0 0,0 0 0 0,-6 0 0 0,6 0 0 0,-6 0 0 15,-1 1 0-15,0-1 0 0,1 0 0 0,-7-1 0 0,7 1 0 16,-8 0 0-16,2 0 0 0,-2 0 0 0,1 0 0 0,0-3 0 0,-6 2 0 15,5 1 0-15,-11 5 0 0,5-6 0 0,0 1 0 0,-6 0 0 16,1 4 0-16,-1-4 0 0,-7 0 0 0,7 3 0 0,-6-6 0 16,-1 3 0-16,0-4 0 0,1 0 0 0,-8 1 0 0,8-5 0 0,-1 1 0 15,1 0 0-15,-1-4 0 0,-6-4 0 0,7 4 0 0,-1-7 0 16,1 3 0-16,-1-3-560 0,7-1-163 0,-6-3-31 0,5 0-1 0,1 1 11 16,0-1 23-16,0-1 30 0,1-2 35 0,5 3 36 0,0-4 46 15,1 5 46-15,5-6 76 0,2 2 94 0</inkml:trace>
  <inkml:trace contextRef="#ctx0" brushRef="#br0" timeOffset="77370.2">23589 13492 80 0,'0'0'135'0,"0"0"14"0,0 0 18 0,0 4 23 0,0-4 27 0,0 0 29 15,0 0 29-15,-6 0 14 0,6 0 5 0,0 4 5 0,0-4 5 16,0 0 4-16,0 0 3 0,0 0 1 0,0 0-3 0,0 0-8 16,0 0-14-16,0 0-21 0,0 0-22 0,0 0-26 0,0 0-27 0,0 0-23 15,0 0-22-15,6 3-20 0,-6-3-20 0,0 0-14 0,6 4-11 16,1-4-6-16,0 4-2 0,-1-4 1 0,0 3 1 0,7 1 2 0,1-4 2 16,-8 4 0-16,14-1 4 0,-8-3-1 0,8 4 0 0,-7 0-1 15,7-1-3-15,6-3-1 0,-7 4-2 0,7 0-3 0,0-4-2 16,1 3 0-16,-1-3-2 0,0 4-2 0,7-4-1 0,-1 3-1 0,-7 1-1 15,9-4 0-15,-2 4 0 0,1-1 0 0,6 1 0 0,-1 0 1 16,-5-1 0-16,13 1-1 0,-7 3-54 0,6-3-9 0,1 3 0 0,-1 1 0 16,1-1 0-16,7 1 0 0,-8 2 0 0,7 2 0 0,0-5 0 15,0 4 0-15,-6 0 0 0,6 0 0 0,0 0 0 0,-6 0 0 16,-1 0 0-16,8 0 0 0,-15-4 0 0,7 0 0 0,2 0 0 0,-9 1 0 16,1 0 0-16,1-5 0 0,-1 5 0 0,-7-5 0 0,7 0 0 0,-6 1 0 15,-7-4 0-15,6 4 0 0,-5-4 0 0,-1 0 0 0,-6 0 0 16,5 0 0-16,-12 0 0 0,6 0 0 0,-5-4 0 0,-1 4 0 15,-6 0 0-15,-1-4 0 0,1 4 0 0,-7 0 0 0,0 0 0 0,0-3-105 16,-7 0-188-16,1 3-72 0,-8-4-80 0,8 0-70 0,-8 1-65 16,-5-2-23-16,6 2-2 0,-6 3 3 0,-7-4 9 0,6 4 14 0,-6 4 19 15,0-4 24-15,-6 8 28 0,6-5 46 0,-7 5 58 0,-7-2 78 16,8 6 216-16</inkml:trace>
  <inkml:trace contextRef="#ctx0" brushRef="#br0" timeOffset="78369.39">23986 13218 0 0,'0'0'33'0,"0"-4"67"0,0 4 12 0,7-4 9 16,-7 4 12-16,0-3 12 0,0 3 9 0,0 0-1 0,0 0-10 0,0 0 3 16,0 0 7-16,0 0 15 0,0 0 18 0,0 0 17 0,0 0 17 15,0 0 18-15,0 0 18 0,0 0 17 0,0 0 14 0,0 0 6 16,0 3 4-16,0-3-2 0,-7 4-4 0,7 3-10 0,-6-3-13 0,6 3-16 15,-7 1-20-15,0-1-21 0,1 0-22 0,0 4-24 0,-8 0-28 0,2 0-26 16,5 4-24-16,-6-4-17 0,-6 4-13 0,5-1-11 0,2 5-7 16,-8-5-6-16,1 4-5 0,-1-3-5 0,0 3-5 0,7 0-5 15,-6-3-5-15,0 3-3 0,-1-3-1 0,0 4-2 0,7-5 0 0,-7 5 0 16,8-5-1-16,-8 1 0 0,7-1-1 0,-7 1 0 0,8 0 1 16,-2-4 0-16,1 0 1 0,0 4 1 0,7-4 4 0,-7-4 0 0,-1 4 0 15,2 0 2-15,5-4 0 0,1 0 1 0,-7 1 1 0,6-1 0 16,1 0 1-16,0-3 0 0,-2 3 0 0,2-3 1 0,0-1 0 0,6 1 0 15,-7 0-3-15,7-1 1 0,-7 2-3 0,7-5 1 0,-6 3-1 16,6-3 0-16,0 0 0 0,-6 4 1 0,6-4 0 0,0 0 2 0,0 0 0 16,0 0 0-16,0 0 2 0,0 0 0 0,0 0 1 0,0 0 2 15,0 0 0-15,0 0 1 0,0 0 0 0,0 0 2 0,0 0 0 0,0 0-1 16,0 0 0-16,0 0-2 0,0 0-1 0,0 0 0 0,0 0 0 16,0 0 0-16,0 0 0 0,0 0-1 0,0 0 0 0,0 0-1 15,0 0-1-15,0 0 0 0,0 0-1 0,0 0-1 0,0 0-1 0,0 0 1 16,0 0-1-16,6 0-1 0,-6 0 2 0,6 4 0 0,1-4 0 15,-7 3 3-15,7 0 4 0,5 5 4 0,-4-4 4 0,-2 3 4 0,7 0 1 16,0 4 2-16,0-3 2 0,-1 6 3 0,2-3 2 0,-1 0 1 16,6 4 0-16,-6-1-1 0,1-3 1 0,5 8-4 0,0-4-3 15,-6-1-4-15,7 5-5 0,-7-5-1 0,6 4-1 0,1-3-3 0,-7 3-1 16,7 0-3-16,-1-2-1 0,1 2 0 0,0-4-2 0,-1 5-2 16,0-1 0-16,1-3-1 0,-1 3-2 0,1-4-1 0,-7 2-1 0,7 2 0 15,-8-4 0-15,8 1-2 0,-7 0 1 0,0-4-1 0,0 3-1 16,1-3-6-16,-8 0-5 0,6 0-12 0,-4 1-12 0,-2-5-17 15,0 0-17-15,1 0-20 0,-1 1-24 0,-6-1-30 0,7-3-37 0,-7-1-68 16,0 1-83-16,0-4-86 0,0 4-85 0,-7-1-46 0,7 0-25 16,0-3-4-16,-6 0 3 0,-1 4 13 0,7-4 17 0,-6 0 18 15,0 4 22-15,6-4 31 0,-8 0 36 0,-4 0 67 0,12-4 86 0</inkml:trace>
  <inkml:trace contextRef="#ctx0" brushRef="#br0" timeOffset="146419.79">26566 12961 16 0,'6'-4'162'15,"0"4"17"-15,-6-3 19 0,7 3 24 0,-7 0 26 0,0 0 30 0,0 3 33 16,0-3 35-16,0 0 39 0,0 0 2 0,0 0-17 0,0 0-15 15,0 0-16-15,0 4-12 0,0-4-11 0,0 0-10 0,0 0-12 0,0 4-17 16,0-4-20-16,0 0-23 0,0 0-27 0,0 0-29 0,0 0-32 16,0 0-22-16,0 3-14 0,0-3-11 0,-7 0-7 0,7 0-2 15,0 0-1-15,0 4-3 0,0-4 1 0,0 0-3 0,-6 4-4 0,6-4-5 16,-6 3-6-16,-2 1-6 0,2 3-6 0,-7 1-6 0,7-1-7 16,-14 7-5-16,7-3-7 0,-13 8-11 0,7-1-12 0,-8 4-14 0,-5 0-14 15,6 4-12-15,-7-1-14 0,7 1-11 0,-7 0-12 0,7 0-13 16,1-5-15-16,-1 1-12 0,6 0-15 0,0-4-12 0,1 1-16 0,6-4-17 15,0-4-20-15,0 3-18 0,6-6-18 0,1-1-15 0,-1 0-16 16,7 1-4-16,-6-5 1 0,6 1 7 0,0 0 10 0,0-4 13 16,0 3 12-16,6-3 15 0,-6 0 16 0,0 4 22 0,0-4 27 0,0 0 27 15,0 0 26-15,7 0 25 0,-7 0 27 0,0 0 22 0,0 0 22 16,0 0 23-16,0 4 22 0,0-4 32 0,0 0 34 0,0 0 26 0,6 3 25 16,-6-3 15-16,7 0 16 0,-7 4 12 0,7-1 10 0,5-3 10 15,-5 4 9-15,6-4 1 0,-7 4-3 0,14-4-8 0,-7 3-14 0,7 1-24 16,-1-4-28-16,1 4-23 0,0-4-19 0,6 3-13 0,-1-3-12 15,1 0-10-15,0 0-9 0,7 0-8 0,-7 0-7 0,0 0-8 0,0 0-10 16,7-3-7-16,-7 3-8 0,-1-4-4 0,2 4-5 0,-8-4-5 16,8 4-3-16,-8-3-5 0,7 3-2 0,-6-4-4 0,-1 4-4 15,-6-4-12-15,0 4-14 0,0 0-16 0,0 0-17 0,1-3-21 0,-8 3-20 16,0 0-35-16,-6 0-39 0,7 0-67 0,-7 0-77 0,0 0-79 16,0 0-77-16,-7-4-45 0,1 4-27 0,0-3-7 0,-2 3 5 0,2 0 12 15,-7-4 16-15,7 4 18 0,-7-4 21 0,6 1 33 0,-6-1 40 16,0-3 65-16,7 3 111 0</inkml:trace>
  <inkml:trace contextRef="#ctx0" brushRef="#br0" timeOffset="146652.85">26578 13162 112 0,'0'-3'196'0,"0"3"27"16,0 0 29-16,0 3 40 0,0 5 46 0,7-1 42 0,-1 4 42 16,-6 4 27-16,7 3 21 0,-1 1-17 0,-6 2-36 0,7 5-29 0,-7 3-26 15,6 1-20-15,-6 3-19 0,0 0-21 0,0 3-25 0,0 1-38 16,0 0-42-16,-6 3-40 0,-1 0-40 0,1 4-26 0,-1 0-21 0,1-4-14 15,-1 5-11-15,-5-2-8 0,-2 1-7 0,8 0-5 0,-7-3-6 16,0-1-8-16,6-4-10 0,-6 1-17 0,6-4-18 0,1-4-22 16,-7-3-24-16,13-4-43 0,-7-3-50 0,1-5-68 0,6-3-77 0,0 0-67 15,0-7-63-15,0-4-39 0,0 0-25 0,6-8-10 0,1 1 1 0,0-4 7 16,-1-3 14-16,0-2 20 0,1-5 22 0,6-1 41 0,-6-4 50 16,6-3 67-16,-7 3 159 0</inkml:trace>
  <inkml:trace contextRef="#ctx0" brushRef="#br0" timeOffset="146802.94">26637 13727 0 0,'6'-15'90'15,"-6"4"191"-15,-6 0 51 0,6 4 42 0,-6-1 40 0,6 5 27 0,-8-1 21 16,-4 4 15-16,5 4 12 0,-6-4 6 0,0 7 5 0,1-3-37 16,-8 3-59-16,0 0-61 0,1 4-67 0,-1 0-54 0,-6 0-49 15,7-3-46-15,-1 6-39 0,0-2-38 0,1-1-34 0,-1-5-40 0,0 6-41 16,8-5-54-16,-1 0-61 0,6-3-67 0,-6 3-68 0,7-7-58 16,6 4-52-16,0-4-33 0,0 0-23 0,0-4-10 0,6 1-4 0,1-5 7 15,6 1 11-15,0 0 24 0,7-5 28 0,-1 6 49 0,1-5 57 16,-2-1 65-16,9 5 202 0</inkml:trace>
  <inkml:trace contextRef="#ctx0" brushRef="#br0" timeOffset="146936.04">26558 13716 0 0,'20'0'79'0,"6"-4"78"0,-7 8 28 0,1-4 37 16,0 3 38-16,-7 5 41 0,7-1 46 0,-1 0 34 0,-6 0 30 16,0 4-3-16,7-3-16 0,-8 3-16 0,2 0-18 0,-1 0-18 0,6-4-15 15,-6 4-24-15,1-3-28 0,-2 3-35 0,2-4-39 0,-2 0-47 16,1-3-52-16,1-1-67 0,-2 1-72 0,2 0-77 0,-2-4-80 0,-5-4-69 16,6 0-65-16,0 1-49 0,-7-1-41 0,8-3-20 0,-8-4-11 15,0 0-4-15,1 0-3 0,6 0 5 0,-6-4 7 0,-1 1 30 16,8-5 42-16,-8 5 58 0,6-5 66 0</inkml:trace>
  <inkml:trace contextRef="#ctx0" brushRef="#br0" timeOffset="147520.53">27471 12954 184 0,'12'-8'350'0,"-5"1"47"0,0 4 31 16,-1-1 26-16,-6 4 22 0,6 0 22 0,-6 4 20 0,0-4 20 15,0 3 20-15,0 1 2 0,0-1-5 0,-6 1-61 0,0 0-85 0,6-1-78 16,-7 5-72-16,-6-1-45 0,7 4-32 0,-7-4-26 0,-1 4-22 15,-6 0-20-15,8 1-21 0,-8 2-23 0,1 1-25 0,-7-4-25 0,6 3-27 16,1 1-21-16,-7-4-19 0,6 4-16 0,1-4-14 0,-1-1-11 16,8 1-11-16,-8 0-7 0,6-3-5 0,1-1-7 0,7 0-7 15,-7-3-4-15,6 4-5 0,7-5 5 0,0-3 8 0,-6 4 11 0,6-4 12 16,6 0 11-16,-6 0 12 0,7 0 11 0,0-4 10 0,5 4 11 16,-5-3 9-16,6-1 14 0,6 0 14 0,-5 0 15 0,5 1 15 0,1-1 13 15,0 0 10-15,-2 1 10 0,2-1 9 0,7 0 7 0,-9 1 7 16,9-1 7-16,-7 0 5 0,6 4 1 0,-7 0 1 0,1 0-3 15,6 0-5-15,-7 0-2 0,1 0-6 0,-1 4-2 0,0-4-3 0,1 4-2 16,0-1-3-16,-1 1-4 0,1 3-4 0,-7-3-6 0,0 3-6 0,6-3-3 16,-12 4-5-16,6-1-3 0,-7-3-2 0,8 3-2 15,-8-3-3-15,1 3-4 0,-7 0-4 0,6-3-5 0,-6 3-4 0,0 0-2 16,-6 1-3-16,-1-1-5 0,1 0-5 0,-1 1-12 0,-6-1-12 0,7 4-17 16,-14-4-19-16,7 4-21 0,-7-4-22 0,0 4-24 0,2-3-24 15,-9 3-35-15,7-3-39 0,-5-1-41 0,-1 0-40 0,0 0-32 0,0 1-28 16,-7-5-10-16,7 1-3 0,0 0 9 0,7-1 14 0,-7 1 18 15,6-4 22-15,-7 0 22 0,15 0 26 0,-8 0 43 0,7-4 55 16,0 1 61-16,6 3 64 0,1-4 57 0,0 4 52 0,0-4 47 0,6 1 47 16,0-1 38-16,0 4 36 0,6-4 22 0,-6 1 18 0,6-1 12 15,7 0 8-15,-6 4 0 0,6-3-7 0,-1-1-11 0,2 4-14 0,5-3-12 16,1 3-10-16,0 0-20 0,-2 0-24 0,2 0-27 0,0 3-26 16,-1 1-16-16,1-4-11 0,0 3-7 0,-1 1-7 0,1 3-7 0,-1-3-5 15,1 3-8-15,-7-3-9 0,0 3-8 0,-1 1-7 0,2-1-7 16,-1 4-4-16,-7-4-5 0,1 4-3 0,0-4-7 0,-1 4-2 15,-6 0-4-15,6-3-4 0,-6 3-1 0,0 4-2 0,-6-4-2 0,6 0-3 16,-6 0-2-16,-1-1-4 0,0 1-13 0,1 0-17 0,-7 0-20 16,7 0-22-16,-8 0-30 0,1 1-32 0,0-5-48 0,-6 0-58 0,5 1-67 15,-5-1-71-15,0 0-61 0,-1-3-56 0,1 0-35 0,-1-1-29 16,-6 1-3-16,7-1 7 0,-7 1 18 0,6-4 19 0,0 0 27 16,1 0 32-16,-1 0 46 0,1-4 58 0,5 1 73 0,2-1 126 0</inkml:trace>
  <inkml:trace contextRef="#ctx0" brushRef="#br0" timeOffset="148018.91">27171 13635 122 0,'0'-7'174'0,"-7"0"27"16,7-1 27-16,7 1 30 0,-7 3 34 0,6-3 39 0,1 3 43 15,0-3 23-15,-1 3 16 0,8 0-9 0,-2 1-21 0,1-1-19 16,7 4-21-16,-8 0-17 0,8-4-15 0,0 4-17 0,-1 0-17 0,1-3-27 16,0 3-29-16,5 0-38 0,-5 0-40 0,0 0-31 0,-1 0-24 15,1 0-18-15,-1 0-13 0,0 0-8 0,-5 0-6 0,-1 0-9 0,0 0-8 16,0 0-12-16,-1 0-14 0,-4 0-13 0,-2 0-12 0,0 0-9 16,1 0-8-16,-7 0-21 0,0 0-27 0,0 0-37 0,0 0-42 0,-7-4-45 15,1 4-49-15,-8 0-38 0,8 4-32 0,-7-4-18 0,-6 3-10 16,6 1-4-16,-7 0 0 0,-6-1 2 0,7 5 5 0,-7 3 18 15,-7-4 27-15,7 4 37 0,0-3 45 0,-7 6 49 0,7-3 56 0,0 0 42 16,0 0 37-16,1 0 29 0,5-4 24 0,0 4 17 0,7-3 13 16,0-1 8-16,6-3 9 0,1-1 14 0,6 5 19 0,0-5 21 15,0-3 23-15,6 4 11 0,1-4 5 0,0 4 3 0,5-4 3 0,1 0-2 16,7 0-5-16,-6 0-3 0,-2 0-3 0,8 0-5 0,-7-4-3 0,7 4-16 16,-8-4-19-16,8 4-32 0,-7-3-36 0,0-1-34 0,0 0-29 15,-1 1-28-15,-4-1-26 0,-2 0-21 0,0 1-17 0,1-1-16 16,-7 0-12-16,6 1-16 0,-12 3-15 0,6-4-13 0,-7 0-15 0,1 4 0 15,-8-3 7-15,8 3 17 0,-6-4 22 0,-8 4 27 0,7 4 31 16,-7-4 27-16,0 3 25 0,1 5 25 0,-1-5 25 0,2 5 31 0,-9-1 36 16,7 4 44-16,1 0 49 0,0 0 43 0,-1 3 39 0,1 2 33 15,-1-2 31-15,6 1 17 0,2-1 14 0,-1 5 5 0,-1-1-1 16,8 0-3-16,6 0-6 0,-6 1-11 0,6-1-12 0,6 1-23 0,0-1-27 16,1 0-27-16,6 0-28 0,0 1-25 0,7-1-27 0,0 0-20 15,-1-3-19-15,7 0-12 0,-6 3-8 0,12-3-4 0,-5-4-5 16,5 0-6-16,1 0-8 0,-8 0-6 0,8-1-6 0,0-2-7 0,-1-5-6 15,1 5-9-15,-7-5-6 0,6 2-8 0,-6-5-8 0,0 0-13 16,-6 0-11-16,0 0-13 0,-1 0-15 0,1-5-18 0,-2 2-20 0,-4 0-36 16,-1-5-43-16,-6 4-60 0,6-3-65 0,-7 0-60 0,-6-4-53 15,6 3-45-15,-6-3-38 0,-6 0-14 0,6 0-3 0,-6 0 6 16,-1 0 9-16,1 1 17 0,-8-5 20 0,2 3 34 0,-2-2 43 0,2-1 59 16,-2 4 66-16</inkml:trace>
  <inkml:trace contextRef="#ctx0" brushRef="#br0" timeOffset="148153.37">27464 13925 0 0,'-6'-4'79'16,"-8"8"139"-16,8-4 24 0,0 3 23 0,-2 1 23 0,2 0 35 0,6 3 40 15,0-3 31-15,0 3 29 0,0 0 13 0,0-3 5 0,6 3-32 16,-6 0-52-16,8 4-41 0,-2-3-39 0,0-1-26 0,1 0-25 16,0-3-27-16,6 3-30 0,-7-3-58 0,7 0-70 0,0-1-82 0,0-3-87 15,-6 0-80-15,6-3-78 0,0-1-66 0,0 0-58 0,-1-3-30 16,2 0-14-16,-8-4-7 0,7 3-4 0,-6-3 3 0,6 1 6 16,-7 2 22-16,8-3 31 0,-8 0 50 0,0 4 57 0</inkml:trace>
  <inkml:trace contextRef="#ctx0" brushRef="#br0" timeOffset="148285.99">27718 13902 0 0,'6'0'14'0,"-6"8"218"0,7-4 41 0,-7 3 48 15,0-3 50-15,7 7 37 0,-7-4 31 0,6 0 19 0,-6 1 15 16,7 3 10-16,-1-4 6 0,0 0-33 0,1 0-48 0,0 1-51 0,-1-1-50 16,8 0-43-16,-8-3-41 0,7 3-55 0,0-7-62 0,0 4-64 15,-1-4-67-15,2 0-82 0,-1 0-93 0,0-4-89 0,0 1-88 16,0-5-52-16,6 1-33 0,-5 0-19 0,-2-4-8 0,1-4-4 0,1 4 0 16,-2-3 6-16,8-5 10 0,-7 5 27 0,0-4 35 0,6-5 64 15,1 5 84-15</inkml:trace>
  <inkml:trace contextRef="#ctx0" brushRef="#br0" timeOffset="148486.54">28480 12998 142 0,'7'-11'384'0,"-7"7"46"0,6 0 26 0,-6 1 22 16,0 3 19-16,6 3 20 0,-6-3 19 0,7 0 17 0,-7 0 16 0,7 4 14 16,-7 0 12-16,6 3-73 0,0-3-114 0,1-1-95 0,0 5-85 15,-1-1-45-15,-6-4-25 0,7 5-24 0,-1-1-19 0,1 0-32 16,0-2-36-16,-1 2-40 0,0 0-43 0,-6-3-55 0,0 3-58 0,6-3-91 15,-12-1-105-15,6 1-96 0,0 3-85 0,-6-3-44 0,0 0-21 16,-1-1-11-16,0 1-5 0,-6 0 10 0,7-1 15 0,-8 1 23 16,8 0 26-16,-7 3 40 0,0-3 48 0,-6 3 82 0,5 0 195 0</inkml:trace>
  <inkml:trace contextRef="#ctx0" brushRef="#br0" timeOffset="148835.69">28200 13287 123 0,'-13'11'360'0,"0"4"51"0,-7-5 32 0,8 6 27 0,-2-2 24 0,1 1 22 16,1-1 22-16,-2 1 20 0,-6 0 22 0,14 3 9 0,-13 0 5 15,12 5-59-15,-6-5-89 0,1 4-88 0,-2 0-82 0,8-1-50 16,-8 5-32-16,1-4-27 0,7 0-23 0,0-3-25 0,-8 3-69 0,8-4-50 16,6-4 0-16,-6 1 0 0,-1 0 0 0,7-8-51 0,-7 0-95 15,7 0-58-15,0-3-65 0,7-4-65 0,-7 0-67 0,7-4-50 16,-1 1-45-16,0-4-30 0,1-4-25 0,6 0-4 0,0-4 5 0,-7 0 18 16,14-3 25-16,-6 0 38 0,-2-1 49 0,8 1 69 0,-1 0 84 0,-5-1 87 15,5 1 91-15,-6 4 84 0,6-1 81 0,-5 0 73 0,5 4 70 16,-6 0 62-16,6 0 61 0,1 4 37 0,-6-1 28 0,4 1 12 15,2 3 5-15,-1-3-4 0,7 3-8 0,-6 1-10 0,0-1-13 0,5 4-23 16,2-3-29-16,-1 3-31 0,0 0-35 0,0 0-40 0,0 3-43 16,7 1-28-16,-7-1-20 0,-1 1-15 0,2 0-12 0,-1-1-11 0,0 1-12 15,0 3-11-15,-7 1-12 0,1-1-9 0,6 1-8 0,-13-1-7 16,7 0-8-16,0 1-4 0,-8 3-6 0,1-4-4 0,0 0-4 0,0 1-4 16,-7-1-4-16,8 0-9 0,-8 0-11 0,1-3-11 0,-7 3-15 15,7-3-21-15,-7 0-24 0,0-1-30 0,-7 1-33 0,7 0-50 0,-7-4-56 16,1 3-66-16,-8 1-72 0,2 0-58 0,-1-4-54 0,-7 3-35 15,8 1-24-15,-8-4-4 0,-6 4 5 0,6 0 15 0,-6-1 24 0,0 4 27 16,0-3 32-16,0 0 49 0,0 3 57 0,7-3 72 0,-7 3 104 16</inkml:trace>
  <inkml:trace contextRef="#ctx0" brushRef="#br0" timeOffset="149052.76">28487 13679 51 0,'-7'0'115'0,"1"4"6"0,6-1 2 0,-7 1 8 0,7 0 10 0,7-4 15 16,-1 0 18-16,-6 3 12 0,13-3 9 0,-7 0-12 0,1 0-20 16,6 0-11-16,0-3-4 0,0 3 6 0,0 0 12 0,-6 0 13 15,6-4 17-15,-1 4 11 0,2 0 9 0,-1 0 1 0,-7 4-5 0,1-4-9 16,6 3-11-16,-7 1-8 0,0 0-2 0,-6-1-7 0,8 1-4 15,-8 3-9-15,6 1-11 0,-6-1-12 0,0 4-14 0,0-4-16 0,0 5-14 16,0-1-14-16,0 3-13 0,-6-3-8 0,6 4-7 0,0-4-7 16,-8 3-7-16,8-3-7 0,0 0-5 0,-6 0-7 0,6 0-6 0,0 1-17 15,0-6-18-15,0-2-35 0,0 4-43 0,0-8-49 0,0 3-53 16,6-3-47-16,-6 0-47 0,0-3-40 0,8 3-40 0,-8-8-29 0,0 4-27 16,0-2-11-16,0-2-4 0,0 0 9 0,-8-3 12 0,8 4 32 15,-6-4 41-15,0 4 46 0,0-4 53 0,-1 0 46 0,-6 4 170 16</inkml:trace>
  <inkml:trace contextRef="#ctx0" brushRef="#br0" timeOffset="149286.4">28395 13745 0 0,'-26'0'129'0,"0"-4"72"0,0 4 33 0,1 0 34 0,-2 0 35 16,1 4 43-16,6-4 46 0,1 3 31 0,-1 1 23 0,1-4-1 15,0 7-13-15,5-2-23 0,1-2-26 0,1 5-22 0,-2-2-22 0,2 2-22 16,-2-1-26-16,8 4-26 0,-7-3-31 0,-1 3-34 0,8 0-40 0,-6 3-25 16,4-3-16-16,-4 4-11 0,5-4-9 0,0 3-7 0,7 1-6 15,0 0-5-15,0-4-3 0,0 4-1 0,7-1-2 0,0-3 0 0,5 0 0 16,2 4-2-16,5-8-1 0,1 4-4 0,6-4-3 0,0 5-4 15,0-9-4-15,7 4-2 0,-1 1-2 0,1-4-44 0,6-1-9 16,-7 1 0-16,7 0 0 0,-7-1 0 0,8 1 0 0,-7-1 0 0,6 1 0 16,-7 0 0-16,1 3 0 0,-1-3 0 0,1 3 0 0,-1 0 0 15,1 1 0-15,-7 3-64 0,0-4-90 0,0 4-72 0,0-4-87 0,1 4-101 16,-8-4-110-16,7 4-57 0,-6 0-27 0,6 1-11 0,-7-5-3 0,7 4 8 16,-6-4 18-16,5 1 21 0,1-5 27 0,1 5 33 15,-1-5 35-15,0 1 70 0,6 0 86 0</inkml:trace>
  <inkml:trace contextRef="#ctx0" brushRef="#br0" timeOffset="149704.03">29333 13166 141 0,'0'-4'223'16,"7"1"24"-16,-1 3 23 0,-6 0 31 0,7 0 36 0,-7 3 38 16,6 1 40-16,-6-4 27 0,7 7 22 0,-7-3-16 0,7 3-34 0,-7 5-30 15,0-1-28-15,6 0-24 0,-6 3-24 0,0 4-20 0,0 1-19 16,0-1-28-16,0 8-35 0,0-5-38 0,-6 6-37 0,6 2-29 16,-7-4-21-16,0 4-17 0,1 1-14 0,-1-1-16 0,-6 1-19 0,6-5-24 15,1 1-26-15,0-1-34 0,0-3-36 0,-2 1-58 0,2-5-71 0,0-4-71 16,6 1-72-16,-7-4-61 0,7-4-53 0,-6 1-26 0,6-8-13 15,0 0-1-15,6-4 6 0,-6-3 14 0,7-1 16 0,-1-3 29 16,0-3 32-16,8-1 56 0,-8-3 68 0</inkml:trace>
  <inkml:trace contextRef="#ctx0" brushRef="#br0" timeOffset="149936.43">29509 13371 209 0,'14'-14'247'0,"4"-4"49"0,-4 2 55 0,-1 2 44 0,7-1 38 0,-8 4 26 16,8-3 20-16,-1 3 15 0,7-4 13 0,0 4-25 0,1 4-44 0,-1-4-34 15,6 0-29-15,1 7-30 0,-1-3-31 0,1-1-44 0,6 5-49 16,-7-1-41-16,8 4-35 0,-8 0-22 0,7 4-19 0,0-4-11 0,-6 7-11 15,6-3-9-15,-6 3-7 0,-1 1-9 0,1 3-9 0,-1 0-5 16,-5 3-5-16,-2 1-3 0,1-1-2 0,-6 1-4 0,0 3-3 0,-8 0-3 16,1 1-1-16,1 0-2 0,-8 2-4 0,-6-2-1 0,6 3-3 15,-6-1-1-15,-6-2-2 0,6 3-5 0,-13 0-6 0,6 0-10 16,-6-4-14-16,1 4-19 0,-2 0-21 0,-5-4-24 0,-1 1-27 0,7-1-47 16,-12-3-59-16,5-1-75 0,0 1-86 0,-5-4-77 0,-2 0-73 15,1-4-33-15,6 1-14 0,-6-1 1 0,0-3 8 0,1-4 14 16,5 0 20-16,-6 0 24 0,-1-4 25 0,8-3 48 0,0-1 57 0,-8-3 77 15,8 0 234-15</inkml:trace>
  <inkml:trace contextRef="#ctx0" brushRef="#br0" timeOffset="150118.94">29614 13474 96 0,'-20'-11'259'0,"6"0"37"0,2 3 30 0,5-2 36 0,1 6 42 0,-1-3 30 16,7 3 28-16,0 0 21 0,7 4 17 0,-1-3-6 0,7 3-21 16,1 0-35-16,4 0-43 0,2 3-47 0,0-3-46 0,-1 4-32 0,7-4-27 15,1 4-35-15,5-1-41 0,1-3-29 0,-7 4-27 0,6 0-21 16,-6-1-18-16,7-3-19 0,-7 4-18 0,0-1-23 0,0 1-24 0,-6-4-27 15,-1 4-27-15,-6-1-38 0,7-3-42 0,-14 4-61 0,7-4-68 16,-13 4-70-16,7-4-72 0,-7 0-56 0,-7 3-50 0,1 5-22 16,-1-5-5-16,-5 1 6 0,-2 4 13 0,-6-1 17 0,1 0 21 0,-1 4 31 15,-6-3 40-15,-6 3 58 0,5 3 67 0</inkml:trace>
  <inkml:trace contextRef="#ctx0" brushRef="#br0" timeOffset="150269.35">29620 13650 76 0,'-20'7'186'0,"0"-3"17"0,8 3 15 0,5-3 30 15,1-1 39-15,6 1 46 0,0 0 53 0,6-1 31 0,1 1 22 16,-1 0-14-16,8-1-33 0,-2 1-31 0,2 0-31 0,5-1-22 0,1-3-17 15,6 4-13-15,0-4-14 0,-1 0-29 0,1 0-39 0,7 0-47 16,-1-4-53-16,-5 1-36 0,5-1-28 0,1 0-33 0,-1 1-34 0,1-5-53 16,-7-3-59-16,6 4-69 0,-5-4-73 0,-1 4-66 0,-6-4-65 15,-1 0-32-15,0 0-15 0,1-4-7 0,-7 4-5 0,0-4 3 0,0 4 6 16,-7-3 19-16,7-1 26 0,-6-3 45 0,0 3 56 0,5-3 64 16,-4 4 259-16</inkml:trace>
  <inkml:trace contextRef="#ctx0" brushRef="#br0" timeOffset="150503.63">30304 12906 0 0,'6'-15'154'0,"-6"8"163"0,0 0 55 0,-6 7 38 0,6 3 31 0,-7 1 23 16,7 7 24-16,-6 0 23 0,-1 4 19 0,-6 3 18 0,7 4 15 15,-14 4-29-15,7 3-54 0,0 1-58 0,-6 6-62 0,-1 1-52 16,-6 6-46-16,6 2-31 0,1 2-24 0,-7 1-19 0,6 3-19 0,-5 4-17 16,5 0-72-16,-6 4-80 0,6-1 0 0,-6 1 0 0,6-1 0 15,1 1 0-15,6 0 0 0,-1-5 0 0,2-2 0 0,12-1 0 16,-7-3 0-16,14-4 0 0,-1-4 0 0,8-7 0 0,-2 0 0 0,8-8 0 15,6 1 0-15,0-4 0 0,0-3 0 0,6-5 0 0,1-3 0 16,-1 0 0-16,1-7 0 0,0-1 0 0,6-3-106 0,0-3-295 0,0-5-126 16,1 1-68-16,-8-4-40 0,7-3-15 0,0-5-4 0,-1 1 7 0,2-1 11 15,-1-3 20-15,0 1 23 0,1-5 30 0,5 0 35 0,1 1 60 16,-1-1 75-16</inkml:trace>
  <inkml:trace contextRef="#ctx0" brushRef="#br0" timeOffset="150853.09">31040 13130 0 0,'6'-4'128'0,"8"-3"131"0,-2-1 27 0,1 5 38 0,7-5 43 0,-8 8 37 0,15-3 34 16,-8-1 25-16,8 4 18 0,-1 0 15 0,-1 4 9 0,8-4-39 16,0 3-64-16,0 5-52 0,-1-5-44 0,1 5-32 0,-1-1-25 0,1 0-36 15,5 0-44-15,-11 4-36 0,5-3-35 0,1-1-24 0,-1 0-20 0,-6 1-21 16,1-1-21-16,-9 1-24 0,9-5-25 0,-7 1-39 0,-8 3-47 15,8-3-66-15,-14-4-75 0,8 4-78 0,-8-1-82 0,1-3-47 0,-7 0-33 16,0 0-16-16,0 0-8 0,-7 0 4 0,1 0 10 0,-1 0 14 16,-6-3 17-16,7 3 34 0,-8 0 41 0,2 0 64 0,-1 0 72 0</inkml:trace>
  <inkml:trace contextRef="#ctx0" brushRef="#br0" timeOffset="151052.68">31183 13196 0 0,'-13'3'92'0,"0"1"170"0,6 3 39 0,-6 4 46 0,7 0 50 0,0 4 37 15,-2 3 31-15,2 4 26 0,6 0 21 0,-6 8 18 0,-1-1 18 16,1 4-29-16,-1 3-53 0,-6 1-48 0,7 3-47 0,0 0-38 0,-8 4-35 16,1-3-42-16,0 3-49 0,0 0-37 0,0 0-32 0,0 0-25 15,-7-1-22-15,7-2-21 0,-6-1-23 0,6-3-25 0,-7-1-28 0,1 1-29 16,6-4-31-16,0-4-33 0,-7 1-37 0,7-5-62 0,0-7-74 16,0 4-87-16,0-7-92 0,0 0-62 0,0-8-44 0,6 1-21 0,1-5-5 15,0 1 6-15,6-8 14 0,0 1 17 0,0-5 23 0,6-3 28 16,0-3 31-16,1-1 60 0,6-4 72 0</inkml:trace>
  <inkml:trace contextRef="#ctx0" brushRef="#br0" timeOffset="151236.06">30981 13844 0 0,'13'-15'121'0,"0"4"167"0,0 0 47 0,7 4 47 0,-8-4 43 15,2 7 33-15,-1-3 26 0,6 0 22 0,0 3 19 0,1 1 16 16,0-2 12-16,-1 2-33 0,1-1-55 0,6 4-55 0,-7-4-58 0,7 1-48 16,0 3-46-16,1-4-44 0,5 4-43 0,-6-3-32 0,1 3-26 15,5 0-22-15,-6 0-19 0,0 0-15 0,0 0-14 0,0 0-15 0,0 0-18 16,0 0-23-16,1 0-23 0,-9 0-24 0,9-4-24 0,-7 4-36 15,-2 0-41-15,2-4-64 0,-6 4-74 0,-1 0-80 0,-7-3-81 0,7-1-53 16,-6 0-43-16,-1 1-14 0,-6 3-4 0,6-4 11 0,-6 4 13 0,-6-4 20 16,6-3 22-16,-6 3 33 0,-1 1 40 0,0-1 63 0,1-3 74 15</inkml:trace>
  <inkml:trace contextRef="#ctx0" brushRef="#br0" timeOffset="151652.91">31612 13393 0 0,'0'0'185'15,"-6"4"82"-15,6 3 32 0,-6 1 47 0,6 3 51 0,-7 3 36 0,1 1 27 16,-1 4 19-16,7-1 18 0,-7 4 4 0,1 0-4 0,0 3-35 16,0 1-53-16,-2 3-48 0,2 1-45 0,0-1-35 0,-7 4-30 0,6 0-44 15,-6 0-52-15,0 0-35 0,6 3-27 0,-12-3-20 0,6 0-17 0,6 4-12 16,-5-4-10-16,-2 0-7 0,2-4-7 0,-2 4-9 0,1-4-11 16,7-3-11-16,-1 0-13 0,-6-1-11 0,7-2-10 0,0-2-13 0,-2-3-13 15,2-3-14-15,0 0-14 0,-1-1-21 0,1-3-24 0,-1 0-27 0,0 0-30 16,-5-3-19-16,5 0-16 0,0-5-6 0,-5 1-1 0,-2-1 4 15,1 1 9-15,1-4 10 0,-2 0 13 0,2 0 14 0,-8-4 16 0,7 4 29 16,-7-3 38-16,8-1 49 0,-2 1 55 0,-5 3 57 0,6-5 56 16,0 2 39-16,-1-1 30 0,2 0 23 0,-2 4 15 0,8-3 14 0,-7 3 12 15,7 0 9-15,-1-4 9 0,0 4-2 0,1 4-8 0,6-4-16 16,0 0-21-16,-6 3-26 0,12-3-30 0,-6 4-16 0,6-4-10 0,1 4-10 16,6-1-9-16,0 2-7 0,0-2-10 0,6-3-7 0,1 4-8 15,6-1-5-15,-7 1-6 0,14-4-3 0,-7 0-3 0,7 4-5 0,-7-4-5 16,6 0-8-16,1 0-10 0,-1 0-7 0,1 0-6 0,-1 0-20 15,8 0 0-15,-7 0 0 0,-1 0 0 0,1 0 0 0,5 0 0 0,-5 3 0 16,-7-3 0-16,7 0 0 0,-7 0 0 0,6 4-13 0,-12-4-54 0,6 4-23 16,0-4-25-16,-6 0-43 0,-1 0-52 0,-6 3-72 0,1-3-81 0,-2 0-82 15,1 0-81-15,0 0-41 0,-6-3-23 0,-1 3-3 0,0-4 7 16,2 0 14-16,-8 1 19 0,6-5 22 0,-6 5 24 0,6-4 43 0,-6-1 50 16,0-3 72-16,0 0 139 0</inkml:trace>
  <inkml:trace contextRef="#ctx0" brushRef="#br0" timeOffset="151853.78">31671 13837 61 0,'-6'0'339'0,"6"3"52"0,-7-3 35 0,7 4 27 16,7 0 25-16,-7 3 22 0,6-4 23 0,1 1 18 0,0 0 17 0,-1 3 12 16,6-3 9-16,-4-1-62 0,4 5-100 0,-5 0-85 0,6-5-81 15,-6 4-50-15,5 1-35 0,-5-5-28 0,0 5-23 0,5-1-33 16,-5-3-34-16,0-1-39 0,-1 5-40 0,1-5-45 0,-7 5-49 0,6-5-78 15,-6 1-92-15,6 0-95 0,-6-1-93 0,0-3-51 0,0 4-28 0,0-1-16 16,0-3-6-16,0 4 5 0,0-4 10 0,0 0 19 0,0 0 24 16,0 0 32-16,-6 4 39 0,6-4 73 0,0 0 103 0</inkml:trace>
  <inkml:trace contextRef="#ctx0" brushRef="#br0" timeOffset="43455.14">11599 11921 44 0,'0'0'117'16,"0"0"9"-16,-7 0 14 0,7 0 13 0,0 2 17 0,0-2 21 0,-6 0 22 15,6 0 5-15,0 0-1 0,-7 0 2 0,7 5 5 0,-6-5 7 16,6 0 7-16,-6 0 12 0,-2 0 16 0,8 0 6 0,-6 4 4 0,0-4-4 15,-1 0-9-15,0 3-14 0,1-3-14 0,0 0-17 0,-1 4-15 16,-6-4-19-16,6 0-17 0,1 4-15 0,-7-4-15 0,6 3-19 16,-5-3-20-16,5 4-16 0,-6 0-13 0,6-4-9 0,-5 4-3 0,-2-4-4 15,8 3-3-15,-7 1-3 0,0-4-4 0,0 3-2 0,-1 1-1 16,8 0-2-16,-6-1-1 0,-2 1-2 0,1-4-1 0,0 4 0 0,-6 0 1 16,5-1 0-16,-5 0-2 0,6 1-4 0,-6-4-1 0,5 4-3 15,-5-1-1-15,-1 1 2 0,1 0 0 0,0-4 0 0,5 3 0 16,-5 1-1-16,-1 0 0 0,0-4-1 0,1 0-1 0,-1 3 0 0,8-3-2 15,-8 0 1-15,0 0-1 0,7 0 0 0,-6-3 0 0,6 3-1 16,-7-4-1-16,7 4-2 0,-6-7 0 0,6 3-1 0,-1 0-1 0,-5 1-2 16,6-5-1-16,0 2-2 0,1-2 0 0,-2 1 0 0,1-1-2 15,0-2 0-15,0 2-2 0,0-3 1 0,6 0-2 0,-5 0-1 16,-2 0 1-16,8-4-3 0,-7 0 0 0,7 1 0 0,-1-4-1 0,0 3-2 16,1-3 0-16,0-4 0 0,-2 4 0 0,2-5 0 0,0 1 0 0,-1 0 0 15,7 1 0-15,-6-1-1 0,6-4 1 0,-7 4 0 0,7-1 0 16,0 2 0-16,-6-5 1 0,6 4-1 0,0 1 0 0,0-1 2 15,-7-1-1-15,7 1 1 0,0 0-1 0,0 0 1 0,0 1-1 0,7 3-1 16,-7-9 1-16,0 5 0 0,6 0-1 0,-6 0 0 0,7 1 1 16,-7-5-1-16,6 4 0 0,1-4 0 0,-1 1-1 0,8-1-2 0,-8 0 0 15,7-3-1-15,-6 0 1 0,6-1-2 0,-1 1-1 0,2 0-1 16,-2 0 0-16,8-1-1 0,-7 1 0 0,0 0-1 0,6 3 0 0,1 0 1 16,0 0 0-16,-7 1 0 0,7 3 1 0,-1 0 1 0,0 0 0 15,1 0 0-15,-1 3 3 0,7 1 1 0,-6 0-1 0,7 3 1 0,-9 1 1 16,9-1-1-16,-1 1 1 0,0 3 0 0,0 0-1 0,0 3 1 15,6 1-1-15,-6 0 0 0,7 0 2 0,-7 2-2 0,6-2 1 0,1 3 0 16,-1 4 1-16,-5-3 0 0,5 3 0 0,1-4 0 0,-7 4-1 16,6 0 1-16,-5 0 2 0,5 0 0 0,-6 4 0 0,0-4 0 0,7 3 0 15,-7 1 0-15,-7 0 0 0,7-1 0 0,1 2 1 0,-8-2 0 16,0 4 0-16,1 1 2 0,0-1 1 0,-1 4 1 0,1-4 1 0,0 4 2 16,-8 4 1-16,8-4 2 0,-1 3 1 0,-5-3 2 0,-2 9 1 15,8-7 0-15,-7 2 1 0,7 4 0 0,-8-1 2 0,2-4-1 16,-1 5 1-16,7-1 0 0,-8-3-1 0,1 4 1 0,0-1-3 0,-6 0 1 15,6-4-1-15,0 5-2 0,0-5 1 0,-6 4 1 0,5-3 0 16,-5 3 0-16,-1-2-1 0,1-2 2 0,6 1 0 0,-7 3 0 16,2-3 2-16,-2-1 1 0,0 0 0 0,0 1 1 0,-6 0 0 0,7 0 1 15,0 0 3-15,-1-4 0 0,1 3 2 0,-7 1 1 0,6-1 0 16,0-3 0-16,2 4 0 0,-2 0-2 0,0-5-1 0,-6 5-1 16,6-4-2-16,1 4-2 0,0-3-1 0,-7 2-2 0,6-3-2 0,1 0-1 15,-7 0-3-15,6-1-1 0,1 1 0 0,-7 0 0 0,7-3-2 16,-1 3 1-16,-6 0 1 0,6-5 1 0,-6 6 4 0,0-4 2 0,6 3-15 15,-6-4-2-15,0 4 0 0,0-4 0 0,0 4 0 0,0-4 0 16,0 1 0-16,0 3 0 0,0-4 0 0,-6 4 0 0,6-4 0 0,0 0 0 16,-6 5 0-16,6-5 0 0,0 1 0 0,0-2 0 0,-6 2 0 15,6 0 0-15,-7-1 0 0,7 0 0 0,-7 0 0 0,1 1 0 16,6-1 0-16,-7-3 0 0,7 3 0 0,-6 0 0 0,-1 1 0 0,0-1 0 16,1-3 0-16,0 3 0 0,6 0 0 0,-6 0 0 0,-8 0 0 0,8-3 0 15,-1 4 0-15,1-1 0 0,-1 1 0 0,-6-5 0 0,7 5 0 16,0-1 0-16,-8-3 0 0,8 3 0 0,-1 0 0 0,-6-3 0 0,6 3 0 15,1 1 0-15,-7-5 0 0,6 5 0 0,1-1 0 0,-7-4 0 16,6 5 0-16,1-1 0 0,-7-3 0 0,6 3 0 0,-6-3 0 0,7 3 0 16,-8 0 0-16,8-4 0 0,0 5 0 0,-7-4 0 0,-1 4 0 15,8-5 0-15,-6 5 0 0,4-6 0 0,-4 7 0 0,-2-6 0 16,8 5 0-16,-7-5 0 0,0 1 0 0,6 4 0 0,-5-5 0 0,-2 0 0 16,1 1 0-16,1 0 0 0,-2 3 0 0,8-3 0 0,-8-1 0 15,2 1 0-15,-1 0 0 0,0-1 0 0,0 5 0 0,-1-5 0 16,2 1 0-16,5-1 0 0,-6 1 0 0,0 0 0 0,0-1 0 0,0 1 0 15,7 0 0-15,-8-1 0 0,2 1 0 0,-1-4 0 0,6 4 0 16,-6-1 0-16,-1-3 0 0,8 5 0 0,-7-2 0 0,7-3 0 0,-7 4 0 16,0-4 0-16,-1 3 0 0,8-3 0 0,-7 4 0 0,0-4 0 15,7 4 0-15,-7-2 0 0,-1-2 0 0,2 5 0 0,-2-1 0 16,2-4 0-16,-1 3 0 0,-7 1 0 0,6 3 0 0,-4-3 0 0,-2 0 0 16,1 3 0-16,-1-3 0 0,0 3 0 0,1-3-141 0,-1 3-92 15,0-3-62-15,1 0-80 0,-1-1-87 0,2 0-64 0,4-3-55 0,-6 4-20 16,7-4-1-16,1 4 7 0,-2-4 15 0,-5-4 21 0,12 4 23 0,-6 0 25 15,0-4 26-15,6 1 51 0,1-4 62 0,0-1 82 16,0 1 277-16</inkml:trace>
  <inkml:trace contextRef="#ctx0" brushRef="#br0" timeOffset="46204.16">14041 13254 0 0,'-6'0'26'0,"0"-4"64"0,-2 1 4 0,8 3 6 0,-6-4 6 0,0 1 6 16,-1-1 6-16,0 0-9 0,7 1-19 0,-6-1-11 0,-1 0-8 0,1 1-3 16,0-1-3-16,-1-3-1 0,0 3-3 0,1 0-1 0,0-3 3 15,-1 3 2-15,0 0 1 0,1-3 5 0,-1 3 4 0,1-3 9 16,-1 3 12-16,1-3 8 0,-1 3 9 0,1-3 8 0,-8 0 11 0,8 3 8 15,0-3 12-15,-1 0 4 0,1-1 4 0,-7 1 2 0,6 0 6 16,1-1 0-16,0-3-1 0,-8 4-4 0,8 0-1 0,-1-4 0 0,-6 4 1 16,7-5-6-16,-1 5-8 0,1-4-9 0,-8 0-10 0,8 0-6 15,0 0-7-15,-1 0-10 0,0 0-13 0,-5-4-9 0,5 1-8 16,1 3-10-16,-1-4-12 0,0 0-12 0,1 1-13 0,0-1-7 0,6-3-6 16,-8 3-4-16,2-3-4 0,6 3-2 0,-6-3-3 0,6-1-1 15,0 1-2-15,0 0 1 0,0 0 0 0,0-1 0 0,0 1 2 0,0-4 1 16,0 4 2-16,6-5 1 0,-6 2 0 0,6 3 2 0,2-5 0 15,-2 2 1-15,0-1 0 0,1 0 2 0,0-1 1 0,-1 5 0 16,7-3-1-16,-7-2 0 0,8 5 0 0,-8-4 1 0,7 4-2 0,0-5 0 16,0 5 2-16,-7 0 1 0,8 0 0 0,-2-1 1 0,2 1-1 0,-8 0 1 15,7 3 1-15,0-3 1 0,0 3 3 0,1 1 1 0,-2-1-1 16,1 0 1-16,0 4 1 0,7-3 1 0,-7 3 0 0,0 0 0 16,6 0 2-16,-6 3 0 0,7-3 1 0,0 4 0 0,-1 3 0 0,1-3-1 15,6 3-2-15,-7-3 1 0,7 3 0 0,-6 4 1 0,6-4 0 16,0 4-1-16,-7-3-1 0,7 3-2 0,1 0 0 0,-1 0 0 15,0 0-1-15,-1 0 0 0,9 3 2 0,-9-3 0 0,7 4 0 0,-5 0 0 16,5-1 0-16,-6 5-1 0,7-1-1 0,-1 0 2 0,-5 1 1 16,5 2 1-16,1 2 1 0,-7-1 3 0,0 4 1 0,0-4 2 0,0 3-1 15,1 4 1-15,-2-3 2 0,1 3 1 0,-6-3 2 0,6 4 2 16,-7-1 0-16,1 0 1 0,0 0-2 0,-1 1 0 0,1-1-2 0,-8 0-1 16,8 0-3-16,-7 1 0 0,7-1 0 0,-8 1-2 0,2-1-2 15,-1 1 0-15,0-2-2 0,0 2-2 0,-1-1 0 0,-4 1 0 16,4-1-3-16,-5 0 0 0,6 0-1 0,-7 1-2 0,1-1 0 0,-1 1-2 15,1-5 0-15,0 5-1 0,-1-5 1 0,0 4-1 0,1-3 1 0,0 3-1 16,-7-3-1-16,6-1 1 0,-6 1 0 0,6 3 1 0,-6-3 2 16,0 0 1-16,7 3 1 0,-7-3 2 0,0-1 1 0,0 1 0 0,0 0 1 15,-7 3 0-15,7-7 1 0,0 8 0 0,-6-5-10 0,6 1-15 16,-6-1 0-16,6 1 0 0,-7 0 0 0,0-1 0 0,7 4 0 0,-6-3 0 16,0 0 0-16,-1 0 0 0,-6-1 0 0,6 5 0 15,1-5 0-15,-7 1 0 0,0 3 0 0,7-3 0 0,-8 3 0 0,1-3 0 16,0 3 0-16,0 1 0 0,1-5 0 0,-2 4 0 0,1-3 0 0,-6 3 0 15,6 1 0-15,-1-4 0 0,2-1 0 0,-2 1 0 0,-5-4 0 16,6 3 0-16,0-3 0 0,0 0 0 0,0-3 0 0,0 3 0 16,0-4 0-16,0 0 0 0,7 0 0 0,-14 1 0 0,7-1 0 0,0 0 0 15,0 1 0-15,-1-1 0 0,2-3 0 0,-2 3 0 0,-5 1 0 16,6-5 0-16,0 5 0 0,-7-1 0 0,1-3 0 0,6 3 0 16,-6-3 0-16,5 3 0 0,-5 0 0 0,-1-3 0 0,0 3 0 0,8-3 0 15,-8-1 0-15,1 5 0 0,5-5 0 0,-4 5 0 0,4-5 0 0,-5 1 0 16,5 0 0-16,-6-1 0 0,8 1 0 0,-1 0 0 0,0-1 0 15,0 1 0-15,-1 0 0 0,2 0 0 0,-2-4 0 0,2 3 0 16,-1 1 0-16,-7-1 0 0,8-3 0 0,-2 4 0 0,1-4 0 0,-7 4 0 16,8-4 0-16,-2 4 0 0,-5-4 0 0,6 3 0 0,0-3 0 15,-7 0 0-15,8 0 0 0,-8-3 0 0,7 3 0 0,0-4 0 0,-6 0 0 16,5 0 0-16,1-3 0 0,-6 0 0 0,0-1 0 0,5-3 0 16,-6 4 0-16,7-4 0 0,-6-4-102 0,6 1-59 0,-7-1-33 0,1 1-62 15,6-1-74-15,-6-3-77 0,5 0-76 0,-5-1-53 0,6 1-39 16,0-4-10-16,-1 3 2 0,-5 1 11 0,6 0 14 0,0 3 20 15,0-4 22-15,0 5 29 0,-7-1 33 0,8 4 62 0,-1-3 76 16</inkml:trace>
  <inkml:trace contextRef="#ctx0" brushRef="#br0" timeOffset="91988.14">10263 12749 0 0,'-6'3'89'0,"6"-3"42"0,0 0-197 0,0 0-33 0,0 0 44 15</inkml:trace>
  <inkml:trace contextRef="#ctx0" brushRef="#br0" timeOffset="97037.79">10551 12250 0 0,'0'0'56'0,"0"0"59"16,0 0 14-16,0 0 13 0,0 0 18 0,0 0 17 0,0 0 21 0,-8 0 7 16,8 0-1-16,-6 0-4 0,6 0-7 0,-6 4 1 0,6-4 2 15,-7 4-1-15,1-4-4 0,-1 3-3 0,1 5-6 0,-7-5-6 16,6 5-8-16,-6-1-5 0,0 4-4 0,6 0-9 0,-5 3-8 0,-8 1-1 16,7 4 3-16,-1 3-1 0,-4 0-5 0,4-1-4 0,-5 5-5 15,-1 4-4-15,1-1-6 0,-1 4-7 0,0 0-6 0,2-1-11 16,-2 2-15-16,-7 2-9 0,9 1-7 0,-2 3-10 0,0-3-10 0,-7 3-10 15,9-3-8-15,-2 3-6 0,7 0-5 0,-7-3-1 0,0 4-5 16,1-1-1-16,6-4-2 0,-6 1-1 0,5-1-2 0,2 1-1 0,-2-4-2 16,1 0-3-16,1-4-2 0,5 0-10 0,-6-2-11 0,7-2-24 15,-1-3-28-15,0 0-39 0,7-4-43 0,-6-3-43 0,6-4-42 16,0 0-34-16,0-4-28 0,6-3-31 0,1-4-34 0,0 0-24 0,-1-4-18 16,0-3-1-16,8-4 6 0,-8 0 22 0,7-8 25 0,0 1 39 15,0-7 44-15,1-1 43 0,4 1 41 0</inkml:trace>
  <inkml:trace contextRef="#ctx0" brushRef="#br0" timeOffset="97386.9">11169 12141 0 0,'13'-12'48'0,"-7"1"55"0,2 4 12 16,-2 4 15-16,-6-5 16 0,6 5 20 0,-6 3 22 0,0-4 8 15,0 4 3-15,0 0 9 0,0 0 13 0,0 0 6 0,0 4 7 0,-6-4 7 16,6 3 8-16,-6 1 6 0,-2 0 2 0,8 3 2 0,-6 4 2 16,-7 0-8-16,6 3-9 0,-6 5-18 0,-6 2-18 0,6 2-16 0,-7 2-16 15,1 8-12-15,-7 0-10 0,6 4-14 0,-13 0-14 0,7 6-13 16,-6 1-12-16,-1 4-14 0,1 4-17 0,-7-5-11 0,0 8-8 0,-1 0-7 16,2 4-8-16,-1-5-3 0,0 9-5 0,-1-5-6 0,1 4-3 15,0-3-4-15,7 0-2 0,-8 0-3 0,8-5-1 0,-1 1-2 0,7-3-3 16,-7-5-1-16,15-3-3 0,-9-3-3 0,14-5-6 0,-6-3-8 15,5-4-10-15,2 1-18 0,5-8-21 0,1-4-32 0,6 0-38 16,-7-3-46-16,7-4-52 0,0 0-42 0,7-4-36 0,-7-3-37 16,0 0-35-16,6-1-31 0,1-6-28 0,-1-1-7 0,0 0 3 0,8-3 13 15,-8-8 20-15,0 4 32 0,8-7 35 0,-8 0 48 0,7-4 52 0,1-4 41 16,-2 0 118-16</inkml:trace>
  <inkml:trace contextRef="#ctx0" brushRef="#br0" timeOffset="97704.32">11632 12100 59 0,'6'4'157'0,"0"0"12"0,1 3 12 0,-7 0 19 0,-7 4 22 0,1 4 27 16,0-1 29-16,-2 4 31 0,2 0 31 0,0 1 0 0,-7 3-17 15,6 4-14-15,-6 0-13 0,1-1-8 0,-2 5-7 0,1-1-9 16,-6 4-10-16,6 3-17 0,-7 1-20 0,0 4-25 0,1 3-28 0,-7-1-28 15,0 5-29-15,0 3-28 0,-1 0-29 0,-5 5-17 0,-1 2-11 0,1 5-7 16,-7-1-4-16,0 4-1 0,0 0-3 0,0 3-3 0,0 1-3 16,-7 0-1-16,7 3-1 0,0-4-1 0,-7 1-1 0,7-4-2 15,7 3-2-15,-7-7 1 0,6 1 1 0,7-5-1 0,0-2 0 0,6-9-1 16,1 1-2-16,-1-4-1 0,8-8-2 0,-2-3-11 0,8-3-14 16,-1-4-32-16,1-9-41 0,6 2-52 0,0-8-57 0,0 0-45 0,0-7-37 15,6-1-42-15,-6-6-44 0,13-1-30 0,-7-7-24 0,2-4-9 16,4-3-5-16,2-4 8 0,-8-7 12 0,13-1 31 0,-5-6 39 15,-2-4 51-15,8-5 56 0,-1 2 45 0,-5-5 170 0</inkml:trace>
  <inkml:trace contextRef="#ctx0" brushRef="#br0" timeOffset="98004.4">11983 12269 102 0,'6'-11'122'0,"8"3"12"0,-8 1 12 15,-6 3 16-15,6 1 21 0,-6 3 27 0,0 3 31 0,7-3 13 16,-7 8 4-16,0-1 9 0,0 0 13 0,0 4 11 0,0 4 13 0,0 3 5 16,-7 0 4-16,1 5-4 0,0 2-5 0,0 5-13 0,-8 2-16 15,1 1-25-15,-7 8-26 0,1-1-30 0,0 0-30 0,-8 8-28 16,1 0-28-16,0 6-24 0,-6-2-20 0,-1 6-13 0,1 1-11 0,-7 3-6 16,6 4-8-16,-13 0-5 0,7 0-3 0,0 4-3 0,-7-1-4 15,8 1-3-15,-9-1 0 0,9-2-2 0,-1-2-2 0,0-6-2 0,7 0-1 16,-1-8-2-16,7-3 0 0,0-4-11 0,6-12-11 0,7-2-20 15,0-4-21-15,6-8-27 0,1-7-31 0,6-4-39 0,6-7-46 16,1-3-42-16,0-5-38 0,5-6-35 0,1-5-31 0,7 1-32 0,-6-12-34 16,4 1-14-16,9-7-3 0,-7-1 11 0,5-3 17 0,1-8 26 15,0 4 29-15,0-7 40 0,7 0 43 0,-1-1 42 0,-5-3 40 0</inkml:trace>
  <inkml:trace contextRef="#ctx0" brushRef="#br0" timeOffset="98255.07">12387 12294 2 0,'6'-3'144'0,"1"3"16"0,-7 3 18 0,7 4 25 16,-7 1 27-16,0-1 30 0,-7 5 33 0,7 2 35 0,0 4 35 0,-7 1-1 15,7-1-17-15,-6 4-14 0,-1 3-9 0,1 1-9 0,0 4-7 16,-2-1-12-16,2 4-15 0,-6 0-21 0,-2 0-24 0,1 3-28 0,0 5-29 16,-6-1-32-16,5 0-34 0,-5 4-26 0,-1 0-23 0,2 0-15 15,-2 0-9-15,-7 4-9 0,8-1-4 0,-7 5-5 0,0-5-3 0,6 1-4 16,-6-1-4-16,0-3-3 0,1 1-5 0,5-2-6 0,0-6-9 15,1-1-15-15,-1-2-17 0,7-5-35 0,6-3-40 0,-6-8-53 16,7 0-58-16,6-3-44 0,0-8-38 0,0 0-38 0,6-7-39 0,1-3-29 16,6-5-25-16,0-3-9 0,0-3 1 0,6-5 10 0,1-2 16 15,-1-5 33-15,1-4 41 0,6-3 52 0,-7 1 59 0,7-5 44 16,1-4 167-16</inkml:trace>
  <inkml:trace contextRef="#ctx0" brushRef="#br0" timeOffset="98520.47">12863 12444 0 0,'12'-11'150'0,"-5"4"39"0,-1 0 17 0,1 4 12 0,-1-2 13 16,-6 2 15-16,0 3 19 0,0 0 23 0,0 0 26 0,7 0 8 15,-7 3 1-15,0 5-9 0,0-5-17 0,0 5-17 0,0 3-19 0,0 3-15 16,-7-3-14-16,7 8-9 0,0-1-10 0,-6 1-12 0,-1 6-13 16,1-3-22-16,-7 8-23 0,7-5-26 0,-8 4-31 0,1 4-21 0,-6 0-18 15,6 4-9-15,-7 0-6 0,0 3-3 0,-5 0-2 0,5 4-2 16,-6 4-4-16,0-1-3 0,-1 1-3 0,-5 3-2 0,7 0-1 15,-2 1-3-15,1-5 0 0,-6 1 0 0,12 0-1 0,-6-8-1 16,7-3-2-16,-1 0-7 0,7-8-10 0,0-4-24 0,6-6-30 0,7-1-42 16,-6-11-47-16,12 0-55 0,-6-3-59 0,7-8-53 0,6 1-49 0,0-8-38 15,-1-4-31-15,2 1-15 0,6-8-6 0,-7 0 2 0,6-1 9 16,-6-6 21-16,7 4 30 0,-1-5 41 0,-6 1 46 0,0 4 53 16,1-1 133-16</inkml:trace>
  <inkml:trace contextRef="#ctx0" brushRef="#br0" timeOffset="150370.4">12790 12745 0 0,'8'-4'68'15,"-8"0"34"-15,0 1 7 0,0-1 7 0,0 0 11 0,0 4 9 16,0 0 13-16,0 0-1 0,0 0-5 0,0-3-9 0,0 3-6 0,0 0-3 16,0-4 1-16,0 4 7 0,0-4 10 0,6 1 7 0,-6 3 8 15,0-4 6-15,6 1 6 0,-6-1 2 0,7 0-3 0,-1 1 1 16,1-1 3-16,-1 0 9 0,1 4 7 0,-1-3 4 0,8-1 2 0,-8 0-2 15,0 1-3-15,7 3-7 0,-6-4-9 0,-1 0-10 0,7 4-12 0,-6 0-7 16,6-3-5-16,-7 3-9 0,8-4-11 0,-8 4-16 0,0-4-17 16,7 4-12-16,-6 0-12 0,6-3-9 0,-7 3-6 0,8 0-3 0,-8-4-3 15,7 4-1-15,-6 0-1 0,6 0-2 0,-7 0-3 0,8 0-2 16,-8 0-2-16,7 0 1 0,0 0 0 0,-7 0 2 0,7 4 1 16,-6-4 2-16,6 3-1 0,0 1 0 0,0 0 0 0,0-1 1 15,-7 1-2-15,8 3 3 0,-2-3 2 0,8 3 3 0,-7 1 3 0,0-1 0 16,0 0 0-16,7 4 0 0,-8 0-1 0,8 0-3 0,-7 0-1 0,7 0-2 15,0 0-2-15,-1 4-1 0,-6-4-2 0,6 4-2 0,1-1-2 16,0 1-4-16,-1-1-3 0,1 1-3 0,-1 0-1 0,-6 0-1 16,6-1-2-16,1 1-2 0,0 3 1 0,-7-3 0 0,7 3 0 0,-2 0 0 15,-4-3-1-15,-1 3-1 0,7 1 0 0,-8-1 1 0,2 4 3 16,-2-4 1-16,2 4 3 0,-1-4 2 0,-7 4 1 0,7 1 3 0,0-1 2 16,-7 0 0-16,2-1 2 0,4 1 0 0,-5 0 3 0,-1 1-1 15,1-1 1-15,-1-1-1 0,7 1 0 0,-7 0-4 0,2 0-1 0,-2 0-1 16,0 4-3-16,1-4-1 0,6 0-2 0,-7 0-2 0,1 0 0 15,6 0-3-15,-6 0-2 0,-1-4-2 0,0 4-11 0,8 0-1 16,-8 0 0-16,0 0 0 0,1 0 0 0,6 0 0 0,-6-4 0 0,-1 4 0 16,0 0 0-16,2 0 0 0,-2 4 0 0,0-4 0 0,1 0 0 15,-1 0 0-15,1 0 0 0,-1 0 0 0,1 0 0 0,-1-4 0 16,-6 4 0-16,6 0 0 0,2-4 0 0,-8 4 0 0,6-3 0 0,-6-1 0 16,6 0 0-16,-6 0 0 0,7 1 0 0,-7-1 0 0,6 0 0 0,-6 1 0 15,7-1 0-15,-7-3 0 0,0 3 0 0,6 0 0 0,-6 1 0 16,0-4 0-16,7 3 0 0,-7-4 0 0,0 5 0 0,0-1 0 0,6-3 0 15,-6 3 0-15,0-4 0 0,0 5 0 0,7-4 0 0,-7-1 0 16,0 1 0-16,0 0 0 0,0-1 0 0,0 4 0 0,7-7 0 0,-7 5 0 16,0-2 0-16,0 1 0 0,0-1 0 0,0 1 0 0,0 0 0 15,6-1 0-15,-6 4 0 0,0-3 0 0,0 0 0 0,0 0 0 16,0-1 0-16,6 1 0 0,-6 0 0 0,0-1 0 0,0 1 0 0,0-1 0 16,0 1 0-16,7-4 0 0,-7 3 0 0,0-3 0 0,0 5 0 0,7-6 0 15,-7 2 0-15,0-2 0 0,0 1 0 0,6 0 0 16,-6 0 0-16,0 0 0 0,6 0 0 0,-6 0 0 0,0 0 0 0,7 4 0 15,-7-4 0-15,0 1 0 0,0 2 0 0,6-3 0 0,-6 0 0 0,0 3 0 16,7-3 0-16,-7 0 0 0,0 4 0 0,0-4 0 0,0 0 0 16,7 0 0-16,-7-1 0 0,0 2 0 0,0-1 0 0,0 0 0 15,0 0 0-15,0 0 0 0,0 0 0 0,0 0 0 0,0 0 0 0,0 0 0 16,0-1 0-16,0 1 0 0,0 0 0 0,0 0 0 0,0 1 0 16,0-1 0-16,0 0 0 0,0-4 0 0,0 4 0 0,0-3 0 0,0 2 0 15,0-2 0-15,0 2 0 0,0-2 0 0,0-1 0 0,0 0 0 16,0 0 0-16,0 5 0 0,0-5 0 0,0 1 0 0,0 0 0 0,0-5 0 15,0 4 0-15,0-3 0 0,0 3 0 0,0-3 0 0,0 3 0 16,0-3 0-16,0-1 0 0,0 1 0 0,0 3 0 0,0-3 0 0,0 0 0 16,0-1 0-16,0 1 0 0,-7-1 0 0,7 1 0 0,0 0 0 15,0-1 0-15,0-3 0 0,0 4 0 0,0-4 0 0,0 0 0 16,0 0 0-16,0 0 0 0,0 0 0 0,0 0 0 0,0 0 0 0,0 0 0 16,-7 0 0-16,7-4 0 0,-6 4 0 0,6-3 0 0,-7 3 0 15,1-4 0-15,0 0 0 0,-1-3 0 0,0 4 0 0,1-5 0 16,0 1 0-16,-1-4 0 0,-6 4 0 0,6-4 0 0,-6 0 0 0,7-4 0 15,-7 0 0-15,7 0 0 0,-8 1 0 0,8-1 0 0,-7 1 0 16,0-1 0-16,6 0 0 0,-5-3 0 0,4 4 0 0,-4-2 0 0,5 2 0 16,0-1 0-16,-6 1 0 0,7-5 0 0,0 5 0 0,-8 3 0 15,8-4 0-15,0 1 0 0,-1 3 0 0,0-1 0 0,1 1 0 0,6 4 0 16,-7-4 0-16,1 4 0 0,-1 3 0 0,7-3 0 0,-6-1 0 16,-1 5 0-16,7-1 0 0,-6 0 0 0,0 1 0 0,6 3 0 0,-8-4 0 15,8 4 0-15,-6-3 0 0,6 3 0 0,-6 0 0 0,6 0 0 16,0 0 0-16,-7 3 0 0,7-3 0 0,0 0 0 0,0 4 0 0,0-1 0 15,0 1 0-15,0 3 0 0,7-3 0 0,-7 3 0 0,0 1 0 16,6 3 0-16,0 0 0 0,-6 0 0 0,8-1 0 0,-2 2 0 0,0 3 0 16,1-1 0-16,-1-2 0 0,1 2 0 0,6 0 0 0,-7-3 0 15,8 4 0-15,-8-1 0 0,7 2 0 0,-6-2 0 0,5-3 0 16,1 4 0-16,1-4 0 0,-2 4 0 0,2-1 0 0,-1-3 0 0,0 3 0 16,-7-3 0-16,7 0 0 0,1 4 0 0,-2-4 0 0,1 0 0 15,0 0 0-15,0 0 0 0,1 0 0 0,-2-3 0 0,2 3 0 16,-2-4 0-16,-5 0 0 0,6 0 0 0,0 1 0 0,-7-1 0 0,8 0 0 15,-2-3 0-15,-5 3 0 0,6-4 0 0,-6 5 0 0,-1-4 0 0,8-1 0 16,-8 2 0-16,0-2 0 0,0 1 0 0,1 0 0 0,0-2 0 16,-1-2 0-16,1 5 0 0,-1-1 0 0,0-4 0 0,-6 3 0 15,8-3 0-15,-2 4 0 0,0-4 0 0,-6 0 0 0,6 0 0 0,-6 0 0 16,8 0 0-16,-2-4 0 0,0 1 0 0,1-1 0 0,-1-3 0 16,1-1 0-16,0-3 0 0,5-4 0 0,2-3 0 0,-2 0 0 15,8-8 0-15,-7 1 0 0,7-5 0 0,-8-3 0 0,8 0 0 0,-1 4 0 16,1-8 0-16,0 4 0 0,-7 0 0 0,7 4 0 0,-8 0 0 15,8 0 0-15,-7 3 0 0,0 0 0 0,0 4 0 0,0 0-112 0,0 4-227 16,0 0-56-16,-6 3-56 0,6 0-45 0,-7 0-38 0,0 4-31 16,1 1-24-16,0 2 0 0,-1 1 13 0,0 3 20 0,2 1 24 0,-8 3 25 15,6 0 27-15,-6 0 42 0,0 0 52 0,0 0 64 0,6 0 69 16</inkml:trace>
  <inkml:trace contextRef="#ctx0" brushRef="#br0" timeOffset="165354.67">16366 12239 52 0,'7'-7'118'16,"-1"0"11"-16,1 3 11 0,-7-3 16 0,6 3 19 0,-6 4 24 15,0-3 27-15,0 3 10 0,0 0 3 0,0 0 3 0,0 0 4 0,0 0 8 16,0 3 8-16,0-3 9 0,-6 4 8 0,6-1 0 0,-7 1-3 0,1 3-9 16,-1 1-13-16,0-1-19 0,1 4-24 0,-6 0-23 0,4 4-26 15,-4 3-22-15,-1 0-20 0,-7 4-17 0,7 0-18 0,-6 4-18 16,-1 4-19-16,-6-2-9 0,7 6-8 0,-8-1-6 0,1 3-7 0,0 1-4 16,0 0-4-16,0 3-1 0,-7 4 0 0,1-4-1 0,6 4-2 15,-7 0-1-15,0 0-1 0,1 0-1 0,-1 0 1 0,7-4-3 0,1 1-6 16,-1-5-10-16,0-3-14 0,6 0-25 0,1-8-27 0,5 1-45 15,2-7-52-15,5-5-52 0,0-3-53 0,1-4-53 0,6-7-56 0,6-3-28 16,1-4-13-16,0-4-6 0,5-4-1 0,2-7 9 0,-2 0 13 16,8-4 24-16,-1-7 29 0,1 0 42 0,6 1 52 0</inkml:trace>
  <inkml:trace contextRef="#ctx0" brushRef="#br0" timeOffset="165637.38">17233 12048 189 0,'6'0'209'0,"7"0"16"16,-7 0 19-16,-6 0 24 0,0 0 30 0,0 5 40 0,0-2 47 15,0 5 30-15,-6-5 25 0,-1 5-21 0,7 3-47 0,-12 0-33 0,5 0-28 16,-6 3-21-16,-7 5-15 0,7-1-15 0,-6 3-14 0,-8 2-23 16,2 2-26-16,-1 5-37 0,-7-1-46 0,7 4-29 0,-6 0-24 0,-8 4-14 15,7-1-12-15,-12 4-6 0,6 1-4 0,0 3-2 0,0-4-3 16,0 4-3-16,0 0-1 0,-7 0-4 0,7 0-4 0,1 0-5 0,4-4-7 15,2-3-10-15,-1 0-12 0,8-5-22 0,5 1-25 0,0-7-51 16,1-4-59-16,12-4-61 0,0-7-62 0,1 0-55 0,12-7-53 16,1-8-35-16,0 1-27 0,12-12-11 0,1 1-2 0,0-8 6 0,5-1 10 15,8-6 20-15,-1-4 25 0,2-3 48 0,4-1 60 0,1-3 60 16,0-4 157-16</inkml:trace>
  <inkml:trace contextRef="#ctx0" brushRef="#br0" timeOffset="165854.34">17617 12122 221 0,'6'4'265'0,"-6"7"30"0,-6-4 26 0,6 4 30 16,-13 4 33-16,-1-5 29 0,2 6 26 0,-2 2 18 0,-5 0 14 0,-1 4-22 15,-6 0-40-15,0 3-45 0,1 5-48 0,-1-1-33 0,-7 4-26 0,1 0-23 16,-1 0-24-16,0 4-30 0,-6 3-32 0,6-3-28 0,-6 3-27 16,1 0-16-16,5 4-13 0,-7-4-10 0,8 1-8 0,-7 3-7 15,7-4-6-15,-1 1-11 0,7-5-9 0,0 1-12 0,-1-1-9 0,15-7-13 16,-8-3-15-16,7 0-19 0,7-8-22 0,-1-3-36 0,7-4-45 0,7-4-57 15,-1-7-65-15,1-4-58 0,5 1-53 0,8-8-48 0,0-7-48 16,-1-1-18-16,13-6-6 0,-5-1 6 0,5-7 11 0,1 0 18 16,6-3 21-16,0-1 35 0,0-4 43 0,0 1 57 0,1 0 65 15</inkml:trace>
  <inkml:trace contextRef="#ctx0" brushRef="#br0" timeOffset="166103.85">18079 12228 0 0,'6'0'122'0,"1"4"128"15,0 0 26-15,-7 3 30 0,0 0 33 0,0-3 38 0,0 3 42 0,-7 4 28 16,0 0 21-16,1 0 17 0,0 0 13 0,-1 4-38 0,-6 3-62 0,0-3-49 16,0 7-41-16,-6 0-28 0,-1 3-23 0,0-3-27 0,-5 8-30 15,-1-1-36-15,6 0-40 0,-7 5-28 0,-5-5-19 0,6 8-18 16,0-5-13-16,0 5-8 0,-6-4-7 0,6 4-6 0,-1-1-4 0,1 1-3 16,0-4-4-16,7 4-2 0,-7-5-4 0,6 1-7 0,0 0-6 15,7-4-13-15,-6-3-15 0,12 0-22 0,-5-4-23 0,5-4-42 0,7-3-50 16,0-4-61-16,7 0-69 0,-1-8-57 0,7 1-54 0,0-8-46 15,0-3-45-15,7-4-18 0,0 0-6 0,5-7 5 0,-5-4 13 16,6-4 19-16,6 1 23 0,-5-4 40 0,5-5 48 0,1 1 62 0,-1 1 69 16</inkml:trace>
  <inkml:trace contextRef="#ctx0" brushRef="#br0" timeOffset="166321.21">18300 12522 0 0,'7'0'27'0,"0"0"191"0,-7 3 26 0,0-3 24 16,0 4 26-16,0-1 35 0,0 1 41 0,0 0 34 0,0 3 31 15,-7-3 21-15,7 3 16 0,0 1-28 0,-7 2-51 0,1 1-43 16,6 1-39-16,-6-2-29 0,-1 5-24 0,-6 0-24 0,6 3-20 0,-5-3-35 16,-2 3-39-16,2 4-32 0,-2 0-31 0,1-4-20 0,0 8-15 15,-6-4-10-15,-1 4-6 0,1-1-5 0,-1 1-4 0,0 0-4 0,1 3-3 16,0-4-11-16,-8 5-12 0,7-5-18 0,-5 4-20 0,5-3-42 16,-6 0-52-16,7-4-70 0,-1 3-81 0,7-6-75 0,-6-1-72 0,12-3-36 15,-6 0-17-15,7-8-8 0,6-3-3 0,0-4 6 0,6-4 8 16,0 0 17-16,8-7 17 0,-2 0 41 0,8-7 50 0,0-1 70 15,5 1 231-15</inkml:trace>
  <inkml:trace contextRef="#ctx0" brushRef="#br0" timeOffset="167437.49">18535 12609 0 0,'6'-4'98'0,"1"1"62"0,-7 3 9 0,6-3 12 0,1-1 15 0,-7 4 21 16,7 0 24-16,-7-4 24 0,6 4 25 0,-6 0 2 0,6 0-8 16,2 0-6-16,-2 0-2 0,0 0 1 0,0 0 0 0,1 4 2 15,6-4 2-15,0 4-6 0,-7-1-11 0,8 0-16 0,6 1-21 0,-8 3-20 16,1 1-22-16,7 0-18 0,0-1-17 0,-1 4-21 0,-6 0-24 15,6 0-19-15,1 3-16 0,0-3-9 0,-1 4-9 0,1-1 0 16,-1 5 0-16,1-5 1 0,-7 5-1 0,6-1 0 0,1 1 1 0,-7-1-1 16,7 4-2-16,-8-4 0 0,8 4 1 0,-7 0-1 0,7 0 2 15,-8 0-1-15,2 0-2 0,-2 4-3 0,2-1-4 0,5 1-3 0,-6 0-2 16,0 3-2-16,1-4-2 0,-2 5 1 0,1-1-2 0,-6 1 1 16,6-1 1-16,-1 0 3 0,-4 0 3 0,4 5 5 0,-5-5 5 0,6 0 4 15,-7 0 5-15,1 5 5 0,-1-5 5 0,1 0 4 0,0 4 4 16,-1-4 5-16,-6 1 2 0,6 3 1 0,-6-4-84 0,7 0-1 15,-7 0 0-15,0 5 0 0,0-5 0 0,0 0 0 0,0 0 0 0,0 0 0 16,0 1 0-16,0-1 0 0,-7-3 0 0,7 3 0 0,0 0 0 0,-6-3 0 16,6 0 0-16,-6-1 0 0,6 1 0 0,-7 0 0 0,7 0 0 15,-7-1 0-15,1 0 0 0,6-2 0 0,-7 2 0 0,1 1 0 16,0-4 0-16,-1 4 0 0,7-1 0 0,-7-3 0 0,1 0 0 0,0 0 0 16,-2 0 0-16,8 0 0 0,-6-4 0 0,0 1 0 0,6-1 0 15,-7 0 0-15,1-3 0 0,6-1 0 0,0-3 0 0,-7 4 0 16,7-4 0-16,0-3 0 0,0-1 0 0,-6 0 0 0,6 0 0 0,0-3 0 15,0 0 0-15,0-4 0 0,0 0 0 0,0 0 0 0,0 0 0 0,0 0 0 16,-7 0 0-16,7-4 0 0,-6 4 0 0,6-4 0 0,-6 1 0 16,-2-1 0-16,8 1 0 0,-6-1 0 0,0 0 0 0,-1-3 0 15,1 3 0-15,-1-3 0 0,1 3 0 0,-1-3 0 0,1-1 0 0,-1 1 0 16,0 0 0-16,1-1 0 0,6 1 0 0,-6-1 0 0,-1 2 0 16,0-2 0-16,1 1 0 0,6-4 0 0,-6 4 0 0,-1-1 0 0,1 1 0 15,6-4 0-15,-7 4 0 0,0-4 0 0,1 4 0 0,6-5 0 16,-6 1 0-16,-2 4 0 0,2-4 0 0,6 4 0 0,-6-1 0 15,0 1 0-15,6 0 0 0,-7-1 0 0,7 5 0 0,-7-5 0 0,7 4 0 16,-6 1 0-16,6 3 0 0,0-3 0 0,0 3 0 0,0 0 0 16,0 0 0-16,-7 3 0 0,7 0 0 0,7 1 0 0,-7 4 0 0,0-1 0 15,0 4 0-15,6 0 0 0,-6 0 0 0,0 7 0 0,7-3 0 16,0 4 0-16,-7 2 0 0,6-2 0 0,0 3 0 0,0 0 0 16,2 3 0-16,-2-3 0 0,-6 4 0 0,6 0 0 0,8-1 0 0,-8 1 0 15,1-1 0-15,-1 1 0 0,0-4 0 0,1 4 0 0,6-5 0 0,-7 2 0 16,1-2 0-16,6-2 0 0,-6-1 0 0,-1 1 0 0,7-1 0 15,-6-3 0-15,-1-4 0 0,8 3 0 0,-8-3 0 0,0 0 0 16,7 0 0-16,-6-7 0 0,6 3 0 0,-7-3 0 0,8 0 0 0,-8-1 0 16,7-6 0-16,0 3 0 0,0-8 0 0,0 1 0 0,0-5 0 15,0-2 0-15,0 0 0 0,0-5 0 0,0-3 0 0,0-3 0 0,7-1 0 16,-7 0 0-16,6-3 0 0,-6-4 0 0,7 4 0 0,-7-4-221 16,6 3-108-16,1-3-86 0,-7 4-92 0,7 0-59 0,-1-1-38 0,-6 5-13 15,6-1 2-15,-5 1 9 0,5-1 16 0,-6 4 18 0,0 0 24 16,1 0 28-16,-2 4 33 0,8-4 56 0,-7 4 71 0</inkml:trace>
  <inkml:trace contextRef="#ctx0" brushRef="#br0" timeOffset="168170.74">21999 12459 30 0,'0'-11'160'0,"8"4"20"0,-8-1 20 0,0 5 27 16,0-5 30-16,0 5 33 0,0 3 33 0,0-3 41 0,0 3 44 0,0-5 1 16,0 5-21-16,0 0-13 0,-8 5-13 0,8-5-11 0,-6 3-12 15,0 4-14-15,0-3-15 0,-2 7-22 0,-4 0-24 0,-1 3-27 0,-1 1-26 16,2 4-35-16,-8-1-37 0,1 7-25 0,-1 1-19 0,-6 0-10 15,0 7-6-15,-7-4-4 0,7 8-2 0,-7-1-1 0,1 1-1 0,-7 3-3 16,7 0-3-16,-7 4-5 0,6 1-6 0,0-2-7 0,0-3-6 16,1 1-5-16,-1-1-5 0,1-3-9 0,13-4-10 0,-7 0-21 15,6-7-23-15,7-5-26 0,0-6-27 0,6 0-41 0,7-8-46 0,0-3-73 16,7-8-81-16,6-3-72 0,0-8-65 0,7-3-47 0,6-8-39 0,-7-3-14 16,13-4-3-16,1-4 10 0,-1-3 18 0,1-4 20 0,7 0 24 15,-8-4 36-15,7 5 45 0,-7 2 70 0,7-3 82 0</inkml:trace>
  <inkml:trace contextRef="#ctx0" brushRef="#br0" timeOffset="168387.94">22287 12514 169 0,'12'4'244'0,"8"-4"41"0,-13 4 37 0,5-1 45 15,-5 4 49-15,0-3 32 0,-1 3 25 0,0 4 21 0,-6-3 17 16,0 3-18-16,7 3-34 0,-14 1-29 0,7-1-25 0,-6 2-31 0,0 5-31 16,-8 1-31-16,2 0-29 0,-2 4-37 0,-5 3-41 0,-1-3-28 15,-6 7-20-15,7 0-17 0,-7 0-15 0,-7-1-14 0,7 5-13 0,0-4-13 16,-7 4-66-16,7 0-19 0,-6-1 0 0,5-3 0 0,1 0 0 15,1 0 0-15,5-3 0 0,0-1 0 0,1-7 0 0,6 0 0 16,0-4 0-16,0-4 0 0,6-3-5 0,1-3-150 0,6-4-46 0,0-4-76 16,0-7-87-16,6-1-81 0,8-7-75 0,-2-3-48 0,2-4-34 15,5-4-9-15,7 1 1 0,-6-8 13 0,13 0 20 0,-7 0 25 0,6 0 27 16,1 0 40-16,-1 0 46 0,1 4 75 0,-1-1 90 0</inkml:trace>
  <inkml:trace contextRef="#ctx0" brushRef="#br0" timeOffset="168604.71">22599 12767 0 0,'6'4'66'0,"7"-1"192"0,-6 1 44 0,-7 3 45 0,7-3 45 0,-7 3 34 16,6-3 30-16,-6 3 20 0,0 1 20 0,0-1 13 0,0 4 14 16,-6 0-27-16,6-4-46 0,-7 8-48 0,0-4-50 0,1 3-41 15,-1 4-39-15,-5-2-40 0,-2 2-41 0,8 0-31 0,-7 0-26 0,0 4-20 16,0-4-15-16,0 4-13 0,-6 1-13 0,5 2-11 0,-5-3-13 16,6 0-9-16,0 4-7 0,-7-1-5 0,0 1-4 0,8-4-5 0,-8 4-4 15,7-8-5-15,-7 4-7 0,8-4-13 0,5 0-16 0,-6-2-21 16,6-5-23-16,7-4-25 0,-6-4-24 0,12 1-47 0,1-8-53 0,-1-3-73 15,8 0-78-15,-2-8-66 0,8-4-60 0,0-2-38 0,-1-1-29 16,7-8-4-16,0 1 7 0,0 0 15 0,7-1 21 0,-7-2 22 16,7-1 26-16,-1 3 45 0,-6 1 54 0,7 0 71 0,-7 3 131 0</inkml:trace>
  <inkml:trace contextRef="#ctx0" brushRef="#br0" timeOffset="168789.27">23055 12800 197 0,'0'11'285'0,"0"4"45"16,0-5 46-16,0 5 35 0,-7 0 32 0,7 3 23 0,-6-3 19 15,-1 3 15-15,-5 1 13 0,4-1-16 0,-4 4-30 0,-2-4-47 16,8 4-53-16,-7 0-49 0,-7 0-49 0,8 0-46 0,-2 4-43 0,2-4-41 16,-1-1-38-16,-1 1-35 0,-5-3-35 0,12 3-36 0,-5-4-37 15,-2 0-58-15,8-3-66 0,-7 0-85 0,7-1-92 0,-1 1-76 0,0-4-68 16,1-3-35-16,0 3-16 0,-2-8-5 0,8 5 3 0,-6-5 10 16,6-3 15-16,0 0 21 0,0 0 23 0,0 0 46 0,0-3 56 15,6-8 78-15,-6 3 258 0</inkml:trace>
  <inkml:trace contextRef="#ctx0" brushRef="#br0" timeOffset="-187476.59">14738 9832 33 0,'0'-11'236'0,"0"4"34"15,0 0 28-15,0 0 31 0,0-4 33 0,-7 3 33 0,7-3 30 16,-6 0 23-16,6 0 18 0,-6 0-3 0,-1-4-11 0,0 1-37 0,1 3-51 16,-7-4-39-16,-1 1-37 0,8-1-29 0,-13 0-24 0,6 1-27 15,-6 2-30-15,-1-2-28 0,0 3-29 0,-6 4-19 0,1-1-16 0,-2 1-12 16,1 3-7-16,-6 4-6 0,-1 4-4 0,1 0-4 0,5 3-5 15,-11 4-1-15,5 0 1 0,0 3-2 0,7 5 0 0,-6 3-3 16,6 0 1-16,-1 3 0 0,1 5 0 0,0-1 1 0,7 1-1 0,-1 2-2 16,8 5-3-16,4-4-3 0,-4 4-3 0,5-4-4 0,7 3-4 15,0-2-4-15,0-2-2 0,0 1-2 0,7-7-1 0,-1 3-3 16,8-3-3-16,-8-8-2 0,7 1-2 0,6-1-2 0,0-7 1 0,1 0-1 16,0-8 0-16,6 1 0 0,-7-4-1 0,14-7 1 0,-7-1 0 15,6-3-1-15,1-3-3 0,-1-4-4 0,1-4-6 0,7-4-5 16,-8 0-5-16,7-3-5 0,-6 0-5 0,-1-1-3 0,1 1-2 0,-7 0-1 15,6 3-1-15,-5-3 0 0,-1 3-1 0,-7 0 1 0,1 4 1 0,-8 0 5 16,8 4 6-16,-7 4 6 0,-6-5 5 0,-1 8 4 0,1 0 5 16,-1 0 2-16,0 4 4 0,-6-1 3 0,0 5 2 0,0-1 3 15,0 4 5-15,0 0 2 0,0 0 2 0,0 0 1 0,0 0 0 0,0 4 1 16,-6-1 0-16,6 5 2 0,-6-1 2 0,-1 4 3 0,1 4 3 16,-1 0 0-16,-6 3 2 0,7 4-1 0,-8 3-1 0,-5 5 0 0,6 2 1 15,-6 5-1-15,-1 4 3 0,-6-4 0 0,7 6 2 0,-7 1-2 16,6 0-7-16,-7 0-26 0,1 0 0 0,7 0 0 0,-1 0 0 0,0-4 0 15,2 1 0-15,4-5 0 0,1-3 0 0,1-3 0 0,4-5 0 0,2 1 0 16,0-3 0-16,6-10-40 0,0 2-58 0,6-4-23 0,0-3-22 16,2-5-44-16,-2-3-53 0,0-3-77 0,7-5-87 0,1 1-75 15,-2-8-69-15,8 0-29 0,-7-7-8 0,7 0 6 0,0-7 14 0,-2 4 17 16,2-4 19-16,7-5 21 0,-9 1 24 0,2 0 43 0,0 1 52 16,-1-2 76-16,1 5 217 0</inkml:trace>
  <inkml:trace contextRef="#ctx0" brushRef="#br0" timeOffset="-187159.34">14920 10118 0 0,'7'15'112'0,"-7"-1"141"16,0 1 32-16,-7 4 41 0,7-1 49 0,-6 0 38 0,6 4 35 0,-7 0 26 16,7 0 21-16,-6 0 19 0,0 0 16 0,6 4-33 0,-8-1-57 0,2 1-45 15,0-1-39-15,6 5-31 0,-7-4-26 0,7-4-40 0,0 3-47 16,0-3-38-16,0 0-34 0,7-4-26 0,-1-3-22 0,0 0-18 16,2 0-18-16,4-8-12 0,8 0-11 0,-7-3-10 0,13-4-5 0,-6 0-7 15,5-8-5-15,1-2-1 0,7-1-1 0,-7-8-1 0,7 2-1 16,-1-6-2-16,1-3-2 0,-7 4-1 0,6-7-1 0,1 4-3 15,-7-5 0-15,0 1-1 0,-6 3-2 0,5-3 0 0,-5 3 2 0,-6 0-1 16,-2 4 0-16,-5-3 1 0,-1 3 1 0,1 0 2 0,-7 3 3 16,0-3 2-16,-7 4 1 0,1 0 1 0,-1 0 1 0,-5-1 0 0,-2 1 1 15,2 3-1-15,-8-3 0 0,0 4-2 0,7-2 1 0,-7 2 0 16,1 3-1-16,-1 0-2 0,1 4-1 0,0-1-4 0,5 5-6 0,-5 3-11 16,6 0-13-16,-6 0-20 0,5 3-24 0,1 1-38 0,-6 3-42 15,6 4-69-15,-1 0-83 0,8 0-84 0,-7 0-81 0,7 4-47 16,-1-4-28-16,1 4-11 0,6-1-1 0,0-3 7 0,6-3 11 0,1 3 20 15,6-4 24-15,-1-3 35 0,8-4 43 0,0 3 69 0,-1-6 110 16</inkml:trace>
  <inkml:trace contextRef="#ctx0" brushRef="#br0" timeOffset="-186892.58">16262 9657 0 0,'13'-8'134'16,"-6"5"156"-16,-1-1 43 0,0 0 45 0,1 4 46 0,0-3 30 15,-1-1 25-15,-6 4 18 0,7-4 20 0,-7 4 15 0,6-3 16 0,-6 3-30 16,0 0-53-16,0 0-55 0,0 0-54 0,0 0-42 0,0 0-39 16,0 3-37-16,-6 5-36 0,-1-1-26 0,1 0-16 0,-1 8-14 0,0 0-15 15,-5 3-12-15,-2 4-24 0,2 7-95 0,-8 1 0 0,1 3 0 16,-7 7 0-16,6 0 0 0,-6 4 0 0,-1 4 0 0,-5 3 0 0,6 0 0 16,-7 4 0-16,8-4 0 0,-8 4 0 0,7 0 0 0,-6-3 0 15,5-1 0-15,8-4 0 0,-8-2 0 0,15-9 0 0,-8 1 0 0,7-4 0 16,7-7-116-16,-8-5-138 0,8-2-62 0,6-5-70 0,0-3-65 15,0-3-64-15,0-8-46 0,0 0-38 0,6-4-8 0,-6 0 7 0,7-7 17 16,0-3 24-16,-7-1 27 0,6-3 29 0,1 0 42 0,-7-5 48 16,0-2 64-16,0-1 71 0</inkml:trace>
  <inkml:trace contextRef="#ctx0" brushRef="#br0" timeOffset="-186608.98">15650 9854 42 0,'-7'8'256'15,"7"-1"33"-15,-6-3 23 0,6 3 35 0,-6 4 38 0,6-3 32 0,0-1 28 16,0 3 22-16,0-2 14 0,0-1 2 0,0 4-6 0,6 0-48 16,-6-3-70-16,6 3-52 0,-6-4-43 0,7 0-32 0,-1 1-22 0,1-1-34 15,6-4-37-15,-7 1-33 0,0-4-27 0,8 4-19 0,-1-4-16 16,0-4-10-16,0 0-9 0,0 1-7 0,0-4-5 0,7-1-2 16,-7-3-3-16,-1 0-2 0,2 0-2 0,-2 0-1 0,2-3-2 0,-1-1-4 15,-7 1-1-15,1 2-3 0,-1-2-2 0,-6 3-2 0,0-4-1 16,0 4-3-16,0 0 0 0,-6 0-5 0,-1 4-2 0,1-4-6 0,-7 4-1 15,7-1-5-15,-8 1-4 0,1 3-4 0,0 1-6 0,0-1-8 16,0 4-10-16,-6-4-20 0,5 8-25 0,2-4-37 0,-2 4-42 16,1-1-50-16,1 1-51 0,4 3-47 0,-4 1-44 0,6-1-35 0,-8 4-32 15,8 0-12-15,6 0-3 0,-7 0 7 0,7 3 7 0,-6-3 21 16,6 4 27-16,6-4 37 0,-6 4 45 0,7 0 53 0,6-5 64 0</inkml:trace>
  <inkml:trace contextRef="#ctx0" brushRef="#br0" timeOffset="-186309.65">16106 10393 122 0,'0'18'217'0,"-7"4"25"15,7-7 24-15,-6 4 28 0,6-5 28 0,0 4 34 0,0-3 36 0,0 0 25 16,0-5 21-16,0 5-16 0,0-4-35 0,6 0-38 0,-6 0-39 16,7 0-32-16,-1 0-26 0,-6 0-24 0,6-3-24 0,2-1-25 15,-2 0-29-15,7 0-32 0,-7-3-35 0,7 0-27 0,0-1-20 0,-7 1-12 16,8 0-7-16,-1-4-6 0,0 0-3 0,0-4-2 0,0 4-1 0,0-4-1 15,7 1-2-15,-8-5 0 0,2 5-1 0,-1-4 0 0,-1-1 1 16,-4-3-1-16,4 3 0 0,1-2 1 0,-6 2 2 0,-1-3-1 16,1 0 1-16,-1 4-1 0,-6-4 1 0,0 4 1 0,6-4-1 0,-6-1 1 15,-6 6 0-15,6-5-3 0,-6 3-3 0,-1-3-10 0,1 4-12 16,-1-4-23-16,-6 3-31 0,1 1-41 0,-2 0-48 0,-5-1-59 0,-1 5-64 16,0-1-61-16,1 0-60 0,-1 4-33 0,1 0-18 0,-8 4-7 15,2-4-2-15,5 7 7 0,-6-3 11 0,0 3 23 0,7 1 28 16,-7 3 42-16,6-4 49 0,-6 4 57 0,7-3 234 0</inkml:trace>
  <inkml:trace contextRef="#ctx0" brushRef="#br0" timeOffset="-156592.56">24455 9767 29 0,'6'-15'145'16,"-6"4"12"-16,0 0 15 0,8 0 19 0,-8 0 24 0,0 3 27 15,6-2 30-15,-6 6 31 0,0-3 31 0,0 3 2 0,0 0-12 16,0 1-5-16,0 3 1 0,0 0-3 0,0 0-1 0,0 0-4 0,0 0-5 16,0 0-12-16,0 3-17 0,0 5-20 0,0-1-23 0,0 0-24 15,0 4-25-15,6 0-28 0,-6 4-28 0,0 3-19 0,0 1-15 0,0 3-8 16,-6 0-9-16,6 3-6 0,0 1-8 0,-6 3-7 0,-2 4-4 15,2-4-7-15,0 8-5 0,-1-4-5 0,0 4-6 0,1-1-4 16,-7 1-4-16,7-1-3 0,-8 1-2 0,2 0-3 0,5-4-2 0,-6 3 1 16,7-2-2-16,-8-6-1 0,1 2 0 0,7-1-3 0,0-3-1 15,-2-8-2-15,2 4-1 0,0-7-1 0,6 0-1 0,0-5-1 0,-6-2 0 16,6-1 1-16,6-3 0 0,-6-1 0 0,0 1 3 0,6-4 2 16,0 4 5-16,2-4 5 0,-2-4 4 0,7 4 4 0,-7-4 5 0,8 1 4 15,-2-1 3-15,8 0 2 0,-7-3 3 0,7 3 2 0,-1-3 0 16,8-1 0-16,-8 2 0 0,7-2-4 0,0 1-3 0,0 0-5 15,0-1-4-15,0 1-4 0,0 3-5 0,0-3-3 0,-6 4-3 0,6-5-3 16,-7 4-5-16,7 0-11 0,-6 1-16 0,-1-1-18 0,1 0-22 0,-7 4-21 16,6-3-22-16,-6 3-31 0,1 0-36 0,-2 0-63 0,2-4-78 15,-8 4-72-15,7 0-64 0,-6 0-56 0,6 0-48 0,-7 0-15 16,0 0 2-16,2-4 11 0,-2 4 17 0,0-3 19 0,0 3 20 0,1-4 30 16,-7 1 35-16,7-1 64 0,-7 0 79 0</inkml:trace>
  <inkml:trace contextRef="#ctx0" brushRef="#br0" timeOffset="-156026.07">25406 9730 0 0,'6'-11'143'0,"-6"3"111"0,7 1 35 16,-7 3 36-16,0 1 36 0,-7-1 34 0,7 4 36 0,0 4 27 15,-6-1 21-15,6 1 7 0,-6 3 2 0,-1 4-28 0,0 4-40 0,1 0-44 16,6 7-43-16,-6-4-35 0,-1 8-30 0,0 3-32 0,-6 0-31 15,7 5-31-15,0-2-31 0,-2 5-23 0,2 3-18 0,0-3-16 16,0 3-11-16,-1 0-11 0,7 1-9 0,-7-1-7 0,1 0-6 0,-1-3-5 16,7 4-5-16,-6-5-3 0,6-3-3 0,0 0-3 0,-6 0-6 15,6-4-2-15,0 1-3 0,0-5-1 0,-8 1-2 0,8-4-2 16,0-4-1-16,0-3-2 0,0-1 0 0,0-3-2 0,0-3 0 0,8-1-2 16,-8-3-1-16,0-1-1 0,0-3 0 0,0 0 0 0,0-3-1 15,6-1 1-15,-6-3-2 0,0-4 0 0,6-4-3 0,1-3-3 0,-1-1-3 16,8-6-3-16,-8-5-3 0,6 1-4 0,2-4-6 0,-1-4-5 15,0-3-5-15,0 0-3 0,0-1-3 0,0-2-2 0,0-1-1 16,0 0 1-16,0 0 0 0,-7-4 4 0,8 4 2 0,-2 0 5 0,2 4 2 16,-1 0 6-16,0 0 4 0,6 3 6 0,-5 7 4 0,-2-2 5 15,1 6 3-15,0 0 2 0,0 0 2 0,1 8 3 0,-2 0 1 0,8 7 3 16,-7-4 3-16,0 8 3 0,6 0 3 0,1-1 3 0,-7 5 4 16,7 3 3-16,0 0 3 0,5 3 3 0,-5 1 3 0,6 3 5 0,-6 1 4 15,5 3 6-15,1 3 2 0,-6-3 5 0,6 7 2 0,-7-3 2 16,7 3 0-16,-6 5-1 0,-1-5 1 0,1 8 1 0,-6-5 2 0,-2 5 1 15,1-4 0-15,1 4 0 0,-8-1-6 0,0 1-57 0,1 3 0 16,0-3 0-16,-7 3 0 0,0-3 0 0,-7 3 0 0,0-3 0 16,1 3 0-16,-7-3 0 0,0 3 0 0,0 0 0 0,-7 1 0 0,0-5 0 15,1 4 0-15,-7-2 0 0,0-2 0 0,0 1 0 0,-7-1 0 0,7 4 0 16,-6-6 0-16,-1 2 0 0,-6 0 0 0,7-2 0 0,-1-1 0 16,-6-4 0-16,7 0 0 0,-2 1 0 0,-4-1 0 0,5-7 0 15,1 4 0-15,-1-4 0 0,1-4 0 0,5 0 0 0,1-7 0 0,7 4-137 16,-1-4-216-16,8-4-68 0,-2-3-73 0,8 0-55 0,0-4-51 0,6-4-15 15,0 1 1-15,6-5 12 0,0 4 18 0,8-7 22 0,-2 4 26 16,8-4 26-16,-1-3 28 0,1 3 52 0,6 0 66 0,0-4 75 16,0 0 240-16</inkml:trace>
  <inkml:trace contextRef="#ctx0" brushRef="#br0" timeOffset="-155660.12">26161 10177 0 0,'7'11'79'0,"0"4"178"0,-1 3 36 16,0 0 32-16,2 0 31 0,-8 4 35 0,6 0 36 0,-6-4 28 0,6 9 21 15,-6-6 17-15,0 5 16 0,6-4-27 0,-6 3-49 0,0 2-47 16,0-2-47-16,7 1-34 0,-7-1-32 0,7 1-29 0,-1-1-28 0,1-2-32 16,-1-1-32-16,0-1-25 0,8-2-20 0,-2-1-15 0,2-3-15 15,-1-1-12-15,7-3-11 0,-2 1-8 0,2-6-10 0,0 2-5 16,5-4-6-16,-5-1-4 0,7-3-1 0,-1 0-5 0,-7-3-1 0,7-1-4 16,0-4-1-16,-6 2-2 0,6-1-2 0,-7-5-1 0,1-3 1 0,0 4-1 15,-1-3 0-15,1-1 0 0,-1-3 0 0,-6 3 2 0,7-3 0 16,-7-1 0-16,-1-3 0 0,2 4 0 0,-1-4 1 0,0 0 2 15,0 4 1-15,-7-4 4 0,0 0 4 0,2 0 3 0,-2 0 3 0,0 0 4 16,-6 0 3-16,7 0 2 0,-14 0 2 0,7 0 3 0,0 0-6 16,-6 0-32-16,0 0 0 0,-8 4 0 0,8-4 0 0,-7 4 0 15,-7-1 0-15,8 1 0 0,-8-1 0 0,-6 9 0 0,6-5 0 0,-6 4 0 16,-6 4 0-16,-2-1 0 0,2 5 0 0,-7 3 0 0,0 0 0 16,0 3 0-16,-7 1 0 0,8 3 0 0,-9 4 0 0,9 0 0 15,-1 0-7-15,0 0-251 0,-1 4-97 0,8-4-101 0,6 3-102 0,0-2-50 16,0-2-25-16,6 2-6 0,0-1 4 0,8-4 12 0,5 0 17 15,1-3 25-15,-1 3 29 0,7-7 34 0,0 0 37 0,13 0 78 16,-6-4 125-16</inkml:trace>
  <inkml:trace contextRef="#ctx0" brushRef="#br0" timeOffset="-61092.69">24507 7960 21 0,'0'-3'154'0,"0"-5"16"16,0 5 18-16,7 0 24 0,-7-1 28 0,0 0 29 0,0 4 31 15,-7-4 35-15,7 1 33 0,0 3 2 0,0 0-15 0,0 0-14 16,0 0-10-16,0 0-9 0,0 0-5 0,0 3-10 0,-6 1-9 0,6 0-17 16,0 3-21-16,0 0-22 0,0 4-26 0,-7 4-28 0,7-1-30 15,-6 8-26-15,6 1-24 0,-7 2-14 0,1 8-10 0,0-3-7 16,-2 6-6-16,2 1-8 0,-7 3-6 0,6 0-6 0,1 1-8 0,-7 2-6 15,0 1-6-15,6 0-5 0,-5 0-5 0,-2 0-2 0,8-4-3 16,-7 1-2-16,6-1-4 0,1-3-8 0,-1-4-7 0,1 0-12 0,0-8-10 16,6 1-15-16,-8 0-13 0,8-8-26 0,0 0-31 0,0-3-51 15,8-4-63-15,-8-4-59 0,0 1-62 0,6-5-59 0,0-3-57 0,1-3-28 16,-1-1-14-16,1-7 1 0,0 0 6 0,5-4 11 0,-5-3 12 16,6-4 25-16,0 0 31 0,-6-4 51 0,6-3 61 0,-7 0 61 15,7 0 218-15</inkml:trace>
  <inkml:trace contextRef="#ctx0" brushRef="#br0" timeOffset="-60709.72">24618 8015 45 0,'0'-7'159'0,"7"-4"13"0,-7 0 13 0,6 4 23 0,-6-4 26 0,6 3 30 15,1-3 32-15,-1 1 37 0,1 2 39 0,6-3-1 0,-7 4-21 16,8-4-17-16,5 4-15 0,-6-1-10 0,0 1-6 0,7 2-9 0,-7-1-11 15,6 2-17-15,0 4-22 0,1 0-26 0,0 0-29 0,-1 4-34 16,1-1-37-16,0 0-25 0,6 5-21 0,-7 0-13 0,1-1-7 16,6 3-5-16,-7 2-4 0,1-1-2 0,6 4-1 0,-7-4-1 0,1 3-3 15,0 1-1-15,-1-1 0 0,-6 1 0 0,6 0 1 0,-5 4 1 16,-8-5 1-16,7 4 2 0,-6 1 2 0,-1-1 3 0,1 0 3 0,-7 4 4 16,0-4 3-16,-7 5 2 0,1-1 0 0,-1 3 4 0,-6-3 1 0,1 4 0 15,-2 0-1-15,-6-1 0 0,1 4 2 0,-7-3-2 0,6 0-1 16,-5 3-3-16,-1-3-5 0,-7-1-4 0,7 5-6 0,0-5-5 15,-7-2-4-15,1 2-5 0,-1-3-4 0,1 0-4 0,-1-4-3 0,1 0-7 16,-1 1-9-16,0-5-12 0,0-2-11 0,8-1-17 0,-8 0-16 16,7-4-15-16,0-3-15 0,6-1-18 0,1-3-20 0,-1 4-36 0,0-8-45 15,1 4-62-15,6-3-73 0,7-5-62 0,-7 5-58 0,6-5-40 16,0 1-32-16,7-4-8 0,-6 0 5 0,6 3 10 0,6-2 12 0,-6-2 17 16,7 1 19-16,0 0 36 0,6-3 44 0,-7 3 64 0,7 0 72 15</inkml:trace>
  <inkml:trace contextRef="#ctx0" brushRef="#br0" timeOffset="-60309.62">25777 8126 0 0,'7'-4'116'0,"-1"4"157"0,1 0 34 0,-7-4 42 16,0 4 48-16,-7-4 33 0,7 4 28 0,-6 0 19 0,-1-3 17 0,1 3 14 16,0 0 15-16,-8 0-34 0,1 0-56 0,0 3-56 0,0-3-55 15,0 8-38-15,-6-4-28 0,-1 2-36 0,1 5-41 0,-1 0-27 16,-6 5-22-16,0-3-16 0,-1 6-10 0,2 3-11 0,-1 4-10 0,-7 0-7 15,7 3-5-15,-6-1-4 0,6 6-2 0,-1 3-4 0,1-4-3 16,0 4-7-16,7-1-6 0,5 1-7 0,2-5-4 0,-2 2-7 16,8-1-5-16,6-8-14 0,0 5-8 0,6-5 0 0,2-3 0 0,4-3-5 15,2-1-37-15,-2 0-17 0,8-7-19 0,-1 4-20 0,7-8-21 16,-6 0-33-16,6 1-37 0,0-5-64 0,0-3-76 0,0 0-77 16,7-3-80-16,-7-5-46 0,0 1-31 0,0-4-6 0,-1 0 3 0,2 0 12 15,-1-4 13-15,-6 1 19 0,-1-1 21 0,1 1 32 0,-1-5 38 0,-6 1 63 16,7-1 78-16</inkml:trace>
  <inkml:trace contextRef="#ctx0" brushRef="#br0" timeOffset="-59826.72">26057 8107 0 0,'6'-11'96'0,"-6"4"196"0,8-1 56 0,-8 1 39 16,0 3 30-16,0 4 21 0,0-3 18 0,0 3 16 0,-8 3 17 15,8-3 15-15,0 4 14 0,0 3-24 0,0 1-46 0,-6 3-56 16,6 3-61-16,-6 1-54 0,6 3-49 0,-6 5-32 0,-2 2-24 0,2 1-16 15,0 3-14-15,-1 0-12 0,-6 4-14 0,6 0-13 0,-5 4-13 0,-2-1-14 16,2-3-11-16,5 4-10 0,-6 0-7 0,0-5-7 0,0 5-5 16,0-7-6-16,7 3-8 0,-8-8-3 0,8 4-6 0,-1-6-4 15,1-1-2-15,6-8-3 0,-6 1-3 0,6-4-4 0,-7 0-2 0,7-8-4 16,7 1-3-16,-7 0-3 0,6-4-2 0,-6-4-1 0,6-3-3 16,1-1-3-16,6-3-4 0,0-7-7 0,0-1-3 0,0-2-6 0,0-5-3 15,7-3-3-15,-8 0-2 0,8-4 0 0,0-4 0 0,-1 0 2 16,-5 1 1-16,4-1 1 0,-4 0 2 0,5 1 4 0,-5-1 4 0,-2 4 6 15,8 0 5-15,-7 4 5 0,0 0 5 0,0 3 5 0,1 3 4 16,-2 5 2-16,8 0 3 0,-7 3 0 0,-1 5 2 0,2-1 0 16,-2 7 2-16,8-3 2 0,-7 7 0 0,1 0 2 0,4 0 4 0,-4 3 3 15,5 5 6-15,-5-1 4 0,4 1 5 0,-4-2 6 0,-1 5 7 16,0 4 4-16,0-3 7 0,-7 1 4 0,8 3 6 0,-8-2 5 0,0 5 5 16,1-5 6-16,0 4 6 0,-7 1 3 0,0-1 1 0,0 1 2 15,-7 3-32-15,0-4-57 0,1 4 0 0,-7-4 0 0,0 8 0 0,0-8 0 16,0 4 0-16,-6 0 0 0,-1 4 0 0,0-4 0 0,-5-1 0 15,5 1 0-15,-6 0 0 0,-1 4 0 0,-5-7 0 0,6 2 0 16,1 1 0-16,-9-3 0 0,9-5 0 0,-8 5 0 0,7-9 0 0,-6 6 0 16,5-9 0-16,1 4 0 0,6-8 0 0,-6 5 0 0,7-8 0 15,-1 3 0-15,8-3-25 0,-2 0-331 0,1-3-93 0,7-1-82 16,0-3-77-16,6 0-32 0,0-1-7 0,6-6 5 0,7 3 15 0,0 0 20 16,0-4 23-16,7-3 28 0,5 3 31 0,1 0 47 0,7-3 53 15,-1 3 81-15,8 1 197 0</inkml:trace>
  <inkml:trace contextRef="#ctx0" brushRef="#br0" timeOffset="-59560.16">27002 8367 82 0,'6'0'379'0,"0"0"56"0,-6 4 35 0,0-4 24 0,0 0 19 16,0 0 19-16,0 0 21 0,0 3 20 0,0-3 18 0,-6 4 15 0,0 0 11 16,0 3-59-16,-2-3-96 0,-4 3-96 0,-2 4-97 0,1 4-51 15,1-4-29-15,-8 7-19 0,0 1-56 0,1-1-114 0,-1 4 0 0,-6 3 0 16,7 1 0-16,-7 3 0 0,0 1 0 0,0 3 0 0,6-1 0 15,-6 1 0-15,7 1 0 0,-1-2 0 0,1 1 0 0,11-3 0 16,-4-1 0-16,5-3 0 0,7-1 0 0,0-3 0 0,7 0 0 0,5-4 0 16,2 1 0-16,6-5 0 0,-1 1 0 0,1-4 0 0,6 0 0 15,0-3 0-15,-1-1 0 0,8 0 0 0,-7-3 0 0,7-4 0 0,-1 0 0 16,-6 0 0-16,7-4 0 0,-7 1 0 0,0-1-414 0,0-3-113 16,1 3-94-16,-9 0-38 0,9-3-10 0,-7 0 7 0,-1 3 13 0,0-3 22 15,-6 3 23-15,7 0 29 0,0 0 30 0,-8 1 38 0,8-1 40 16,-7 0 75-16,1 1 119 0</inkml:trace>
  <inkml:trace contextRef="#ctx0" brushRef="#br0" timeOffset="-58609.54">28740 7671 0 0,'7'-3'118'0,"0"3"39"16,6 0 22-16,-7 0 34 0,0 3 42 0,1 4 44 0,6 1 47 0,-7 3 39 16,2 3 36-16,4 4-4 0,-5 5-24 0,6 2-14 0,-7 5-11 0,1 2-7 15,-1 4-7-15,-6 2-11 0,0 6-13 0,0-1-27 0,0 2-35 16,0 6-39-16,-6 0-40 0,-1 1-37 0,-6 2-31 0,7 1-19 16,-7 0-12-16,-1 4-7 0,2 0-5 0,-2-1-4 0,2 1-2 0,-1 0-3 15,-1-1-3-15,-5-3-4 0,6 0-3 0,0-4-4 0,-7 1-4 16,8-5-2-16,-2-3-2 0,2 0-4 0,-2-7-4 0,1-1-3 15,1-3-4-15,-2-7-4 0,8 0-6 0,-7-4-5 0,6-8-5 0,1 1-8 16,-1-4-10-16,7 0-15 0,-6-8-18 0,6-3-20 0,-7-3-19 16,7-5-20-16,-7-2-24 0,7-5-36 0,-6-3-47 0,6-4-52 0,-6-4-57 15,6-7-46-15,-7 0-43 0,0 0-25 0,1-7-19 0,-7 3-4 16,7-3-1-16,-8-4 6 0,2 0 9 0,-8 4 12 0,0-4 16 0,1 4 32 16,-1-5 43-16,-6 5 52 0,0 4 57 0,1-1 60 0,-2 0 63 15,1 8 47-15,6 0 42 0,-6 7 37 0,1 0 35 0,5 7 37 16,0 0 40-16,1 4 44 0,-1 4 44 0,8 3 39 0,-2 1 37 0,1-1 23 15,7 4 17-15,-1-4-3 0,0 4-8 0,7 0-6 0,7 4 0 16,-7-4-6-16,7 4-11 0,6-1-18 0,-1 1-21 0,8 0-28 0,0-1-32 16,-1 5-28-16,7-5-28 0,7 4-17 0,-1-3-12 0,1 0-6 15,-1 4-5-15,1-5-11 0,7 5-14 0,-8-5-9 0,7 3-7 0,-7-1-7 16,1 2-5-16,-1 1-6 0,1-1-7 0,-7 0-4 0,-6 1-1 16,6-1 0-16,-13 4 1 0,-1-3 1 0,-4 2 2 0,-2 1 0 15,0 4-1-15,-12-4 0 0,0 7 0 0,-2-3-2 0,-4 3 0 0,-8 4-1 16,1-4-1-16,-1 4-2 0,-6 1-3 0,0-1-6 0,0-4-8 15,0 4-9-15,0-4-13 0,-6 0-13 0,5 1-16 0,1-5-17 0,7 1-16 16,-7-4-22-16,12-4-23 0,-4 1-46 0,10-5-59 0,-4 1-67 16,5-4-72-16,7-4-62 0,7-3-56 0,-1-1-35 0,8-2-25 0,-2-5-5 15,14-3 5-15,1-1 11 0,5-3 15 0,7 0 20 0,0-3 21 16,7-1 46-16,6 0 59 0,0 1 67 0,6-1 124 0</inkml:trace>
  <inkml:trace contextRef="#ctx0" brushRef="#br0" timeOffset="-58343.66">29424 8495 0 0,'40'-3'60'0,"-8"-1"186"0,-5 4 47 0,-9-5 60 15,2 5 66-15,-13 0 44 0,-1 0 35 0,0 0 19 0,-12 5 14 0,6-1 2 16,-6-1-1-16,-7 1-35 0,-1 3-52 0,-4 1-50 0,-2 3-48 16,-7 0-49-16,1 0-47 0,-6-1-59 0,-1 5-67 0,1-3-45 0,-1 2-36 15,1-3-23-15,-7 4-15 0,6-4-15 0,1 0-10 0,6 0-8 16,-7-1-8-16,7 1-6 0,6-3-3 0,-6-1-5 0,13 1-6 0,-7-1-4 16,14-4-6-16,0 5-1 0,-1-5-2 0,7 5 3 0,7-4 3 15,-1 3 6-15,8 0 7 0,-2 4 7 0,1 0 7 0,7-3 5 0,0 6 3 16,-1-3 4-16,0 4 5 0,8-1 6 0,-1 1 6 0,-1-1 3 15,1 1 3-15,0 0 0 0,1 3 2 0,-1-3 1 0,6 0 0 0,-5-1 2 16,-1 4-1-16,-1-3 0 0,1-4 1 0,-6 4-2 0,6-1 0 16,1-2-11-16,-9-5-15 0,2 0-37 0,-1 4-51 0,1-7-64 15,0 0-72-15,-7-4-69 0,0 0-67 0,0 0-41 0,-1-4-26 0,2 0-14 16,-8-7-6-16,8 4-2 0,-8-4-2 0,1 0 11 0,-1-3 12 0,0-5 39 16,1 4 49-16,0-3 63 0,-1 0 153 0</inkml:trace>
  <inkml:trace contextRef="#ctx0" brushRef="#br0" timeOffset="-57910.32">29685 8363 0 0,'0'-7'196'0,"-6"4"99"0,6-1 31 0,0 8 39 0,0-1 43 0,0 4 34 15,6 4 28-15,-6-3 23 0,6 6 19 0,-6 1 17 0,7 0 13 16,0 6-41-16,-7-2-68 0,6 3-58 0,-6 4-55 0,7-1-36 0,-7 1-28 16,0 3-39-16,0 1-43 0,-7-5-33 0,7 4-29 0,-6 1-27 15,6-1-27-15,-7-3-28 0,0-1-29 0,1 1-31 0,0-8-31 16,-2 4-38-16,8-7-39 0,-6-4-60 0,0 0-70 0,6-4-67 0,0-3-67 15,0-4-52-15,0 0-45 0,0-4-29 0,6-3-18 0,-6-4 0 16,6 0 9-16,2-4 16 0,4 1 21 0,-5-5 28 0,0-3 35 0,6 4 71 16,-7-4 87-16,7 0 89 0,-6 0 90 0,5 0 76 0,-5 0 66 15,6 4 54-15,-6-4 46 0,-1 0 40 0,7 3 37 0,-6-3 37 0,5 5 32 16,2-6 35-16,-1 5 33 0,0-4 16 0,0 4 10 0,7-1-5 16,-1 1-9-16,0 3-11 0,8-3-10 0,-1 7-11 0,-1-4-11 15,9 4-21-15,-2 1-28 0,7 2-31 0,-7 1-30 0,7 2-33 0,0-2-32 16,1 7-29-16,-1 0-29 0,-1 0-19 0,2 0-15 0,-1 7-11 15,0-2-9-15,-7 2-11 0,1 1-11 0,-1 2-6 0,1 1-3 0,-7 0-1 16,-6 0-3-16,6 4 1 0,-7-4-1 0,1 4 1 0,-7-1 0 0,-6-2 0 16,6 2 2-16,-7-3-1 0,0 4 1 0,-6-1 1 0,0 1 1 15,-6 0 1-15,0 3-1 0,-7-4 1 0,-1 5 0 0,2-1 0 0,-8 1-1 16,0-1-1-16,1 0 0 0,-7 4-3 0,0-4-1 0,-1 1-8 16,-5-1-7-16,6 1-14 0,-7-1-17 0,1 0-30 0,-1-7-37 0,1 4-48 15,-1-4-55-15,1-4-59 0,-1 0-63 0,7-3-55 0,0-1-49 16,0-6-32-16,0 3-20 0,6-7-7 0,7-1 2 0,-6 1 9 15,5-4 15-15,2 0 28 0,5 0 36 0,1-4 49 0,-1 1 53 0,1-1 60 16,-1 1 203-16</inkml:trace>
  <inkml:trace contextRef="#ctx0" brushRef="#br0" timeOffset="-57743.65">29991 8620 0 0,'-6'-4'77'0,"-1"1"117"0,0 3 22 0,1 0 23 16,0 0 24-16,6 0 35 0,0 3 39 0,0-3 43 0,0 4 42 16,6 0 15-16,7-1 0 0,-6 1-17 0,12 0-26 0,-6-1-26 0,6 1-27 15,1 0-19-15,6-4-20 0,1 3-19 0,-2 1-22 0,8-4-35 16,-7 0-39-16,6 0-42 0,-6 0-42 0,7-4-28 0,-7 4-20 0,0-3-21 15,-6 3-20-15,-1-4-21 0,1 4-21 0,-8-4-23 0,2 4-22 0,-8-3-45 16,1-1-51-16,-7 4-65 0,0-4-68 0,0 4-57 0,-7-3-48 16,-5 3-42-16,-2-4-37 0,2 4-13 0,-2 0 0 0,-5 4 7 15,-7-1 12-15,6 1 17 0,-6 0 18 0,7 3 41 0,-7 0 50 0,-7 4 63 16,7-4 71-16</inkml:trace>
  <inkml:trace contextRef="#ctx0" brushRef="#br0" timeOffset="-57593.58">29932 8778 0 0,'-19'10'133'0,"0"1"79"0,5-3 13 0,1 3 15 0,7-4 18 0,-1 0 29 16,7 1 34-16,7-1 40 0,-1 0 40 0,1 0 16 0,-1-3 1 0,8 3-24 15,5 1-39-15,-6 0-35 0,6-5-33 0,1 4-18 0,0-3-11 16,5 0-15-16,-5-4-17 0,6 3-28 0,0-3-36 0,1-3-39 16,-2 3-43-16,8-4-39 0,-7-4-37 0,0 2-56 0,0-6-64 0,0 1-82 15,0-3-88-15,1-1-73 0,-9-3-61 0,2-1-34 0,0 1-14 0,-1-4-8 16,1 0-4-16,-1-4-1 0,1 4 0 0,-8-3 12 0,8-1 17 16,-6 1 42-16,5-1 58 0,-5-4 74 0,4 1 277 0</inkml:trace>
  <inkml:trace contextRef="#ctx0" brushRef="#br0" timeOffset="-57377.07">30701 7799 158 0,'-14'11'287'0,"8"0"38"0,-13 4 32 0,6 7 33 0,-6 0 34 0,-1 6 26 15,0 3 21-15,-6 1 20 0,7 9 17 0,-14 3-6 0,7 3-16 0,-6 4-46 16,5 5-59-16,-5 2-47 0,-1 5-45 0,-5 2-30 0,5 2-27 16,7 2-27-16,-7 0-29 0,1 1-22 0,6 0-18 0,6-4-17 15,0-4-18-15,7-3-14 0,7-5-14 0,0-2-11 0,6-8-9 0,6 0-10 16,0-7-9-16,7-4-9 0,7-4-6 0,0-4-12 0,-1-3-15 0,7-4-17 15,0 1-17-15,0-8-19 0,0 0-22 0,1-4-28 0,5-3-31 16,-6-4-61-16,7-4-76 0,-1 1-81 0,1-9-82 0,-1 6-61 16,1-10-51-16,-1 2-21 0,7-1-4 0,0-3 6 0,1 0 10 0,5-4 18 15,-6 0 19-15,7-1 28 0,-7-2 29 0,7-1 60 0,-1 1 77 16</inkml:trace>
  <inkml:trace contextRef="#ctx0" brushRef="#br0" timeOffset="-57043.3">31378 7839 0 0,'13'-11'96'16,"1"1"136"-16,-2 2 18 0,-6 5 23 0,8-1 25 0,-1 4 40 0,-7 0 49 16,8 4 32-16,-8-1 25 0,7 1 19 0,0 3 15 0,-7 0-37 15,8 1-60-15,-8 3-45 0,1 0-36 0,5 0-24 0,-4 3-17 0,-2 1-22 16,0 0-23-16,0 3-41 0,1-3-48 0,0 3-38 0,-1-3-34 0,-6 3-31 16,7-3-33-16,-7-1-47 0,0 1-55 0,0 0-71 0,0-4-78 15,-7 0-72-15,7 4-68 0,-6-8-44 0,-8 4-34 0,8 0-15 0,-6-1-8 16,-2 5 1-16,1-4 6 0,-7 1 13 0,8-2 16 0,-8 1 38 15,0 0 46-15,1 0 66 0,-1 0 100 0</inkml:trace>
  <inkml:trace contextRef="#ctx0" brushRef="#br0" timeOffset="-56877.12">31125 8308 72 0,'-14'4'168'15,"-5"-4"16"-15,6 0 15 0,6 0 16 0,-5 0 18 0,12 0 28 0,-8 0 31 16,8 0 37-16,0-4 43 0,8 4 4 0,-2-3-18 0,0-1-11 16,7 4-11-16,-6-4-8 0,12 1-7 0,-5-1-9 0,5 0-11 0,0 1-13 15,8-1-13-15,-8 4-25 0,7-3-29 0,0-1-41 0,0 0-44 0,0 0-33 16,1 1-25-16,5-1-19 0,-7 0-16 0,1 1-16 0,1-1-20 15,-7 1-21-15,-1 3-20 0,0-4-30 0,-5 0-37 0,-1 4-43 0,-1-3-47 16,-4 3-56-16,-2 0-61 0,-6 0-48 0,0 0-42 0,0 0-39 16,-6 0-36-16,-2 0-13 0,-4 3 0 0,-1 1 8 0,-1 3 14 0,2-3 26 15,-2 3 31-15,-5 0 40 0,6 1 47 0,-6-1 54 0,-1 4 74 0</inkml:trace>
  <inkml:trace contextRef="#ctx0" brushRef="#br0" timeOffset="-56510.52">31170 8389 78 0,'-20'11'142'0,"1"-4"21"0,-1 1 23 0,1 3 28 0,6-4 28 0,0 4 27 16,-1-4 24-16,8 0 9 0,0 1-1 0,6 0-8 0,-7-1-11 0,7-5-2 15,7 7 1-15,-7-2-4 0,6-3-8 0,0 3-15 0,8-3-21 16,-8 3-27-16,14-3-28 0,-7 3-27 0,-1-3-23 0,8-1-21 16,0 1-21-16,-1 0-17 0,1 0-20 0,0-4-29 0,5 0-36 0,1 0-30 0,-6 0-28 15,6 0-21-15,1 0-21 0,-2 0-11 0,1-4-9 0,-6 4-6 16,6 0-3-16,-7 0-1 0,7 0 1 0,-12 0 4 0,5 4 4 0,-6-4 16 16,0 3 23-16,-7 0 27 0,2 1 27 0,-2 3 31 0,-6-3 34 15,-6 3 30-15,-2 1 29 0,2-1 25 0,0 0 22 0,-7 5 15 16,-1-1 11-16,-5-4 6 0,0 4 5 0,-1 0 0 0,1 3 0 0,-1-3-6 0,-6 4-6 15,-1-4-12-15,1 4-14 0,1 0-13 0,-1-4-16 0,0 3-14 16,-7 1-15-16,7-1-9 0,-7 1-7 0,7-4-1 0,0 4-1 0,0-1 2 16,1 1 5-16,-2-4 2 0,8 0 1 0,6 0-1 0,-7 0-3 15,7-4-5-15,6 4-3 0,1-3-3 0,-1-1-2 0,7-3 1 16,0 3-1-16,7 0 2 0,-1-3 1 0,8 0-3 0,-2-1-1 0,8-3-1 16,-1 4 1-16,7-4-1 0,1 0-1 0,5-4-1 0,1 1 1 0,-1-5-4 15,8 1-1-15,-1 0-7 0,-1-4-8 0,9 0-11 0,-9 0-13 16,1-1-19-16,7-2-21 0,-7 3-36 0,0-4-43 0,0 4-72 0,-7-3-81 15,8-1-82-15,-14-3-80 0,7 3-46 0,-1-3-33 0,-6 0-14 16,-7-1-6-16,8 1 2 0,-8-1 8 0,0 1 13 0,1-4 17 0,0 0 33 16,-1 4 42-16,1-4 68 0,-1 3 94 0</inkml:trace>
  <inkml:trace contextRef="#ctx0" brushRef="#br0" timeOffset="-56310.67">32264 7997 0 0,'0'0'239'0,"0"3"78"0,0 1 38 0,0 0 36 15,0 3 35-15,0 0 29 0,0 1 26 0,0 0 21 0,0 3 19 0,0-2 18 16,0 7 16-16,0 3-43 0,0-5-70 0,0 8-59 0,-7 0-52 0,1 3-39 16,-1 1-34-16,1 4-33 0,0 2-35 0,-8 1-27 0,2 1-25 0,-2 2-22 15,1-3-21-15,0 4-26 0,0 0-28 0,-7-1-34 0,8-3-34 16,-1 0-37-16,-7-4-37 0,8-3-56 0,-2 0-62 0,8-5-78 0,-8-2-84 16,8-5-74-16,0 1-73 0,-1-4-39 0,1-3-24 0,-1-2-4 0,7-6 6 15,0 0 15-15,0-3 21 0,0 0 25 0,0-8 27 0,7 3 50 0,-7-7 58 16,6 5 75-16,1-9 164 0</inkml:trace>
  <inkml:trace contextRef="#ctx0" brushRef="#br0" timeOffset="-56143.57">32114 8481 148 0,'7'-11'180'0,"5"-1"36"16,-4 5 45-16,-2 0 45 0,7 0 46 0,0-1 37 0,0 1 34 15,0 0 7-15,0 3-3 0,7-3-20 0,-8 3-26 0,8-3-23 0,-1 3-16 16,1 0-20-16,0 1-18 0,-1 3-36 0,1-4-44 0,-8 4-45 16,8 0-45-16,-1 0-38 0,1 0-33 0,-6 0-18 0,5 0-13 0,-6 4-8 15,0-4-7-15,0 3-7 0,0 1-9 0,0-4-15 0,-6 4-17 0,-1-1-29 16,1-3-37-16,-1 4-49 0,-6-4-56 0,0 0-67 0,0 4-71 0,0-1-56 15,-6 1-45-15,-1 0-22 0,1-4-10 0,-8 7-3 0,2-3 2 16,-2-1 9-16,2 5 13 0,-2-1 29 0,-5 0 35 0,-1-3 50 0,0 4 54 16</inkml:trace>
  <inkml:trace contextRef="#ctx0" brushRef="#br0" timeOffset="-55710.38">31815 8664 107 0,'-13'14'254'0,"6"-3"31"0,0 1 25 0,7 2 37 0,-6 1 46 15,0 0 33-15,-1-1 30 0,0 5 20 0,7-5 17 0,-6 4-9 16,0 1-22-16,-1-1-40 0,1 0-49 0,6 1-44 0,-7-1-40 0,0 0-28 16,1 1-24-16,6-5-38 0,-6-3-43 0,-2 4-34 0,8-4-29 0,0-4-20 15,0 5-16-15,0-9-12 0,0 4-10 0,0-3-7 0,8-4-7 0,-2 3-6 16,0-3-4-16,-6-3-3 0,14-1-1 0,-8 0-1 0,7-2 0 16,0-2-2-16,6-3 0 0,-5 0-2 0,5-4-4 0,1-3-3 0,6 3-5 15,0-3-4-15,-1-4-4 0,2 0-2 0,-1 4-3 0,0-4-1 16,7 3-3-16,-7 1-3 0,6 0-2 0,-6 3-3 0,1 4-1 0,-2 0 0 15,1 0 0-15,0 4 3 0,-6 3 3 0,6 4 3 0,-7 0 1 0,-5 4 3 16,5-1 0-16,-6 1 2 0,0 4 3 0,1 3 3 0,-2 0 3 0,-6 0 5 16,8 3 6-16,-8 1 6 0,1-1 7 0,-1 5 9 0,-6-5 10 0,6 4 8 15,-6 1 9-15,0-1 8 0,0 1 7 0,-6-1 6 0,6 0 7 16,-6 0 6-16,6 1 8 0,-7-5 5 0,1 1 2 0,-1 4 2 0,0-5 4 16,-5 1-3-16,6 0-2 0,-8-1-5 0,8 1-4 0,-7-1-3 15,-1-3-59-15,2 4-27 0,-2-1 0 0,2 2 0 0,-8-5 0 0,7 3 0 16,-7 1 0-16,8-1 0 0,-8 1 0 0,0-4 0 0,1 4 0 0,-1-1 0 15,1 1 0-15,-1-4 0 0,0 0 0 0,-6 0 0 0,7 0 0 0,-1 0 0 16,1-4 0-16,0 1 0 0,-8-5 0 0,15 1 0 0,-8-4 0 16,0 4 0-16,1-8 0 0,-1 4 0 0,7-7 0 0,-6-1 0 0,6 1-152 15,-7-4-249-15,7 0-97 0,-6 0-72 0,6-3-59 0,-7-2-24 16,6-2-4-16,-4 4 8 0,4-5 16 0,-5 1 25 0,5 0 30 0,-4 3 38 16,4-7 39-16,-5 4 57 0,5-1 63 0,-4-3 87 0,4 4 291 0</inkml:trace>
  <inkml:trace contextRef="#ctx0" brushRef="#br0" timeOffset="-39710.24">28063 10221 168 0,'0'0'248'0,"0"0"34"0,0 0 26 0,0 0 32 15,0 0 36-15,0 0 30 0,0 0 28 0,0 4 23 0,0-1 21 16,0 1-15-16,6-1-32 0,-6 1-27 0,8 3-24 0,-2 1-32 15,0 3-36-15,8 3-24 0,-8-3-19 0,7 4-25 0,0 4-31 0,0-5-26 16,-7 4-26-16,14 0-20 0,-14 1-19 0,7-1-19 0,1 0-17 0,-2 1-15 16,2 3-14-16,-8-7-18 0,7 3-23 0,-6 0-28 0,6-3-30 15,-7-1-33-15,0 1-34 0,2-4-60 0,4 0-71 0,-12 0-84 16,13-4-91-16,-6 5-70 0,-1-5-57 0,1 0-28 0,-1 1-15 0,1-1 2 16,6 0 9-16,-7-3 17 0,8 3 23 0,-2-7 25 0,8 4 31 15,-7-8 53-15,7 0 69 0</inkml:trace>
  <inkml:trace contextRef="#ctx0" brushRef="#br0" timeOffset="-39493.25">29085 10386 0 0,'8'-4'140'0,"4"4"154"0,-5-4 43 0,-1 8 40 15,1-4 39-15,-7 4 29 0,6-4 24 0,-6 3 22 0,7 5 20 16,-7-5 20-16,0 1 16 0,6 3-29 0,-6 1-55 0,0-1-54 16,-6 0-57-16,6 4-44 0,-7 0-39 0,1 1-37 0,-1-2-37 0,-6 5-26 15,1 3-23-15,-2-4-20 0,-5 5-20 0,-1-1-19 0,-6 4-18 0,6 0-16 16,-5-3-12-16,-8 3-14 0,7 0-12 0,0 0-21 0,-7-4-22 15,7 4-25-15,0-8-28 0,0 2-34 0,0-2-40 0,0-3-72 16,7-4-87-16,-8 0-91 0,7-3-93 0,8-4-52 0,-1-4-34 0,0 1-13 16,0-8-4-16,7 0 10 0,-2-3 15 0,8-4 21 0,0-1 24 15,0-3 33-15,0 0 38 0,8-4 70 0,-2 1 87 0</inkml:trace>
  <inkml:trace contextRef="#ctx0" brushRef="#br0" timeOffset="-39276.29">28695 10012 0 0,'0'-15'176'0,"0"8"108"15,0 0 30-15,0-1 43 0,7 8 47 0,-7 0 39 0,0 0 31 0,6 8 28 16,-6-1 26-16,0 4 22 0,6 0 22 0,-6 3-35 0,0 5-61 16,0 3-49-16,0 4-43 0,-6-1-29 0,0 8-20 0,-1-3-36 0,-6 3-39 15,0 3-31-15,-1 4-26 0,-4 0-121 0,-2 1-82 0,1-1 0 16,-1 4 0-16,-6-3 0 0,-1 2 0 0,1 1 0 0,1 1 0 16,-1-2 0-16,0-2 0 0,-1 2 0 0,1-2 0 0,0-1 0 0,0-3 0 15,1 0 0-15,-2-4 0 0,7-4 0 0,2 0 0 0,-2-3 0 16,6-5-237-16,1-2-189 0,7-4-94 0,0-4-66 0,-1 0-53 0,7-8-16 15,0 1 0-15,0-4 13 0,7-4 17 0,5 1 28 0,-5-5 32 16,6-3 34-16,0-3 37 0,7-1 62 0,-8-4 73 0</inkml:trace>
  <inkml:trace contextRef="#ctx0" brushRef="#br0" timeOffset="-39125.46">28422 10869 0 0,'12'0'238'16,"2"-4"93"-16,-2 8 56 0,-5 0 40 0,0 3 34 0,6-3 28 0,-7 7 26 16,7-4 22-16,-6 4 24 0,5 0 14 0,8 4 10 0,-7 0-35 15,1-1-59-15,4 0-61 0,2 5-63 0,0-3-54 0,5 1-52 0,-5 5-39 16,7-3-33-16,-1-1-27 0,6 0-62 0,-6 0-100 0,1 0 0 15,5-3 0-15,-7 3 0 0,9-3 0 0,-9 0 0 0,1-4 0 16,0 4 0-16,1-8-143 0,-7 4-121 0,5-4-93 0,-5 0-107 0,0 1-73 16,-1-5-57-16,0 1-27 0,-6 0-11 0,1-1 4 0,5-3 10 15,-6 0 21-15,0 0 23 0,0 0 29 0,0-3 34 0,1-1 57 16,4-3 70-16</inkml:trace>
  <inkml:trace contextRef="#ctx0" brushRef="#br0" timeOffset="-38877.31">29679 10451 0 0,'0'-11'329'0,"0"4"71"0,0 3 44 0,-8 1 23 15,8 3 16-15,0 0 17 0,0 0 18 0,0 3 21 0,0 1 23 0,0 0 20 16,0 7 20-16,0-4-39 0,8 5-69 0,-8 2-85 0,0 1-93 16,0 3-57-16,0 0-38 0,-8 8-21 0,8-1-15 0,-6-3-67 15,0 8-118-15,0-1 0 0,-1-3 0 0,-6 3 0 0,6 1 0 0,1-1 0 16,-8-4 0-16,8 1 0 0,-6-1 0 0,4 1 0 0,-4-4 0 0,5-3 0 15,1-1-86-15,-1-3-192 0,7-5-75 0,-7 1-79 0,7-4-77 16,0-3-57-16,0-4-46 0,0-4-14 0,7 1 4 0,-7-4 15 16,7-1 20-16,-1-6 27 0,7 3 29 0,-7-7 36 0,2-1 40 0,4-3 63 15,-6 4 74-15</inkml:trace>
  <inkml:trace contextRef="#ctx0" brushRef="#br0" timeOffset="-38626.5">29659 10657 201 0,'6'-22'240'16,"0"4"35"-16,2-1 36 0,-2 1 47 0,7 3 53 0,-6-3 37 15,6 3 26-15,6-3 24 0,-6 3 22 0,7 1-17 0,-1-1-33 16,1 4-31-16,0 0-29 0,5-4-25 0,-5 4-20 0,6 4-26 0,6-4-29 15,-5 4-43-15,-1-1-46 0,6 1-33 0,-5 3-23 0,5 0-20 16,-7 4-19-16,8-3-16 0,-7 3-98 0,0 3-12 0,0-3 0 0,1 8 0 16,-1-4 0-16,-7 3 0 0,7 0 0 0,-6 1 0 0,-1-1 0 15,1 4 0-15,-7 0 0 0,0 0 0 0,7 0 0 0,-14 4 0 0,7-4 0 16,-7 3 0-16,1 1 0 0,0 0 0 0,-7-1 0 0,6 1 0 16,-6-1 0-16,0 6 0 0,-6-7 0 0,-1 2 0 0,0 4 0 0,1-5 0 15,-1 1 0-15,-5-1 0 0,4 1 0 0,-4 0 0 0,-8-1 0 16,7-3 0-16,0 4 0 0,-6-4 0 0,5 0 0 0,-5 0 0 15,-1-4-80-15,-6 4-205 0,7-3-73 0,-1-1-72 0,1-3-73 0,-7-1-54 16,6 1-45-16,1-4-14 0,0 0 2 0,-1 0 15 0,0-4 20 0,7 1 23 16,-7-1 27-16,8-3 33 0,-8-1 39 0,7 1 60 0,0 0 73 15</inkml:trace>
  <inkml:trace contextRef="#ctx0" brushRef="#br0" timeOffset="-38460.15">29835 10657 98 0,'-14'-11'215'0,"8"4"38"0,-7-4 36 0,6 3 46 0,1 5 48 15,6-2 39-15,-6 2 33 0,6-1 28 0,6 1 24 0,0 3-10 0,8 0-30 16,-2-4-21-16,2 4-19 0,5 0-27 0,7 0-29 0,-6 0-35 15,12 0-31-15,-5 0-43 0,5 0-46 0,1 4-39 0,-7-4-32 0,6 0-29 16,1 0-24-16,-7 3-21 0,0-3-19 0,0 4-23 0,0-4-27 16,-6 3-27-16,0-3-24 0,-2 5-23 0,-4-5-25 0,-1 3-33 0,-1-3-35 15,-4 4-53-15,-2-4-61 0,0 0-67 0,-6 4-69 0,0-4-58 16,-6 3-53-16,6-3-21 0,-14 4-5 0,8 3 8 0,-7-3 13 0,0 3 16 16,0 0 19-16,1 1 30 0,-8-1 34 0,0 0 51 0,7 4 61 15,-13 0 66-15,6-3 236 0</inkml:trace>
  <inkml:trace contextRef="#ctx0" brushRef="#br0" timeOffset="-38308.73">29926 10799 0 0,'-26'12'200'0,"6"-5"90"0,1 0 31 0,-1 4 26 0,8-4 26 16,4 1 29-16,2-1 33 0,0 0 25 0,12 1 19 0,-6-5 13 16,6 5 7-16,8 0-36 0,-1-1-59 0,0 0-59 0,6 0-59 0,1 1-38 15,0-5-29-15,-1 5-28 0,1-1-24 0,-1-3-31 0,7 3-32 16,-6-3-25-16,0-1-22 0,-1-3-23 0,0 4-23 0,0-4-25 0,1 0-25 16,-7-4-31-16,7 1-37 0,0-1-53 0,-8-3-65 0,2-1-68 15,-2 1-72-15,1-4-61 0,7-4-56 0,-6 5-28 0,-2-6-12 16,1 2-2-16,0-5 7 0,0 1 11 0,1 0 16 0,-8 0 28 0,6-4 32 15,2 4 53-15,-1-5 63 0</inkml:trace>
  <inkml:trace contextRef="#ctx0" brushRef="#br0" timeOffset="-38059.63">30472 10056 0 0,'0'-11'213'0,"0"3"128"0,0 5 56 16,-6 0 36-16,0 6 30 0,0 4 26 0,-1 1 24 0,0 3 24 15,-6 3 25-15,7 5 21 0,-8 3 23 0,2 3-31 0,-8 4-57 16,7 1-61-16,-7 6-66 0,2 5-47 0,-9 2-40 0,7 5-22 0,-6 0-99 15,0 7-183-15,1-1 0 0,-1 5 0 0,-7 0 0 0,13 0 0 16,-6 3 0-16,0-3 0 0,7-1 0 0,5 1 0 0,2-8 0 0,-2 1 0 16,8-9 0-16,0 1 0 0,6-6 0 0,0-2 0 0,6-7 0 15,-6-4 0-15,13-3 0 0,-6-3 0 0,13-2 0 0,-8-5 0 0,1-1 0 16,7-3 0-16,0-1 0 0,-1-7 0 0,0 0-92 0,1-3-413 16,-1-1-82-16,7-4-45 0,1-3-31 0,-7-1-6 0,5 2 8 0,1-5 16 15,6 1 23-15,-5-1 28 0,-1 1 34 0,6-5 37 0,1 1 38 16,6 0 63-16,-7-1 73 0</inkml:trace>
  <inkml:trace contextRef="#ctx0" brushRef="#br0" timeOffset="-37692.96">31646 9994 23 0,'6'-4'309'0,"0"-3"52"0,-6 3 43 0,0 0 25 16,0 1 16-16,0 3 16 0,0-4 14 0,0 4 18 0,0 0 18 15,7 0 16-15,-7 0 19 0,6 4-51 0,-6-1-83 0,7 1-66 0,-7 0-59 16,7 3-45-16,-1 4-36 0,0-4-23 0,0 4-12 0,-6 1-14 0,8 2-12 16,-2 1-17-16,0-1-20 0,-6-3-18 0,7 4-19 0,0 0-25 0,-7-1-27 15,6-3-34-15,-6 4-34 0,0-8-38 0,0 4-38 0,0 0-59 16,0-4-68-16,0 1-81 0,-6-1-90 0,6 1-70 0,-7-1-64 0,0 0-29 16,1 0-14-16,0 4 3 0,-2-3 12 0,-4 3 18 0,-1-4 21 15,0 4 30-15,0-4 32 0,-1 4 54 0,-4-4 66 0,-2 1 80 0,7 0 271 16</inkml:trace>
  <inkml:trace contextRef="#ctx0" brushRef="#br0" timeOffset="-37508.35">31281 10374 0 0,'-14'0'217'16,"-5"0"53"-16,6 0 28 0,6-3 23 0,-5 3 22 0,12-4 34 0,-7 1 43 15,7-1 31-15,0 4 27 0,7-4 11 0,-1 1 4 0,0-1-27 0,7 1-39 16,7-2-39-16,-7 2-39 0,6 3-24 0,1-3-16 0,-1-2-14 16,7 5-14-16,1-3-32 0,-1 3-39 0,0-3-29 0,7 3-25 0,-7 0-22 15,6-5-19-15,1 2-19 0,-7 3-43 0,7-4-53 0,-7 0 0 0,-1 1 0 16,1 3 0-16,0-4 0 0,-6 1 0 0,-7 3 0 0,7-4-6 15,-8 0-105-15,-5 4-25 0,6-3-46 0,-13 3-57 0,7-4-72 0,-7 4-79 16,-7-4-70-16,1 4-62 0,-1 0-39 0,0 0-25 0,-5 0-3 16,-2 0 9-16,-5 4 16 0,-1 3 22 0,0 1 22 0,-5-5 23 0,-1 8 46 15,0-4 55-15,-7 4 73 0,1 0 98 0</inkml:trace>
  <inkml:trace contextRef="#ctx0" brushRef="#br0" timeOffset="-37160.57">31222 10467 172 0,'-20'10'196'0,"1"-2"10"15,6 3 10-15,0-4 23 0,6 0 33 0,7 4 38 0,-6-3 43 0,6-5 37 16,6 4 36-16,1 1-14 0,-1-1-41 0,1 0-30 0,6-3-26 0,0 3-16 15,0 1-10-15,0-5-9 0,0 6-10 0,7-3-23 0,-8-2-32 16,8 3-39-16,-7-4-43 0,7 5-38 0,0-4-35 0,-2 3-22 0,2-3-17 16,-7 0-9-16,7-1-9 0,0 1-4 0,-8-4-2 0,8 3-1 15,-1 1-3-15,-5 0 0 0,-2-1 0 0,2 1-1 0,-1 0-1 0,-1-4 0 16,2 3 0-16,-8 1 2 0,0 0 0 0,1-1 0 0,-7 1 2 0,7 3 2 16,-14-3-1-16,7 0 2 0,-7 3 1 0,1 0 1 0,-6 1 1 15,-2-1 2-15,1 0 1 0,-7 0-1 0,1 4 1 0,0-3-1 0,-1 3 1 16,-7-4 1-16,9 4-1 0,-9 0 0 0,1-3 0 0,0 3 0 0,-7-1 1 15,7 1-1-15,-6 0 0 0,6 0-1 0,-7 0 2 0,1 0 0 16,5 4 3-16,-5-4 5 0,7 0 5 0,-2 4 5 0,8-4 4 0,-8 0 4 16,15 0 2-16,-8-1 2 0,7 2 1 0,6-5 1 0,1 0 3 15,-1 2 1-15,7-3 3 0,0 1 2 0,7-3 2 0,-1-1-1 0,1 2-2 16,6-2-3-16,0 0-3 0,6-3-2 0,1 0-3 0,-1-3-2 16,7 3-2-16,7-8-1 0,-7 5-2 0,7-4-6 0,6-1-8 0,-6 1-16 15,6-4-18-15,-7 0-20 0,7 0-21 0,0 0-35 0,-7 0-41 16,8-3-52-16,-7 3-61 0,5-4-66 0,-5 0-73 0,-1 0-57 0,1 1-52 15,-1-1-21-15,1 0-9 0,-1 1 5 0,2-4 11 0,-2-1 14 0,-6 5 18 16,6-4 31-16,-6-5 39 0,7 5 51 0,-7 0 61 0</inkml:trace>
  <inkml:trace contextRef="#ctx0" brushRef="#br0" timeOffset="-36943.73">32225 10184 0 0,'-7'-7'157'15,"7"7"173"-15,-6-4 56 0,0 4 35 0,6 4 23 0,-7 0 22 0,0-1 17 16,7 4 19-16,0 1 20 0,0 3 19 0,-6 0 16 0,6 3-25 15,-7 1-48-15,7 7-63 0,-6-4-72 0,-1 8-57 0,1-1-50 0,-1 1-29 16,1 4-22-16,0-5-18 0,-8 8-18 0,1-3-18 0,7-1-21 0,-7 0-39 16,0-3-77-16,-1 3 0 0,8-3 0 0,-7-1 0 0,0 1-5 0,7-4-125 15,-7 0-53-15,-1-4-81 0,8 0-99 0,-7-3-93 0,0 0-91 16,7-4-47-16,-1 0-22 0,-6-4-6 0,6 4 4 0,1-7 12 0,0-1 18 16,6 1 26-16,0-4 30 0,0 0 41 0,0-4 44 0,6-3 79 15,7 0 169-15</inkml:trace>
  <inkml:trace contextRef="#ctx0" brushRef="#br0" timeOffset="-36776.99">32141 10612 28 0,'0'-7'332'0,"6"4"51"0,-6-1 36 0,6 0 26 0,1 2 24 16,-1-3 20-16,1 1 19 0,6 4 17 0,0-3 20 0,0-1 16 0,0 0 13 15,0 4-49-15,6-3-85 0,-5-1-81 0,5 0-78 0,-6 4-48 0,7-3-32 16,-1 3-26-16,1-4-23 0,-8 4-20 0,8-4-19 0,-1 4-20 16,1 0-18-16,-6 0-19 0,5 0-21 0,-6 0-22 0,6 0-24 0,-5 0-25 15,-2 0-27-15,-5 0-23 0,6 0-25 0,-6 0-25 0,-1 0-29 0,0 0-49 16,2-3-56-16,-8 3-75 0,0 0-82 0,0 0-66 0,0 0-55 15,-8 0-21-15,2 3-2 0,0-3 9 0,-7 4 16 0,-1 0 18 0,2 3 20 16,-2 0 25-16,-5 1 28 0,-1-1 47 0,1 0 58 0</inkml:trace>
  <inkml:trace contextRef="#ctx0" brushRef="#br0" timeOffset="-36360.25">31847 10792 0 0,'-13'7'121'0,"-6"1"174"0,6-1 54 16,-1 1 48-16,2-1 42 0,-2 4 34 0,2 0 31 0,-1 0 26 0,-1 3 25 15,-6 2 21-15,8-2 18 0,-1 1-25 0,-7 3-49 0,8 0-51 16,-2 0-55-16,-6 4-48 0,8-2-46 0,-1 0-40 0,-1-1-38 0,2 0-64 16,6 2-178-16,-8-6 0 0,8 3 0 0,-1-3 0 0,7-1 0 0,-6-3 0 15,6 5 0-15,0-9 0 0,6 1 0 0,-6-2 0 0,13-2 0 16,-7 0 0-16,8-1 0 0,-2-3 0 0,2-3 0 0,5-1 0 0,1-3 0 16,0-1 0-16,-1-2 0 0,7 2 0 0,0-2 0 0,-6-6 0 0,5 5 0 15,1-3 0-15,1 3 0 0,-1-4 0 0,6 4 0 0,-6 0 0 16,1 4 0-16,-2 0 0 0,1-1 0 0,0 5 0 0,-6-2 0 0,6 5 0 15,-7 0 0-15,8 0 0 0,-8 5 0 0,0 2 0 0,-5-3 0 0,5 3-34 16,-6 4-49-16,0 0 5 0,1 0 8 0,-8 0 7 0,7 0 8 16,-6 0 9-16,-1 3 8 0,-6-3 8 0,6 0 9 0,-6 4 7 0,0-3 9 15,0-2 5-15,0 1 5 0,0 0 6 0,0 0 5 0,-6 0 8 0,0 0 7 16,-1 0 6-16,0 0 9 0,1 0 6 0,-7 0 8 0,0 0 6 0,0 0 6 16,0 4 7-16,0-4-41 0,-7 0-38 0,1 3 0 0,-1-3 0 15,-6 4 0-15,6-4 0 0,-5 0 0 0,-1 3 0 0,0-6 0 0,6 2 0 16,-7 1 0-16,2-3 0 0,-1 0 0 0,0-5 0 0,0 1 0 0,-1 0 0 15,8-4 0-15,-7-4 0 0,6 4 0 0,-6-7 0 0,7 3 0 16,-7-3 0-16,6-4 0 0,0-1 0 0,1 1-83 0,-1-7-327 0,2 3-107 16,-2-7-70-16,7 4-50 0,-7-7-17 0,7 2 0 0,-6-2 10 15,5-5 15-15,-5 1 22 0,5 0 25 0,2-1 32 0,-8 1 32 0,7-4 58 16,0 4 72-16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08:57:06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7645 15873 49 0,'0'0'62'0,"0"0"-5"15,0 0-7-15,0 0-3 0,0 0-4 0,0 0 2 0,0 0 3 0,0-3 6 16,0 3 4-16,0 0 4 0,0 0 5 0,0 0 3 0,0 0 3 0,0 0 3 16,0-4 4-16,0 4 4 0,0 0 4 0,0 0 3 0,0 0 2 15,0 0 3-15,0 0 0 0,0 0-1 0,0 0 1 0,0 0-3 16,0 0-1-16,0 0 0 0,0 0 1 0,0 0-1 0,7 0 2 0,-7 0 1 16,0 0 1-16,0 0 3 0,0 4 2 0,0-4 4 0,0 0 4 15,0 0 3-15,0 0 2 0,0 0 8 0,7 0 7 0,-7 0 11 16,0 0 8-16,6 0 8 0,-6 0 7 0,0 0 2 0,6 0 1 0,1 0-3 15,-7 3-2-15,7-3-5 0,-7 0-6 0,6 0-5 0,1 0-8 16,-7 0-8-16,6 0-11 0,0 0-13 0,-6 0-15 0,8-3-12 0,-2 3-12 16,0 0-10-16,0 0-6 0,1 0-6 0,0 0-5 0,-7 0-4 15,6 0-1-15,1 0-3 0,-1-4 0 0,0 4-3 0,2 0-3 0,-2 0-2 16,0 0-2-16,1 0-2 0,0 0-1 0,-1 0-1 0,0-4 1 16,1 4-1-16,-1 0 2 0,1 0 2 0,6 0-1 0,-7 0 2 0,1 0 0 15,6 0 3-15,-7-3 0 0,1 3 1 0,6 0 2 0,-6 0 1 16,5 0 2-16,-4 0 0 0,4 0-1 0,-6-3 1 0,1 3-1 0,6 0-1 15,-6 0-1-15,-1-5 0 0,0 5-1 0,8 0 1 0,-8 0-2 16,0 0 0-16,8 0-1 0,-8-3-1 0,1 3-2 0,-1 0 0 16,1 0-1-16,0 0-1 0,-1 0-1 0,0 0-1 0,0 0-3 0,2 3-1 15,-2-3-2-15,0 0-2 0,1 0 0 0,-1 0-1 0,1 5-1 16,0-5-1-16,-1 0-1 0,0 3 0 0,1-3-1 0,6 0-1 0,-7 3-1 16,1-3 0-16,0 0-1 0,-1 4 1 0,1-4-1 0,5 0-1 15,-5 4 1-15,0-4 1 0,5 0-1 0,-4 3 2 0,-2-3 1 0,0 0 0 16,1 4 2-16,6-4 0 0,-6 0 0 0,-1 4 2 0,0-4 2 15,0 0 1-15,8 0 1 0,-8 0 1 0,1 3 0 0,6-3 0 16,-6 0 0-16,-1 0 0 0,7 0 2 0,-6 4 1 0,5-4 2 0,-5 0-1 16,6 0 1-16,-6 4 1 0,5-4-1 0,2 0-2 0,-8 0 1 15,7 3-2-15,0-3 3 0,0 0-1 0,0 0 1 0,0 0-3 0,-7 0-2 16,8 0-2-16,-1 0-3 0,0 0-1 0,0 0-1 0,-1 0 0 16,-4 0-1-16,4 0 1 0,2 0 0 0,-2 0 0 0,1 0-1 0,1 0 0 15,-2 0 1-15,2-3-1 0,-2 3 1 0,2 0 1 0,-8 0 4 16,7 0 0-16,1 3 0 0,-2-3 1 0,1 0 0 0,0 0-1 15,0 0 0-15,1 0 0 0,-2 0 2 0,2 4 0 0,-2-4 4 0,1 0 1 16,1 0 0-16,-2 0 1 0,2 0-1 0,-2 0-1 0,1 4 1 16,7-4-1-16,-6 0 0 0,-2 0-2 0,8 0 1 0,-7 0-1 0,7 0-2 15,-2 0 0-15,-4 0-5 0,5 0-1 0,-5 0-1 0,4 0 0 16,2 0-2-16,0 0 0 0,-7 0-1 0,7 0-1 0,-8 0-1 0,8 0 1 16,-7 0 0-16,7 0-2 0,-8 0 2 0,2 0-1 0,5 3-1 15,-5-3-1-15,-2 4 1 0,8-4 0 0,-7 3 0 0,0-3-1 16,6 5-1-16,-5-5 1 0,-2 3 1 0,2-3 0 0,5 4-1 0,-6-4 1 15,0 4 0-15,0-1 0 0,7-3 0 0,-7 4 0 0,0 0 0 0,-1-1 0 16,2 1-1-16,-1-4 1 0,0 4 1 0,0-1 1 0,-1 1 3 16,2-1 1-16,-1-3 2 0,6 4 0 0,-6 0 0 0,1-1 2 15,-2-3-1-15,2 4 2 0,5-4-10 0,-6 4-2 0,0-4 0 0,7 0 0 16,-7 3 0-16,6-3 0 0,-6 0 0 0,7 0 0 0,0 0 0 16,-8 0 0-16,8 0 0 0,-1 0 0 0,1 0 0 0,-1-3 0 0,1 3 0 15,0-4 0-15,-1 4 0 0,1-4 0 0,0 4 0 0,6-3 0 16,-7-1 0-16,1 0 0 0,6 1 0 0,-7 3 0 0,7-4 0 0,-6-3 0 15,6 7 0-15,-1-7 0 0,-5 3 0 0,6 0 0 0,1 1 0 16,-9-1 0-16,9 0 0 0,-7 4 0 0,6-3 0 0,-7-2 0 16,1 2 0-16,6 3 0 0,-7-4 0 0,1 4 0 0,-1-3 0 0,0 3 0 15,1 0 0-15,0 0 0 0,5 0 0 0,-5-4 0 0,0 4 0 0,-1 0 0 16,7 0 0-16,-6 0 0 0,6 0 0 0,-7-4 0 0,8 4 0 16,-1 0 0-16,-6-3 0 0,6 3 0 0,-1-4 0 0,1 0 0 15,-6 1 0-15,6 3 0 0,1-4 0 0,-2 0 0 0,1 1 0 0,0-1 0 16,0-3 0-16,1 7 0 0,-1-8 0 0,-1 5 0 0,1 3 0 15,0-4 0-15,-6 1 0 0,7-1 0 0,-2 0 0 0,-5 4 0 16,6-3 0-16,0 3 0 0,-7-4 0 0,1 4 0 0,6 0 0 0,0-3 0 16,-7 3 0-16,7 0 0 0,-6-4 0 0,6 4 0 0,1-4 0 0,-2 4 0 15,-5-4 0-15,6 4 0 0,0-3 0 0,0-1 0 0,0 0 0 16,6 1 0-16,-6 3 0 0,1-4 0 0,-1-1 0 0,6 3 0 16,-6-2 0-16,7 0 0 0,-7 4 0 0,7-3 0 0,-7-1 0 0,6 0 0 15,1 0 0-15,-7 4 0 0,7-3 0 0,-7-1 0 0,6 4 0 16,1-4 0-16,-7 1 0 0,-1 3 0 0,8 0 0 0,-7-4 0 15,0 4 0-15,7-4 0 0,-7 4 0 0,0-3 0 0,0 3 0 0,7-4 0 16,-7 4 0-16,-1 0 0 0,1-3 0 0,7 3 0 0,-7 0 0 0,0-4 0 16,1 4 0-16,-1 0 0 0,0 0 0 0,6 0 0 0,-5-4 0 15,-2 4 0-15,7 0 0 0,-5-3 0 0,5 3 0 0,-6 0 0 16,0-4 0-16,7 4 0 0,-7 0 0 0,0-4 0 0,1 4 0 0,5 0 0 16,-6-3 0-16,0 3 0 0,0 0 0 0,0-4 0 0,0 4 0 0,7 0 0 15,-7-4 0-15,0 4 0 0,-1 0 0 0,9-3 0 0,-9 3 0 16,1-4 0-16,0 4 0 0,7-4 0 0,-7 4 0 0,0-3 0 15,7-1 0-15,-7 4 0 0,7-4 0 0,-7 1 0 0,6 3 0 0,-6-3 0 16,7 3 0-16,-8-5 0 0,9 2 0 0,-2 3 0 0,-7-4 0 16,2 4 0-16,5-4 0 0,-6 1 0 0,7 3 0 0,-7-4 0 15,0 4 0-15,7-3 0 0,-7 3 0 0,6-4 0 0,-5 4 0 0,5-5 0 16,-6 5 0-16,0 0 0 0,7 0 0 0,-8 0 0 0,1 0 0 16,7 0 0-16,-7 0 0 0,7 0 0 0,-7 5 0 0,6-5 0 15,-5 0 0-15,5 0 0 0,-6 0 0 0,7 0 0 0,-7 0 0 0,7 0 0 16,-7 0 0-16,6 0 0 0,-6 0 0 0,7 0 0 0,-8 0 0 15,9 0 0-15,-9 0 0 0,7 0 0 0,1-5 0 0,-7 5 0 0,7 0 0 16,-1 0 0-16,-6-2 0 0,7 2 0 0,-1 0 0 0,-5 0 0 16,5 0 0-16,1 0 0 0,-1-4 0 0,1 4 0 0,-7 0 0 0,6 0 0 15,1 0 0-15,-1 0 0 0,2 0 0 0,-2 0 0 0,1 0 0 0,-1 0 0 16,1 0 0-16,-1 0 0 0,1 0 0 0,-7 0 0 16,7 0 0-16,-1 0 0 0,-6 0 0 0,7 0 0 0,-1 0 0 0,-6 0 0 15,7 0 0-15,-7 0 0 0,7 0 0 0,-1 0 0 0,-6 0 0 0,7 0 0 16,-8 0 0-16,8 0 0 0,0 0 0 0,-8 0 0 0,8 0 0 15,-1-4 0-15,2 4 0 0,-9 0 0 0,8 0 0 0,0-3 0 16,0 3 0-16,-1-5 0 0,1 5 0 0,-1-3 0 0,1 3 0 0,-1-4 0 16,1 1 0-16,-1 3 0 0,1-5 0 0,-1 5 0 0,1-3 0 15,5 3 0-15,-5-3 0 0,0 3 0 0,0-4 0 0,-1 0 0 0,7 4 0 16,-6 0 0-16,-1-3 0 0,1 3 0 0,-1-4 0 0,7 4 0 16,-6 0 0-16,6 0 0 0,-6-4 0 0,-1 4 0 0,1 0 0 0,-1 0 0 15,1 4 0-15,-1-4 0 0,1 0 0 0,-1 0 0 0,1 0 0 16,0 0 0-16,-1 4 0 0,1-4 0 0,6 0 0 0,-6 0 0 15,-1 0 0-15,1 0 0 0,-1 0 0 0,1 0 0 0,6-4 0 0,-7 4 0 16,8 0 0-16,-8 0 0 0,7-4 0 0,-6 4 0 0,6 0 0 16,-7 0 0-16,8-3 0 0,-1 3 0 0,-7-4 0 0,1 0 0 0,6 4 0 15,-7 0 0-15,8-3 0 0,-8 3 0 0,1 0 0 0,-1 0 0 16,7 0 0-16,-6 0 0 0,-1 0 0 0,1 0 0 0,6 0 0 16,-7 0 0-16,8 0 0 0,-8 0 0 0,7 0 0 0,0 0 0 0,-7 0 0 15,8 3 0-15,-1-3 0 0,0 0 0 0,0 0 0 0,1 0 0 16,-2 0 0-16,1 0 0 0,1 0 0 0,-8 0 0 0,7-3 0 0,0 3 0 15,0 0 0-15,-7 0 0 0,8 0 0 0,-1 0 0 0,-7 0 0 16,7 0 0-16,1 0 0 0,-7 0 0 0,5 3 0 0,1-3 0 0,-6 0 0 16,7 0 0-16,-2 4 0 0,-5-4 0 0,6 4 0 0,-7-4 0 15,7 3 0-15,-7-3 0 0,2 0 0 0,5 4 0 0,-7-4 0 0,1 4 0 16,-1-4 0-16,7 3 0 0,-6-3 0 0,-1 4 0 0,1 0 0 16,6-4 0-16,-6 3 0 0,-1 0 0 0,1 2 0 0,-1-5 0 15,7 7 0-15,-6-7 0 0,-1 8 0 0,1-5 0 0,7 1 0 0,-8 0 0 16,1 3 0-16,-1-3 0 0,1-1 0 0,-1 1 0 0,1 3 0 0,-7-3 0 15,6-1 0-15,1 2 0 0,-1-2 0 0,-5 0 0 0,5 1 0 16,1 0 0-16,-1-1 0 0,1 1 0 0,-7 0 0 0,6-1 0 16,1-3 0-16,-7 4 0 0,7 0 0 0,-1-1 0 0,1 1 0 0,-1-4 0 15,1 4 0-15,-1-1 0 0,1-3 0 0,-1 4 0 0,1-4 0 16,-1 4 0-16,2-4 0 0,-2 3 0 0,1-3 0 0,-1 4 0 0,1-4 0 16,-7 3 0-16,6-3 0 0,1 4 0 0,-7-4 0 0,7 4 0 15,-1-4 0-15,-6 3 0 0,7-3 0 0,-8 4 0 0,8 0 0 0,-7-4 0 16,6 3 0-16,-6 1 0 0,7-4 0 0,-7 4 0 0,7 0 0 15,-7-4 0-15,6 3 0 0,1-3 0 0,-7 4 0 0,7-4 0 16,-1 4 0-16,1-4 0 0,-1 2 0 0,1-2 0 0,-7 5 0 0,6-5 0 16,1 0 0-16,-1 4 0 0,-5-4 0 0,5 0 0 0,1 0 0 15,-1 3 0-15,-6-3 0 0,7 0 0 0,-1 0 0 0,1 0 0 0,-7 0 0 16,6 4 0-16,1-4 0 0,-7 0 0 0,7 4 0 0,-1-4 0 16,-6 0 0-16,7 3 0 0,-1-3 0 0,1 4 0 0,-7-4 0 0,7 0 0 15,-1 4 0-15,-6-4 0 0,7 4 0 0,-7-4 0 0,7 3 0 16,-7-3 0-16,0 4 0 0,7-4 0 0,-7 3 0 0,-1-3 0 15,1 4 0-15,0-4 0 0,1 4 0 0,-1-1 0 0,0-3 0 0,-7 4 0 16,7-4 0-16,0 3 0 0,0 2 0 0,1-2 0 0,-8-3 0 16,7 3 0-16,-6 1 0 0,6 0 0 0,-7-1 0 0,7 1 0 15,-6 0 0-15,6-1 0 0,-7-3 0 0,7 4 0 0,0 0 0 0,-6-1 0 16,6 1 0-16,0-4 0 0,-6 4 0 0,6-1 0 0,0-3 0 0,-7 4 0 16,7-1 0-16,-6-3 0 0,-1 5 0 0,1-5 0 0,0 3 0 15,-1-3 0-15,7 4 0 0,-13 0 0 0,6-4 0 0,1 3 0 16,-1 1 0-16,-5-4 0 0,6 4 0 0,-1-4 0 0,-6 3 0 0,6 1 0 15,-5-4 0-15,5 4 0 0,-6-4 0 0,0 3 0 0,7-3 0 16,-8 4 0-16,2-4 0 0,5 0 0 0,-6 0 0 0,0 3 0 0,7-3 0 16,-7 0 0-16,0 0 0 0,6 0 0 0,-5 0 0 0,-2 0 0 15,8 0 0-15,-7 0 0 0,0 0 0 0,0 0 0 0,7 0 0 0,-8 0 0 16,1 0 0-16,1 0 0 0,-2 0 0 0,2 0 0 0,5 0 0 16,-6 0 0-16,0 0 0 0,1 0 0 0,-2 0 0 0,8 0 0 15,-1 0 0-15,-5 0 0 0,5 0 0 0,0 0 0 0,1 0 0 0,-7 0 0 16,7-3 0-16,-1 3 0 0,1 0 0 0,0 0 0 0,-2 0 0 15,2 0 0-15,-7 0 0 0,7 0 0 0,0 0 0 0,-1 0 0 0,1 0 0 16,-8 0 0-16,8 0 0 0,-1 0 0 0,-5 0 0 0,6 0 0 16,-2 0 0-16,-4 0 0 0,5 0 0 0,1 0 0 0,-8 0 0 0,8 0 0 15,-7 0 0-15,7 3 0 0,0-3 0 0,-8 0 0 0,8 0 0 0,-1 0 0 16,1 4 0-16,0-4 0 0,-1 0 0 0,-6 4 0 0,13-4 0 0,-6 3 0 16,-1-3 0-16,0 0 0 0,1 0 0 0,0 0 0 0,5 0 0 15,-5 4 0-15,0-4 0 0,-1 0 0 0,1 0 0 0,0 0 0 0,-1 0 0 16,-6 0 0-16,6 0 0 0,-5 0 0 0,5 0 0 0,-6 0 0 15,0 0 0-15,1 0 0 0,-2 0 0 0,8 0 0 0,-7 0 0 0,0 0 0 16,0 0 0-16,0 0 0 0,0 4 0 0,0-4 0 0,0 0 0 0,0 3 0 16,1-3 0-16,-2 0 0 0,1 4 0 0,0-4 0 0,0 4 0 15,1-4 0-15,-2 0 0 0,-6 3 0 0,8-3 0 0,-1 0 0 0,-7 4 0 16,8-4 0-16,-8 0 0 0,7 4 0 0,-6-4 0 0,-1 0 0 0,0 4 0 16,7-4 0-16,-6 0 0 0,0 3 0 0,-7-3 0 0,6 0 0 15,0 0 0-15,-6 0 0 0,8 0 0 0,-8 0 0 0,6 4 0 0,-6-4 0 16,0 0 0-16,0 0 0 0,0 0 0 0,0 0 0 0,0 0 0 0,0 0 0 15,0 0 0-15,0 0 0 0,0 0 0 0,0 0 0 0,0 0 0 0,0 0 0 16,0 0 0-16,0 0 0 0,0 0 0 0,0 0 0 0,0 0 0 16,0 0 0-16,0 0 0 0,0 0 0 0,0 0 0 0,0 0 0 0,0 0 0 15,0 0 0-15,-6 0 0 0,6-4 0 0,0 4 0 0,0 0 0 0,-8 0 0 16,8-3 0-16,0 3 0 0,-6-4 0 0,6 4 0 0,-6-4 0 16,6 4 0-16,0-4 0 0,-7 1 0 0,7 3 0 0,-7-4 0 0,7 0 0 15,0 4 0-15,-6-3 0 0,6-1 0 0,-7 0 0 0,7 1 0 0,-6-1 0 16,6 4 0-16,-6-4 0 0,6 1 0 0,-7-1 0 0,7 1 0 15,-7-1 0-15,1 0 0 0,6 1 0 0,-6-5 0 0,-1 5 0 0,0-5 0 16,1 5 0-16,6-5 0 0,-7 4 0 0,1-3 0 0,-8 3 0 16,8-3 0-16,0 3 0 0,0-3 0 0,-2 3 0 0,2-3 0 0,0 3 0 15,-1-2 0-15,-6 1 0 0,6 2 0 0,1-4 0 0,0 3 0 16,0-3 0-16,-2 3 0 0,2 1 0 0,0-5 0 0,-1 4 0 16,0-3 0-16,1 3 0 0,-1-3 0 0,-5 2 0 0,5-1 0 0,0 2 0 15,1 1 0-15,0-5 0 0,-1 4 0 0,0-3 0 0,1 3 0 16,-1 1 0-16,1-5 0 0,-7 5 0 0,6-4 0 0,1-1 0 0,0 5 0 15,-2-5 0-15,-4 1 0 0,5 0 0 0,1-1 0 0,-7 5 0 16,6-5 0-16,1 2 0 0,-8-2 0 0,8 0 0 0,0 1 0 0,-1 0 0 16,-6 2 0-16,7-1 0 0,-1 2 0 0,1-4 0 0,-1 5 0 15,0-4 0-15,1 2 0 0,0 2 0 0,-1 0 0 0,0 3 0 16,1-4 0-16,6 0 0 0,-6 4 0 0,6-3 0 0,-7 3 0 0,7 0 0 16,0-4 0-16,0 4 0 0,-6 0 0 0,6 0 0 0,0 0 0 0,0 0 0 15,0 0 0-15,0 0 0 0,0 0 0 0,0 0 0 16,0 0 0-16,0 0 0 0,0 0 0 0,0 0 0 0,0 0 0 0,6 4 0 15,-6-4 0-15,0 0 0 0,7 3 0 0,-7-3 0 0,6 4 0 0,-6-4 0 16,6 4 0-16,1-1 0 0,0 0 0 0,-1 2 0 0,0 2 0 16,1-4 0-16,0 2 0 0,-1 2 0 0,1-3 0 0,6 3 0 15,-7 0 0-15,1 0 0 0,5 1 0 0,-4 0 0 0,-2-2 0 0,0 2 0 16,7-1 0-16,-6 0 0 0,6 1 0 0,-7-1 0 0,0 4 0 0,2-4 0 16,4 0 0-16,-5 1 0 0,0-1 0 0,5 0 0 0,-5 1 0 15,-1-1 0-15,1 1 0 0,6-1 0 0,-7 0 0 0,1 1 0 16,0-1 0-16,5 1 0 0,-5-1 0 0,-1-4 0 0,1 5 0 0,0-5 0 15,-1 4 0-15,0-2 0 0,2 1 0 0,-2-2 0 0,0 0 0 16,0-1 0-16,1 5 0 0,0-5 0 0,-1-3 0 0,1 4 0 0,-1 3 0 16,0-7 0-16,2 4 0 0,-8 0 0 0,6-1 0 0,0-3 0 15,0 4 0-15,-6-4 0 0,8 3 0 0,-8-3 0 0,6 5 0 16,-6-5 0-16,6 3 0 0,-6-3 0 0,7 0 0 0,-7 0 0 0,0 4 0 16,6-4 0-16,-6 0 0 0,0 0 0 0,7 4 0 0,-7-4 0 15,0 0 0-15,0 0 0 0,0 0 0 0,0 0 0 0,7 0 0 0,-7 0 0 16,0 0 0-16,0 3 0 0,0-3 0 0,0 0 0 0,0 0 0 15,0 0 0-15,0 0 0 0,0 0 0 0,0 0 0 0,0 0 0 0,0 0 0 16,0 0 0-16,0 0 0 0,0 0 0 0,0 0 0 0,0 0 0 16,0 0 0-16,0 0 0 0,0 0 0 0,0 0 0 0,0 0 0 15,0 0 0-15,0 0 0 0,0 0 0 0,0 0 0 0,0 0 0 0,0 0 0 16,0 0 0-16,0 0 0 0,0 0 0 0,0 0 0 0,0 0 0 16,0 0 0-16,0 0 0 0,0 4 0 0,0-4 0 0,0 0 0 0,6 0 0 15,-6 0 0-15,0 0 0 0,0 4 0 0,0-4 0 0,0 0 0 16,6 3 0-16,-6-3 0 0,0 0 0 0,7 0 0 0,-7 4 0 15,0-4 0-15,0 0 0 0,7 0 0 0,-7 4 0 0,0-4 0 0,6 3 0 16,-6-3 0-16,0 0 0 0,0 4 0 0,6-4 0 0,-6 0 0 0,0 3 0 16,0-3 0-16,7 4 0 0,-7-4 0 0,0 0 0 0,0 4 0 15,0-4 0-15,6 0 0 0,-6 0 0 0,0 3 0 0,0-3 0 16,7 0 0-16,-7 0 0 0,0 0 0 0,0 4 0 0,7-4 0 0,-7 0 0 16,0 4 0-16,0-4 0 0,6 0 0 0,-6 3 0 0,0-3 0 15,6 0 0-15,-6 4 0 0,0-4 0 0,0 0 0 0,0 4 0 0,8-4 0 16,-8 3 0-16,0-3 0 0,0 0 0 0,0 0 0 0,6 4 0 15,-6-4 0-15,0 0 0 0,0 0 0 0,0 0 0 0,0 0 0 0,0 0 0 16,0 4 0-16,0-4 0 0,0 0 0 0,0 0 0 0,0 0 0 16,0 0 0-16,6 0 0 0,-6 0 0 0,0 0 0 0,0 0 0 0,0 4 0 15,0-4 0-15,0 0 0 0,0 0 0 0,0 0 0 0,6 3 0 16,-6-3 0-16,0 0 0 0,0 0 0 0,0 4 0 0,0-4 0 0,7 0 0 16,-7 3 0-16,0-3 0 0,7 0 0 0,-7 4 0 0,0-4 0 0,0 0 0 15,0 0 0-15,0 0 0 0,6 4 0 0,-6-4 0 0,0 0 0 16,0 0 0-16,0 0 0 0,0 0 0 0,0 0 0 0,0 0 0 15,0 0 0-15,0 0 0 0,0 0 0 0,0 0 0 0,0 0 0 0,0 0 0 16,0 0 0-16,0 0 0 0,0 0 0 0,0 0 0 0,0 0 0 0,0 0 0 16,0 0 0-16,0 0 0 0,0 0 0 0,0 0 0 0,0 0 0 15,-6 0 0-15,6 0 0 0,0 3 0 0,0-3 0 0,-7 0 0 16,7 0 0-16,-7 0 0 0,7 4 0 0,0-4 0 0,-6 0 0 0,0 0 0 16,6 3 0-16,-6-3 0 0,6 4 0 0,-8-4 0 0,2 4 0 0,0-4 0 15,6 3 0-15,-7-3 0 0,0 5 0 0,1-2 0 0,-1 0 0 16,1 2 0-16,0-3 0 0,-1 3 0 0,-6-5 0 0,7 4 0 0,-1-1 0 15,0 1 0-15,1 3 0 0,-7-3 0 0,7-1 0 0,-2 1 0 16,-4 3 0-16,6-3 0 0,-8 3 0 0,1 1 0 0,7-1 0 0,-8 0 0 16,2 1 0-16,-2-1 0 0,2 0 0 0,5 0 0 0,-6 4 0 15,0-3 0-15,0-1 0 0,0 1 0 0,0-1 0 0,0 4 0 0,0-4 0 16,0 1 0-16,6 3 0 0,-13-4 0 0,14 4 0 0,-7-4 0 16,0 0 0-16,0 4 0 0,1 0 0 0,-2-3 0 0,1 3 0 0,0-4 0 15,0 4 0-15,0-3 0 0,6 3 0 0,-5-4 0 0,5 0 0 16,-6 1 0-16,7-1 0 0,-1 0 0 0,-6-3 0 0,6 3 0 0,1-3 0 15,0 3 0-15,-2-3 0 0,2 3 0 0,0-3 0 0,-1 0 0 16,1-1 0-16,6 1 0 0,-7-1 0 0,1 1 0 0,6 0 0 0,-7-4 0 16,7 3 0-16,-6-3 0 0,6 4 0 0,0-1 0 0,-6-3 0 15,6 0 0-15,0 5 0 0,0-5 0 0,-8 0 0 0,8 0 0 0,0 0 0 16,0 0 0-16,0 0 0 0,0 0 0 0,0 0 0 0,0 0 0 16,0 0 0-16,0 0 0 0,0 0 0 0,0-5 0 0,0 5 0 0,-6-3 0 15,6-1 0-15,0 1 0 0,-6-1 0 0,-1-3-256 0,1 0-153 0,6-1-65 16,-7 1-69-16,1-1-44 0,-1 1-31 0,-6-4-4 0,6 4 9 15,1-4 18-15,-7 4 24 0,6-1 24 0,-5 1 25 0,-1 3 32 0,6-3 31 16,-6 3 60-16,-7 0 74 0</inkml:trace>
  <inkml:trace contextRef="#ctx0" brushRef="#br0" timeOffset="3816.75">8753 10217 22 0,'0'0'133'0,"0"0"13"0,0 0 14 0,0 0 17 16,0 0 22-16,0 0 26 0,0 0 29 0,0 0 24 0,0 0 18 0,6 4 12 15,-6-4 8-15,0 0 5 0,0 0 6 0,0 0 2 0,0 0 0 16,0 4-4-16,0-4-4 0,0 0-13 0,0 0-11 0,0 0-20 0,0 0-23 15,0 0-22-15,0 3-25 0,0-3-25 0,0 0-28 0,0 4-20 16,0-4-16-16,0 3-12 0,0-3-6 0,-6 4-5 0,6 0-6 0,0-4-3 16,0 3-5-16,0 1-4 0,0-4-5 0,0 4-7 0,0-4-4 15,0 3-7-15,0 1-6 0,0 0-5 0,0-4-5 0,0 3-4 16,0-3-5-16,0 4-4 0,0 0-2 0,0-1-2 0,-7 1-2 0,7 0 0 16,0-1 0-16,0 1 3 0,0 3 2 0,0-3 1 0,0 3 2 0,0 0 1 15,-6 1 1-15,6 0 3 0,0-2 1 0,0 2 1 0,0-1 2 16,0 1 0-16,-6-1-4 0,6 0-32 0,0 1 0 0,0-5 0 15,0 5 0-15,0-1 0 0,0 0 0 0,0-3 0 0,0 3 0 0,0 0 0 16,-8-3 0-16,8 3 0 0,0 1 0 0,0-5 0 0,0 5 0 16,0 0 0-16,0-1 0 0,0 0 0 0,0 0 0 0,0 1 0 15,0-1 0-15,0 4 0 0,0-4 0 0,0 1 0 0,0 2 0 0,0-2 0 16,0 3 0-16,0-4 0 0,0 4 0 0,0-4 0 0,0 4 0 16,0-3 0-16,0 2 0 0,0 2 0 0,8-1 0 0,-8-4 0 0,0 4 0 15,0 0 0-15,0 0 0 0,0 0 0 0,0 0 0 0,0 0 0 16,0 0 0-16,0 3 0 0,0-3 0 0,6 0 0 0,-6 1 0 15,0-1 0-15,0 0 0 0,0-1 0 0,0 2 0 0,0 2 0 0,0-3 0 16,0 0 0-16,6 0 0 0,-6 0 0 0,0 0 0 0,0 1 0 16,0-2 0-16,0 1 0 0,0 0 0 0,0 0 0 0,0 0 0 0,0 0 0 15,0-4 0-15,0 4 0 0,0 0 0 0,0 0 0 0,0 0 0 0,0 0 0 16,0 0 0-16,0 1 0 0,0-1 0 0,0 0 0 0,0 0 0 16,0 3 0-16,0-3 0 0,0 0 0 0,0 4 0 0,0-4 0 15,0-1 0-15,0 1 0 0,0 0 0 0,0 0 0 0,0 1 0 0,7 2 0 16,-7-3 0-16,0 0 0 0,0 0 0 0,0 4 0 0,0-4 0 15,0 0 0-15,0 0 0 0,0 3 0 0,0-3 0 0,0 0 0 16,0 1 0-16,0 3 0 0,0-5 0 0,0 5 0 0,0-4 0 0,0 3 0 16,0-3 0-16,0 4 0 0,0-4 0 0,0 4 0 0,0-5 0 15,0 6 0-15,0-5 0 0,0 3 0 0,0-3 0 0,0 4 0 0,0-4 0 16,0 3 0-16,0-3 0 0,0 4 0 0,0-5 0 0,0 2 0 16,0 3 0-16,0-4 0 0,0 3 0 0,0-3 0 0,0 4 0 0,0 0 0 15,0-1 0-15,0-3 0 0,0 4 0 0,0 2 0 0,0-1 0 16,0-1 0-16,0-1 0 0,0 4 0 0,0-3 0 0,0 0 0 0,0-1 0 15,0 4 0-15,0-3 0 0,-7 0 0 0,7 0 0 0,0-2 0 16,0 3 0-16,7-1 0 0,-7-1 0 0,0 1 0 0,0-1 0 16,0 1 0-16,0 0 0 0,0-4 0 0,0 4 0 0,0-1 0 0,0 1 0 15,0 0 0-15,0-4 0 0,0 3 0 0,0 1 0 0,6-1 0 16,-6 1 0-16,0-1 0 0,0-3 0 0,0 5 0 0,0-2 0 0,0 1 0 16,7-4 0-16,-7 3 0 0,0 1 0 0,0-4 0 0,0 3 0 15,6 1 0-15,-6-3 0 0,0 2 0 0,0-3 0 0,0 4 0 16,7-4 0-16,-7 0 0 0,0 3 0 0,6-2 0 0,-6-2 0 0,0 1 0 15,6 4 0-15,-6-4 0 0,0 4 0 0,8-4 0 0,-8 3 0 16,0-3 0-16,0 4 0 0,6-4 0 0,-6 3 0 0,0 1 0 16,6-4 0-16,-6 4 0 0,0-1 0 0,7-2 0 0,-7 2 0 0,0-3 0 15,0 0 0-15,0 4 0 0,7-4 0 0,-7 0 0 0,0 0 0 0,0-1 0 16,0 1 0-16,6 0 0 0,-6 4 0 0,0-4 0 0,0 0 0 16,0 0 0-16,0 4 0 0,0-4 0 0,0 0 0 0,0 0 0 15,0 3 0-15,0-3 0 0,0 0 0 0,0 4 0 0,0-4 0 0,0 0 0 16,0 0 0-16,0 4 0 0,0-4 0 0,0 0 0 0,0 0 0 15,0 3 0-15,0-3 0 0,0 0 0 0,0 4 0 0,0-4 0 0,0 0 0 16,0 0 0-16,0 0 0 0,0 0 0 0,0 0 0 0,0 0 0 16,0 0 0-16,0 0 0 0,0 0 0 0,6-4 0 0,-6 4 0 0,0 0 0 15,0-4 0-15,0 4 0 0,0-3 0 0,0 3 0 0,0 0 0 16,0-4 0-16,0 4 0 0,0-3 0 0,0 3 0 0,0-1 0 0,0 1 0 16,7-3 0-16,-7 3 0 0,0 0 0 0,0 0 0 0,0 0 0 15,0-4 0-15,0 4 0 0,0 0 0 0,0 0 0 0,0 0 0 0,0 0 0 16,0 0 0-16,-7 0 0 0,7 0 0 0,0 0 0 0,0 0 0 15,0 0 0-15,0 0 0 0,0 3 0 0,0-6 0 0,-6 3 0 16,6 0 0-16,0 0 0 0,0 0 0 0,0-4 0 0,0 4 0 0,0-3 0 16,-6 2 0-16,6-2 0 0,0-1 0 0,0 4 0 0,0-4 0 15,0 1 0-15,0-1 0 0,0 0 0 0,-7 5 0 0,7-5 0 0,0 0 0 16,0 1 0-16,0-1 0 0,0 0 0 0,0 4 0 0,0-4 0 16,0 4 0-16,0-3 0 0,0 3 0 0,0-4 0 0,0 4 0 15,0 0 0-15,0-4 0 0,0 4 0 0,0 1 0 0,0-1 0 0,0-1 0 16,0-2 0-16,0 3 0 0,0 3 0 0,0-3 0 0,0 0 0 15,0 0 0-15,0 0 0 0,0 4 0 0,0-4 0 0,0 0 0 0,0 0 0 16,0 4 0-16,0-4 0 0,0 0 0 0,0 3 0 0,0-3 0 16,0 4 0-16,0-4 0 0,0 3 0 0,0-3 0 0,0 4 0 15,-7-1 0-15,7 2 0 0,0-2 0 0,0 1 0 0,0-1 0 0,0 1 0 16,0 0 0-16,-6-1 0 0,6 1 0 0,0-4 0 0,0 3 0 0,0 1 0 16,-6-4 0-16,6 4 0 0,0 0 0 0,0-4 0 0,0 0 0 15,0 3 0-15,0-3 0 0,0 4 0 0,-8-4 0 0,8 0 0 16,0 0 0-16,0 4 0 0,0-4 0 0,0 0 0 0,0-1 0 0,0 1 0 15,0 0 0-15,0 0 0 0,0 0 0 0,0 4 0 0,0-4 0 16,0 0 0-16,0 0 0 0,0 4 0 0,0-4 0 0,0 0 0 0,0 3 0 16,0-3 0-16,0 0 0 0,0 0 0 0,0 4 0 0,0-4 0 15,0 1 0-15,0-2 0 0,0 1 0 0,0 0 0 0,0-4 0 0,0 4 0 16,0-4 0-16,8 5 0 0,-8-5 0 0,0 0 0 0,0 4 0 16,0-4 0-16,0 1 0 0,0 3 0 0,0-4 0 0,0 4 0 15,0-4 0-15,0 1 0 0,0 3 0 0,0 0 0 0,0-3 0 0,0 2 0 16,0-2 0-16,0 2 0 0,0 1 0 0,0-3 0 0,0 2 0 15,0-2 0-15,0 3 0 0,0 0 0 0,0-4 0 0,6 4 0 0,-6 1 0 16,0-1 0-16,0-1 0 0,0 2 0 0,0-2 0 0,0 1 0 16,0 0 0-16,0 0 0 0,0 0 0 0,0 0 0 0,0 0 0 0,0 0 0 15,0 0 0-15,0 0 0 0,0 0 0 0,0 0 0 0,0 0 0 16,0 0 0-16,0 0 0 0,0 0 0 0,0 0 0 0,0 0 0 16,0 4 0-16,0-4 0 0,0 0 0 0,0 3 0 0,0-2 0 0,0-1 0 15,0 3 0-15,0-3 0 0,0 1 0 0,-6 2 0 0,6-3 0 16,0 3 0-16,0-3 0 0,0 0 0 0,0 4 0 0,0-4 0 15,0 0 0-15,0 0 0 0,0 0 0 0,0 0 0 0,0 0 0 0,0-3 0 16,0 2 0-16,0-2 0 0,0-1 0 0,0 4 0 0,0-4 0 0,0 0 0 16,0 4 0-16,0-3 0 0,0-1 0 0,0 1 0 0,0 0 0 15,0-2 0-15,0 2 0 0,0 3 0 0,0-4 0 0,0 0 0 16,6 1 0-16,-6 3 0 0,0-4 0 0,0 0 0 0,0 4 0 0,0-4 0 16,0 4 0-16,0 0 0 0,0 0 0 0,0-4 0 0,0 5 0 15,0-1 0-15,0 0 0 0,0 0 0 0,0 0 0 0,0-4 0 0,0 4 0 16,0-4 0-16,0 4 0 0,0-3 0 0,0-1 0 0,0 0 0 15,0 4 0-15,0-4 0 0,0 1 0 0,0-1 0 0,0 1 0 0,0-1 0 16,0-1 0-16,0 3 0 0,0-2 0 0,0 4 0 0,0-3 0 16,0-1 0-16,0 4 0 0,0-4 0 0,0 4 0 0,0-4 0 0,0 4 0 15,0-4 0-15,0 4 0 0,0-3 0 0,0-1 0 0,0 1 0 16,0-1 0-16,0 4 0 0,0-4 0 0,0 1 0 0,0-1 0 0,0 4 0 16,0-4 0-16,6 0 0 0,-6 1 0 0,0-1 0 0,0 4 0 15,0-4 0-15,0 1 0 0,0-1 0 0,0 0 0 0,0 0 0 16,0 1 0-16,0 2 0 0,0-1 0 0,0-2 0 0,0 4 0 0,0-4 0 15,0 4 0-15,0-4 0 0,0 4 0 0,0-3 0 0,0 3 0 0,0 0 0 16,0-4 0-16,0 4 0 0,0-4 0 0,0 4 0 0,0-3 0 16,7 3 0-16,-7 0 0 0,0-4 0 0,0 4 0 0,0-4 0 15,0 4 0-15,0-4 0 0,0 4 0 0,0 0 0 0,0-3 0 0,0 3 0 16,0-4 0-16,0 4 0 0,7-4 0 0,-7 5 0 0,0-5 0 0,0 4 0 16,0 0 0-16,0-4 0 0,0 4 0 0,0 0 0 0,6 0 0 15,-6 0 0-15,0-3 0 0,0 2 0 0,0 1 0 0,0-4 0 0,0 4 0 16,0-3 0-16,0 3 0 0,0-4 0 0,0 4 0 0,0-3 0 15,0-1 0-15,0 4 0 0,0-4 0 0,0 1 0 0,0-1 0 0,6 0 0 16,-6 0 0-16,0 1 0 0,0-1 0 0,0-3 0 0,0 3 0 16,0-3 0-16,0 3 0 0,0-3 0 0,0 3 0 0,0-3 0 0,0 3 0 15,7-3 0-15,-7 3 0 0,0 1 0 0,0-5 0 0,0 5 0 16,0-5 0-16,0 5 0 0,0-5 0 0,0 1 0 0,6 3 0 0,-6-3 0 16,0-1 0-16,0 1 0 0,0 0 0 0,0-1 0 0,0 1 0 15,0 3 0-15,0-3 0 0,0 0 0 0,0 3 0 0,0-3 0 0,0-1 0 16,0 5 0-16,0-5 0 0,0 1 0 0,0 0 0 0,7 3 0 15,-7-3 0-15,0 0 0 0,0 2 0 0,0-1 0 0,0 2 0 0,0-3 0 16,0 3 0-16,0-4 0 0,0 5 0 0,0-1 0 0,0-3 0 0,0 3 0 16,0-3 0-16,0 3 0 0,0 0 0 0,0 1 0 0,0-5 0 15,0 5 0-15,0-1 0 0,0 0 0 0,0-3 0 0,0 4 0 0,0-2 0 16,0 2 0-16,0 0 0 0,0-1 0 0,0 0 0 0,0 0 0 0,0 4 0 16,0-3 0-16,0-1 0 0,0 0 0 0,0 4 0 0,-7-3 0 15,7-1 0-15,0 0 0 0,0 4 0 0,0-4 0 0,0 4 0 0,0-3 0 16,0 3 0-16,0 0 0 0,0-4 0 0,0 4 0 0,0-3 0 15,0 3 0-15,0-4 0 0,0 0 0 0,0 0 0 0,0 1 0 0,0 3 0 16,0-8 0-16,7 5 0 0,-7-1 0 0,0 0 0 0,0-3 0 0,0 3 0 16,0-3 0-16,0 0 0 0,0-1 0 0,0 4 0 0,0-3 0 15,7 0 0-15,-7-4 0 0,0 3 0 0,0 2 0 0,0-2 0 0,0-3 0 16,0 4 0-16,0-4 0 0,0 4 0 0,0-1 0 0,0-3 0 0,6 4 0 16,-6-4 0-16,0 3 0 0,0 1 0 0,0-4 0 0,0 4 0 15,0-4 0-15,0 3 0 0,0 1 0 0,6 0 0 0,-6-4 0 0,0 3 0 16,0 1 0-16,0 0 0 0,7 3 0 0,-7-3 0 0,0-1 0 15,0 1 0-15,7 3 0 0,-7-3 0 0,0 3 0 0,0-3 0 0,6 3 0 16,-6-3 0-16,0 3 0 0,0 0 0 0,0-3 0 0,0 3 0 0,0 1 0 16,0-1 0-16,0 1-53 0,-6-5-129 0,6 5-78 0,-7-5-95 15,0 1-96-15,-5-4-93 0,5 0-44 0,-6-4-18 0,-6-3-6 0,5 0 2 16,-6-8 9-16,-5 0 12 0,5-7 19 0,-6 0 23 0,0-7 34 16,0 0 41-16,7-5 79 0,-8-6 148 0</inkml:trace>
  <inkml:trace contextRef="#ctx0" brushRef="#br0" timeOffset="5449.27">8701 10214 54 0,'0'0'85'0,"0"0"5"0,0 0 4 16,0-4 3-16,0 4 1 0,6 0 2 0,-6 0 2 0,0 0 1 16,0 0 2-16,0 0 3 0,0-4 2 0,0 4 5 0,0 0 7 15,0 0 7-15,0 0 9 0,0 0 7 0,0 0 10 0,0 0 9 0,0 0 8 16,0 0 7-16,0 0 8 0,0 0 4 0,0 0 7 0,0 0 6 0,0 0 6 16,0 0 3-16,0 0 1 0,0 0-2 0,0 0-7 0,0 0-9 15,0 0-10-15,0 4-13 0,0-4-13 0,0 0-10 0,0 0-11 0,0 0-10 16,0 0-8-16,0 0-11 0,0 0-12 0,0 0-9 0,0 4-11 15,0-4-7-15,0 0-3 0,0 0-2 0,0 3 1 0,0-3 1 0,0 4 3 16,0-4 2-16,0 4 4 0,0-4 0 0,0 3 3 0,0-3 0 16,-6 4-1-16,6-4 0 0,0 3-3 0,-7 1-2 0,7 3-3 15,-7 1-4-15,7-1-3 0,-6 0-4 0,6 4-3 0,-6-3-5 0,-1 6-6 16,0-3-5-16,1 4-4 0,-7-1-6 0,6 1-3 0,1 0-3 16,-7 0-3-16,0 3-3 0,6-3-1 0,-5 3-2 0,-2 0-3 0,1 1-2 15,0 3-3-15,0-4-3 0,1 4-2 0,-2 0 0 0,-5 0 0 16,6 0 0-16,0 0 0 0,-1 0-1 0,2 0 1 0,-2 0 0 15,2 0-2-15,-1-4 0 0,-1 4-1 0,2-4 0 0,5 1-1 0,-6-1 1 16,7-3-2-16,-1 3-3 0,0-4-3 0,1-3-7 0,-1 4-8 16,1-3-10-16,0 2-11 0,-2-7-15 0,8 4-16 0,-6-3-24 15,6-5-26-15,0 5-45 0,-6-5-57 0,6-3-73 0,0 0-82 0,0 0-67 16,0-3-62-16,0-1-26 0,0-7-9 0,0 4 2 0,6-8 6 0,-6 4 14 16,6-8 15-16,2 5 24 0,-2-8 24 0,0 4 48 0,1-5 56 15,6 2 73-15,0-2 260 0</inkml:trace>
  <inkml:trace contextRef="#ctx0" brushRef="#br0" timeOffset="6066.28">8694 10283 0 0,'0'0'92'16,"0"0"11"-16,0 0 4 0,0 0 6 0,0-4 5 0,0 4-1 0,0 0-6 0,0 0-5 0,0 0-7 0,0 0-4 0,0 0-5 0,0 0-3 0,0-3-2 0,0 3 0 0,0-4 3 0,7 4 5 0,-7-4 7 0,0 4 12 0,6-3 16 15,-6 3 18-15,0-4 23 0,7 4 23 0,-7 0 28 0,6-4 23 16,-6 4 24-16,6 0 13 0,2 0 8 0,-8 0 3 0,0 0 3 0,6 0-2 16,-6 4-4-16,6-4-10 0,-6 0-13 0,0 4-18 0,7-4-22 15,-7 3-26-15,0-3-26 0,6 4-25 0,-6 0-23 0,0-4-13 16,7 7-2-16,-7-3-5 0,6-1-5 0,-6 5-6 0,7-5-7 0,-1 4-6 15,-6-3-6-15,6 3-4 0,2 1-4 0,-2-5-4 0,0 5-4 16,1-5-3-16,0 5-3 0,-1-4-10 0,0 3-10 0,1-3-9 0,-1 3-4 16,1 0-4-16,6-3 2 0,-7 3-1 0,1 1 2 0,6-1 0 15,-7 0 1-15,7 1 0 0,-6-1-2 0,6 0-1 0,-7 4 0 0,8 0-2 16,-2 1-1-16,-5-5-1 0,6 4-1 0,0 0-2 0,-7 0-1 0,8 3-2 16,-2-3-2-16,-4 0-1 0,4 0-2 0,-5 4-1 0,6-4 1 15,0 1 0-15,-7-2-1 0,8 0 0 0,-8 2 0 0,7-5-1 16,-7 4-1-16,8-4-4 0,-8 1-3 0,0-1-6 0,1 0-7 15,0 1-8-15,-1-5-8 0,0 5-8 0,1-5-8 0,-7 1-10 0,7 0-11 16,-7-1-12-16,0-3-12 0,6 4-14 0,-6-4-14 0,7 4-18 16,-7-4-19-16,0 0-30 0,0 0-34 0,0 0-45 0,6 0-48 0,-6 0-46 15,0 0-43-15,0 0-40 0,0 0-38 0,0 0-13 0,0 0 0 16,-6 3 10-16,6 5 11 0,0-5 20 0,-7 1 23 0,1 3 34 0,-1-2 43 16,7 2 50-16,-13-4 57 0</inkml:trace>
  <inkml:trace contextRef="#ctx0" brushRef="#br0" timeOffset="8199.56">8772 12027 0 0,'0'0'46'0,"0"0"72"0,0 0 8 0,0 0 9 15,0 0 9-15,0 0 12 0,0 0 14 0,0 0 8 0,0 0 9 0,0 0-3 16,0 0-5-16,0-4-3 0,0 4-1 0,0 0 0 0,0 0 0 15,0 0 0-15,0 0 2 0,0 0-1 0,0 0-2 0,0 0-5 0,0 0-6 16,0 0-6-16,0 0-6 0,0 0-8 0,0 0-6 0,0 0-3 16,0 0 0-16,0 0 4 0,0 0 5 0,0 0 2 0,0 0-1 15,0-4-1-15,0 4-2 0,7 0-1 0,-7 0-5 0,6-3-4 0,0 3-5 16,-6 0-7-16,8-4-6 0,-2 4-9 0,-6 0-12 0,6-4-13 16,1 4-15-16,-7 0-9 0,7-3-6 0,-7 3-3 0,6 0-1 0,0-4 0 15,-6 4-1-15,7 0 1 0,-1 0 0 0,-6 0-1 0,7 0 0 16,0 0 0-16,-1-4 0 0,-6 4 1 0,6 0 1 0,1 0 0 0,0 0-2 15,-1-3 0-15,0 3-2 0,-6 0-1 0,7-3 0 0,-1 3-3 16,1 0 0-16,0 0-2 0,-1-4 1 0,0 4 0 0,2-4 1 0,-2 4-1 16,6-4 1-16,-5 4-1 0,6-3 0 0,-6 3 0 0,5-4 0 15,-4 4-1-15,4-4 1 0,-6 4 0 0,8 0 0 0,-1-3-1 16,-7 3 1-16,8 0 1 0,-2 0-1 0,2-4 0 0,-2 4 0 0,1 0 1 16,1-3 3-16,-2 3 0 0,2 0-1 0,-2 0-1 0,2-4-4 15,-1 4 0-15,-1 0-2 0,8 0-30 0,-7-4-3 0,0 4 0 0,7 0 0 16,-7 0 0-16,7 0 0 0,-8 0 0 0,8-4 0 0,-7 4 0 15,7 0 0-15,-1 0 0 0,-6 0 0 0,6 0 0 0,-5 0 0 0,5 0 0 16,1 0 0-16,-7 0 0 0,6 0 0 0,-5 0 0 0,-2 4 0 16,1-4 0-16,7 0 0 0,-8 4 0 0,2-4 0 0,-8 4 0 0,8-4 0 15,-2 3 0-15,1 1 0 0,-6-4 0 0,6 3 0 0,0 1 0 16,-6-4 0-16,6 4 0 0,-7-4 0 0,7 3 0 0,-6-3 0 16,5 4 0-16,-4-4 0 0,4 4 0 0,1-4 0 0,-6 0 0 0,6 4 0 15,-7-4 0-15,8 0 0 0,-8 0 0 0,7 0 0 0,0 3 0 16,-7-3 0-16,7 0 0 0,1 0 0 0,-2 0 0 0,-5 0 0 15,6 0 0-15,0-3 0 0,0 3 0 0,-6 0 0 0,5 0 0 0,2 0 0 16,-2 0 0-16,-5-4 0 0,6 4 0 0,0 0 0 0,1 0 0 16,-2-4 0-16,2 4 0 0,-8 0 0 0,7-4 0 0,0 4 0 0,0-3 0 15,7 3 0-15,-8 0 0 0,1-4 0 0,1 4 0 0,-2-4 0 16,2 4 0-16,-2-3 0 0,8 3 0 0,-7 0 0 0,1-4 0 16,-2 4 0-16,8-3 0 0,-7 3 0 0,0 0 0 0,6 0 0 0,-5 0 0 15,5-4 0-15,-6 4 0 0,0 0 0 0,7 0 0 0,-8 0 0 16,2 0 0-16,-1 0 0 0,-1 0 0 0,2 0 0 0,-8 0 0 0,7 4 0 15,0-4 0-15,0 0 0 0,-6 0 0 0,6 3 0 0,-7-3 0 16,8 0 0-16,-2 0 0 0,-5 4 0 0,6-4 0 0,-7 0 0 0,7 0 0 16,-7 0 0-16,8 0 0 0,-8 0 0 0,8 0 0 0,-8 0 0 15,7 0 0-15,-7 0 0 0,8 0 0 0,-8 0 0 0,0 0 0 0,8 0 0 16,-8 0 0-16,1 0 0 0,5 0 0 0,-5 0 0 0,0 0 0 16,5-4 0-16,-4 4 0 0,-2 0 0 0,0 0 0 0,1 0 0 0,6-3 0 15,-7 3 0-15,1 0 0 0,-1 0 0 0,0 0 0 0,2 0 0 16,-2-4 0-16,0 4 0 0,1 0 0 0,0 0 0 0,-1 0 0 15,0 0 0-15,1 0 0 0,-1-4 0 0,1 4 0 0,0 0 0 0,-7 0 0 16,6 0 0-16,0 0 0 0,1-4 0 0,0 4 0 0,-1 0 0 0,0 0 0 16,1-3 0-16,-1 3 0 0,1 0 0 0,-7 0 0 0,7 0 0 15,-1-4 0-15,0 4 0 0,2 0 0 0,-2 0 0 0,0 0 0 16,-6 0 0-16,6-4 0 0,1 4 0 0,0 0 0 0,-1 0 0 0,1 0 0 16,-1 0 0-16,0 0 0 0,-6 0 0 0,8 0 0 0,-2 0 0 15,-6 0 0-15,6 0 0 0,-6 0 0 0,6 0 0 0,-6 0 0 0,7 0 0 16,0 0 0-16,-7 0 0 0,0 0 0 0,6 0 0 0,-6 0 0 15,0 0 0-15,0 0 0 0,0 0 0 0,0 0 0 0,0 0 0 0,0 0 0 16,0 0 0-16,0 0 0 0,0 0 0 0,0 0 0 0,-6 0 0 16,-1 0 0-16,0-3 0 0,1 3-216 0,-6 0-292 0,-2 0-78 15,1 0-61-15,-7-4-27 0,8 4-7 0,-8 0 5 0,7-5 14 0,-7 3 26 16,1-2 30-16,0 0 36 0,-1 1 40 0,7-4 58 0,-7-1 66 16,8 0 95-16,-8-3 301 0</inkml:trace>
  <inkml:trace contextRef="#ctx0" brushRef="#br0" timeOffset="8781.77">10088 10521 18 0,'0'0'156'0,"7"3"13"0,-7-3 15 15,0 5 23-15,0-2 26 0,0-3 31 0,0 4 31 0,0-4 44 16,0 3 50-16,6 1 7 0,-6-4-15 0,0 4-11 0,0-1-14 0,0 1-8 16,0 0-6-16,0-1-7 0,0 1-7 0,-6 3-17 0,6 4-20 0,-7-2-25 15,0 4-28-15,1-1-41 0,-1 6-46 0,1-4-33 0,-8 8-24 16,2 0-18-16,-8 4-14 0,7-1-11 0,-7 5-7 0,2-1-6 16,-2 4-6-16,-7 4-6 0,8 0-8 0,-7-1-5 0,6 0-4 0,-6 5-4 15,6-4-3-15,-5 3-5 0,5-3-4 0,0-1-6 0,1 1-7 16,0 0-10-16,6-5-11 0,-7-2-13 0,7-1-16 0,0-3-30 15,6-1-36-15,-5-6-53 0,12-1-59 0,-7-4-64 0,0 1-64 0,7-8-55 16,-6 1-50-16,6-5-22 0,0-3-4 0,0 0 2 0,0-3 7 16,6 0 12-16,-6-9 14 0,0 1 29 0,7 0 36 0,-7-3 53 0,7-5 61 15</inkml:trace>
  <inkml:trace contextRef="#ctx0" brushRef="#br0" timeOffset="9132.31">10107 10609 0 0,'0'-4'17'0,"6"1"133"0,-6 3 15 0,8-4 20 0,-8 4 20 16,0-4 25-16,6 4 26 0,-6-2 26 0,6 2 27 0,-6 0 16 0,7-5 12 16,-1 5 0-16,-6 0-7 0,7 0-6 0,0 5-4 0,-1-5-8 15,0 2-7-15,2 2-11 0,-2 3-16 0,6 0-18 0,-5 1-21 0,0 3-22 16,6 0-23-16,-7 4-28 0,8-1-30 0,-2 5-24 0,1-1-21 15,0 4-14-15,0 0-10 0,1 0-7 0,-2 3-7 0,8 1-6 16,-7 0-4-16,0 3-4 0,0 1-4 0,7-5-4 0,-8 4-2 0,2 1-2 16,-1-1-2-16,-1 1-4 0,8-5-1 0,-7 1-3 0,0-1-2 15,0 1-2-15,0-4-1 0,-6 1-2 0,5-2-2 0,2-3-2 0,-8 0-1 16,7 1-1-16,-6-5-2 0,-1-3-7 0,1 3-4 0,-1-2-11 0,0-1-10 16,2-3-12-16,-8-1-12 0,6 0-14 0,-6-3-15 0,0 0-30 15,0-1-37-15,0-3-53 0,0 4-58 0,-6-4-57 0,6-4-54 16,-8 4-48-16,2-3-45 0,0-1-19 0,-7 0-5 0,6 1 3 15,-6-4 9-15,7-1 12 0,-8 1 13 0,2-1 31 0,-8 1 36 0,7-1 54 16,-7-3 58-16</inkml:trace>
  <inkml:trace contextRef="#ctx0" brushRef="#br0" timeOffset="9399.36">9795 11104 0 0,'-7'0'7'0,"1"0"171"0,-1 0 18 0,7-4 14 0,-6 4 12 16,6 0 13-16,0 0 13 0,0 0 24 0,0 0 26 0,0 0 27 0,0 0 26 16,6 4-2-16,1-4-20 0,-1 0-18 0,1 0-17 0,5 0-15 15,2 0-12-15,-1 3-10 0,0-3-6 0,0 0-11 0,7 0-9 0,-1 4-19 16,0-4-26-16,1 0-31 0,-1 4-35 0,1-4-28 0,0 3-26 16,-1 1-17-16,1-4-10 0,6 4-8 0,-7-4-5 0,1 3-5 15,0 0-5-15,-1-3-5 0,-6 5-3 0,6-5-6 0,1 3-9 0,0-3-13 16,-1 4-13-16,-5-4-30 0,4 3-37 0,-4-3-50 0,5 0-59 15,-5 4-62-15,-2-4-62 0,-6 0-55 0,8 0-49 0,-1 4-26 0,-7-4-12 16,1 0-2-16,6 3 2 0,-13-3 10 0,6 4 13 0,-6 1 27 16,0-3 37-16,0 6 50 0,-6 0 59 0</inkml:trace>
  <inkml:trace contextRef="#ctx0" brushRef="#br0" timeOffset="12916.91">8818 15913 0 0,'0'0'32'0,"0"0"22"0,0 0 0 0,0 0-2 0,0 0 0 0,0 0-2 0,0 0-1 0,0 0-2 0,0 0-4 0,0 0-4 0,-7 0-2 0,7 0-2 0,0 0-1 0,0 0 0 0,0 0-1 0,0 0 0 16,0 0-4-16,0-3 0 0,0 3-2 0,0 0 1 0,0 0 0 15,0 0 3-15,0 0 3 0,0 0 4 0,0 0 1 0,0 0 2 16,0 0 0-16,0 0 1 0,0 0 0 0,0 0 0 0,0 0 0 15,0 0-1-15,0 0 0 0,0 0-2 0,0 0 0 0,0 0-2 0,0 0 0 16,0 0-1-16,0 0 0 0,0 0 1 0,0-4 0 0,0 4 3 16,0-3 0-16,0 3 2 0,0-4 0 0,0 4 0 0,0-4 0 0,0 4 0 15,7-3 0-15,-7-1 1 0,0 4 0 0,0-4-1 0,0 1-1 16,0-1-2-16,0 4-1 0,0-4-2 0,0 1-1 0,7-1 1 0,-7 0 1 16,0 1 2-16,0-5 4 0,0 5 3 0,0-1 3 0,0 1 4 15,0-1 4-15,0 0 4 0,0-3 5 0,6 4 1 0,-6-1 3 0,0 0 1 16,0 0 0-16,0 1-1 0,0-1-3 0,0 0-3 0,0 1-4 15,0-1-3-15,0-1-2 0,0 3-3 0,0-2-2 0,0 0-4 0,0 1-5 16,6-1-2-16,-6 0 1 0,0 0-1 0,0 1 0 0,0-5 0 16,0 5-2-16,0-1 1 0,0 0 0 0,0 1-1 0,0-1-1 15,0 1 0-15,7-1 0 0,-7-3 1 0,0 3 1 0,0 4 2 16,0-4-3-16,0 1 0 0,0-1-1 0,0 0-1 0,0 1 0 0,0 3-1 16,6-4-2-16,-6 0-1 0,0 1-1 0,0-1-4 0,0 4-4 0,0-4-2 15,0 1-1-15,0 0 0 0,0 3 0 0,0-8-2 0,0 8 0 16,7-4-1-16,-7 0 0 0,0 1 4 0,0-4 1 0,0 3 5 15,0-1 3-15,7 3 6 0,-7-6 8 0,0 5 6 0,0-5 2 0,0 4 2 16,6-4 1-16,-6 2 1 0,0-2 3 0,0 1 0 0,0 3-1 16,6-7 0-16,-6 4-2 0,0 0-3 0,0 0-4 0,0-1-5 15,7 1-8-15,-7 0-4 0,0-1-4 0,0 1-3 0,0 0-1 0,0-1-3 16,0 5-2-16,0-5-2 0,0 1-1 0,0 3 0 0,0-3 0 0,0 3 0 16,7 0 0-16,-7 0-1 0,0-3 1 0,0 4 0 0,0-1 0 15,0 0-2-15,0 1-1 0,0-1 0 0,0 0-1 0,0 1 1 16,0-1-3-16,0-3 1 0,0 3-1 0,0 1 0 0,6-4-2 0,-6 3-1 15,0-4-1-15,0 5-2 0,0-5-1 0,0 5-1 0,6-4 0 0,-6-1 0 16,0 1-1-16,0 0 0 0,7-1 2 0,-7 0 0 0,0 1-1 16,6 0 0-16,-6-1-1 0,0 1 1 0,7 0 0 0,-7 0 1 15,0-1 1-15,7 1-1 0,-7 0 0 0,0-1 0 0,6 2-1 0,-6 1 0 16,0-2 2-16,0 3 0 0,6-3 0 0,-6 4 1 0,0-4-1 16,0 3 1-16,0 0-1 0,8-3 1 0,-8 2-1 0,0 2 1 15,0-4 0-15,0 2 0 0,6-1 1 0,-6 2-1 0,0-3 0 0,0 3-1 16,0-3 2-16,6 3-1 0,-6-3-1 0,0 3 1 0,0-3-1 15,6-1 2-15,-6 1-1 0,0 4 1 0,0-5 1 0,7 1-1 16,-7 0 0-16,0-1 0 0,7 1 0 0,-7 0-1 0,0-1-1 0,6 1 0 16,-6-1 3-16,0 1-2 0,7-1 0 0,-7 1 1 0,0 0-2 0,6 0 2 15,-6 0-1-15,6-1 1 0,-6 1 0 0,0 0 2 0,8-1-1 16,-8 1 1-16,6 0 0 0,-6-1 1 0,6 1-1 0,-6-4 2 16,6 4-1-16,-6 0 1 0,8-4-1 0,-2 3 0 0,-6 0-1 0,6-1 0 15,-6 0 0-15,7 2 0 0,-1 0-1 0,-6-1-1 0,7-3-1 16,-7 4 0-16,7 3-1 0,-7-7 0 0,6 8-1 0,-6-4-1 15,0-1 1-15,6 1 0 0,-6 0 0 0,6-1-1 0,-6 1 0 0,0-4 1 16,8 3 0-16,-8 1 0 0,6 0 0 0,-6-1 1 0,6-3-1 0,-6 4-1 16,0-4 0-16,7 0 0 0,-7 4 0 0,6-4 0 0,-6 3 0 15,0-2-1-15,7 2 0 0,-7-3 1 0,7 4-1 0,-7-4 2 0,0 3-1 16,6 1 0-16,-6 0 1 0,6-1-1 0,-6 1 0 0,0-1 1 16,7 2 0-16,-7 2 0 0,0-3 2 0,0 3-1 0,7-3 1 0,-7-1-1 15,6 5-2-15,-6-5 0 0,0 1 0 0,6 3 0 0,-6-3 1 16,7 0 0-16,-7 0 2 0,0-1-2 0,7 0 0 0,-7 5 0 15,6-4-3-15,-6-1 1 0,7 1 1 0,-7 0 0 0,6-1 0 0,-6-3 0 16,6 4 0-16,-6 0 0 0,8-4-1 0,-2 3 0 0,-6-2 0 16,6 2 0-16,0-3 1 0,-6 4 0 0,7-4 0 0,0 4 1 15,-7 0-2-15,6-5 1 0,1 5 0 0,-7-1 0 0,6-3 0 0,1 4 0 16,-7 0 1-16,7-4-2 0,-1 4 1 0,-6-1 0 0,6-3 0 0,0 4 0 16,2-4-1-16,-8 4 1 0,6-5 1 0,0 1-2 0,-6 0 1 15,7 4 1-15,-1-4 2 0,1 0 0 0,0 0 2 0,-1 0 1 16,0 0 2-16,0 0 0 0,2 4 1 0,-8-4 0 0,6 0 0 0,0 0 2 15,1 4-1-15,0-5 3 0,-1 2 2 0,1-1 0 0,-1 3 1 16,7-3-1-16,-6 0-2 0,-1 0-1 0,0 0-1 0,1 1 0 0,6-1 1 16,-6-4-1-16,-1 4 0 0,7 0-1 0,-6 0-1 0,5 0-2 15,-4 0-2-15,4 0-1 0,-5 0 0 0,-1 0-1 0,7 0 0 16,-6 4-1-16,-1-4 1 0,8 3-2 0,-8-3 0 0,0 4 0 0,1-4-1 16,0 3 1-16,-1 2 0 0,0-2-1 0,1 0 1 0,-1 1-1 15,1 0 2-15,0 0 0 0,-1-1-2 0,0 1 0 0,1 0 0 0,0 3 0 16,-1-3 1-16,1-1-1 0,-1 1-1 0,-6 0 2 0,6 3 1 15,1-3-1-15,0 0 2 0,-7-1-1 0,6 1 0 0,0 0 0 16,2 3 0-16,-2-4 2 0,0 1 2 0,1 0-1 0,-1-1 0 0,1 1 0 16,-1 0 0-16,1-4 0 0,-1 3 0 0,8 1 0 0,-8 0 0 15,0-1-2-15,1 1 0 0,0 0-1 0,-1 0 1 0,0-4-1 0,1 7 0 16,6-7-1-16,-6 4 1 0,-1-1 0 0,0 1 1 0,8-1-1 16,-8 2 1-16,0-2-1 0,7 0 2 0,-6 1-1 0,0-4 1 0,5 4-1 15,-4 0 0-15,-2-1 1 0,6 1-2 0,-5-4 1 0,6 4 0 16,-6-4 0-16,5 3-1 0,-4-2 1 0,4 2-2 0,-6-3 1 15,8 3-1-15,-8-3-1 0,1 4 1 0,6 0-1 0,-6 0 1 0,-1-4-1 16,6 3 1-16,-4 1 1 0,-2 0-1 0,7-1 0 0,-7-3 2 0,1 4-1 16,6 4 1-16,-7-8 0 0,2 7 0 0,-2-3 2 0,0-1-1 15,7 1 1-15,-6 3 1 0,-1-3-1 0,1 3 0 0,-1-3 0 16,0 3 1-16,2 0 0 0,-2-3-2 0,0 3 1 0,0 1 0 0,1-5 0 16,-7 5 0-16,7-1 0 0,-1 0 1 0,1-3-2 0,-1 4 0 15,1-1 0-15,0-3 1 0,-1 3-1 0,0-3-1 0,0 3 1 0,8-3 0 16,-8 3-1-16,1-3 0 0,-1 3-1 0,1-3 1 0,6-1-1 15,-7 1 0-15,0 0-1 0,8 0 2 0,-8 2-1 0,1-2 0 16,6 0 0-16,-6-1 0 0,-1 5 1 0,0-4-2 0,1 3 1 0,6-3 0 16,-13 3 0-16,6-3-1 0,1 3 0 0,0 0 2 0,-1 1-1 15,1-1 1-15,-1 0-1 0,1 1 0 0,-7-1 1 0,6 0-1 0,1 1 1 16,-1-1-1-16,0 0 1 0,2 1 0 0,-8-1 1 0,6 1 3 16,0-1 1-16,1 0 0 0,-1 1-1 0,1-1 1 0,-1 0 1 15,1 1-1-15,-1-2 1 0,-6 2 0 0,6 0-1 0,2-1 3 0,-2 0-2 16,0 0 1-16,1 1-3 0,0-1 0 0,-1 0-2 0,1 1 0 15,-1-1 1-15,0-3 0 0,1 3 0 0,0 0 0 0,-1 1 1 0,0-1 1 16,1 0 0-16,0 1-1 0,-1-1 0 0,-6 0-1 0,7 4 1 16,-1-3 1-16,0-1-1 0,1 1-1 0,-7-1-1 0,7 4-1 0,-1-4 0 15,0 1-2-15,-6 3 1 0,8-4-1 0,-2 4 1 0,0-4 0 16,-6 1 0-16,7-1-1 0,-1 4 0 0,1-4 0 0,-7 4 0 0,6-3-1 16,-6 3 1-16,7-4 1 0,-7 4-1 0,6-4 1 0,0 4 0 15,-6 0-1-15,0-3-1 0,8 3 0 0,-2 0-1 0,-6-4 1 0,6 4-1 16,1 0 1-16,-7-4 0 0,7 4 1 0,-1 0 2 0,-6-3 2 15,6 3 0-15,1-4 1 0,-1 0-1 0,1 4 2 0,0-4 1 16,-1 4-1-16,0-3 1 0,8-1 1 0,-8 1 0 0,0-1 0 0,1 4 0 16,-1-4-1-16,1 0-1 0,0 4-2 0,-1-3-1 0,0 3 0 15,2-4 0-15,-2 0-2 0,0 4-1 0,-6 0 0 0,6-3 0 0,-6 3-1 16,7 0 1-16,-7 0 0 0,0-4-1 0,0 4 0 0,7 0 0 16,-7 0-1-16,0 0 0 0,0 0-1 0,6 0 0 0,-6 0 1 0,0-4 0 15,0 4 0-15,7 0 0 0,-7 0 0 0,0 0-1 0,6 0 0 16,-6 0 0-16,0 0 0 0,0 0 0 0,0 0 0 0,0 0 1 0,0 0-1 15,0 0 2-15,6 0-1 0,-6 0 2 0,0 0 0 0,0 0 2 16,0 0-3-16,0 0 1 0,0 0-1 0,0 0 0 0,0 0 1 16,0 0-1-16,0 0 2 0,0 0-1 0,0 0-1 0,0 0 1 0,0 0-1 15,0 0-2-15,0 0-1 0,0 0-1 0,0 0 2 0,0 0 1 16,0 0-1-16,0 0-1 0,0 0 0 0,0 0-1 0,0 0 1 0,0 0-1 16,0 0 0-16,0 0 0 0,0 0 0 0,0 0 0 0,0 0 1 0,0 0-2 15,0 0-2-15,0 0-10 0,0 0-14 0,0 0-20 0,0 0-21 16,0 0-45-16,0 0-52 0,-6 4-95 0,0-4-114 0,6-4-81 15,-7 4-63-15,1-3-32 0,-8-1-16 0,8 4-7 0,-6-7-3 0,-2 3 9 16,1 1 14-16,0-5 18 0,-6 5 24 0,5-5 42 0,2 5 54 16,-8-5 94-16,7 5 297 0</inkml:trace>
  <inkml:trace contextRef="#ctx0" brushRef="#br0" timeOffset="13632.31">11202 12086 9 0,'0'7'163'16,"-6"0"15"-16,6 1 11 0,-8-1 16 0,8 0 19 0,0 0 18 15,-6 1 18-15,6-1 16 0,0 0 14 0,-6-3-16 0,6 3-32 0,0 1-29 16,0-5-29-16,0 4-21 0,0-2-19 0,0-2-15 0,0 5-14 0,0-6-24 16,0 3-24-16,0-1-29 0,0-1-27 0,0 1-31 0,0-4-33 15,0 3-30-15,0 1-29 0,0 0-26 0,0-1-24 0,0 1-21 16,0 0-19-16,0-1-18 0,-7 5-16 0,7-5-15 0,0 1-16 0,0 0-2 15,0-1 3-15,0 5 13 0,0-5 17 0,0 1 21 0,0 3 25 16,0-3 22-16,0 0 23 0</inkml:trace>
  <inkml:trace contextRef="#ctx0" brushRef="#br0" timeOffset="13783.13">11202 12489 0 0,'-6'14'49'0,"6"1"105"0,-8-1 17 16,8 1 23-16,0 0 26 0,-6-1 26 0,0 1 28 0,6-4 24 15,0 3 24-15,-7 2 1 0,7-6-10 0,0 1-16 0,0 0-18 0,-7 0-17 16,7 0-14-16,0 0-18 0,0-3-19 0,0 2-32 0,-6-2-39 15,6-1-50-15,0 0-55 0,0 1-66 0,-7-1-70 0,7-3-60 16,0 3-55-16,0 1-46 0,-6-5-44 0,6 5-30 0,0-1-24 0,0-3-12 16,0 3-5-16,0 0 7 0,0 1 11 0,0-5 23 0,6 5 28 15,-6-1 40-15,0-4 47 0</inkml:trace>
  <inkml:trace contextRef="#ctx0" brushRef="#br0" timeOffset="13932.32">11188 12979 99 0,'-6'8'146'16,"6"3"16"-16,-6-4 18 0,-1 4 16 0,7 0 17 0,-7 0 20 15,7 0 18-15,-6-4 3 0,-1 4-7 0,7 0-12 0,-6-3-15 0,6 3-16 16,-6 0-14-16,6-4-13 0,-7 0-15 0,7 1-19 0,0 2-20 16,0-6-34-16,0 3-38 0,-7 1-49 0,7-5-52 0,0 5-49 15,0-5-46-15,0 1-46 0,0 0-45 0,0-1-29 0,0 1-22 0,0 0-10 16,0-4-7-16,0 7 1 0,0-3 2 0,0 0 16 0,0-1 21 0,7 1 29 16,-7 0 34-16</inkml:trace>
  <inkml:trace contextRef="#ctx0" brushRef="#br0" timeOffset="14099.41">11156 13401 109 0,'0'18'146'0,"0"-3"15"16,-7-1 18-16,7-3 19 0,0 4 22 0,0 0 19 16,-6-1 17-16,6 1 2 0,0 0-6 0,0-1-14 0,-6-3-18 0,6 4-15 15,0-1-13-15,-7-3-13 0,7 4-12 0,0-4-17 0,0 0-15 0,0 0-28 16,-7-3-33-16,7 3-42 0,0-4-46 0,0 0-48 0,0 0-45 16,0 1-40-16,-6-1-35 0,6-3-35 0,0-1-35 0,0 1-24 15,0-4-18-15,0 4-10 0,0-1-4 0,0 1 4 0,6 0 11 0,-6-1 22 16,0-3 30-16,7 4 30 0,-7 0 32 0</inkml:trace>
  <inkml:trace contextRef="#ctx0" brushRef="#br0" timeOffset="14265.84">11188 13896 63 0,'0'10'128'0,"-6"5"10"0,6 0 10 0,0-1 12 0,-6 1 13 16,6-1 14-16,-7 1 15 0,7-4-1 0,-7 4-12 0,7-1-15 16,-6 1-21-16,6-4-14 0,-7 0-12 0,7 4-11 0,0-4-9 0,0 0-10 15,-6 0-9-15,6-4-18 0,0 4-17 0,0-4-25 0,-6 1-27 16,6-1-25-16,0 0-24 0,0 0-20 0,0-3-19 0,0 3-17 15,0-2-17-15,0-2-17 0,0 0-18 0,0 5-20 0,0-8-20 0,0 3-11 16,0 1-6-16,0 0 4 0,0 0 9 0,6-1 12 0,-6 1 14 16,6 0 14-16,-6-1 14 0</inkml:trace>
  <inkml:trace contextRef="#ctx0" brushRef="#br0" timeOffset="14449.28">11182 14426 132 0,'0'15'162'0,"-6"3"25"16,-1-3 25-16,0 0 29 0,7 0 29 0,-6 3 24 0,-1-4 22 0,7 1 11 15,-6 0 3-15,0-1-15 0,6 1-26 0,-7-1-18 0,7-3-16 0,-7 4-14 16,7-4-15-16,0 0-22 0,-6 0-27 0,6-3-34 0,0 3-36 16,0-4-45-16,0 0-48 0,0 0-60 0,0-3-66 0,0 0-55 15,6 3-50-15,-6-7-41 0,0 4-38 0,0-1-33 0,0-3-31 0,7 0-15 16,-7 4-7-16,7-4 1 0,-7 0 6 0,6 0 20 0,0 0 25 16,1 0 40-16,-1-4 46 0,-6 4 42 0,7 0 146 0</inkml:trace>
  <inkml:trace contextRef="#ctx0" brushRef="#br0" timeOffset="14615.9">11188 14800 0 0,'0'8'3'0,"-6"2"131"16,6-2 11-16,-6 3 15 0,6-1 16 0,0-2 19 0,-7 7 19 0,7-8 17 16,0 4 16-16,-7 0-4 0,7 0-15 0,0 0-16 0,-6 0-18 0,6 0-14 15,0-4-14-15,-7 1-11 0,7-1-10 0,0 0-14 0,0 1-16 16,0-1-19-16,0-3-20 0,0 2-16 0,0-1-17 0,0 2-17 16,0-4-21-16,0 5-24 0,0-5-27 0,0 1-25 0,0-1-25 0,0 1-25 15,0 0-21-15,0 0-24 0,0-1-20 0,0-3-25 0,0 4-26 16,0 0-20-16,7 0-17 0,-7-1-2 0,0 2 6 0,0-2 14 15,0 0 19-15,6 1 22 0,-6 0 24 0,0-1 22 0,7 5 29 0</inkml:trace>
  <inkml:trace contextRef="#ctx0" brushRef="#br0" timeOffset="14799.38">11188 15316 0 0,'0'11'24'0,"-6"0"91"0,6 1 10 15,0-1 10-15,0 0 7 0,-6-4 9 0,6 4 6 0,0-3-2 16,0-1-6-16,0 0-14 0,0 0-17 0,-7 0-14 0,7 1-13 0,0-5-12 15,0 5-9-15,0-5-13 0,0 1-10 0,0-1-11 0,0 1-10 16,7 0-12-16,-7 0-14 0,0-4-12 0,0 3-13 0,0-3-12 0,0 0-11 16,0 4-11-16,0-4-12 0,0 0-13 0,0 4-14 0,0-4-16 15,0 0-17-15,0 0-14 0,0 0-10 0,0 0-3 0,0 4 3 0,0-4 7 16,0 0 6-16,0 0 9 0,-7 3 9 0</inkml:trace>
  <inkml:trace contextRef="#ctx0" brushRef="#br0" timeOffset="14982.32">11188 15566 0 0,'0'11'15'15,"0"-4"84"-15,0 4 10 0,-6-1 8 0,6 2 9 0,0-4 1 16,0 3-2-16,0 0-7 0,-6-1-9 0,6-2-9 0,0 3-11 0,0-4-8 16,0 0-9-16,0 1-8 0,-7-1-8 0,7 0-9 0,0 1-9 15,0-5-7-15,0 5-9 0,0-1-5 0,0-4-3 0,0 5-1 0,0-5-3 16,-7 5-1-16,7-5-2 0,0 1-4 0,0 4-4 0,0-5-7 16,0 1-8-16,0 0-9 0,0-2-8 0,-6 3-14 0,6-1-14 0,0-4-20 15,0 3-20-15,-7-3-18 0,7 0-14 0,0 4-8 0,0-4-4 0,0 0 3 16,0 0 2-16,0 0 4 0,0 0 7 0,0 0 7 0,0 0 84 15</inkml:trace>
  <inkml:trace contextRef="#ctx0" brushRef="#br0" timeOffset="16665.79">11071 12771 5 0,'0'0'52'16,"0"0"-2"-16,0 0-3 0,0 0-3 0,0 0-4 0,0 0-5 15,0 0-4-15,0 0-3 0,0 0-3 0,0 0-2 0,0 0-2 0,0 0-2 16,0 0-5-16,0 0 0 0,0 0-5 0,0 0 0 0,0-4 0 16,0 4-1-16,0 0 0 0,0-4 2 0,0 4 0 0,7 0 1 15,-7 0 1-15,0 0 1 0,0 0 0 0,0 0 1 0,0 0 2 0,0 0 1 16,0 0 1-16,0 0 1 0,0 0-1 0,0 0 0 0,0 0 1 16,0 0-1-16,0 0 0 0,0 0-1 0,0 0-2 0,0 0-1 0,0 0-1 15,0 0-2-15,0 0-2 0,0 0-1 0,0 0-2 0,0 0-1 16,0 0-2-16,0 0 1 0,0 0-2 0,0 0 1 0,0 0-1 15,0 0 3-15,0 0-1 0,0 0 3 0,0 0 2 0,0 0 1 0,0 0 4 16,0 0 1-16,0 0 3 0,0 0 2 0,0 0 3 0,0 0 1 16,0 0 2-16,0 0 0 0,0 0 1 0,0 0 0 0,0 0 0 0,0 0-1 15,0 0 0-15,0 0-2 0,0 0-1 0,0 0-2 0,0 0-3 16,0 0-1-16,0 0-2 0,0 0-2 0,0 0-2 0,0 0-1 0,0 0-1 16,0 0 0-16,0 0-2 0,0 0 0 0,0 0-1 0,0 0-1 15,0-4 0-15,0 4 0 0,0 0-2 0,0-3 1 0,0 3-2 0,0 0 0 16,-7-4 0-16,7 4-1 0,0 0-1 0,0-3 0 0,0 3 0 15,0-4-1-15,0 4 0 0,0 0 0 0,0 0 0 0,0-4 0 16,0 4 0-16,0 0 0 0,-7-4 1 0,7 4 1 0,0 0 0 0,0 0 0 16,0 0 1-16,0-3-1 0,0 3-1 0,0 0 0 0,0 0 0 15,0 0 0-15,-6-4 1 0,6 4-1 0,0 0 0 0,0 0 0 0,0-4 0 16,0 4 0-16,0 0 0 0,0 0-1 0,0 0-1 0,0 0 1 16,0 0 1-16,0 0 0 0,0 0 1 0,0 0-1 0,0 0 1 15,0 0 0-15,0 0 0 0,0 0-1 0,0 0 0 0,0 0 0 0,0 0 1 16,0 0-1-16,0 0 1 0,0 0 0 0,0 0 0 0,0 0-1 15,0 0 0-15,0 0 0 0,0 0-1 0,0 0 0 0,0 0 2 0,0 0-1 16,0 0 0-16,0 0 0 0,0 0 1 0,0 0 0 0,0 0 0 16,0 0-2-16,0 0 1 0,0 0-1 0,0 0 2 0,0 0 0 15,0 0 0-15,0 0 0 0,0 0-1 0,0 0 0 0,0 0 1 0,0 0-2 16,0 0 0-16,0 0 1 0,0 0 0 0,0 0 0 0,0 0 1 0,0 0 0 16,0 0-2-16,0 0 1 0,0 0 0 0,0 0-1 0,0 0 1 15,0 0 0-15,0 0 0 0,0 0 0 0,0 0 1 0,0 0-1 0,0 0 0 16,0 0-1-16,0 0 1 0,0 0-1 0,0 0 0 0,0 0 0 15,0 0 0-15,0 0 0 0,0 0 1 0,0 0-2 0,0 0-1 16,0 0-3-16,0 0-3 0,0 0-5 0,0 0-5 0,0-3-12 0,-6 3-14 16,6 0-26-16,0 0-30 0,0-4-15 0,0 4-8 0,-6-4-2 15,6 4-4-15,0 0 1 0,-8-3 1 0,8 3 2 0,0 0 3 16</inkml:trace>
  <inkml:trace contextRef="#ctx0" brushRef="#br0" timeOffset="24715.88">11182 12759 0 0,'0'0'9'0,"0"0"35"15,-6-3-6-15,6 3-3 0,0 0-4 0,0 0-2 0,0 0-2 0,0 0-2 16,-7 0 1-16,7 0-2 0,0 0 2 0,0 0-1 0,-7 0 1 0,7 0 2 16,0 0 2-16,0 0 2 0,0 0 3 0,0 0 4 0,0 0 2 15,0 0 2-15,0 0 1 0,0 0-1 0,0 0-1 0,0 0-1 16,0 0-4-16,-6 0-1 0,6 0-3 0,0 0-4 0,0 0-2 0,0 0-2 15,0 0-5-15,0 0-3 0,0 0-4 0,-7 0-4 0,7 0-2 16,0 0-1-16,0 3-4 0,0-3 1 0,-6 0-1 0,6 0-1 16,0 0 0-16,-6 0 0 0,6 0 1 0,0 0 1 0,0 0 2 0,-7 0 3 15,7 0 2-15,0 0 4 0,0 4 3 0,0-4 2 0,0 0 2 16,0 0 2-16,-7 0 1 0,7 0 3 0,0 0 1 0,0 0 1 16,0 0 2-16,0 0 0 0,0 0-1 0,0 0-1 0,0 0-2 0,0 0-1 15,0 0-3-15,0 0 0 0,-6 0 0 0,6 0-1 0,0 0-1 0,0 0 2 16,0 0 1-16,0 0 1 0,0 0 1 0,0 0 2 0,0 0 2 15,0 0 3-15,0 0 3 0,0 0 5 0,0 0 4 0,0 0 4 16,0 0 4-16,0 0 5 0,0 0 3 0,0 0 4 0,0 0 3 0,0 0 1 16,0 0 1-16,0 0 0 0,0 0-1 0,0 0-1 0,0 0-1 15,0 0-2-15,0 0-3 0,0 0-3 0,0 0-4 0,0 0-3 0,0 0-5 16,0 0-2-16,0 0-1 0,0 0-2 0,0 0-1 0,0 0 0 16,0 0 0-16,0 0 0 0,0 0 1 0,0 0 2 0,0 0 2 0,0 0 5 15,0 0 4-15,0 0 5 0,0 0 7 0,0 0 4 0,6 0 3 16,-6 0 6-16,0 4 4 0,0-4 8 0,7 0 5 0,-7 0 8 15,0 0 6-15,7 4 4 0,-7-4 5 0,0 0 1 0,6 3-2 0,-6-3-4 16,6 0-3-16,-6 0-4 0,7 4-5 0,-7-4-6 0,6 0-6 16,1 4-7-16,-7-4-8 0,7 3-7 0,-1-3-11 0,0 4-8 0,-6-4-8 15,8 4-3-15,-8-4-3 0,6 3 0 0,0 1-1 0,-6 0-1 16,6-1-4-16,-6-3 0 0,7 4-3 0,0 0 0 0,-1-1-1 0,-6 1 0 16,7 0-1-16,-7-1 1 0,6 1-1 0,0-1-1 0,-6 1-3 15,8 0-4-15,-8-1-3 0,6 1-1 0,0 0 0 0,-6-1 0 16,6 1 1-16,1 0 0 0,-7-4 0 0,7 3 1 0,-1 1-1 0,-6 0 0 15,7-1-1-15,-1 1 1 0,1 0-1 0,-7-1 1 0,7 1 0 16,-1 0 1-16,0 0 2 0,-6-1 1 0,6 0 2 0,2 2-1 0,-8-2 0 16,6 1 0-16,0 0-2 0,-6-1 0 0,7 1-2 0,-1 0 1 15,1-1 2-15,-7 1 0 0,7-1 2 0,-1 1-1 0,-6 0-1 0,6-1-1 16,0 1-3-16,-6 0 0 0,8-1 0 0,-2-3-1 0,0 4 2 16,-6 0 0-16,7-1 4 0,0 1-1 0,-1-4 0 0,1 4-2 15,-7-1-1-15,6 1 0 0,0 0 0 0,1-1 0 0,0 1 0 0,-7-4-1 16,6 7 1-16,0-3 0 0,1-1 0 0,0-3 0 0,-1 5-2 0,1 1 0 15,-1-2-1-15,0 0 1 0,1-1 0 0,0 2 0 0,-1-2-1 16,0 1 0-16,2-1 1 0,-2 1-2 0,0 0 0 0,1-1 1 16,-1 1 0-16,7 0-1 0,-6-1 1 0,-1 1-2 0,0 0 1 0,2-1-2 15,-2 1 1-15,7 0 0 0,-6 3 0 0,-1-3 1 0,1-1-1 16,-1 1 1-16,0 0 0 0,1-1 0 0,0 1-3 0,-1 0 0 0,0-1 0 16,1 1 0-16,-7-1 0 0,7 1 0 0,-1 0 0 0,1-4-1 15,-1 3 2-15,0 1 1 0,1 0 0 0,-7-1 2 0,7 1-1 0,-1-4 1 16,0 4 1-16,2-1 0 0,-2 1-1 0,0 0-1 0,1-1 1 15,-1 1-1-15,1 0 0 0,-1-4-2 0,1 4-1 0,-7-1-1 16,6 1-2-16,0 0-1 0,2-4-1 0,-2 3 0 0,0 1 0 0,1 0-1 16,0-1 1-16,-1-3-1 0,0 4 1 0,1 0 0 0,-1-1-2 15,1 1 1-15,0 0 1 0,-1-1-1 0,0 1 0 0,1-1 0 0,0-3 1 16,-1 4-2-16,0 0 1 0,1-1 1 0,-1 1-1 0,8 0 1 16,-14-1 0-16,6 1-1 0,8 0 1 0,-14-1 0 0,12 1 1 15,-6 0 0-15,1-1 0 0,0 1 0 0,-1-4 1 0,1 4 1 0,-1-1-1 16,0 1 0-16,2 0 0 0,-2-4 1 0,0 3-2 0,0 1 0 15,1-1 1-15,0-3-1 0,6 5 0 0,-7-2 0 0,1 0 0 0,0 2 0 16,-1-5-1-16,0 3 1 0,1 1-1 0,6 0 0 0,-7-1 0 16,1 1 0-16,-1 0 1 0,8-4-1 0,-8 3 1 0,0 1-1 15,2-1 1-15,-2 1-2 0,6-4 1 0,-5 4-1 0,0-1 1 0,-1 1 0 16,1-4-1-16,-1 4 1 0,0-1-1 0,8 1-1 0,-8-4 2 0,0 4 0 16,1-1-1-16,0 1 1 0,-1 0-1 0,1-1 0 0,6-3 1 15,-6 4 0-15,-1 0 2 0,0-1-1 0,8 1 1 0,-8 0-1 16,0-4 1-16,1 3 0 0,6-3 2 0,-6 4-1 0,-1-1 1 0,6 1 0 15,-4-4 1-15,-2 4-1 0,0-4 0 0,8 3 0 0,-8-3 0 16,1 4-2-16,-1-4-1 0,7 4 1 0,-6-1-1 0,-1-3 0 0,0 5 1 16,1-5-1-16,6 3-1 0,-6-3-1 0,-1 0 1 0,0 3 0 15,1 1-1-15,0-4 0 0,-1 4 1 0,8-4-1 0,-8 0 2 0,0 4-1 16,7-4 1-16,-6 3-1 0,0-3 1 0,-1 4 0 0,6-4 0 16,-4 4 2-16,4-4-1 0,-5 3 2 0,6-3 4 0,-6 0 2 0,-1 4 1 15,7-4 0-15,-6 0-1 0,5 0 0 0,-5 0 0 0,6 4 0 16,-6-4-8-16,5 0-5 0,-5 0 0 0,0 0 0 0,5 0 0 15,-4 0 0-15,-2 0 0 0,7 3 0 0,-7-3 0 0,1 0 0 0,-1 0 0 16,7 0 0-16,-7 4 0 0,2-4 0 0,-2 0 0 0,7 4 0 16,-7-4 0-16,1 0 0 0,-1 0 0 0,1 3 0 0,6-3 0 0,-6 0 0 15,-1 4 0-15,0-4 0 0,1 4 0 0,0-4 0 0,5 0 0 16,-5 3 0-16,-1-3 0 0,1 0 0 0,0 4 0 0,-1-4 0 16,0 0 0-16,8 0 0 0,-8 0 0 0,0 0 0 0,1 4 0 0,0-4 0 15,-1 0 0-15,7 0 0 0,-7 0 0 0,2 3 0 0,-2-3 0 16,0 0 0-16,1 0 0 0,-1 0 0 0,7 4 0 0,-6-4 0 0,-1 0 0 15,1 0 0-15,0 0 0 0,5 0 0 0,-5 3 0 0,0-3 0 16,-1 0 0-16,0 0 0 0,7 0 0 0,-6 0 0 0,0 0 0 0,-1 4 0 16,8-4 0-16,-8 0 0 0,0 0 0 0,0 0 0 0,8 0 0 15,-8 0 0-15,1 0 0 0,-1 0 0 0,0 4 0 0,2-4 0 16,-2 0 0-16,0 0 0 0,0 0 0 0,1 0 0 0,0 3 0 0,-1-3 0 16,-6 0 0-16,7 0 0 0,-1 0 0 0,-6 0 0 0,6 0 0 15,2 4 0-15,-8-4 0 0,6 0 0 0,-6 0 0 0,6 0 0 0,-6 0 0 16,6 0 0-16,-6 4 0 0,0-4 0 0,8 0 0 0,-8 0 0 15,6 0 0-15,-6 0 0 0,0 3 0 0,6-3 0 0,-6 0 0 0,0 0 0 16,0 0 0-16,0 0 0 0,7 0 0 0,-7 0 0 0,0 0 0 16,0 0 0-16,0 0 0 0,0 0 0 0,0 0 0 0,0 0 0 15,0 0 0-15,0 0 0 0,0 0 0 0,0 0 0 0,0 0-116 0,0 0-90 16,-7 0-54-16,7-3-73 0,0-1-84 0,-6-3-69 0,6 3-60 16,0-7-33-16,0 4-18 0,0-4 0 0,0 4 10 0,6-4 17 0,1 0 21 15,-1 0 27-15,-6-1 28 0,14 6 46 0,-8-6 54 0,0 8 75 16,0-3 148-16</inkml:trace>
  <inkml:trace contextRef="#ctx0" brushRef="#br0" timeOffset="25833.4">13461 11935 57 0,'0'-3'112'15,"7"-1"12"-15,-7 4 10 0,0-5 15 0,0 3 15 0,0 2 10 16,0-4 8-16,0 4 11 0,0 0 13 0,0 0 9 0,0 0 10 0,0 0 8 15,0 0 7-15,0 0 8 0,0 0 8 0,0 0 7 0,0 0 7 16,0 0 1-16,0 0-6 0,0 0-13 0,0 0-18 0,0 4-20 0,0-4-23 16,0 2-22-16,0 3-19 0,0-5-22 0,0 4-22 0,0 3-32 15,0-3-36-15,0 3-44 0,0-3-47 0,0 7-50 0,0-4-50 0,0 0-46 16,0 1-43-16,0-1-37 0,-7 4-30 0,7-4-27 0,0 4-28 16,0-4-25-16,0 4-21 0,0 1-1 0,0-1 11 0,0-4 22 15,0 8 28-15,0-4 35 0,0 0 41 0,0-1 39 0,0 1 42 0</inkml:trace>
  <inkml:trace contextRef="#ctx0" brushRef="#br0" timeOffset="25982.32">13475 12309 1 0,'0'14'104'0,"0"-2"8"16,-7-1 7-16,7 0 7 0,0 0 7 0,-7 0 2 0,7 0-1 15,-6 0-9-15,6-1-12 0,0 1-11 0,-6 0-9 0,6 0-11 0,-8 0-10 16,8-3-10-16,0 3-9 0,-6 0-9 0,6-4-6 0,0 1-12 0,0 3-12 16,-6-4-15-16,6 0-15 0,0 0-20 0,0 1-20 0,0-5-25 15,0 5-28-15,0-5-18 0,0 5-15 0,0-4-6 0,0 3-5 16,0-4-2-16,0 5-1 0,0-1 4 0,0 1 5 0,0-2 9 0,0 2 67 15</inkml:trace>
  <inkml:trace contextRef="#ctx0" brushRef="#br0" timeOffset="26165.86">13441 12946 0 0,'0'15'81'0,"-6"3"59"0,6-3 9 0,0 0 8 0,-6 0 8 15,0-1 6-15,6-3 8 0,0 4 4 0,-7-4 3 0,7 0-21 16,-7-4-33-16,7 4-26 0,0-4-18 0,0 1-16 0,0-1-15 0,0-3-15 15,0 3-15-15,0-4-19 0,0 5-18 0,0-5-20 0,0 1-19 16,7 3-22-16,-7-3-22 0,0 0-26 0,0-1-28 0,0 1-17 0,0 3-14 16,0-3-5-16,0 0-1 0,0 3 4 0,0-3 5 0,0 3 10 15,0-3 10-15,7 3 13 0,-7 1 79 0</inkml:trace>
  <inkml:trace contextRef="#ctx0" brushRef="#br0" timeOffset="26515.51">13416 13426 40 0,'0'15'103'0,"0"-1"6"0,-7-3 7 0,7 4 4 0,0-4 4 15,0 4-5-15,0-4-10 0,-6 0-11 0,6-4-11 0,0 4-9 0,0 0-9 16,0-4-10-16,-7 4-12 0,7-3-9 0,0 3-10 0,0-4-5 16,0 0-7-16,0 1-6 0,0-1-8 0,0 0-8 0,0 1-7 0,-6-4-7 15,6 3-8-15,0 0-8 0,0-3-7 0,0 0-7 0,0-1-5 16,0 1-4-16,0-1-1 0,6 1-1 0,-6 0-1 0,0-1 1 16,0 1 4-16,0 0 3 0,7-1 7 0,-7 5 9 0,0-5 11 0,0 1 11 15,0 3 12-15,0-3 9 0,0 3 9 0,0 1 6 0,0-5 7 16,0 4 4-16,0 1 4 0,0 0 3 0,0-1 3 0,0-3 2 15,0 2 0-15,0 2-1 0,0-1-3 0,0-3-3 0,0 3-4 0,0-3-1 16,0 3-1-16,0-3-2 0,0 3-2 0,0-3-1 0,0 3 0 0,0-3-1 16,0 0 1-16,0-1 0 0,0 4 1 0,-7-3 0 0,7 0 0 15,0 3 2-15,0-3 2 0,-6 3 2 0,6-3 1 0,0 4 1 16,-6-5-2-16,6 4-1 0,0 1-2 0,-8-5-3 0,8 5-2 0,0-1-2 16,-6 0-3-16,6 1-1 0,0-1-1 0,-6 0-5 0,6 1-5 0,0-1-8 15,-6 0-10-15,6 0-8 0,0 1-11 0,-8 3-11 0,8-4-11 16,0 0-13-16,0 1-12 0,0-1-14 0,0 1-16 0,-6-2-14 15,6 2-16-15,6 0-7 0,-6-1-5 0,0 0 2 0,0 0 5 0,0-3 8 16,0 3 8-16,0 1 10 0,8-1 71 0</inkml:trace>
  <inkml:trace contextRef="#ctx0" brushRef="#br0" timeOffset="26699.94">13370 14184 0 0,'0'11'10'0,"0"-3"86"16,0-1 8-16,0 4 8 0,0-3 7 0,-6 2 0 0,6 2 0 16,0-5-4-16,-6 4-6 0,6 0-6 0,-8 0-4 0,8 0-6 15,-6 0-5-15,6 0-7 0,0-3-7 0,0 2-9 0,-6 1-7 0,6-3-6 16,0 3-7-16,0-4-5 0,0 0-5 0,0 0-4 0,0 1-6 15,0-1-4-15,0 0-5 0,0-3-4 0,0 3-5 0,6-3-4 0,-6 0-1 16,0-1 0-16,0 1-1 0,0 0-2 0,6-1-2 0,-6 1-4 16,0 1-4-16,0-3-6 0,0 2-7 0,8-4-6 0,-8 4-9 0,0-4-8 15,0 3-8-15,0-3-8 0,0 4-9 0,0-4-9 0,0 3-10 16,6-3-10-16,-6 5-9 0,0-5-10 0,0 3-10 0,0 1-3 16,0 0-1-16,6-1 3 0,-6 1 7 0,0 0 8 0,0 3 7 0,6-4 9 15,-6 5 93-15</inkml:trace>
  <inkml:trace contextRef="#ctx0" brushRef="#br0" timeOffset="26882.92">13396 14712 116 0,'-6'11'130'16,"6"0"14"-16,-6 0 11 0,6 1 11 0,-8 2 12 0,8-3 5 0,-6 0 4 15,6 4-7-15,-6-5-12 0,0 1-11 0,6 0-11 0,-8 0-12 16,8 0-9-16,-6-3-13 0,6 4-13 0,0-6-12 0,0 1-11 0,0 0-12 16,0-2-11-16,0 1-12 0,0-1-14 0,0-2-18 0,0 4-22 15,0-3-18-15,0 0-20 0,6 0-15 0,-6-1-16 0,0-3-12 0,0 4-13 16,8-1-13-16,-8 1-13 0,0 0-17 0,6-1-19 0,-6-3-17 15,0 4-15-15,6 0-2 0,-6-1 5 0,0 1 11 0,6 0 13 0,-6-4 13 16,0 3 13-16,8 1 13 0,-8 0 12 0</inkml:trace>
  <inkml:trace contextRef="#ctx0" brushRef="#br0" timeOffset="27066.6">13409 15057 0 0,'0'8'58'0,"0"-2"39"0,0 2 7 0,0 3 4 0,0-4 4 16,-6 0 0-16,6 4-3 0,-7 0-4 0,7 0-9 0,-6 0-7 0,6 0-5 15,-6 0-6-15,6-1-5 0,-8 5-6 0,8-3-6 0,-6-1-5 16,6 0-5-16,0 0-4 0,-6 0-3 0,6 0-5 0,0 0-5 15,0-4-4-15,-6 4-5 0,6-4-6 0,0 0-3 0,0 1-5 0,0-1-2 16,0 0-4-16,0-2-2 0,0 1-6 0,0-1-6 0,0-2-6 16,6 1-7-16,-6-1-10 0,0 1-7 0,0 0-8 0,6 0-7 0,-6-4-7 15,0 3-8-15,6 1-9 0,-6-1-10 0,0 1-10 0,8-4-10 0,-8 4-9 16,0-1-8-16,6 1-2 0,-6 0 1 0,0-4 4 0,6 4 7 16,-6-1 5-16,0 1 9 0</inkml:trace>
  <inkml:trace contextRef="#ctx0" brushRef="#br0" timeOffset="27266.46">13403 15548 49 0,'0'14'98'0,"0"-3"7"0,-7 4 7 0,7-4 4 16,0 0 5-16,-6-1-2 0,6 2-6 0,0-1-8 0,-6 0-12 0,6-4-10 16,0 5-10-16,0-6-8 0,-8 2-8 0,8-1-6 0,0 0-4 0,0 1-5 15,0-1-4-15,0-3-6 0,0 3-3 0,0-3-5 0,0-1-6 16,8 4-3-16,-8-3-3 0,0 0 0 0,0-1 0 0,0 1 0 16,0 0 1-16,6-1-3 0,-6 1-1 0,0 0-1 0,0-4-1 15,0 4-1-15,0-4-1 0,6 3-1 0,-6-3-1 0,0 4-2 0,0-4-5 16,0 0-10-16,0 0-10 0,0 4-17 0,0-4-19 0,0 0-26 15,0 0-32-15,0 0-16 0,0 0-12 0,0-8-3 0,7 5-3 0,-7-1-2 16,-7 0 0-16,7-3 3 0,0-1 3 0,0 1 9 0,0 0 94 16</inkml:trace>
  <inkml:trace contextRef="#ctx0" brushRef="#br0" timeOffset="29699.06">13546 11906 0 0,'0'0'55'0,"0"4"18"0,0-4 3 0,-6 0 0 16,6 0-3-16,0 0 1 0,0 0-2 0,0 0 2 0,-7 0-1 15,7 0 2-15,0 0-2 0,-7 3-1 0,7-3-2 0,0 0-2 16,0 0-1-16,0 0-2 0,-6 0 0 0,6 0-3 0,0 0-5 0,0 0-5 15,-6 0-7-15,6-3-6 0,0 3-5 0,0 0-7 0,-7 0-4 16,7 0-4-16,0 0-3 0,0-4-3 0,0 4-4 0,0 0-2 0,0 0-2 16,0 0-3-16,0 0-1 0,0 0 1 0,-7-3 0 0,7 3 0 15,0 0 4-15,0 0 1 0,0 0 6 0,0 0 3 0,0 0 5 16,0 0 6-16,0 0 5 0,0 0 5 0,0 0 6 0,0 0 4 0,0 0 4 16,0 0 5-16,0 0 4 0,0 0 1 0,0 0 2 0,-6 0-1 15,6 0-1-15,0 0-3 0,0 0-3 0,0 0-4 0,0 0-4 0,0-5-6 16,-6 5-6-16,6 0-4 0,0 0-3 0,0 0-3 0,0-3-5 15,-7 3-3-15,7 0-2 0,0 0-2 0,-6 0-1 0,6 0-2 16,0-4 2-16,0 4 2 0,-7 0 2 0,7 0 4 0,-7 0 5 0,7 4 4 16,0-4 2-16,-6 0 6 0,6 0 5 0,0 0 5 0,-6 0 5 15,6 0 6-15,0 3 5 0,0-3 3 0,0 0 4 0,0 0 3 0,0 0 2 16,0 0 0-16,0 0 0 0,0 0-2 0,0 0 0 0,0 0-4 16,0 0-4-16,0 0-5 0,0 0-5 0,0 0-5 0,0 0-6 0,0 0-7 15,0 0-4-15,0 0-7 0,0 0-5 0,0 0-4 0,0 0-5 0,0 0-3 16,0 0-4-16,0 0-2 0,0 0-1 0,0 0-1 15,0 0 0-15,0 0 0 0,0 0 0 0,0 0 4 0,0 0 4 0,0 0 8 16,6 0 8-16,-6 0 9 0,0-3 7 0,6 3 8 0,-6 0 7 16,0 0 8-16,7 0 7 0,-7 0 9 0,7-4 6 0,-7 4 3 0,6 0 3 15,-6 0 0-15,7 0-2 0,-7 0-5 0,6 0-7 0,-6-4-7 16,6 4-7-16,1 0-6 0,-7 0-6 0,7 0-8 0,-1-3-5 0,-6 3-6 16,6 0-4-16,1 0-5 0,0 0-2 0,-7 0-1 0,6 0-1 15,1 0 1-15,-1 0-1 0,0 0 2 0,2 0 0 0,-2 0 3 16,0 0 0-16,0 0 0 0,8 0-3 0,-14 0 0 0,13 0-1 0,-7 0 0 15,1 0 1-15,0 0-1 0,-1 0 0 0,0 0-2 0,0 0-1 16,2 0-2-16,-2 0-3 0,0 0-1 0,1 0-1 0,0-4 1 0,-1 4 0 16,1 0 0-16,-1 0 0 0,0 0-1 0,1 0 0 0,0-4 2 15,-1 4-1-15,0 0 1 0,8-3 1 0,-8 3 1 0,1 0 1 0,-1 0 0 16,0-4 1-16,1 4 0 0,0 0 0 0,5 0 1 0,-4 0-2 16,-2 0 2-16,0-4 0 0,1 4 0 0,-1 0 1 0,1 0-3 15,-1 0-1-15,1 0-1 0,-1-3-1 0,0 3 1 0,2 0-1 0,-2 0 0 16,0 0 0-16,1 0-1 0,-1-4 0 0,1 4-1 0,-1 0-3 15,1 0-1-15,-1 0 0 0,1 0 0 0,-7 0 0 0,7-3 0 0,-1 3 1 16,0 0 0-16,1 0-1 0,0 0 2 0,-1 0 1 0,-6 0-1 16,6 0 1-16,1 0 1 0,-1 0 2 0,1 0 1 0,0 0 1 0,-7 0 1 15,6 0 3-15,0 0 0 0,2 0 0 0,-2 0 0 0,0 0 0 0,1 0 0 16,-1 0 0-16,1 0 0 0,-1-4 0 0,1 4-1 0,-1 0 0 16,0 0-2-16,2 0 1 0,-2 0-1 0,0 0-1 0,1 0-1 15,-1 0-1-15,1 0 0 0,-1 0-1 0,1 0-1 0,-1 0 1 0,1 0-2 16,0 0 0-16,-1 0 0 0,0 0-2 0,1 0 1 0,0 0-2 15,-1 0-1-15,0 0-1 0,1 0 1 0,-1 0 0 0,1 0 0 16,0-4 0-16,-1 4 0 0,0 0 0 0,-6 0 0 0,7 0 2 0,0 0 0 16,-1 0-1-16,0 0 1 0,1 0 1 0,0 0 0 0,-7 0 2 0,6 0-1 15,1 0 1-15,-7 0 0 0,6-3 2 0,0 3 1 0,2 0 2 16,-2 0 1-16,0 0 0 0,0 0 0 0,-6 0 0 0,7 0-1 16,0 0 0-16,-1 0 0 0,1 0 0 0,-1 0 1 0,0 0 0 0,2 0 1 15,-2 0-3-15,0 0-2 0,0 0-1 0,2 0 0 0,-8 0-2 16,6 0 1-16,0 0-1 0,1 0 1 0,-1 3-1 0,1-3 0 15,0 0-2-15,-1 0-1 0,0 0-1 0,0 0 0 0,-6 0 1 0,14 0 0 16,-8 0-1-16,1 4 1 0,0-4 1 0,-1 0 0 0,1 0 0 16,-1 0-1-16,0 0 1 0,2 0 0 0,-2 0 1 0,0-4-1 0,0 4 0 15,1 0 0-15,6 0-1 0,-6 0 1 0,-1 0-1 0,0 0-1 16,2-3 1-16,-2 3 0 0,0 0 0 0,0 0 1 0,8-4 2 16,-8 4 1-16,1 0 2 0,-1-4 1 0,8 4 0 0,-8 0 0 0,0-3 0 15,0 3 0-15,2 0 0 0,-2-4 0 0,7 4 0 0,-7 0 0 16,1-4-2-16,0 4-2 0,-1 0 0 0,0-3-2 0,1 3-2 0,0 0-2 15,-1-4 0-15,0 4-1 0,1 0 1 0,0 0-2 0,-1 0 1 16,1 0 0-16,-1-4-1 0,0 4 1 0,1 0 0 0,0 0 0 0,-1 0 1 16,0 0-1-16,2 0 1 0,-8 0-3 0,6 4-1 0,0-4 0 15,1 0 0-15,-1 0 0 0,1 0 0 0,-7 0 0 0,6 0 0 0,1 0 0 16,-1 0 0-16,0 0 0 0,-6 0 0 0,8 0 0 0,-2 0 0 16,0 0 0-16,-6 0 0 0,7 0 0 0,-1 0 0 0,1 0 0 15,-1 0 0-15,1 0 0 0,-1 0 0 0,1 0 0 0,0 0 0 0,-7 0 0 16,6 0 0-16,7 0 0 0,-13 0 0 0,7 0 0 0,6 0 0 15,-7 0 0-15,0 0 0 0,1 0 0 0,0 0 0 0,-1 0 0 0,0 0 0 16,2 0 0-16,4 0 0 0,-5 0 0 0,-1 0 0 0,1 0 0 16,6 0 0-16,-7 0 0 0,0 0 0 0,2 0 0 0,4 0 0 0,-5 0 0 15,-1 0 0-15,1 0 0 0,-1 0 0 0,1 0 0 0,-1 0 0 16,8 0 0-16,-8 0 0 0,0 0 0 0,1 0 0 0,0 0 0 16,-1 0 0-16,0 0 0 0,1 0 0 0,-1 0 0 0,1 0 0 0,0 0 0 15,-1 0 0-15,0 0 0 0,1 0 0 0,0 0 0 0,-7 0 0 0,6 0 0 16,0 0 0-16,1 0 0 0,0 0 0 0,-7 0 0 0,6 0 0 15,1 0 0-15,-7 0 0 0,6 0 0 0,-6 0 0 0,6 0 0 16,-6 0 0-16,8 0 0 0,-8 0 0 0,0 0 0 0,6 0 0 0,-6 4 0 16,6-4 0-16,-6 0 0 0,0 0 0 0,6 0 0 0,-6 0 0 15,7 3 0-15,-7-3 0 0,7 0 0 0,-7 0 0 0,6 0 0 0,-6 0 0 16,7 4 0-16,-7-4 0 0,6 0 0 0,-6 0 0 0,6 0 0 16,2 0 0-16,-8 4 0 0,6-4 0 0,-6 0 0 0,6 0 0 15,-6 0 0-15,6 0 0 0,-6 3 0 0,8-3 0 0,-8 0 0 0,0 0 0 16,6 0 0-16,-6 0 0 0,6 4 0 0,-6-4 0 0,7 0 0 15,-7 0 0-15,0 0 0 0,0 0 0 0,0 0 0 0,6 0 0 0,-6 0 0 16,0 0 0-16,0 0 0 0,0 0 0 0,0 0 0 0,0 0 0 16,0 0 0-16,0 0 0 0,0 0 0 0,0 4 0 0,-6-4 0 0,6 0 0 15,-7 0-96-15,1-4-150 0,0 4-96 0,-8 0-112 0,2-4-77 16,-2 4-59-16,1 0-29 0,-7 0-11 0,2 4-1 0,-2-4 7 0,0 4 17 16,1-1 24-16,5 1 28 0,-5 3 34 0,6-3 55 15,0-1 64-15</inkml:trace>
  <inkml:trace contextRef="#ctx0" brushRef="#br0" timeOffset="30898.84">15546 11958 57 0,'0'0'101'16,"0"0"6"-16,0 0 7 0,6 3 10 0,-6-3 9 0,0 0 8 0,0 0 6 16,0 0-6-16,0 0-15 0,0 0-10 0,0 4-8 0,0-4-4 15,0 0-5-15,-6 3-3 0,6-3-5 0,0 4-6 0,0 0-8 0,0-1-9 16,-6 1-12-16,6 0-20 0,0 0-24 0,-8 2-29 0,8 2-28 15,0-5-36-15,-6 5-37 0,6 3-28 0,-6-4-23 0,6 0-11 16,-7 0-6-16,7 1-3 0,0 0-1 0,-6-1 0 0,6 4 1 0,0-4 9 16,-7 1 12-16</inkml:trace>
  <inkml:trace contextRef="#ctx0" brushRef="#br0" timeOffset="31215.84">15637 12452 39 0,'0'11'149'0,"0"4"10"0,0-4 11 0,0 0 10 15,0 0 11-15,0 0 12 0,0-1 12 0,0-2 10 0,0 3 8 0,6 0-22 16,-6-4-38-16,0 0-28 0,0 1-20 0,7-1-13 0,-7 1-10 16,0-2-9-16,0 2-10 0,6-5-12 0,-6 5-14 0,0 0-20 15,0-1-25-15,0 0-26 0,0 0-26 0,0 1-23 0,0-5-23 0,-6 8-17 16,6-3-15-16,0-1-13 0,0 0-11 0,-7 4-11 0,7-4-9 16,0 4-5-16,-6 0-4 0,6 1 6 0,0-2 11 0,0 2 14 0,-6-1 16 15,6 0 18-15,0 0 17 0,0 3 18 0,0-3 18 0,0 0 17 16,0 4 17-16,0-4 15 0,0 3 17 0,0-3 15 0,6 4 14 0,-6-4 11 15,0 4 7-15,0-4 8 0,0 3 6 0,0-3 6 0,6 4 7 0,-6 0 4 16,0-4 2-16,0 4 0 0,0-1-1 0,0 1-2 0,0-4-5 16,0 3-6-16,0-3-9 0,0 4-6 0,0-4-6 0,0 4-9 15,0-5-11-15,0 1-13 0,0 0-15 0,0 0-17 0,0-3-16 16,0 3-19-16,0 0-17 0,0-4-21 0,0 1-20 0,0-1-25 0,0 0-27 16,0 1-16-16,0-1-12 0,0 0-3 0,0 0 1 0,7 1 6 15,-7-1 7-15,0 0 10 0,0 1 11 0,0-1 12 0,0 0 109 0</inkml:trace>
  <inkml:trace contextRef="#ctx0" brushRef="#br0" timeOffset="31365.97">15643 13554 0 0,'-6'8'90'0,"6"-1"13"0,0 4 5 16,-6-4 2-16,6 4 2 0,0-3-1 0,0 3-2 0,-8-4-13 16,8 0-19-16,0 5-15 0,-6-5-13 0,6 4-12 0,-6-4-12 0,6 4-12 15,0-4-10-15,0 1-13 0,-6-1-12 0,6 4-10 0,0-4-12 16,0 1-13-16,-8-1-12 0,8 0-14 0,0 0-14 0,0 1-8 15,0 0-5-15,0-5 0 0,0 5 2 0,0-2 3 0,0 2 5 0</inkml:trace>
  <inkml:trace contextRef="#ctx0" brushRef="#br0" timeOffset="31549.67">15591 13921 0 0,'0'11'44'0,"-6"-4"52"0,6 8 9 0,-7-4 6 0,7 0 7 0,-6 0 0 16,6 0-4-16,-7 3-5 0,7-3-5 0,-7 0-5 0,7 4-5 15,-6-4-7-15,6 4-5 0,-6-4-5 0,6 3-4 0,-6-3-6 16,6 4-8-16,0-4-6 0,-8 0-7 0,8 0-6 0,0-4-4 0,0 4-4 15,0-4-6-15,0 1-5 0,0 0-5 0,0-5-8 0,0 4-11 16,0-3-12-16,0 0-13 0,8-1-13 0,-8 1-13 0,0 0-12 16,0-1-15-16,6-3-17 0,-6 4-16 0,0-1-17 0,0-3-17 0,0 0-8 15,6 4-2-15,-6 0 2 0,6 0 7 0,-6-4 8 0,7 3 9 16,-7 1 10-16,7-4 80 0</inkml:trace>
  <inkml:trace contextRef="#ctx0" brushRef="#br0" timeOffset="31715.16">15585 14353 0 0,'-7'11'17'0,"7"0"81"0,0 0 9 15,-6 0 6-15,6 4 5 0,0-4-2 0,-7 3-6 0,7-3-4 16,0 4-3-16,-7-4-4 0,7 0-4 0,0 0-7 0,0 0-10 0,0 0-10 16,0 0-11-16,0 0-8 0,0 0-7 0,0-4-7 0,0 1-6 0,7-2-4 15,-7 2-6-15,0-1-3 0,0 1-4 0,0-5-6 0,7 6-7 16,-7-7-6-16,0 6-7 0,0-5-9 0,0 1-8 0,0 0-12 16,0 0-12-16,0-1-17 0,0 5-18 0,0-8-19 0,0 3-19 15,0 1-9-15,0-4-5 0,0 4 0 0,0-1 3 0,0-3 3 0,0 4 6 16,0-1 7-16,6 1 39 0</inkml:trace>
  <inkml:trace contextRef="#ctx0" brushRef="#br0" timeOffset="32249.67">15565 14862 89 0,'0'15'119'0,"-7"-4"9"16,7 3 7-16,-6 2 7 0,6-6 5 0,-6 2 3 0,6-2 2 0,0 1-17 16,-6 0-23-16,6-3-19 0,0 3-16 0,0-5-11 0,-8-1-10 15,8 2-9-15,8 0-8 0,-8-3-9 0,0-1-7 0,0 1-9 16,0-1-10-16,6 1-9 0,-6 0-10 0,0 0-8 0,0-4-11 0,0 3-6 15,0 1-7-15,0 0-6 0,0-4-4 0,6 4-5 0,-6-1-2 16,0-3-4-16,0 5-2 0,0-5 2 0,0 3 3 0,0 0 6 16,0-3 5-16,0 4 8 0,-6 0 7 0,6-4 8 0,0 3 6 0,0 1 7 15,0 0 5-15,0-4 4 0,0 3 4 0,0 1 4 0,0 0 6 16,0-1 3-16,-6 5 4 0,6-5 1 0,0 1 1 0,0 3 1 16,0-3 2-16,0 3 1 0,0 0 3 0,0 1 0 0,0 3 1 0,0-4 3 15,0 3 1-15,0 2-1 0,0-4-2 0,0 3-2 0,6 0-2 0,-6-1-1 16,0 1-2-16,0 0-1 0,0-3-2 0,0 3-1 0,0 0-2 15,0-4-2-15,0 0-2 0,0 4-1 0,0-4-3 0,0 1 0 16,0-5 0-16,0 5-1 0,0 0-2 0,6-5 1 0,-6 4 0 0,0-3-1 16,0 0 0-16,0 0-1 0,0-1 0 0,0 1-1 0,0-1 0 0,0 1-2 15,6 0 1-15,-6-1 0 0,0 1-1 0,0-4 1 0,0 4-1 16,0 0-2-16,0-4 0 0,0 3 0 0,0 1 0 0,0-4 0 16,0 3 2-16,0 1 1 0,0-4-1 0,0 4 2 0,0-1-1 15,0-3 2-15,7 4-1 0,-7-1 1 0,0-3-1 0,0 4 2 0,0 0 2 16,0-4 1-16,0 3-1 0,0-3 1 0,0 4 0 0,0-4 0 15,0 4-1-15,0-4 1 0,0 3-1 0,0-3 0 0,0 4 1 0,0-1-1 16,0-3 2-16,0 4 1 0,0-4 0 0,0 4 2 0,0 0 2 16,0-4 2-16,0 3 2 0,0 1 2 0,7 0 2 0,-7 0 1 15,0-1 1-15,0 2 3 0,0-2 1 0,0 0 4 0,0 5 2 0,0-5 2 16,0 1 4-16,0 3 1 0,0-3-2 0,0 3-1 0,0-3-1 0,0 3-2 16,0 1-2-16,0-5-1 0,0 4-1 0,0-3-4 0,0 3 0 15,0-3-7-15,0 0-6 0,0-1-13 0,0 1-16 0,0 0-18 16,0-1-23-16,0-3-28 0,0 0-31 0,0 0-18 0,0 0-7 15,0 0-4-15,0 0-2 0,0 0-2 0,0 0 1 0,0-3 3 0,6-1 2 16,-6 4 9-16,0-4 120 0</inkml:trace>
  <inkml:trace contextRef="#ctx0" brushRef="#br0" timeOffset="36898.98">17720 11818 60 0,'0'0'141'0,"-6"0"7"0,6 0 7 0,0 0 6 16,0 0 9-16,0 0 10 0,0 0 10 0,0 0 5 0,0 0 2 16,-6 4-15-16,6-4-23 0,0 0-17 0,0 0-10 0,6 3-10 15,-6 1-6-15,0 0-5 0,0-1-6 0,0 1-7 0,6 0-9 0,-6 3-12 16,0-3-15-16,0 3-27 0,0 0-34 0,0-3-37 0,0 3-37 0,0 0-33 15,-6 1-33-15,6 0-34 0,0-1-32 0,-6 0-24 0,6-1-15 16,0 6-8-16,-6-4-3 0,6-1 0 0,0 4 3 0,0-4 16 16,-7 4 22-16,7-3 25 0,0 2 26 0</inkml:trace>
  <inkml:trace contextRef="#ctx0" brushRef="#br0" timeOffset="37399.41">17720 12159 95 0,'0'14'140'0,"0"-2"15"0,0 1 16 0,-6-1 19 15,6 3 20-15,0-4 20 0,-6 3 21 0,6 1 5 0,0-4-3 16,-6 4-8-16,6-5-11 0,0 5-10 0,0-3-10 0,-7 2-11 0,7-3-12 15,0 0-13-15,0 0-16 0,-7 0-21 0,7 4-22 0,0-8-33 16,0 4-37-16,0 0-44 0,0 0-49 0,0-4-43 0,-6 4-39 0,6-4-31 16,0 1-26-16,0-1-21 0,0 4-17 0,0-3-18 0,0-1-18 15,0 4-14-15,0-4-10 0,0 0 1 0,0 1 12 0,0 3 19 16,0-4 28-16,0 4 28 0,0-4 28 0,6 4 26 0,-6-3 23 0,0 2 22 16,0 1 22-16,0 1 26 0,7-1 25 0,-7 3 25 0,0-3 25 15,0 4 19-15,0-4 19 0,0 4 13 0,0-5 13 0,0 5 11 0,0-4 10 16,0 4 8-16,0 0 9 0,0-1 4 0,0 1 7 0,0-4 4 15,0 4 5-15,-7 3 3 0,7-4 4 0,0 1 0 0,0 0-1 0,-6 0-7 16,6-1-9-16,0 1-8 0,0-1-9 0,-7 1-10 0,7 0-9 16,0-4-12-16,-6 0-10 0,6 3-12 0,0-2-14 0,0-6-19 15,0 5-23-15,-6 1-23 0,6-5-27 0,0 0-22 0,6 1-20 0,-6-1-17 16,0-3-15-16,0 3-11 0,0-3-9 0,0-1-6 0,6 5-7 16,-6-5-6-16,0 1-5 0,0 3-1 0,7-3 3 0,-7 0 8 15,0 3 13-15,0-4 13 0,6 1 17 0,-6 3 12 0,0-3 12 0,7 0 9 16,-7 3 9-16,0-3 6 0,0 3 6 0,7 0 6 0,-7 1 6 0,0 3 6 15,0-4 6-15,0 4 5 0,0-3 6 0,0 6 4 0,0-3 4 16,0 4 6-16,0-1 9 0,0 1 6 0,0 0 8 0,-7 3 5 16,7-3 6-16,0 3 6 0,-7 0 6 0,7 1 6 0,0-1 7 0,-6 4 6 15,6-4 6-15,-7 0 3 0,7 1 2 0,-6-1 0 0,6-3-2 16,-6 3-3-16,6-3-2 0,-8 3-4 0,8-3-5 0,0-1-7 0,-6-2-5 16,6 2-6-16,0-3-8 0,-6 0-5 0,6 0-6 0,0 0-4 15,0-4-4-15,0 4-6 0,0-3-6 0,0-1-9 0,0-3-10 0,0 3-11 16,6 0-12-16,-6-3-12 0,0 0-12 0,0 3-12 0,6-4-11 15,-6 1-13-15,0 0-12 0,0 4-13 0,0-5-12 0,0 1-9 16,8 0-7-16,-8 2-2 0,0-2-1 0,6 0 6 0,-6 3 10 0,0 1 9 16,0-5 12-16</inkml:trace>
  <inkml:trace contextRef="#ctx0" brushRef="#br0" timeOffset="37565.51">17669 13972 0 0,'0'15'62'0,"0"-4"28"0,0 3 8 0,-6-3 3 0,6 4 2 0,0-4-1 15,0 4 1-15,0-4 1 0,0 0 2 0,-8 3 0 0,8-6-3 16,0 3-2-16,0 0-6 0,0 0-4 0,0-4-7 0,8 0-6 15,-8 4-7-15,0-4-8 0,0 1-8 0,0 0-7 0,0-2-7 0,6 2-8 16,-6-5-7-16,0 5-6 0,0-1-7 0,0-3-9 0,6 3-12 16,-6-3-13-16,0 3-15 0,0-3-15 0,0 0-19 0,0-1-21 15,7 1-23-15,-7 0-20 0,0-4-17 0,0 3-10 0,0 1-3 0,0-4-2 16,6 4 0-16,-6-1 6 0,7-3 7 0,-7 4 10 0,0-4 31 0</inkml:trace>
  <inkml:trace contextRef="#ctx0" brushRef="#br0" timeOffset="37732.24">17695 14404 0 0,'0'11'70'0,"-7"4"55"15,7-4 9-15,-6 5 11 0,6-6 11 0,0 5 13 0,-7-1 14 16,7-3 1-16,-6 0-4 0,6 4-7 0,-6-4-11 0,6 0-9 16,0 0-13-16,-8 0-13 0,8-1-9 0,0-2-12 0,0-1-9 0,0 0-12 15,0 1-10-15,-6-1-13 0,6-3-14 0,0 3-13 0,6-3-14 16,-6 3-17-16,0-3-20 0,0 0-19 0,0 3-18 0,0-4-15 16,0 1-16-16,0-4-13 0,0 4-13 0,0 0-16 0,8-1-14 0,-8-3-18 15,0 4-20-15,0-4-16 0,0 0-14 0,0 4 1 0,0-4 6 0,0 3 13 16,0 1 14-16,0-1 14 0,6 1 13 0,-6 0 13 0,0-1 60 15</inkml:trace>
  <inkml:trace contextRef="#ctx0" brushRef="#br0" timeOffset="38082.32">17669 14891 0 0,'0'11'4'16,"0"0"87"-16,0-3 9 0,-6 3 9 0,6 0 8 0,0-4 6 16,0 1 2-16,0-1-4 0,0 0-8 0,-8 1-8 0,8-1-3 0,0 0-5 15,0 1-2-15,0-5-4 0,0 4-3 0,0-3-6 0,-6 3-7 16,6-3-5-16,0 3-7 0,0-3-1 0,0 0-3 0,0 3-2 15,-6-3-4-15,6 3-3 0,0-2-3 0,0 1-4 0,0-2-5 0,0 0-3 16,0-1-5-16,0 5-5 0,0-5-5 0,0 1-7 0,0 0-11 16,0-1-11-16,0 5-12 0,0-5-12 0,0 1-9 0,0-1-9 15,0 1-8-15,0 0-8 0,0-1-4 0,0 1-5 0,0 0-2 0,6-4 0 16,-6 3 1-16,0 1 4 0,0 0 8 0,0-1 5 0,0-3 8 16,0 4 6-16,0 0 8 0,6-4 8 0,-6 3 6 0,0 1 8 0,0 0 5 15,0-4 5-15,0 3 5 0,0 5 4 0,0-5 2 0,0 1 4 16,0 4 3-16,0-5 5 0,0 5 4 0,-6-1 7 0,6 0 4 0,0 0 8 15,0 1 8-15,0 0 7 0,0 2 5 0,0-3 4 0,-6 4 1 0,6-3 3 16,0 3 1-16,0-4-1 0,0 4-1 0,0-4-3 0,0 0-1 16,-6 4-4-16,6-3-5 0,0-1-6 0,0-3-9 0,0 4-7 15,0-1-5-15,0-4-6 0,0 1-7 0,0 0-16 0,0-4-17 0,0 3-22 16,0-3-22-16,0 0-29 0,0 0-34 0,0 0-29 0,0 0-26 16,0 0-11-16,0-3-7 0,0-5-3 0,0 5-2 0,0-4 2 15,0-5 3-15,6 5 11 0,-6-4 14 0</inkml:trace>
  <inkml:trace contextRef="#ctx0" brushRef="#br0" timeOffset="39765.81">17714 11737 18 0,'0'-3'91'0,"0"3"8"16,0 0 7-16,0-4 4 0,0 4 3 0,6-4-2 0,-6 4-3 0,0 0-3 15,0-3-2-15,0 3-3 0,8-4-3 0,-8 4-1 0,0 0 1 16,0-4 1-16,0 4 2 0,6 0 2 0,-6 0 3 0,0-3 5 0,6 3 2 16,-6 0 5-16,0 0 3 0,7 0 3 0,-7 0 3 0,0-4 3 15,0 4 2-15,0 0 0 0,0 0 1 0,0 0 0 0,6 0-1 0,-6 0-2 16,0 0-1-16,0 0-4 0,7 0-4 0,-7 0 0 0,0 0 1 16,7 0 0-16,-7 4 3 0,0-4 0 0,0 0 0 0,0 0-2 0,6 0-5 15,-6 0-6-15,6 0-7 0,-6 0-6 0,7 0-8 0,-7 0-7 16,7 3-6-16,-7-3-9 0,6 0-9 0,-6 0-9 0,6 0-9 0,-6 0-9 15,7 0-7-15,-7 4-7 0,7-4-4 0,-1 0-3 0,1 0 0 16,-7 4-2-16,6-4 0 0,0 0 1 0,-6 3 1 0,7-3 1 16,0 0 2-16,-1 4 0 0,-6-4 1 0,6 0 1 0,1 4 0 0,0-4 0 15,-1 0 2-15,1 3-1 0,-7-3 1 0,6 0 0 0,1 0 1 16,0 3-1-16,-1-3 0 0,0 0-2 0,8 0-1 0,-8 0-2 16,0-3-1-16,1 3-3 0,6 0 0 0,-6 0-1 0,5 0-1 0,-6-3 0 15,8 3-2-15,-8 0-1 0,1 0-1 0,6 0 1 0,-6 0 1 16,-1 0 3-16,0 0 2 0,8 0 2 0,-8 0 2 0,0 3 0 0,1-3 0 15,0 0 0-15,-1 0 3 0,1 0 1 0,-1 3 1 0,1-3 2 16,-1 0 2-16,1 0-2 0,-1 5 0 0,0-5-1 0,2 0-2 16,-8 3 0-16,6-3-3 0,0 0 0 0,1 0 0 0,-1 4-1 0,1-4-1 15,-1 0-1-15,1 0 0 0,5 0-2 0,-4 0 0 0,-2 0 0 16,0 0-2-16,1 0 1 0,0 0-1 0,-1 0 0 0,7 0 0 0,-7 0 0 16,1 0 1-16,0 0 0 0,-1 0 0 0,0 0-1 0,8 0 0 15,-8 0 0-15,0-4 1 0,1 4-1 0,-1 0 0 0,1 0 0 0,6 0-1 16,-7 0 1-16,2 0-1 0,-2-3 1 0,7 3 1 0,-7 0 1 15,1 0 1-15,6 0 1 0,-1-5 1 0,-4 5 1 0,4 0-1 0,2-3 1 16,-2 0-1-16,1 3-1 0,1-4-1 0,-2 4 1 0,2-4-1 16,-2 1 0-16,1-1-3 0,1 0 0 0,6 1-2 0,-8-1 0 15,1 4-1-15,0-4-2 0,0 1 1 0,7-1 0 0,-8 0 1 0,2 4-1 16,-1-3 0-16,0-1 0 0,0 4 0 0,7-3 0 0,-8 3 0 0,1-4 0 16,1 4 0-16,-2-4 0 0,2 4 1 0,-8-3 0 0,7 3 1 15,0 0 0-15,0 0 0 0,-7 0 1 0,8 0 2 0,-2 0 0 16,2 0 0-16,-8 0 0 0,7 0 2 0,-6-4 0 0,6 4 1 0,-1 0 1 15,-4 0 0-15,4 0-1 0,1 0 0 0,-6-4 0 0,6 4 0 16,-7 0 0-16,8 0-1 0,-8-3-2 0,7 3 1 0,-6 0-1 16,-1 0-2-16,7-4 1 0,-7 4 0 0,1 0-1 0,6-4-1 0,-7 4 0 15,1 0-2-15,0 0-1 0,6-3 0 0,-7 3 0 0,1 0-1 0,-1 0 0 16,1-4 0-16,-1 4 0 0,0 0-1 0,2 0 0 0,-2 0 0 16,0 0-1-16,1 0 1 0,-1-4 0 0,1 4 1 0,-1 0-1 15,1 0 1-15,-1 0 0 0,0 0 0 0,2-3-1 0,-2 3 1 0,-6 0 0 16,6 0-1-16,1 0 0 0,0 0 1 0,-1 0 0 0,0 0 0 15,1 0-1-15,-1 0 1 0,-6 0 0 0,7 0 1 0,0 0-1 16,-1 0 1-16,0 0-1 0,1 0 0 0,0 0 0 0,-1 0 1 0,0 0-2 16,1 0 2-16,-1 0-1 0,-6 0-1 0,7 0 1 0,0 0 0 0,-1 0-1 15,-6 0-1-15,6 0 0 0,2 0 1 0,-8 0 0 0,6 0-1 16,-6 0 1-16,6 0 0 0,-6 0 0 0,7 0-1 0,-7 0-1 16,0 3 1-16,6-3-1 0,-6 0 1 0,0 0 0 0,0 0 2 0,0 0-2 15,0 0-2-15,0 0-7 0,0 0-11 0,0 0-17 0,0 0-22 16,0 0-42-16,-6-3-56 0,6 3-76 0,-7-4-88 0,1 4-78 15,-8-4-72-15,8 1-38 0,0 3-18 0,-8-3-8 0,1-2-3 0,1 2 5 16,-2 3 9-16,2-4 16 0,-8 4 23 0,7 0 42 0,-7 0 55 16,0 0 77-16,1 0 236 0</inkml:trace>
  <inkml:trace contextRef="#ctx0" brushRef="#br0" timeOffset="49382.32">13449 13533 0 0,'0'0'41'0,"0"3"-5"0,0-3-1 0,0 0-4 0,0 0-1 16,-8 4-3-16,8-4-3 0,0 0-2 0,0 0-2 0,0 0 1 16,-6 4-1-16,6-4-1 0,0 0 0 0,0 0 0 0,0 0-3 0,0 0-1 15,0 0-2-15,0 0-1 0,0 0-2 0,0 0-1 0,0 0 0 0,0 0 0 16,0 0 3-16,0 0 0 0,0 0 2 0,0 0 1 0,0 0 0 15,0 0 4-15,0 0 2 0,0 0 2 0,0 0 3 0,0 0 1 0,0 0 3 16,0 0 0-16,0 0 2 0,0 0-1 0,0 0 1 0,0 0-2 16,0 0 0-16,0 0 0 0,0 0-1 0,0 0-1 0,0 0-2 15,0 0-1-15,0 0-2 0,0 0-1 0,0 0-1 0,0 0-1 16,0 0-1-16,0 0-2 0,-6 0 1 0,6 0-2 0,0 0-1 0,0 0-1 16,0 0-1-16,0 0 0 0,0 0 0 0,0 0 0 0,0 0-1 15,0 0-2-15,0 0 1 0,0 0-1 0,0 0 1 0,0 0 0 0,0 0 1 16,0 0 0-16,0 0 1 0,0 0 0 0,0 0 1 0,0 0 0 15,0 0 0-15,0 0 0 0,0 0 1 0,0 0 1 0,0 0 1 0,0 0 2 16,0 0 0-16,0-4-1 0,0 4 1 0,6-4-2 0,-6 4 1 16,0 0 0-16,0-3 2 0,6 3 1 0,-6 0 2 0,8-4 0 15,-8 4 0-15,6-4 0 0,-6 1-1 0,6 3-1 0,-6-4 0 0,7 0 0 16,-7 1 0-16,7 3 0 0,-7-4 1 0,6 0-1 0,-6 1-1 16,7-1-1-16,-7 0 0 0,6 4 0 0,-6-3-1 0,6-1 1 0,-6 0 0 15,7 0 0-15,-7 1 0 0,7 0 1 0,-7-2 2 0,6-2 0 0,-6 3-1 16,0 1-1-16,6-1 0 0,-6-3-2 0,7 3-1 0,-7 1-2 15,7-5-2-15,-7 5 0 0,0-1-1 0,6 0-2 0,-6 1-1 16,0-5-2-16,7 5-2 0,-7-1-2 0,0 0 0 0,6 1-1 16,-6-1 0-16,0 4 1 0,6-4 0 0,-6 1 2 0,0-1 2 0,8 0 0 15,-8 4 2-15,6-3 0 0,-6-1 0 0,0 1-1 0,6-1 1 16,-6 0 0-16,6 1 1 0,2-1-1 0,-8-3 1 0,6 2-2 0,0-1 0 16,1 1-2-16,-1-2-1 0,1 0-1 0,-7 0-1 0,7-1 0 15,-1 1-1-15,0 3 0 0,0-3 0 0,2 3-1 0,-2-3 0 0,0 3 0 16,-6-3 0-16,7 3 0 0,0 1 1 0,-7-1-1 0,6 1-1 15,-6 3 2-15,7-4 0 0,-7 0 2 0,6 1 5 0,-6 3 3 16,6-4 5-16,-6 4 1 0,7-4 2 0,-7 4 1 0,7-3 0 0,-7 3 0 16,6-4 1-16,-6 4 1 0,6-4 1 0,-6 1 0 0,7 3 2 0,0-4-2 15,-1 4 0-15,-6-4-3 0,7 1-2 0,-1-1 0 0,0 0 1 16,-6-3 0-16,7 3 1 0,0 0 0 0,-1-3 3 0,0 3 0 16,2-3-2-16,-2 3 0 0,0-3-1 0,1 0 0 0,-1 3-1 15,1 1-2-15,-7-5 0 0,6 5 0 0,1-5-1 0,-1 5 1 0,0-1 0 16,-6 0 1-16,8-3-1 0,-2 7 2 0,-6-4 1 0,6 1 1 15,1-1 1-15,-7 0-1 0,6 4-1 0,-6-3-2 0,7-1-1 0,-7 4 0 16,6-4-3-16,-6 4-1 0,0-3-1 0,7 3-2 0,-7 0-1 16,6-4 0-16,-6 4 1 0,7-4 0 0,-7 4 0 0,7-3-1 15,-7 3 2-15,6-4 1 0,0 1 0 0,1-2-1 0,0 2 1 0,-7-1 1 16,6 0 0-16,0 1-2 0,1 0 0 0,-1-2-4 0,1-2-1 16,0 4-3-16,-1-1 0 0,0 0 0 0,2 1-2 0,-2-1 0 0,0-3 0 15,1 7-1-15,-1-4-2 0,1 0 0 0,-1 1 1 0,-6 3 0 16,7-4 1-16,-7 4 0 0,6-4 0 0,-6 4-1 0,6-3 1 15,-6 3-2-15,8 0-1 0,-8-4 1 0,6 4 2 0,-6 0 1 0,6-4-1 16,-6 4 1-16,7-3 0 0,-7 3-1 0,6-4 0 0,1 0 0 16,-1 4 0-16,1-3 3 0,-1-1 3 0,1-3 4 0,0 3 5 0,-1 1 2 15,0-1 2-15,1-3 1 0,6 2 2 0,-7-1 3 0,7 2 4 16,-6-4 3-16,6 5 2 0,-7-5 0 0,1 1-1 0,6 3-2 16,-7-3-2-16,8 3-4 0,-8-3-3 0,1 3-2 0,5 1-2 0,-4-5-1 15,-2 5-3-15,6-1-2 0,-5 1-1 0,0-1-3 0,-1 0 1 0,1 1 4 16,-1-1 7-16,8 0 4 0,-14 4 2 0,12-3 0 0,-6-1 1 15,2 0 2-15,-2 1 5 0,0 3 2 0,1-4 3 0,-1 0 2 16,1 1 0-16,0-1 0 0,-1 4-2 0,6-4-4 0,-4 1-6 0,-2-1-3 16,0 0-1-16,1 0-1 0,0 1 1 0,-1-1-3 0,1 1-4 0,-1 3-3 15,0-4-4-15,-6 0-1 0,8 4-3 0,-2-4 0 0,0 4 0 16,-6 0 0-16,6-3 0 0,1-1-2 0,-7 0 0 0,7 4-3 16,-1-3-1-16,1 3 0 0,-1-4-1 0,0 0 1 0,2 1 0 0,-8-1 0 15,6 4-1-15,0-3 1 0,0-1 0 0,2 0-1 0,-2 4-1 16,0-3 0-16,1-1 1 0,-1 0-1 0,8 4 0 0,-8-3-1 15,0-1 1-15,0 0-1 0,2 4-1 0,-2-3 1 0,0-1 1 0,1 4-1 16,6-4 0-16,-6 1 1 0,-1 3 1 0,0-4 1 0,1 0-1 16,0 4 2-16,-1-3 4 0,7-1 2 0,-6 4 3 0,-1-4 3 0,1 1 3 15,-1 3 3-15,0-4 3 0,1 1 6 0,0-1 4 0,-1 4 3 16,0-4 1-16,2 4-1 0,-2-3 2 0,0-2-3 0,1 2-1 16,-1 3-1-16,1-4-4 0,-1 4-2 0,1-4-1 0,-1 4-6 0,-6 0-3 15,6-3-5-15,2 3-5 0,-8 0-3 0,6 0 0 0,-6-3-2 16,6 3 0-16,1 0-2 0,-7 0 1 0,6-4-2 0,1 4-1 0,-1 0 2 15,-6-4 0-15,7 4 1 0,-1 0 0 0,1 0 0 0,0-4 1 16,-1 4-1-16,0 0 1 0,1-3 0 0,0 3-1 0,-7 0 1 0,6-4 0 16,1 4 0-16,-1-4 1 0,0 4-1 0,1 0 0 0,0-3-1 15,-1 3-1-15,0 0-1 0,2-4 1 0,-2 4 0 0,0 0 1 0,1-3-1 16,-7 3 1-16,6 0 0 0,1 0-1 0,-7 0 0 0,6-4 0 16,1 4-1-16,-7 0 0 0,6 0 1 0,-6 0 1 0,6 0 0 15,2 0 0-15,-8 0-1 0,6 0 0 0,-6 0 1 0,6 0 1 0,1 0 0 16,-1 0 3-16,-6 0 1 0,7 0 2 0,-1 0 0 0,1 0 0 15,5 0 2-15,-4-4-1 0,-2 4 2 0,0-4-1 0,8 4 0 0,-8 0 0 16,0-3-1-16,1 3 0 0,6-4-1 0,-6 4-1 0,5-4-1 16,-5 4-1-16,0-3 0 0,-1 3-1 0,7 0 0 0,-13 0 0 0,7 0-1 15,-1 0 1-15,1 0 0 0,-1 0 0 0,0 0 0 0,2 0-1 16,-8 0-1-16,6 0 0 0,-6 0-1 0,6 0 0 0,-6 0 1 0,6 0 0 16,-6 0 1-16,0 3-1 0,7-3 0 0,-7 0-1 0,7 0 0 15,-7 0 0-15,6 4 1 0,-6-4-1 0,7 0 2 0,-7 0 0 0,6 0 1 16,-6 0-1-16,6 0 0 0,2 0-2 0,-8 0 1 0,6 0-1 15,-6 0 0-15,6 0 2 0,0 0-1 0,-6 0 1 0,8 0-1 16,-8 0 0-16,6 0-1 0,0 0 0 0,-6 0 0 0,7 0-1 0,-7 0 0 16,6 4 0-16,-6-4 1 0,7 0 0 0,0 0 0 0,-7 0-1 15,6 0 1-15,-6 0-1 0,6 0 0 0,0 0 0 0,-6 0 1 0,8 0-2 16,-2 0 2-16,0 0 1 0,1 0-1 0,-7 0-1 0,7 0 1 16,-1 0-1-16,1 0 1 0,-1-4-1 0,0 4 0 0,-6 0 3 15,8 0-2-15,-2 0 1 0,-6-4-1 0,6 4 0 0,-6 0 0 0,6 0 1 16,-6 0-1-16,0 0 1 0,0 0 1 0,7 0 0 0,-7 0 1 15,0 0 1-15,0 0 0 0,0 0 1 0,0 0 0 0,0 0 1 0,0 0 0 16,0 0 1-16,0 0 0 0,0 0-1 0,0 0 1 0,0 0 1 16,0 0-1-16,0 0-2 0,0 0 0 0,0 0-2 0,0 0-2 0,0 0 0 15,7 0-1-15,-7 0-1 0,0 0 1 0,0 0 0 0,0 0-1 16,0 0-2-16,0 0 0 0,0 0 0 0,6 0 0 0,-6 0 0 0,0 0 1 16,7 4 0-16,-7-4 1 0,0 0 0 0,6 0 0 0,-6 0 1 15,0 0-1-15,0 0 0 0,6 0-1 0,-6 0 1 0,0 0 0 16,8 0 0-16,-8 0 0 0,0 0 0 0,6 0 0 0,-6 0-2 0,0 0 0 15,6 4 1-15,-6-4 0 0,0 0-1 0,6 0-1 0,-6 0 1 16,8 0 1-16,-8 3-2 0,0-3 1 0,6 0 1 0,-6 0-1 0,6 0 0 16,-6 0 1-16,7 0-1 0,-1 4 1 0,-6-4 0 0,7 0 1 15,-7 0 0-15,7 4 1 0,-1-4-1 0,-6 0 0 0,6 4 0 0,0-4 0 16,-6 0 0 0,8 0 0-16,-8 0 0 0,6 0 1 0,-6 0-1 0,0 3 0 0,6-3-1 0,-6 0 0 0,0 0 0 0,0 0 1 15,0 0 0-15,7 0 0 0,-7 0-1 0,0 0 0 0,0 0 1 0,0 0 0 16,0 0-1-16,0 0 2 0,0 0 2 0,0 0 1 0,0 0 3 15,0 0 2-15,0 0 2 0,0 0 0 0,0 0 1 0,0 0 1 0,0 0 1 16,0 0 1-16,0 0-1 0,0 0 0 0,0 0 2 0,0 0-1 16,0 0-1-16,0 0-2 0,0 0-2 0,0 0-1 0,0 0-2 0,0 0 0 15,0 0-1-15,0 0 0 0,0 0 0 0,0 0 0 0,0 0 0 16,0 0 0-16,0 0-1 0,0 0 1 0,0 0-1 0,0 0-1 16,0 0 0-16,0 0 1 0,0 0 0 0,0 0 1 0,0 0-1 0,0 0 0 15,0 0-1-15,0 0 0 0,0 0 1 0,0 0-1 0,0 0 1 16,0 0 0-16,0 0 0 0,0 0 0 0,0 0 0 0,0 0 0 15,0 0-1-15,0 0-1 0,0 0 1 0,0 0-1 0,0 0 0 0,0 0 0 16,0 0-1-16,0 0 1 0,0 0-1 0,0 0-1 0,0 0 0 0,0 0 0 16,0 0-1-16,0 0 0 0,0 0 1 0,0 0-1 0,0 0 1 15,0 0-1-15,0 0-1 0,0 0 0 0,0 0 0 0,0 0 1 16,0 0-1-16,0 0 1 0,0 0 0 0,0 0 1 0,0 0-1 0,0 0 0 16,0 0 2-16,0 0 1 0,0-3 1 0,0 3 1 0,0 0 1 15,0 0 2-15,0 0 0 0,0 0 2 0,0 0 0 0,0 0 1 0,0 0-2 16,0 0 1-16,0 0 2 0,0 0-2 0,0 0-1 0,0 0-2 15,0 0 0-15,0 0-2 0,0 0 0 0,0 0-2 0,0 0-1 0,0 0-2 16,0 0 0-16,0 0-1 0,0 0 0 0,0 0-1 0,0 0-1 16,0 0-1-16,0 0 1 0,0 0 0 0,0 0 0 0,0 0-1 15,0 0 1-15,0 0-1 0,0 0 1 0,0 0 1 0,0 3 0 0,0-3-1 16,0 0 0-16,6 4 1 0,-6-4 1 0,0 0 0 0,0 3 0 16,7-3 0-16,-7 4 1 0,0-4 0 0,0 4 0 0,7-4 0 0,-7 3-2 15,0-3 1-15,0 4 1 0,6-4 0 0,-6 4 0 0,0-4 0 16,0 4-1-16,0-4 1 0,6 3 1 0,-6 0-1 0,0 1 0 15,0-4 0-15,7 4 0 0,-7-1 0 0,0 2 0 0,7-2 0 0,-7-3-1 16,0 4 1-16,0 0 0 0,6-1-1 0,-6 1 0 0,0-4 0 16,6 3 0-16,-6 1-1 0,0 0 0 0,7-1 1 0,-7 1 0 0,7 0 0 15,-7-1 0-15,0 1 1 0,6 3 0 0,-6-3 0 0,7 0-2 16,-7-1 1-16,6 5 1 0,-6-5-1 0,6 1-1 0,-6 0 2 0,7 3 0 16,0-4 0-16,-7 5-1 0,6-5-1 0,-6 1 2 0,6 3-2 15,2-3 1-15,-8 4 0 0,6-5 1 0,0 4 0 0,1-3 0 0,-7 0-1 16,6 3 0-16,1-3-1 0,-7 0 1 0,6 3 0 0,1-3 1 15,-1-1 0-15,-6 1 0 0,6 3 0 0,2-3 0 0,-2 0 0 16,-6-1 1-16,6 1-1 0,1 0 1 0,-1-1-1 0,-6 4 1 0,7-3 0 16,-1 0 0-16,-6-1-1 0,7 1 0 0,-1 0 1 0,-6-1-1 15,7 1 0-15,-7 0 1 0,7-1-1 0,-1 1 1 0,-6 0 1 0,6-1-1 16,1 1 1-16,-7 0 0 0,7-1 1 0,-1 1 0 0,1-4 1 16,-1 4-1-16,0 0 0 0,1-1 2 0,0 0-2 0,-1 2 0 0,-6-2 0 15,6 1-1-15,8-4 1 0,-14 4-1 0,6-1-1 0,7 1 0 16,-6 0 0-16,-1-1-1 0,1 1 0 0,-1-1 1 0,0 1 1 15,8 0-2-15,-8-1 1 0,1 1 0 0,-1 0-1 0,1-1 0 0,-1 1 0 16,1 0-1-16,-1-1 0 0,-6 1 2 0,6-4 0 0,2 4 0 0,-2-1-1 16,-6 1-1-16,6 0 0 0,1-1 0 0,0 1 0 0,-1 0 1 15,-6-1 1-15,6 1 0 0,1-1 0 0,-7 2-1 0,6-2 0 16,1 0 0-16,-7 1-2 0,7 0 0 0,-1-1 0 0,-6-3 0 0,6 5 0 16,1 2 0-16,0-4 1 0,-1-3 0 0,-6 4-1 0,6 0-1 15,1-1 1-15,0 1 0 0,-1 0 1 0,1-1-1 0,-1 1 2 0,0 0 0 16,2-1 0-16,-2 1 0 0,0 0-1 0,-6-4-1 0,13 3 1 15,-6 1 0-15,-7 0 1 0,6-1 0 0,1-3 0 0,-1 4-2 16,0 0 2-16,2-4 0 0,-2 3-1 0,0 1 0 0,0-4 0 0,2 4 1 16,-2-1 0-16,0 1-1 0,1-4 1 0,-1 3 0 0,-6 1 0 15,7 0 0-15,0-4 0 0,-1 3 0 0,0 1 0 0,1 0-1 0,0-1 0 16,-1-3 0-16,7 4 1 0,-7 0-1 0,1-1 1 0,0 1 0 16,5 0 0-16,-4-1-1 0,-2 1 1 0,0 0 0 0,7 0-1 15,-6-1-1-15,-1 1 1 0,1 0 0 0,5-1 1 0,-4 1 0 0,-2-4 0 16,0 7 0-16,0-7 0 0,8 4 0 0,-8 0 0 0,1-1 1 0,-1 1-2 15,1 0 1-15,0-1 1 0,-1 1 0 0,0-1-1 0,0-3 0 16,2 4 0-16,-2 0 1 0,0-1-1 0,1 1 0 0,-1 0 1 16,1-1-1-16,0 1 0 0,-1 0 0 0,-6-4-1 0,6 3 0 0,1 1 1 15,0 0 0-15,-1-1 0 0,0 1 0 0,1 0-1 0,0-4 0 16,-1 3 0-16,1 1 0 0,5 0 0 0,-5-1 0 0,0 1 1 0,-1-4 2 16,0 3 0-16,8 2-2 0,-8-2 0 0,1 0 0 0,-1 2-1 15,1-5 1-15,-1 3-1 0,7 1 1 0,-7 0 0 0,2-1 0 0,-2 1 0 16,0 0 0-16,-6-4-1 0,7 3-2 0,-1 1 1 0,1-1 2 15,0 1-1-15,-1-4 1 0,-6 4 0 0,6-4 0 0,0 3 0 16,2 1 0-16,-8-4-1 0,6 4-1 0,0-1 1 0,1-3 1 0,-7 4 0 16,7-4-1-16,-1 0 0 0,1 4 0 0,-1-4 0 0,0 3 0 0,-6 1 0 15,7-4 0-15,0 4 0 0,-1-4 1 0,0 3-1 0,1-3 0 16,0 4 1-16,-1 0 0 0,1-4 0 0,6 3 0 0,-7-3 0 16,1 4 0-16,-1 0 0 0,0-4-1 0,8 3 1 0,-8-3 1 0,1 4 0 15,-1-4 0-15,1 3-1 0,-1 1 0 0,7-4 0 0,-7 0 0 16,2 4-1-16,-2-4 0 0,0 3 1 0,1 1 0 0,0-4 0 0,-1 4-1 15,0-1 1-15,-6-3-2 0,7 5 1 0,-1-5 1 0,1 3 0 16,0-3 0-16,-1 3-1 0,0 1 1 0,1-4 0 0,-7 4 0 16,7-4 0-16,-1 0-1 0,0 4 1 0,1-4-1 0,0 3 0 0,-1-3 0 15,1 4 1-15,-1-4-2 0,0 4 1 0,2-4 0 0,-2 3 0 16,0-3 1-16,0 4 0 0,8-4 0 0,-8 4 0 0,1-4-1 0,-1 3 1 16,8-3 0-16,-8 4-1 0,0-4 1 0,1 0-1 0,0 4-1 15,-1-4 2-15,0 0 1 0,7 3-1 0,-6-3 0 0,0 0-1 16,-1 4 1-16,0-4 0 0,1 0-1 0,-7 4 0 0,7-4-1 0,-1 0 2 15,0 0-1-15,1 3 1 0,-1-3 0 0,1 0 0 0,0 0-2 16,-1 0 1-16,0 0 1 0,-6 0-1 0,8 0 0 0,-2 4 0 0,0-4-1 16,0 0 1-16,-6 0 1 0,7 0 0 0,0 0-1 0,-1 0-1 15,1 0 1-15,-7 0 0 0,6 0 0 0,0 0 0 0,-6 0 1 0,8 0-1 16,-2 0 1-16,0 0 0 0,-6 0 0 0,6 0-1 0,-6 0 0 16,8 0 1-16,-2 0-1 0,-6 0 1 0,6 0 0 0,-6 0 0 0,7 0-1 15,-7 0 1-15,6 0 0 0,-6 0-1 0,7 4 1 0,-7-4-1 16,7 0 0-16,-7 0 0 0,0 0 1 0,6 3 0 0,-6-3 0 0,6 0 0 15,-6 0 0-15,6 0 0 0,-6 0-1 0,0 4 0 0,8-4 0 16,-8 0 0-16,6 0 1 0,-6 0-1 0,6 0 1 0,-6 3-1 16,0-3 0-16,7 0-1 0,-7 0 1 0,6 0 0 0,-6 0 1 0,0 4 0 15,7-4-1-15,-7 0 0 0,0 0-1 0,0 0 2 0,0 0 0 16,0 0 0-16,0 0-1 0,0 0 1 0,0 0-1 0,0 0 1 0,0 0 0 16,0 0-6-16,0 0-7 0,0 0-13 0,-7 0-16 0,7 0-30 15,-6 0-40-15,-1 0-64 0,1 0-78 0,-8 0-79 0,2 0-81 0,6 0-51 16,-8-4-35-16,1 4-17 0,7-3-9 0,-8 3 0 0,2-4 5 15,6 1 13-15,-2 3 15 0,2-4 31 0,0 0 38 0,6 4 65 16,0 0 76-16</inkml:trace>
  <inkml:trace contextRef="#ctx0" brushRef="#br0" timeOffset="52815.35">21075 12276 70 0,'0'-4'168'0,"0"1"17"0,0-1 19 0,0 0 25 16,0 4 29-16,0 0 33 0,0-3 33 0,0 3 39 0,0 0 40 0,0 0-4 16,0 0-28-16,0 0-18 0,0 0-16 0,-7 0-11 0,7 0-7 15,0 3-11-15,0-3-14 0,0 4-22 0,-6 3-24 0,6 1-28 16,0-1-30-16,-6 7-35 0,6-3-35 0,0 8-22 0,-8-2-16 0,2 6-10 16,6 3-8-16,-6-1-7 0,0 5-6 0,-1 3-6 0,0-4-4 0,1 4-3 15,-1 4-6-15,1-5-4 0,0 5-3 0,-2-4-5 0,2 4-4 16,-6-1-4-16,5 1-2 0,0 0-3 0,-6-1-3 0,7-2-2 15,-1 2-2-15,-6-3-2 0,1 0-2 0,4 0-7 0,2-4-7 0,-7 1-11 16,7-5-11-16,-1 1-18 0,0-8-24 0,1 0-45 0,0 1-54 16,0-8-70-16,6 0-80 0,-8-4-72 0,8-3-65 0,0-4-33 15,0 0-16-15,-6-4-3 0,6 1 4 0,0-5 9 0,0-3 9 0,0 0 19 16,6 0 22-16,-6 0 44 0,0-4 52 0,8 4 73 0,-8-3 239 0</inkml:trace>
  <inkml:trace contextRef="#ctx0" brushRef="#br0" timeOffset="53399.45">21114 12312 119 0,'7'-14'152'16,"-1"-1"20"-16,0 4 26 0,1 4 33 0,0-4 38 0,-1 4 34 15,1-4 34-15,5 3 24 0,-5 1 19 0,6 0-6 0,1 0-22 0,5-2-12 16,-6 2-10-16,6 4-6 0,-5 0-5 0,5-2-15 0,1 2-21 15,6 3-30-15,-7 0-34 0,1 0-33 0,6 0-29 0,-6 3-32 16,5 2-32-16,-5-2-20 0,6 0-13 0,-7 4-11 0,7-2-10 0,-6 2-4 16,0-3-3-16,-1 3-1 0,1 0-1 0,-8 1-2 0,8-1 0 0,-7 0 1 15,0 1 0-15,0-1 5 0,-7 0 2 0,8 4 3 0,-14-3 1 16,6-1 1-16,-6 0 1 0,0 4 0 0,0-4-1 0,-6 5-1 16,0-1-4-16,-2 0-1 0,-4 0-4 0,-1 0-3 0,-1 0-4 0,2 0-5 15,-8-1-5-15,7 1-4 0,-7-3-3 0,1 3-1 0,0 0-2 16,-1-4-1-16,-6 0-2 0,7 1-1 0,-8-1 0 0,8-3 0 15,-8 3 0-15,1-3 0 0,1 0 0 0,-1-1-1 0,0 1 0 0,-1 0 0 16,1-1 0-16,7 1-1 0,-7 0 1 0,6-4-1 0,7 3 0 16,-6-3 0-16,6 4 1 0,-1-4-1 0,8 0-1 0,0 0 1 0,-1 0-2 15,7 3 1-15,0-3-1 0,7 0 1 0,-7 4 1 0,6 0-1 16,7-1 1-16,-6 1-1 0,12 3 1 0,-6 1 0 0,6-1 0 16,1 0 0-16,6 4 2 0,-7-3 2 0,8 2 0 0,-1 1 4 0,-6 1 2 15,6-1 4-15,-1 3 2 0,1-3 3 0,1 0 3 0,-8 0 4 16,8 4 3-16,-8-4 3 0,0 0 3 0,1 3 2 0,-1-2 2 0,-5-2 2 15,5 5 4-15,-6-4 2 0,0 4 2 0,-7-4 3 0,8 4 3 16,-8-5 2-16,0 5 2 0,1 0 2 0,0-1 2 0,-1 1 3 0,-6-1 4 16,0 2 3-16,0-2-23 0,0 1-48 0,-6-1 0 0,-1 1 0 15,0 3 0-15,1-3 0 0,-6-1 0 0,4 2 0 0,-4 2 0 0,-2-4 0 16,-5 1 0-16,6 0 0 0,-6 3 0 0,-1-4 0 0,0 1 0 16,1-4 0-16,-7 4 0 0,0 0 0 0,-1-4 0 0,-5 0 0 15,6 0 0-15,-7 0 0 0,1-4 0 0,-1 0 0 0,1 0 0 0,-7-3 0 16,6 3 0-16,-6-3 0 0,0-4 0 0,6 4 0 0,-6-8-106 15,1 4-196-15,-2-4-89 0,1 1-89 0,0-1-86 0,7-3-41 0,-7-1-20 16,-1 1 0-16,7 0 6 0,-5 0 17 0,-1-1 21 0,-1 1 27 16,1-4 25-16,0 4 37 0,7-1 40 0,-7 1 74 0,-1-1 118 15</inkml:trace>
  <inkml:trace contextRef="#ctx0" brushRef="#br0" timeOffset="59866.75">17740 13533 0 0,'-6'0'1'0,"6"0"26"0,0 3-2 15,0-3 0-15,0 0-1 0,0 0-1 0,0 0-1 0,0 0-1 0,0 0-2 16,0 0-1-16,0 0 1 0,0 0-1 0,0 0-1 0,0 0 0 16,0 0-2-16,0 0-1 0,0 0-3 0,0 0 1 0,0 0-2 15,0 0 2-15,0 0-1 0,0 0 1 0,0 0 1 0,0 0 2 16,0 0 1-16,0 0 1 0,0 0 0 0,0 0 1 0,0 0-1 0,0 0 1 15,0 0-1-15,0 0 1 0,0 0 0 0,0 0 1 0,0 0 1 0,0 0 1 16,0 0 0-16,0 0 1 0,0 0 1 0,0 0 1 0,0 0-1 16,0 0 3-16,0 0 1 0,0 0 1 0,0 0 1 0,0 4 0 15,0-4 2-15,0 0 0 0,0 4-2 0,0-4 2 0,0 3-1 0,0-3-1 16,0 0-1-16,0 4 0 0,0-4 0 0,0 0-2 0,0 3 0 16,0 1-1-16,0-4 1 0,0 0 0 0,0 0 1 0,0 4 0 0,0-4 0 15,0 0-1-15,0 3 0 0,6 1 0 0,-6-4 1 0,0 0 0 16,0 4-1-16,0-4 0 0,0 0 0 0,0 3 1 0,0-3-2 0,0 0 0 15,0 0 0-15,0 0-1 0,0 0-2 0,0 0-1 0,0 0-1 16,0 0-1-16,0 0-2 0,0 0-1 0,0 0-1 0,0 0 0 16,0 0 0-16,0 0 0 0,0 0 1 0,0 0 0 0,0 0 1 0,0 0 4 15,0 0 1-15,0 0 5 0,0 0 3 0,0 0 5 0,0 0 5 16,0 0 3-16,0 0 3 0,0 0 1 0,0 0 1 0,0 0 0 0,0 0 0 16,0 0-2-16,0 0-1 0,0 0-3 0,0 0-4 0,0 0-3 15,0 0-3-15,0 0-3 0,0 0-2 0,0 0-2 0,0 0-1 16,0 0-2-16,0 0 1 0,0 0 1 0,0 0 1 0,0 0 0 0,0 0 1 15,0 0 0-15,0 0 0 0,0 0 1 0,0 0-2 0,0 0-1 16,0 0-3-16,0 0 0 0,0 0-1 0,0 0-3 0,0 0-1 0,0 0-3 16,0 0-2-16,0 0 0 0,0 0-1 0,0 0-1 0,0 0-2 15,0 0 0-15,0 0 0 0,0 0 1 0,0 0 0 0,0 0 1 16,0 0 0-16,0 0 2 0,0 0 1 0,0 0 1 0,0 0 3 0,0 0 1 16,0 0 1-16,0 0 0 0,0 0 2 0,0 0 0 0,0 0 1 15,0-3-1-15,0 3-1 0,0-4 0 0,0 4 2 0,0 0 3 0,0 0 4 16,0 0 0-16,0-4-1 0,0 4-2 0,7 0-3 0,-7 0-1 15,0 0 0-15,0-3-1 0,0 3-1 0,0 0-2 0,0 0 1 0,0 0-2 16,0 0-2-16,0 0-3 0,6-4-7 0,-6 4-2 0,0 0-1 16,0-4 0-16,0 4 1 0,7-3 0 0,-7 3 2 0,0-4 1 15,7 4 3-15,-7-3 5 0,0 3 7 0,6-4 4 0,-6 0 4 0,0 4 3 16,6-3 5-16,-6-1 2 0,0 4-1 0,7-4 0 0,-7 1-1 16,0 3 0-16,7-4-2 0,-7 0-1 0,0 4-1 0,6-3-6 0,-6-1-5 15,0 4-4-15,6-4-4 0,-6 1-4 0,0 3-2 0,0-4 0 16,7 0 1-16,-7 4 4 0,0-3 7 0,0-1 2 0,7 0 2 15,-7 0 0-15,0 1 2 0,6 0-1 0,-6-2 2 0,7 2 2 0,-7-1 1 16,0 0 3-16,6 1 2 0,-6-1 3 0,0 4 2 0,6-4-2 16,-6 1-5-16,7-1-2 0,-7 1-1 0,0-1-2 0,7 4-1 0,-7-4 0 15,6 1 1-15,-6-1-3 0,0 4-1 0,6-4-2 0,-6 1-2 16,7-1-3-16,-7 4-4 0,0-4-1 0,7 1-1 0,-7-1 0 16,6 0-1-16,-6 4 1 0,7-3 2 0,-7-1 2 0,0 4 2 0,6-4 1 15,-6 1-1-15,7 3 1 0,-7-4 0 0,7 4 3 0,-7-4 6 0,0 1 3 16,6 3 2-16,0-4 2 0,-6 1 0 0,6-1 0 0,-6 4-2 15,8-4-2-15,-2 1-2 0,-6-1-3 0,6 0 0 0,-6 1-1 0,7-2-1 16,-1 5-1-16,-6-3-7 0,7-5-2 0,-7 8-4 0,7-3-1 16,-7-1-1-16,6 1 0 0,-6-1 0 0,6 0-1 0,0 4 0 15,-6-3 0-15,8-1-1 0,-8 4 2 0,6-4-1 0,0 1 1 0,-6-1 2 16,7 0 1-16,0 4-1 0,-7-3 1 0,6-1 1 0,1 0 0 16,-1 1 1-16,0-1 2 0,1 0 3 0,0 1 0 0,-7-1 2 0,6 0 0 15,0-3 1-15,1 4-1 0,0-1-2 0,6 0-1 0,-7 1 0 16,1-1 0-16,-1 0 0 0,1-3 0 0,-1 3 0 0,0 1-2 15,2-1-1-15,4 0-1 0,-5-3-1 0,-1 3 0 0,1 0-1 0,6 1 1 16,-7-5 0-16,0 5 2 0,2-1-1 0,4 0 1 0,-5 1-1 16,6-1 0-16,-7 0 0 0,1-3-2 0,6 3 1 0,-6 1 1 0,-1-1 0 15,7 1 0-15,-6-1 2 0,-1-3-2 0,7 3 0 0,-7 0 1 16,8-3-2-16,-8 3 2 0,8 1-1 0,-8-5 1 0,7 5 0 0,-7-5 1 16,7 5-1-16,-6-1 0 0,5-3 0 0,-4 3 0 0,4 0 0 15,-5-3 1-15,0 4 1 0,5-2-1 0,-5 2 0 0,-1-5 0 16,8 5 0-16,-8 0-2 0,7-2 0 0,-6 2-2 0,-1-4 2 0,7 3-2 15,-7 0 0-15,1 1-1 0,6-1-1 0,-7-3-2 0,8 3 0 16,-8 0-3-16,0 1 1 0,1-1 0 0,6 0-1 0,-6 1 1 16,5-5 0-16,-4 5 0 0,-2-1 0 0,6 0-1 0,-4 1 1 0,4-1-1 15,-5 1 0-15,6-1 1 0,-6 0-1 0,5 1 0 0,-6-1 1 0,2 0-1 16,4 1-1-16,-5-2 1 0,6 2 0 0,-6 0 0 0,-1-1-1 16,0 0 2-16,0 4 0 0,8-4-2 0,-8 1 2 0,1-1-1 15,0 4 0-15,-1-4 0 0,1 1 1 0,-1 3-1 0,-6-4 0 0,6 4 1 16,1-4-1-16,0 4 1 0,-1-3 0 0,0 3-1 0,1-4 0 15,-7 4 0-15,7-4-1 0,-1 4 1 0,1-3 1 0,-1 3-1 0,1-4 2 16,0 4 0-16,-1-4 1 0,0 4-1 0,-6-3 0 0,6 3 3 16,8-4 0-16,-14 0 0 0,13 4 0 0,-7-3 0 0,1-1 1 0,0 1 0 15,-1 3 0-15,0-4-1 0,0 0-1 0,2 4-1 0,-2-3 1 16,0-1-2-16,1 4 0 0,0-4 0 0,-1 1-1 0,1 3-1 16,-1-4 0-16,0 4 0 0,1-4-1 0,0 4 1 0,-1 0 0 0,-6-3 0 15,6 3-1-15,1 0 1 0,0-4 0 0,-7 4 0 0,6 0-1 0,1-4 1 16,-1 4-1-16,1 0 1 0,-1-3 0 0,-6 3-1 0,7 0 1 15,-1-4 0-15,-6 4-1 0,6 0 0 0,2-4 1 0,-2 4 0 16,-6 0 0-16,6 0-1 0,1 0 1 0,-1-3-1 0,1 3 1 0,-7 0-1 16,6 0 0-16,1-4 1 0,-1 4 0 0,-6 0 0 0,6-4-1 15,2 4 1-15,-2 0-1 0,0 0 1 0,-6-4 0 0,7 4 0 0,0 0 1 16,-1-3 1-16,0 3 2 0,1 0 1 0,-1-4 0 0,1 4 0 16,0-3 0-16,-1 3 0 0,0-4 1 0,1 4 1 0,0-4 0 0,-1 4-1 15,0-4 0-15,1 4 0 0,-1-3 0 0,1 3-2 0,0-4-1 16,-1 4-2-16,0-4 1 0,2 4-2 0,-8 0 2 0,6 0-2 15,0 0 1-15,-6 0-1 0,7 0-1 0,-1 0 1 0,-6 0 1 0,7 0-1 16,-7 0-1-16,0 0 2 0,0 0-1 0,0 0 0 0,6 0 0 0,-6 0 1 16,0 0-2-16,0 0 1 0,0 0 0 0,0 0 1 0,0 0-1 15,0 0 2-15,0 0-2 0,0 0 1 0,0 0 0 0,7 0 1 16,-7 0 0-16,0 0 0 0,0 0-1 0,0 0 2 0,0 0-1 0,0 0 0 16,0 0 0-16,0 0-1 0,0 0 1 0,0 0-1 0,0 0-2 15,0 0 1-15,6 0 0 0,-6 0 0 0,0 0-2 0,0 0 1 0,0 0 1 16,0 0-1-16,0 0 0 0,0 0-1 0,6 0-1 0,-6 0 0 15,0 0 0-15,0 0 1 0,8 0 1 0,-8 0 0 0,0 0 0 16,0 4 0-16,0-4 0 0,6 0-1 0,-6 0 0 0,0 0 0 0,0 0 1 16,0 0 0-16,0 0 0 0,6 0 0 0,-6 0 1 0,0 4-1 15,0-4 0-15,0 0 0 0,0 0 0 0,0 0 0 0,0 0 0 0,0 0 0 16,0 0 0-16,0 0-1 0,0 0 1 0,0 0 0 0,0 0 0 16,0 0-3-16,0 0-2 0,0 0-11 0,0 0-13 0,0 0-20 15,0 0-23-15,0 0-59 0,0 0-77 0,0-4-101 0,-6 4-114 0,0-4-56 16,-2 1-29-16,2-1-14 0,0 0-8 0,-7 1 0 0,0-1-1 15,0-3 11-15,-1 7 12 0,-5-4 21 0,6 4 21 0,-6 0 59 16,-1 0 77-16</inkml:trace>
  <inkml:trace contextRef="#ctx0" brushRef="#br0" timeOffset="60632.32">19584 11672 0 0,'0'3'4'0,"0"-3"110"16,0 4 6-16,0 0 8 0,0-4 5 0,0 3 7 0,0 1 9 0,0-1 8 15,-7 1 7-15,7 0-13 0,0 3-24 0,0-3-17 0,0-1-14 0,-7 1-8 16,7 3-5-16,0-3-7 0,0 0-7 0,0-1-6 16,0 5-7-16,-6-5-7 0,6 1-7 0,0 0-9 0,0 0-8 0,0 3-6 15,-7-3-7-15,7-2-8 0,0 3-11 0,0-1-18 0,-6 3-24 16,6-3-30-16,0-1-30 0,-6 1-28 0,-1 4-27 0,7-5-12 15,-7 0-8-15,1 5-2 0,6-5-3 0,-6 5 0 0,-1-5-1 0,0 5 5 16,1-5 4-16</inkml:trace>
  <inkml:trace contextRef="#ctx0" brushRef="#br0" timeOffset="60949.23">19512 12078 42 0,'-7'8'111'15,"7"3"6"-15,0-4 7 0,0 4 7 0,-6-4 8 0,6 4 7 0,0-3 7 16,-7 2-9-16,7 1-16 0,0-3-14 0,0 2-13 0,-6 1-10 15,6 1-8-15,0-5-6 0,0 4-6 0,0 0-7 0,-6-4-6 0,6 4-8 16,0-3-8-16,0 3-8 0,0-4-8 0,0 0-8 0,-7 4-10 16,7-4-12-16,0 1-13 0,0-1-11 0,0 0-6 0,-7 1-5 15,7-1-7-15,0 1-3 0,0-6-5 0,0 7-1 0,0-2 0 0,0-3-1 16,0 3 2-16,0 0 0 0,0-3 4 0,0 0 5 0,0 3 8 16,0 0 7-16,0-3 6 0,0 4 6 0,7-2 4 0,-7-2 6 0,0 3 3 15,0 1 3-15,0-1 0 0,0 0 1 0,0 1 0 0,0-1 1 16,0 1 0-16,0-1 1 0,0 4 0 0,0-4 1 0,-7 4-1 15,7 0 1-15,0 0-1 0,0 0 1 0,-6 0-1 0,6 0 0 0,0 0 0 16,-6 0 1-16,6 0-1 0,0 0 0 0,0 0 0 0,-8 0 0 16,8 0-1-16,0 0 1 0,0 0-1 0,-6 0-1 0,6 0 1 0,0 0-1 15,0 0-1-15,0 0-8 0,0 0-12 0,-6-4-12 0,6 4-13 16,0 0-15-16,0 0-15 0,-7-3-16 0,7 3-14 0,0-4-9 0,0 4-4 16,0 0-1-16,0-4-2 0,0 4 1 0,0-4-2 0,0 4 10 15,0-3 100-15</inkml:trace>
  <inkml:trace contextRef="#ctx0" brushRef="#br0" timeOffset="61265.74">19466 13053 30 0,'0'7'81'16,"0"0"2"-16,7 4 3 0,-7-3-1 0,0 3-3 0,0-4-9 0,0 4-9 15,0 0-10-15,0-4-9 0,0 4-9 0,-7 0-8 0,7 0-5 16,0-4-5-16,0 4-3 0,0 1-5 0,-6-1-2 0,6-4-3 0,0 4-2 16,-6-4-1-16,6 4-1 0,0-4 0 0,0 4-1 0,0-3 0 0,0 3 1 15,0-4-1-15,0 0 0 0,0 1 0 0,0-5-1 0,0 5 1 16,0-1-1-16,6-4 0 0,-6 5 0 0,0-5 1 0,0 2-1 15,6 2 0-15,-6-3 0 0,0-1 0 0,0 5 1 0,0-5 0 0,0 4-1 16,0-3 0-16,7 3 1 0,-7-3-1 0,0 3 1 0,0 1 0 16,0-5-3-16,0 5-2 0,0-1-5 0,0 0-2 0,-7 1-5 15,7-5-5-15,0 4-2 0,0 1-1 0,0-1-1 0,0 5 1 0,0-6 0 16,0 2-2-16,0 3 2 0,0-4 0 0,-6 4 1 0,6-3 4 16,0 3 3-16,0 0 5 0,0-1 4 0,0 1 5 0,0 0 2 0,0 0 2 15,0 0 0-15,0 4 2 0,0-4 1 0,-6 0 3 0,6 4-1 16,0-4 2-16,0 0-1 0,-8 0 0 0,8 0 1 0,0 0 0 0,0 0-1 15,0 0 0-15,0-4-7 0,-6 4-9 0,6-4-18 0,0 5-20 16,0-5-11-16,0 0-6 0,0 0-5 0,0 1-1 0,0-1-1 0,0 0-1 16</inkml:trace>
  <inkml:trace contextRef="#ctx0" brushRef="#br0" timeOffset="61432.55">19440 14049 58 0,'-6'11'93'0,"6"-3"4"0,-7 3 5 15,7-4 4-15,-6 0 3 0,6 4-9 0,0-4-11 0,-7 1-12 16,7-1-12-16,0 0-10 0,0 1-12 0,0-1-6 0,-6 0-5 0,6-3-6 16,0 3-4-16,0-3-6 0,0 3-4 0,0-3-8 0,0-1-7 15,0 2-14-15,0-2-15 0,0-3-21 0,6 3-22 0,-6 2-15 0,0-2-13 16,0-3-5-16,7 3-3 0,-7 1-2 0,6-4 0 0,-6 4 0 16,7 0-1-16</inkml:trace>
  <inkml:trace contextRef="#ctx0" brushRef="#br0" timeOffset="61965.4">19492 14372 0 0,'0'7'38'0,"0"3"72"0,-6-2 11 0,6 3 10 0,0 0 11 16,0-4 9-16,0 4 9 0,-6-3-3 0,6 4-8 0,0-6-10 0,0 5-9 15,0-3-11-15,0-1-7 0,0 0-10 0,0 1-12 0,0-1-9 16,0-4-11-16,0 5-11 0,0-5-10 0,0 1-10 0,0 3-8 0,6-3-10 16,-6 0-9-16,0-1-9 0,0 1-9 0,0 0-9 0,6-1-10 15,-6 1-10-15,0 0-9 0,7-1-9 0,-7 0-7 0,0 2-7 16,6-2-7-16,-6 1-4 0,0-1-3 0,7 1-1 0,-7 0-1 0,0-1 3 15,7 6 4-15,-7-7 7 0,6 3 9 0,-6 1 10 0,0-2 9 16,6 4 8-16,-6-5 7 0,0 5 7 0,7-5 7 0,-7 5 4 16,0-1 4-16,0 0 1 0,0 1 2 0,0-1 2 0,0 4 0 0,0-4 0 15,0 0-1-15,0 4 0 0,0-3-1 0,0 3 1 0,0-4 1 16,0 5 1-16,-7-5-1 0,7 4 5 0,0-4 2 0,-6 4 4 16,6 0 1-16,0-4 3 0,0 4 0 0,-6-4 3 0,6 4 0 0,0-4 1 15,0 1 0-15,0-1-1 0,-7 1 1 0,7-1-1 0,0 0-1 0,0 0-2 16,0-3-6-16,0 3-2 0,0-2-2 0,0-2-3 0,0 5-1 15,-7-5-3-15,7 1 0 0,0-1 0 0,0 1 1 0,0 0 0 16,0 0-1-16,0-1 0 0,0 4-1 0,0-3 1 0,0 0 0 0,0-1-2 16,0 1-3-16,0 3-2 0,0 1-2 0,0-5-2 0,0 5-1 0,0-2-1 15,0-1 1-15,0 2-1 0,0 0 1 0,7 0 0 0,-7 4 0 16,0-3 1-16,0-1-1 0,0 1 1 0,0 0 3 0,0-2 4 16,0 2 2-16,0-1 1 0,-7 4 1 0,7-4 0 0,0 1 0 15,0-1 0-15,0 0 1 0,0 0 0 0,0 1 0 0,0-1 0 0,0 0-1 16,0 1 1-16,0-1 1 0,0-3-1 0,-6 2 1 0,6 2 1 15,0-1 0-15,0 1 3 0,0 0 6 0,0-1 1 0,0 0 1 0,-7-3 1 16,7 3 0-16,0 0 1 0,0 1 1 0,0-1-1 0,-6 0 0 16,6-3 0-16,0 3 0 0,0 1-1 0,0-5 0 0,-6 5-4 15,6-1-4-15,0-4-4 0,0 1-1 0,0 3-1 0,-7-3-1 0,7 0 0 16,0-1 1-16,0-3-1 0,0 5 2 0,-7-2-8 0,7 0-11 0,0-3-23 16,0 5-31-16,0-5-21 0,0 0-15 0,-6 3-9 0,6-3-4 15,0 0-2-15,0 0 0 0,-6 4-1 0,6-4 0 0,0 0-2 16,0 0 7-16</inkml:trace>
  <inkml:trace contextRef="#ctx0" brushRef="#br0" timeOffset="62116.24">19466 15518 9 0,'0'4'66'0,"0"3"-1"0,-6-3 1 0,6 0 0 15,0-1-1-15,-6 1-10 0,6-4-15 0,0 4-15 0,0-4-12 0,0 3-8 16,0-3-10-16,0 0-14 0,0 0-19 0,0 0-11 0,0 0-9 15,0 0-4-15,0 0-2 0,0-3-1 0,0-1-1 0</inkml:trace>
  <inkml:trace contextRef="#ctx0" brushRef="#br0" timeOffset="63066.01">19557 11635 0 0,'7'0'35'16,"-7"0"36"-16,0 0 3 0,0 0 1 0,0 0 2 0,0 0-1 16,0 0-1-16,0 4-5 0,-7-4-5 0,7 3-9 0,0-3-9 0,-6 4-23 15,6-4-27-15,-6 0-27 0,6 4-24 0,-7-4-16 0,0 0-8 0,7 0-8 16,-6-4-5-16,0 4-4 0,-1 0 0 0,0-4-1 0,1 1 49 16</inkml:trace>
  <inkml:trace contextRef="#ctx0" brushRef="#br0" timeOffset="79982.95">25504 16884 0 0,'0'0'16'0,"0"0"108"0,0 0 14 0,0 5 17 16,0-5 20-16,-7 0 25 0,7 0 28 0,0 3 28 0,0-3 24 0,0 3 20 15,0-3 16-15,0 4 14 0,0-4 11 0,-6 4 5 0,6-4-1 0,0 3-1 16,0-3-4-16,0 5-10 0,0-5-10 0,-7 3-18 0,7-3-21 0,0 0-23 16,0 4-27-16,-7-4-29 0,7 3-30 0,0 1-25 0,0-4-23 15,0 4-12-15,0-1-10 0,0 1-5 0,0-4-3 0,0 4-4 0,0-1-2 16,0 1-2-16,7 0-3 0,-7-4-2 0,0 3-3 0,7 1-3 16,-7 0-4-16,6-4-3 0,-6 3-3 0,7 1-2 0,-1 0-2 0,1-1-2 15,-1-3 1-15,7 4-2 0,1-4-2 0,-2 4-13 0,1-4-43 0,0 0 0 16,6 0 0-16,1 0 0 0,0 0 0 0,6 0 0 0,-7-4 0 15,8 4 0-15,-8 0 0 0,8 0 0 0,-2 0 0 0,1 0 0 0,0 0 0 16,0 4 0-16,-6-4 0 0,6 3 0 0,0-3 0 0,0 4 0 16,-6-1 0-16,6 1 0 0,-7-4 0 0,1 4 0 0,6-1 0 0,-7 1 0 15,1 0 0-15,-7-1 0 0,6 1 0 0,-6 0 0 0,7-4 0 0,-6 3 0 16,-2 1 0-16,-6-4 0 0,8 4 0 0,-8-4-5 0,1 3-137 16,5-3-26-16,-12 0-28 0,8 4-37 0,-2-4-45 0,-6 0-57 0,0 0-66 15,0 0-51-15,0 0-41 0,-6 0-29 0,6 0-27 0,-8 4-2 16,2-4 8-16,0 3 14 0,-1 1 21 0,-6 0 24 0,6 0 26 0,1-1 41 15,-6 1 46-15,4 0 64 0,-4-1 73 0</inkml:trace>
  <inkml:trace contextRef="#ctx0" brushRef="#br0" timeOffset="80349.63">26012 16731 31 0,'0'-4'221'0,"-7"0"30"0,7 4 25 0,-7 0 30 15,1 0 33-15,0 0 36 0,6 4 38 0,-6-4 26 0,-2 4 19 16,2 3-2-16,6-3-14 0,-6 3-34 0,-1 0-44 0,0 5-37 16,1-1-32-16,-1 3-25 0,1 1-19 0,0 3-26 0,-8-3-26 0,8 7-32 15,0-1-34-15,-1 1-22 0,-6 1-16 0,6 2-12 0,-5 5-10 0,5-1-8 16,-6 0-8-16,-1 1-5 0,8 2-7 0,-7 1-3 0,0 0-3 15,0 1-4-15,7-2-4 0,-8 1-4 0,8 4-3 0,0-8-4 0,-1 4-3 16,1-3-2-16,6-1-2 0,-7-4-3 0,7 1-1 0,7-4-5 0,-7-3-6 16,6-1-7-16,1 0-11 0,-1-7-10 0,8 0-9 0,-2-4-9 0,1 1-9 15,0-8-14-15,6 0-14 0,1 0-18 0,0-8-17 0,6 1-36 0,0-4-43 16,0-4-55-16,0 1-65 0,6-4-54 0,-5-5-54 0,5 1-37 16,1-3-29-16,-1 3-10 0,1-4 0 0,-1 1 9 0,1-5 10 0,-7 8 16 15,6-4 20-15,-5 1 35 0,-1 3 42 0,-6 0 61 0,5 4 67 16</inkml:trace>
  <inkml:trace contextRef="#ctx0" brushRef="#br0" timeOffset="82565.66">7073 10576 0 0,'-8'-4'139'0,"8"4"29"0,0-3 16 16,0 3 18-16,0 0 19 0,0-4 20 0,0 4 25 0,0 0 21 15,0 0 26-15,0 0 8 0,0 0 3 0,0 4-2 0,0-4-3 0,8 0-5 16,-8 3-7-16,6 1-9 0,-6 3-12 0,6-3-12 0,-6 3-12 16,7 1-15-16,-1 2-18 0,1 2-18 0,-7-1-20 0,7 0-32 15,-1 3-35-15,0-3-26 0,1 4-16 0,0 0-11 0,-1 3-7 0,7-4-3 16,-6 5-4-16,-1-1-4 0,7 1-3 0,-7-1-4 0,1 0-1 15,6 4-3-15,-7-4-1 0,8 4-2 0,-8-3-1 0,1 3-1 0,6-4-1 16,-6 0-2-16,-1 4-3 0,6-3 0 0,-4-1-2 0,-2-4-1 16,0 5-1-16,1-4-3 0,6 3-3 0,-6-3-1 0,-1-4-4 0,0 3-1 15,1-3-1-15,0 0-1 0,-1-4 0 0,-6 4-3 0,6-7-1 0,1 3-1 16,0-2-2-16,-7-2 1 0,6 1-1 0,-6-4 2 16,7 3 2-16,-7-3 3 0,0 0 2 0,6 0 4 0,-6-3 3 0,6-1 3 15,-6-4 1-15,7 1 1 0,0-4 1 0,-1-4 0 0,7-3 0 0,0-4-1 16,0-3-3-16,0-4-2 0,0-5-4 0,1 1-5 0,5-3-6 15,0-4-7-15,-6 3-11 0,7-4-7 0,0 5-9 0,-1 0-8 16,1 2-7-16,-8 1-7 0,8 4-10 0,-7 0-11 0,7 3-11 0,-8 4-16 16,2 0-17-16,-8 4-30 0,0 0-34 0,1 3-59 0,0 4-71 15,-7 0-77-15,0 0-82 0,0 4-39 0,-7 3-19 0,0 1-4 16,1-2 2-16,0 5 9 0,-8 0 10 0,2 5 16 0,-1-2 19 0,-1 1 30 16,8-1 39-16,-7 5 63 0,0-1 138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09:01:53.8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22254 12444 68 0,'0'0'103'16,"0"0"6"-16,-7-3 7 0,7 3 7 0,0 0 9 0,0 0 9 0,0-4 7 16,0 4-3-16,0 0-6 0,0 0 1 0,0 0 6 0,0 0 12 15,0 0 16-15,0 0 15 0,-6-4 15 0,6 4 18 0,0 0 19 0,0 0 18 16,0 0 18-16,0 0 9 0,0 0 2 0,0 0-4 0,0 0-6 15,0 0-7-15,0 0-10 0,0 0-12 0,0 0-16 0,-7 0-13 16,7 0-14-16,0 0-17 0,0 0-19 0,0 4-21 0,0-4-22 0,0 0-14 16,0 0-9-16,0 0-7 0,0 0-6 0,0 0-6 0,0 0-6 15,0 0-2-15,-6 0-3 0,6 0-2 0,0 0-3 0,0 0-2 16,0 0-1-16,0 0-4 0,0 0-2 0,0 0-3 0,0 0-4 0,0 0-4 16,0 0-5-16,0 0-3 0,0 0-4 0,0 0-4 0,0 0-5 0,0 0-4 15,6 0-5-15,-6 0-3 0,7 0-4 0,-1 0 2 0,1 0 3 16,0-4 4-16,5 4 4 0,-6-3 6 0,8-1 6 0,5 4 3 15,1-4-8-15,-7 1-32 0,6-5 0 0,8 5 0 0,-8-1 0 0,0 1 0 16,8-1 0-16,-1 0 0 0,-6-3 0 0,5 3 0 0,-5 4 0 16,6-3 0-16,-6-1 0 0,5 0 0 0,-5 4 0 0,0 0 0 0,6-3 0 15,-7 3 0-15,1 0 0 0,6 0 0 0,-7 0 0 0,1 0 0 16,6 0 0-16,0 0 0 0,-7 0 0 0,7 0 0 0,1 0 0 0,-1 3 0 16,6-3 0-16,-5 0 0 0,5 0 0 0,1-3 0 0,-1 3 0 15,1 0 0-15,5 0 0 0,-5-4 0 0,-1 4 0 0,8 0 0 16,-7 0 0-16,6-4 0 0,-7 4 0 0,7 0 0 0,-7 0 0 0,1 0 0 15,-1-3 0-15,1 3 0 0,0 0 0 0,-7 0 0 0,6 0 0 0,-6 0 0 16,0 0 0-16,1 0 0 0,-7 3 0 0,5-3 0 16,-5 0 0-16,0 4 0 0,6-4 0 0,-7 0 0 0,-6 4 0 0,6-4 0 15,-5 0 0-15,-2 3 0 0,2-3 0 0,-1 0 0 0,-7 0 0 0,0 0 0 16,8 0 0-16,-14 4 0 0,6-4 0 0,-6 0 0 0,0 0 0 16,0 0 0-16,0 0 0 0,-6 0 0 0,6 0 0 0,-14-4 0 0,2 4-256 15,5 0-287-15,-6 0-86 0,-6 0-36 0,5-3-10 0,-5 3 0 16,-1 0 8-16,1-4 16 0,0 4 22 0,-8 0 32 0,8 0 36 15,-8-4 43-15,8 4 45 0,-7 0 80 0,0 0 134 0</inkml:trace>
  <inkml:trace contextRef="#ctx0" brushRef="#br0" timeOffset="1182.33">22709 11994 62 0,'0'0'127'16,"0"0"13"-16,0 0 17 0,0 0 18 0,0 0 22 0,0 0 23 0,0 0 26 16,0 0 10-16,0 0 0 0,0 0 2 0,0 0 3 0,0 0 7 15,0 0 11-15,0 0 9 0,0 0 7 0,0 0 1 0,0 0-3 0,0 0-9 16,0 0-13-16,0 3-19 0,-6-3-21 0,6 4-22 0,0-4-21 15,-6 4-20-15,-1-1-19 0,7 1-18 0,-6 0-20 0,-1 3-17 16,0 0-15-16,-5 4-12 0,6-4-8 0,-8 5-7 0,1-1-7 0,6 0-2 16,-6 4-2-16,1-4 2 0,-2 3 1 0,-5 1 1 0,6-1 2 0,0-3 1 15,0 4-4-15,0-1 0 0,-1 2-3 0,8-2-1 0,-7 1-3 16,0-1-2-16,0 1-2 0,7-4-1 0,-8 4-2 0,8-1-4 16,-7-3-3-16,6 4-4 0,-5 0-4 0,5-4-3 0,-6 3-2 0,6-3-2 15,1 4-3-15,-7-4 0 0,6 3-1 0,1 1 0 0,0-4-1 16,-8 0-1-16,8 4-1 0,-1-4 0 0,1 0 0 0,-8 4-1 0,8-4 0 15,-6-1 0-15,5 1 1 0,0 4-1 0,-6-4 0 0,7 0 0 16,0 0-1-16,-8 0 0 0,8 0 0 0,-1 0 1 0,0-3 1 16,-5 2-1-16,5 1 1 0,1-3 0 0,-1-1 0 0,0 0-1 0,7 1 0 15,-6-1 0-15,0-3 0 0,6 3 0 0,-7-3 1 0,7-1 0 16,-7 1-1-16,7-1 0 0,0 1 0 0,-6 0-1 0,6-4 0 0,0 3 1 16,0-3 0-16,0 0 0 0,0 0 0 0,0 0 0 0,0 0-1 15,0 0 1-15,0 0-1 0,0 0 0 0,0 0-1 0,0 0 0 16,0 0 2-16,0 0-1 0,0 0 0 0,0 0 0 0,0 0 1 0,0 0-1 15,0 0 1-15,0 0-1 0,0 0 2 0,0 0-2 0,0 0 0 16,0-3 1-16,0 3 1 0,0 0 0 0,0 0 0 0,0 0-1 0,0 0 0 16,0 0 0-16,0 0-1 0,0 0 0 0,0 0 0 0,0 0 0 15,0 0 1-15,0 0 1 0,0 0 0 0,0 0 0 0,0 0-2 0,0 0 1 16,0 0 0-16,0 0 1 0,0 0-2 0,0 0 2 0,0 0 0 16,0 0 0-16,0 0 0 0,0 0 0 0,0 0-1 0,0 0-1 15,0 0 0-15,0 0 0 0,0 0 2 0,0 0-1 0,0 0 0 0,0 0 1 16,0 0 0-16,0 0-1 0,0 0-1 0,0 0 0 0,0 0 0 0,0 0-1 15,0 0 0-15,0 0 2 0,6 0 0 0,-6 0 0 0,0 3-1 16,7-3 0-16,-7 0 1 0,7 4 1 0,-1 0 0 0,0-1 3 16,8-3 5-16,-8 8 4 0,7-4 3 0,0-1 5 0,0 4 2 0,1 1 3 15,5-1 1-15,-6 4 2 0,6-3 4 0,-5 3 1 0,5 0 2 0,1 0 1 16,-1-1 3-16,-6 1-1 0,7 4-2 0,-1-4-2 16,1 0-3-16,-8 0-1 0,8 0-3 0,0 4-2 0,-7-8-1 0,7 4-3 15,-8 0-1-15,8 0-3 0,-7-4-1 0,0 4-3 0,0-3-3 0,0 3-2 16,0-4-2-16,-7 0-4 0,7 0-5 0,-6 1-8 0,0-1-14 15,-1 0-16-15,-6-2-19 0,6 2-25 0,-6-4-29 0,0 1-54 16,0 0-64-16,0-1-90 0,-6 1-97 0,6 3-71 0,-6-3-55 0,-1 0-28 16,0-1-10-16,-6 1 2 0,7 0 8 0,-7-1 15 0,0 1 16 0,7 0 26 15,-8-1 27-15,1-3 54 0,0 4 66 0</inkml:trace>
  <inkml:trace contextRef="#ctx0" brushRef="#br0" timeOffset="9715.6">25412 11983 73 0,'20'-11'167'0,"-1"-3"20"0,-5 2 21 15,-2-2 32-15,8 3 39 0,-7 0 46 0,0-1 51 0,0 1 34 16,-7 4 28-16,8 0-11 0,-8-1-29 0,1 5-13 0,-1-1-7 0,-6 1 0 16,0 3 0-16,0 0-7 0,0 0-11 0,0 0-23 0,0 0-32 15,0 3-40-15,-6 4-48 0,-1-3-29 0,1 3-25 0,0 4-17 0,-8 0-17 16,1 4-15-16,0 0-16 0,-6 3-15 0,5 1-14 0,-5 3-12 15,-7 3-10-15,6 1-8 0,-6 0-7 0,7-1-6 0,-7 4-4 0,6 1-3 16,-6-5-5-16,1 5-4 0,5-1-2 0,-6-3-3 0,6-1 0 16,1 1-3-16,5-4-3 0,-5-5-7 0,12 3-11 0,-6-6-9 15,7-3-9-15,6-3-4 0,0-1-3 0,0 1-2 0,6-5-1 0,1-3-1 16,-1 0-1-16,8-3-1 0,-2 3-1 0,2-8 1 0,-2 4 2 16,2 1 6-16,-1-1 9 0,7-3 8 0,-8 3 9 0,2-3 4 0,-2 3 4 15,-5 0 1-15,6 4 1 0,-6-3 2 0,-1 3 1 0,0 0 3 16,-6 3 1-16,6 1 1 0,-6 0 1 0,0 3-1 0,-6 0 3 0,6 1 2 15,-6 2 3-15,-7 5 5 0,6 0 4 0,1-1 7 0,-7 5 5 16,-1-1 4-16,2 1 4 0,-2-1 2 0,2-4 2 0,-1 5 1 16,-1-5 2-16,8 5-1 0,-6-9 1 0,4 6-3 0,2-9-4 0,0 4-6 15,-1-4-5-15,7 0-6 0,0-3-6 0,0 0-5 0,0-1-4 16,7-3-2-16,-1 0-4 0,0 0-3 0,2 0-2 0,-2 0 1 0,6 0-1 16,-5-3 1-16,6-1 0 0,6 0 1 0,-5 1 2 0,-2-5-4 15,2 1-2-15,5 0-7 0,1 0-9 0,-8-5-10 0,8 5-9 0,0-4-12 16,-7 0-15-16,0 4-15 0,6 0-16 0,-5-5-18 0,-1 5-17 15,-1 0-28-15,-5-1-30 0,6 5-34 0,-7-1-36 0,1 1-38 16,-7-1-40-16,7 4-33 0,-7 0-29 0,0 0-18 0,0 4-9 0,0-1-1 16,-7 4 3-16,0 1 10 0,1 3 15 0,0 0 24 0,-1 3 29 15,-6 1 37-15,0-1 40 0,7 5 44 0,-8-1 49 0,2 1 44 0,-2 3 43 16,2-4 33-16,-2 4 27 0,-5 0 21 0,5-4 20 0,2 4 13 16,-1 4 10-16,0-8 8 0,0 4 7 0,-7 0 4 0,8 0 6 0,-2 0 4 15,1 0 5-15,0-4 3 0,0 4 3 0,7-3 1 0,-8-5 2 16,8 4-1-16,0-2 0 0,-1-2-1 0,0-3 2 0,7 4-1 0,-6-8 0 15,6 4 2-15,6-4 1 0,-6 1 6 0,7-1 8 0,0-3 8 16,-1-1 6-16,0 1 6 0,2-4 3 0,4 0 0 0,-6 0-4 16,8-4-3-16,-1 1-5 0,-7-1-6 0,8-3-7 0,-2-1-5 15,2 1-6-15,-2-4-23 0,1 0-31 0,1-4-42 0,-2 4-44 0,8-4-43 16,-7 1-42-16,0-1-44 0,6-3-44 0,1 3-23 0,0-3-13 16,-1 0-4-16,1 0-3 0,-1-1-1 0,1 1-1 0,6-4 13 0,-6 3 16 15,5-2 29-15,1-1 33 0</inkml:trace>
  <inkml:trace contextRef="#ctx0" brushRef="#br0" timeOffset="9932.96">26396 11961 0 0,'0'-7'368'0,"-6"3"64"0,6 0 37 0,-7 4 21 16,0-3 14-16,7 3 12 0,-6 0 10 0,6 0 9 0,0 0 6 0,0 0 5 15,0 0 4-15,0 0-49 0,0 0-75 0,0 0-104 0,6 3-117 16,-6 1-61-16,7-4-36 0,0 4-20 0,-1 3-13 0,6-3-11 0,-4-1-11 15,4 5-13-15,2-5-16 0,-8 5-20 0,7-4-27 0,0 2-35 16,-6-2-39-16,5 0-62 0,-5-1-76 0,0 1-83 0,-1 0-89 16,1 3-66-16,-7-3-52 0,0-1-28 0,0 5-14 0,0-1 0 0,-7 1 4 15,1-1 16-15,-1 4 20 0,0 0 29 0,-5 0 32 0,-2 0 57 16,2 0 71-16</inkml:trace>
  <inkml:trace contextRef="#ctx0" brushRef="#br0" timeOffset="10200.11">26272 12301 0 0,'-12'11'220'0,"12"0"113"16,-8-3 54-16,2-1 38 0,0-3 25 0,6 0 21 0,0-2 16 0,0-2 14 15,-7 0 11-15,7 0 8 0,0 0 8 0,0 0-45 0,0 0-71 16,7 0-64-16,-7 0-60 0,0 5-52 0,6-5-50 0,0 0-31 0,2 0-23 16,4 0-15-16,2 4-10 0,-2-4-9 0,8 0-8 0,-1 0-5 15,1 3-5-15,-1-3-5 0,1 0-6 0,6 4-8 0,0-4-8 0,0 4-8 16,0-4-5-16,0 3-4 0,0 5-3 0,0-5-5 0,0 1-6 16,-7 3-1-16,8 1-5 0,-14-1-1 0,6 4-1 0,-5-4-2 15,-2 4-12-15,2 4 0 0,-8-4 0 0,1 4 0 0,-7-1 0 0,0 5 0 16,-7-1 0-16,1 0 0 0,-1 4 0 0,-6-4 0 0,0 4 0 0,-6 4 0 15,-1-4 0-15,1 4 0 0,-8-1 0 0,1 1 0 0,0-4 0 16,0 4 0-16,-7-1 0 0,1 1 0 0,-1-4 0 0,1 0 0 16,-1 0-10-16,1-4-153 0,-1-3-44 0,1 3-77 0,-1-7-89 0,1 0-89 15,-1-4-84-15,7-3-45 0,0-4-23 0,0 0-4 0,7-7 7 16,-1-1 17-16,6-3 21 0,2-3 25 0,-1-4 28 0,6-1 40 16,0 1 46-16,7-4 75 0,0 0 155 0</inkml:trace>
  <inkml:trace contextRef="#ctx0" brushRef="#br0" timeOffset="10400">26063 12690 55 0,'8'0'348'0,"-8"-4"54"0,6 4 38 15,-6 0 24-15,0 0 19 0,0 4 20 0,0-4 18 0,6 4 22 16,-6-1 20-16,0 1 19 0,7 3 16 0,-1 0-49 0,1 1-85 0,6 3-82 16,-7 0-80-16,8 0-46 0,-2 4-29 0,8-1-18 0,-1 1-11 15,-5 3-96-15,12 0-102 0,-7 1 0 0,7 3 0 0,0 0 0 16,1 0 0-16,-1 0 0 0,6 3 0 0,-7 1 0 0,9-4 0 0,-2 3 0 16,1 1 0-16,-1 0 0 0,1 0 0 0,-1-5 0 0,1 5 0 15,0-4 0-15,-7 4 0 0,6-4 0 0,-6-4 0 0,1 4 0 0,-8-4 0 16,7-3-116-16,-6 4-336 0,-1-5-87 0,0-3-84 0,-6 0-36 15,7 0-17-15,-7-4 4 0,0-3 13 0,6 0 22 0,-5-4 28 0,-2-4 33 16,2 0 36-16,5-3 47 0,-6-4 54 0,0-3 85 0,7-2 207 16</inkml:trace>
  <inkml:trace contextRef="#ctx0" brushRef="#br0" timeOffset="10633.06">27276 12375 0 0,'0'-11'185'0,"0"0"228"16,-8 4 49-16,8-1 28 0,0 5 18 0,-6-1 14 0,6 4 12 0,0-3 13 16,0 3 13-16,0 0 14 0,0 0 14 0,0 0-19 0,0 0-35 15,0 0-105-15,0 0-142 0,6 3-79 0,2-3-48 0,-2 4-27 16,0-1-17-16,0 1-18 0,1 0-17 0,0-2-26 0,-1 3-30 0,1-1-37 16,-1-1-39-16,1 1-43 0,-7 3-43 0,7-3-63 0,-7 0-70 0,0-1-82 15,0 1-85-15,0 3-67 0,-7-3-60 0,7 3-27 0,-7-3-9 16,1 4 6-16,-7-2 13 0,6 2 20 0,-6-1 26 0,7 0 30 15,-8 1 33-15,2-1 57 0,-1 4 68 0</inkml:trace>
  <inkml:trace contextRef="#ctx0" brushRef="#br0" timeOffset="10785.23">27145 12566 18 0,'0'3'157'0,"0"4"13"15,0-3 11-15,0 3 19 0,0-3 22 0,7 0 22 0,-7 3 21 0,0-4 16 16,6 1 13-16,-6 0-18 0,6 4-35 0,-6-1-27 0,7-3-27 16,-7 3-17-16,6 0-16 0,-6 0-20 0,0 1-24 0,7 3-50 0,-7-4-62 15,0 4-61-15,-7 0-61 0,7-4-52 0,0 8-48 0,-6-4-33 16,-1 0-27-16,1 0-15 0,0 4-7 0,6-4-4 0,-7 3 0 0,0 1 7 15,1-4 13-15,0 3 30 0,-1 1 39 0</inkml:trace>
  <inkml:trace contextRef="#ctx0" brushRef="#br0" timeOffset="10916.85">27087 13041 196 0,'-8'19'235'0,"2"-1"47"15,6 4 49-15,-6-3 49 0,6 2 45 0,-6 1 29 0,-2-3 22 0,8-1 7 16,0 1 5-16,-6-1-25 0,6-4-41 0,0 1-32 0,0-4-32 16,6 4-36-16,-6-4-37 0,8-4-45 0,-8 0-51 0,6 0-46 15,0 1-46-15,8 0-29 0,-8-5-21 0,0-3-17 0,7 4-13 0,-6 0-16 16,6-4-19-16,0-4-24 0,-6 0-32 0,12 1-49 0,-6-5-59 15,0-3-70-15,1 0-76 0,-2-4-62 0,8 1-59 0,-7-5-32 0,7 1-21 16,-8-4-8-16,1 4-1 0,7-8 6 0,-7 4 11 0,6-3 23 16,-5 3 26-16,5-4 49 0,-6 0 58 0,0 0 69 0,7 1 227 15</inkml:trace>
  <inkml:trace contextRef="#ctx0" brushRef="#br0" timeOffset="11199.77">27712 12558 326 0,'6'-4'438'0,"0"1"42"0,1-1 30 0,0 0 28 15,-1 1 26-15,7 3 21 0,-7-8 21 0,1 5 17 0,6-1 16 16,-7 1 12-16,8-1 11 0,-1 0-103 0,0 1-161 0,0-1-94 0,7 4-60 16,-8-4-180-16,8 1-64 0,-1 3 0 0,7-4 0 0,-6 0 0 15,6 4 0-15,1-3 0 0,-2 3 0 0,1 0 0 0,7-4 0 16,-1 4 0-16,-6 0 0 0,7 4 0 0,-7-4 0 0,6 0 0 16,-5 3 0-16,5-3 0 0,-6 4 0 0,1 0 0 0,-9-1 0 0,9 1 0 15,-7 0 0-15,-8 3 0 0,8-3 0 0,-7 3 0 0,0-4 0 16,-6 5 0-16,-1-5 0 0,-6 5 0 0,6-1 0 0,-6 1 0 0,-6-1 0 15,0 4 0-15,-1-4 0 0,-6 4 0 0,0-4 0 0,-1 5 0 16,-4-5 0-16,4 4 0 0,-11 0 0 0,5-4 0 0,-6 4 0 0,-1-4 0 16,1 4 0-16,-6-3 0 0,-1-1-126 0,1 0-246 0,-1-3-94 15,1-1-76-15,-1 1-69 0,1 0-28 0,-1-4-8 0,1 0 6 16,5-4 16-16,1 0 22 0,0-3 24 0,7-4 31 0,-1 0 34 0,8 0 50 16,-2-3 60-16,-5-1 81 0,12-3 236 0</inkml:trace>
  <inkml:trace contextRef="#ctx0" brushRef="#br0" timeOffset="11383.57">27770 12514 12 0,'0'4'239'0,"0"3"39"0,-7 0 35 0,7 1 45 16,0 3 48-16,0-4 34 0,0 4 27 0,0 4 20 0,0-4 19 0,0-1 3 16,0 9-2-16,0-4-31 0,-6 3-40 0,6 4-38 0,0 0-35 15,-6 3-30-15,6 1-25 0,-7 7-33 0,1 0-39 0,-8 0-28 16,8 7-21-16,-7-3-19 0,0 3-14 0,0 4-27 0,0 0-127 16,0-3 0-16,-1-1 0 0,2 0 0 0,-1-3 0 0,0-1 0 0,6-3 0 15,-5-3 0-15,4-1 0 0,2-7-5 0,6-4-265 0,-6-7-96 16,6 0-104-16,6-7-73 0,0-8-59 0,2-3-28 0,-2-8-13 0,7-3 3 15,7-7 9-15,-2-5 19 0,2-7 22 0,0 1 33 0,6-8 39 16,-7-4 62-16,8 1 73 0</inkml:trace>
  <inkml:trace contextRef="#ctx0" brushRef="#br0" timeOffset="11583.49">28057 12159 97 0,'6'-15'367'0,"-6"4"50"0,6 4 29 15,2-1 24-15,-2 5 21 0,-6 3 21 0,6 0 21 0,-6 3 21 0,7 1 22 16,0 7 17-16,-7 0 19 0,6 0-60 0,-6 7-96 0,0 0-88 15,6 5-83-15,-6 2-45 0,-6 1-26 0,6 3-23 0,0 0-18 0,-6 5-129 16,-1-1-44-16,0 3 0 0,1-3 0 0,-8 4 0 0,8-1 0 16,-7-2 0-16,7 2 0 0,-8-3 0 0,2 0 0 0,6 0-4 0,-8-4-255 15,8 0-81-15,-8-3-90 0,8 0-76 0,-1-4-70 0,1-4-39 16,-7 0-19-16,6 1-2 0,1-8 8 0,0 4 20 0,-1-8 28 16,0 0 32-16,1 1 37 0,6-5 50 0,-7-3 61 0,1 0 78 0,6-3 189 15</inkml:trace>
  <inkml:trace contextRef="#ctx0" brushRef="#br0" timeOffset="11865.93">27881 12895 13 0,'-7'-4'337'0,"7"1"65"0,-6-1 45 0,6 0 35 15,-6 4 32-15,-2-3 28 0,2 6 28 0,0-3 24 0,-1 0 22 16,7 0 15-16,-6 4 11 0,-1-4-52 0,1 0-84 0,6 0-92 0,0 0-98 16,0 0-57-16,0 0-40 0,6 0-122 0,1 0-97 0,6 0 0 15,-1 0 0-15,2 0 0 0,6-4 0 0,-1 4 0 0,7 0 0 0,-6-3 0 16,5 3 0-16,1 0 0 0,0 0 0 0,1 3 0 0,5 1 0 16,-6-4 0-16,1 7 0 0,-8-3 0 0,7 4 0 0,0-2 0 15,-6 2 0-15,-1 0 0 0,-6 3 0 0,6-4 0 0,-5 4 0 0,-2-4 0 16,2 4 0-16,-8-4 0 0,1 4 0 0,-1-3 0 0,1 3 0 15,-7-4 0-15,0 4 0 0,7-4 0 0,-14 0 0 0,7 5 0 0,0-5 0 16,-7 0 0-16,1 1 0 0,-1 3 0 0,1-4 0 0,-8 4 0 16,2-4 0-16,-2 4 0 0,-5 0 0 0,6 0 0 0,-6 0 0 0,-1 0 0 15,-6 4 0-15,7-4 0 0,-7 4 0 0,-1-4 0 0,1 3 0 16,-6-3 0-16,5 4 0 0,-5-4 0 0,6 0 0 0,0-4-64 16,-7 4-317-16,8-4-80 0,-1-3-82 0,-1 0-54 0,1-1-44 0,6-3-12 15,-6 0 4-15,7-3 16 0,-1-5 23 0,8 5 29 0,-8-8 32 16,7 3 41-16,7-3 43 0,-8-3 68 0,2 3 81 0</inkml:trace>
  <inkml:trace contextRef="#ctx0" brushRef="#br0" timeOffset="12082.65">27614 13089 21 0,'0'-3'333'0,"0"-1"58"0,0 0 41 0,7 1 29 0,-7 3 18 15,0-4 22-15,0 4 20 0,6 0 23 0,0 0 25 0,-6 4 23 16,6 3 25-16,8-3-42 0,-1 3-76 0,0 4-76 0,6 0-73 0,-5 0-46 16,12 3-28-16,-7-3-19 0,7 4-211 0,0 3-46 0,0-3 0 15,7 4 0-15,-1-5 0 0,-5 4 0 0,5 1 0 0,1-1 0 16,-1-3 0-16,1 3 0 0,-7 1 0 0,6-5 0 0,-5 4 0 0,5-3 0 15,-6 0 0-15,1-1 0 0,-2-3 0 0,-5 4 0 0,0-4 0 16,-2 0 0-16,2 0 0 0,-7 0 0 0,1-4 0 0,-2 4 0 0,-6-3 0 16,2-1-15-16,-2-3-257 0,0-1-38 0,1 1-48 0,-7 0-66 15,6-4-74-15,-6 0-48 0,0 0-33 0,0 0-8 0,0 0 4 0,0-8 14 16,0 5 16-16,-6-1 19 0,6-3 20 0,0 3 29 0,0-3 31 16,0 3 55-16,0-3 64 0</inkml:trace>
  <inkml:trace contextRef="#ctx0" brushRef="#br0" timeOffset="27033.12">17395 3447 0 0,'0'-4'27'0,"0"0"75"0,0 4 4 16,-6-2 2-16,6-3 4 0,-7 2 4 0,7 3 7 0,-7-4 1 0,1 0-4 15,0 1-15-15,0-5-17 0,-2 5-14 0,2-2-9 0,0-1-4 16,-1 2 1-16,-6-3-1 0,6 3 0 0,1-3 0 0,-7-1 1 0,6 5-1 15,1-4-2-15,-7-1 1 0,6 1-2 0,1 0 0 0,-1-4-1 16,1 3-1-16,0 1-3 0,-8-4-2 0,14 1-4 0,-12-2-2 16,4 1 1-16,8-1 3 0,-6 2 6 0,0-5 0 0,-1 1-1 0,1-1-1 15,6 0 1-15,-7-3-2 0,7-1 1 0,-6 5 3 0,6-8 8 16,0 4 8-16,0-1 9 0,0 1 4 0,0-4 1 0,0 4-1 0,6-4-4 16,-6 3-3-16,7-3 1 0,-1 1-2 0,1 2-2 0,-1-3-2 15,0 0-3-15,2 0-5 0,-2 0-8 0,7 0-8 0,-6 0-6 0,5-3-7 16,-5 2-2-16,6-2-5 0,0 3-1 0,0-4-1 0,0 1-2 15,0-1-1-15,0 0-1 0,0 1 1 0,1-1 2 0,-2 1 1 16,8-1 0-16,-7 0 0 0,7 0-1 0,-8 1-2 0,8-1 1 0,-1 1-2 16,1-1 0-16,0 1-2 0,5-1-2 0,-5 0 0 0,6 0-1 0,0 1-1 15,-7-1-5-15,7 0-1 0,1 1 1 0,5-1 0 16,-6 1 1-16,7 3 3 0,-7-4 3 0,7 4 3 0,-1 0 3 0,1 0 2 0,-1 0 1 16,1 0 1-16,5 0-1 0,-4 3 2 0,-2-2 1 0,1 2 1 15,6-3 3-15,-7 4 4 0,1 0 2 0,-1 3 1 0,1-3-2 0,6 3-2 16,-7 0-2-16,2 4 1 0,-2-3 1 0,1 3 0 0,5 0 2 0,-5 4 0 15,-1-1 1-15,1 1-2 0,6 0-3 0,-7 3-3 0,8 0-5 0,-7 1-4 16,5-1-1-16,-5 4-3 0,6 0-1 0,-7 0-1 0,8 4-3 16,-1-1-1-16,-7 1-2 0,1 0-1 0,6 3-1 0,-7 0-1 15,1 1-1-15,0 3 2 0,6 0 1 0,-7-1 3 0,1 1 0 0,-1 4 2 16,1 0 1-16,-1 3-1 0,1-3 0 0,0 3 0 0,-1 0 0 0,8 4-1 16,-8-3 1-16,1 3 0 0,-1-4 1 0,1 4-2 0,-1 0 0 15,1 0-1-15,-1 0-2 0,1 0 0 0,-7 0-2 0,7 0 2 0,-1 0-1 16,-6 0 2-16,1 0 1 0,-2 0 2 0,8 0 1 0,-8 0 3 0,2 4 0 15,-1-4 2-15,-6-1 0 0,6 5 1 0,-1-4 2 0,-5 3 0 16,6-2 2-16,-7 2 2 0,1 1 2 0,0-4 0 0,-1 3 1 0,-6 1-2 16,6 0 0-16,-5-4-1 0,-1 3 0 0,6 1 1 0,-6-4 0 15,-6 4 1-15,6 0-1 0,0-1 1 0,-6-3-1 0,6 4-3 0,-7-1-3 16,0 1 0-16,1 0-1 0,0-1-1 0,-1 1-1 0,-6-1-2 16,0 1-2-16,6 4-1 0,-6-5-3 0,0 4-1 0,0-3-3 0,-6 4 1 15,6-5 0-15,-6 4 0 0,-1-3 1 0,0 3 1 0,1 0-1 16,0-3 1-16,-1 4-1 0,-6-1 0 0,6-4 0 0,-5 5 0 15,5-4 1-15,-6 3 0 0,0-4-1 0,-7 5 0 0,8-5-1 0,-2 1 0 16,-5 0-2-16,6-1-1 0,-6 1 0 0,-1-1-1 0,0 2 0 16,1-2 1-16,-1 1 0 0,-6-1 0 0,0-3 0 0,7 3 0 15,-7 2 0-15,-1-2 1 0,-5 1 0 0,6-1 0 0,-7 1 1 0,7-5 0 16,-7 6 0-16,1-2-1 0,-1 1 1 0,1-4-1 0,-1 3 0 0,1 0 1 16,-1-2-1-16,7-1-1 0,-6-3 1 0,-1 2 0 0,7-2 1 15,-7-5 0-15,7 5 1 0,0-4 2 0,0-4-1 0,1 3 2 16,-2-3 2-16,1-4 1 0,6 1 1 0,-6-1 2 0,7 1 3 0,-7-1 2 15,0-4 0-15,6 1 0 0,-5 0 0 0,5-4-2 0,-6 3-3 0,-1-3-1 16,1 4 0-16,1-4-3 0,-1 0-1 0,0 0-2 0,-7 0-3 16,7 0-2-16,-7 0-2 0,1 0-3 0,-7 0-2 0,5 0 0 15,2-4-1-15,-1 4 1 0,-5 0 0 0,5 0 0 0,1-3 0 0,-1 3 0 16,1-4-1-16,5 0 0 0,-5 1 1 0,6-1 1 0,0-3 0 16,-7 3 0-16,7-3 1 0,7-1 1 0,-7 1-1 0,-1-4 0 0,1 4 2 15,7-5-1-15,-7 2 1 0,6-5 0 0,0 4 0 0,1-4 1 16,0 1-1-16,0 3 1 0,-1-3-3 0,7-1 1 0,-7-3-1 0,7 3-1 15,-6 0 1-15,5-4 0 0,-5 1-1 0,6 0 0 0,0 3-1 16,-1-2 0-16,2-6 0 0,-1 5 0 0,0-1-1 0,0 1 0 16,-1 0 0-16,8-1 0 0,-6 1 1 0,-2-4-1 0,1 4 1 0,0 0 0 15,0-1-1-15,0 1 0 0,0-1 1 0,0 5-1 0,0-4 1 0,-6-1 0 16,-1 5 1-16,0-1-1 0,1 1-1 0,-1-2 0 16,1 2-2-16,-7 3-3 0,6-4-4 0,-6 4-6 0,7 0-7 0,-7 0-9 15,6 0-13-15,0 0-14 0,-5 1-16 0,5-6-18 0,0 5-18 16,7-3-32-16,-6-1-41 0,6 1-53 0,-1-5-59 0,2 1-54 0,-1-4-51 15,-1 0-43-15,8-4-41 0,0 1-21 0,0-1-12 0,-2-3 2 16,8 3 11-16,-6-3 15 0,6 0 17 0,0-1 32 0,-6 4 39 0,6-2 55 16,0 2 60-16,0 0 57 0,-7 0 197 0</inkml:trace>
  <inkml:trace contextRef="#ctx0" brushRef="#br0" timeOffset="28382.65">20554 6887 0 0,'-7'-8'51'16,"-5"-2"60"-16,5 2 3 0,-6-3 4 0,0 0 7 0,0 0 13 15,0 0 15-15,-1-3 16 0,2 3 15 0,-1-4-10 0,0 1-23 0,0 3-1 16,-7-4 10-16,7 0 12 0,0 0 14 0,0 4 10 0,-7-3 10 16,8-1 14-16,-2 4 14 0,-5-3 4 0,6-1-4 0,-6 4-5 15,5-4-3-15,-5 0-7 0,6 4-10 0,-6-7-17 0,5 4-19 0,1-1-18 16,-6-4-13-16,6 1-12 0,-1 0-11 0,-5-1-19 0,6-6-20 15,0 3-16-15,0-4-13 0,0 1-10 0,-1-1-13 0,2-7-6 16,6 4-7-16,-8-4-3 0,8 4-4 0,-1-8-1 0,7 4-1 0,0-4 1 16,0 5 0-16,0-5 2 0,0 4 2 0,7-4 1 0,-1 1 3 15,1 3 1-15,6-4 1 0,-1 4 1 0,2-4 3 0,-1 5 0 16,0-2 0-16,6-2 0 0,-5 3 0 0,5 0-1 0,7 0-3 0,-6 0 0 16,6 0-2-16,0 0-2 0,-1 0 0 0,2 0-2 0,5 0-2 0,1 0-1 15,6 4-2-15,-6-4 0 0,6 0 0 0,0 0 0 0,0 4-1 16,0-5 1-16,6 5 1 0,-5-4 1 0,5 4 1 0,1 0-2 0,-1-1 1 15,-6 1 1-15,7 0 1 0,6 3 0 0,-6 4 2 0,-1-3 0 16,1 2 1-16,6 5 0 0,0 0-1 0,-6 3 1 0,5 4 1 0,-4 0-2 16,5 4-1-16,-7 0 0 0,7 7-1 0,-6 0 0 0,6 0-1 15,-7 7 0-15,1 0 0 0,-7 1-1 0,7 3-1 0,-1 3-1 16,1 1-1-16,-7 3-1 0,6 1-3 0,1-2 1 0,-7 6 0 0,0 2 0 16,7-3 0-16,-7 4 0 0,0-1-1 0,0 2-1 0,0 2-1 0,-6 0 0 15,6 0 0-15,-7 4 2 0,1 0 1 0,-1 0 0 0,-6 0-1 16,1 4 2-16,5 0-1 0,-12-1 0 0,6 1-1 0,-7-1 1 15,1 1 1-15,-7 0-1 0,0 3 1 0,0-4-1 0,0 5-1 0,-6-5 1 16,-1 5-1-16,0-4 0 0,-6-1-2 0,0 1 2 0,0-1 0 16,0-3 1-16,-6 4 0 0,-7-4 3 0,6-4 2 0,-6 4 4 15,1-3 5-15,-2-1 2 0,-5 0 4 0,6 0 3 0,-7 0 4 0,1-3 4 16,-7 0 3-16,6 3 4 0,-5-3 1 0,5-1 2 0,-13 1 2 16,7 0 2-16,0 0 1 0,-7-1-2 0,7 1-1 0,-13-4-2 0,7 4-2 15,-7-5-2-15,6 5-2 0,-6-4-2 0,-6 0-3 0,-2 0-1 16,2 0-1-16,-1 0 1 0,1 0-2 0,-7 0-1 0,0 0-2 0,0 0 0 15,-7 0-2-15,0 0 0 0,1 0-2 0,-1-4 1 0,0 4 0 16,8-4-2-16,-8-3-1 0,0 3-2 0,1-6-3 0,5-1-1 16,2 0 0-16,5-1-1 0,-7-6-1 0,8 3-2 0,7-3 0 0,-9-4-1 15,9 0-2-15,-1-4-2 0,-1-3-2 0,1 3-5 0,0-6-7 0,-7-1-9 16,7-5-12-16,1-2-14 0,-8 0-14 0,7 0-18 16,-6-8-17-16,-1 4-26 0,0-3-29 0,0-5-46 0,1 1-54 0,-1 3-63 15,1-3-67-15,-1 0-50 0,7-1-45 0,-7 1-26 0,7 3-18 16,0 1-3-16,1-1 8 0,5 4 11 0,-7 0 16 0,14 4 23 0,-7-1 28 15,8 1 46-15,-1 4 55 0,6-1 64 0,-6 0 146 0</inkml:trace>
  <inkml:trace contextRef="#ctx0" brushRef="#br0" timeOffset="114182.62">11677 4318 10 0,'0'0'66'0,"0"-3"0"0,-6 3 2 0,6-4-3 16,0 4-5-16,0 0-10 0,-7-3-10 0,7 0-3 0,0-2-2 16,0 5 0-16,-6-3 1 0,6-1 1 0,0 0-1 0,-7 1 1 15,7-1 0-15,0 0 4 0,0 1 4 0,-7-1 4 0,7-3 4 0,0 3 6 16,-6-3 4-16,6 0 3 0,0-1 0 0,-6 1 3 0,6 0 3 0,-8-1 3 15,2-3 6-15,6 4 2 0,-6-4 4 0,-1-3-2 0,1 3 0 16,-1-1-2-16,1-3-2 0,-1 1-1 0,1-1 2 0,-8 1 3 16,8-4 6-16,0 3 0 0,-1-3 3 0,0-1 0 0,-5 4-2 0,5-3 3 15,1 0 2-15,-1 0 3 0,0-1 2 0,-5 1 5 0,5-3 6 16,0 1 1-16,1 2-1 0,0 0-3 0,-1-4-6 0,1 4 1 16,-1-1 2-16,0 1 3 0,1-1-2 0,0 1-3 0,-2 0-5 0,2 0-3 15,0-1-3-15,0 1-2 0,-1 0-2 0,0 0-3 0,1-1-3 16,-1-3-4-16,1 4-6 0,6-4-7 0,-6 4-10 0,-2-4-8 0,8 0-7 15,0-1-5-15,-6-2-3 0,6 2-4 0,0-2-4 0,0 0-5 16,6-4-9-16,-6 3-4 0,0-4-4 0,8 1-1 0,-2 0-2 0,0-4 1 16,1 3 0-16,-1 1 0 0,1-4-1 0,6 4 0 0,-7-1 0 15,0-2 0-15,8 2-1 0,-8 1 0 0,8 4 1 0,-8-5 1 0,1 4 2 16,-1 1 2-16,7-1 3 0,-6 4 1 0,-1-3 1 0,0 2 0 16,1-2 2-16,0 3 1 0,-1 0 1 0,1 3 0 0,-1-2 1 0,0-1 0 15,1 3-1-15,0-3 0 0,-1 4-1 0,8-4 0 0,-8 0-1 16,7 0 1-16,0 0 0 0,-7 0-1 0,13-4-1 0,-5 1 0 0,6-1 0 15,-1 1 1-15,-6-1 0 0,13 0 1 0,-6 1 2 0,6-1-1 0,-6 1 0 16,5-1 0-16,1-4-2 0,0 8 0 0,7-3 0 0,-7-1 1 16,0 4 0-16,7 0 0 0,-7 0 1 0,0 0 0 0,-1 0 0 0,1 0-1 15,1 4 0-15,-7 0 0 0,6 0 2 0,-1 2 0 0,-5-2 1 16,0 4 0-16,6-1-1 0,-7 0-1 0,7 4-1 0,-6-3-1 16,-1 3-1-16,7-4 0 0,-6 4 2 0,6 0 0 0,-1 0 1 0,2 0-1 15,-1 0 0-15,0 0-1 0,0 0 0 0,0 4 0 0,7-4 0 0,-7 0 0 16,7 0 1-16,-1 4 1 0,1-4 1 0,-1 3-1 0,1-3-1 15,-1 4-1-15,7-1-2 0,-6 2 0 0,-1 2-2 0,1-4-1 0,-1 4-1 16,2 1-1-16,-2-1 0 0,-7 4-1 0,8-3 0 0,-7 3 0 0,0 3-2 16,7-3 1-16,-7 4-1 0,0-1 1 0,-6 1-1 0,5 0 1 0,1 4 0 15,1-2 0-15,-7 2 0 0,6-1 0 0,-7 1 0 0,1 3-1 16,6 0 1-16,-7 0-1 0,1 0 2 0,-1 0-1 0,7 0 0 16,-6-1 0-16,0 5 1 0,6-4 1 0,-7 0 0 0,1 4 0 0,-2 0 1 0,9-1 0 15,-7 1 1-15,-1-1 1 0,0 1-1 0,1 0 0 0,-1-1-1 16,-5 5 0-16,6-1 1 0,-8-3-1 0,8 3-2 0,-7 0 0 0,-1 4 0 15,2-3 0-15,-1-1-1 0,0 4 1 0,-7 0-2 0,7 0 1 16,-6 0 0-16,6 3 1 0,-7-3 1 0,1 4 0 0,0 0 0 0,-1 0 2 16,0-1 1-16,1 1 1 0,-1-1 1 0,1 1 2 0,-7 0 0 0,7-1 1 15,-1 1 2-15,-6-4 3 0,6 3 0 0,-6 1 0 0,8 0 1 16,-8 0 1-16,6-5-1 0,-6 5 1 0,6 0 1 0,-6-4 1 16,0 0 2-16,7 3-1 0,-7-3 1 0,0 0 1 0,0-4-1 0,0 4 1 15,0 1 2-15,0-5 0 0,0 3 1 0,0-2 1 0,0-1 1 16,0 1-2-16,-7-1-1 0,7 1 0 0,0-1-2 0,-6 4-1 0,6-4 0 15,-6 0-3-15,-2 4 0 0,8-3-2 0,-6 2 0 0,0 2-3 16,-1-5-1-16,7 4-1 0,-7 0 0 0,1 0 0 0,-7 0 0 16,13 0 0-16,-6-4-1 0,-8 4-1 0,14 0 0 0,-12-4 1 0,5 1-1 15,7-1 0-15,-7 1 0 0,1-1-1 0,-1 0 0 0,1 0 0 0,-1 1-1 16,1-2 1-16,-1 2 0 0,1-1 2 0,0 5 2 0,-2-5 1 16,2 0 1-16,-7 1 1 0,7-1-1 0,-1 0 1 0,1-3-2 15,-1 4 1-15,1-5 1 0,0 1 0 0,-2-1 0 0,2 1 1 0,0 0-1 16,-1-1-2-16,-6-3-1 0,7 4-1 0,-1-1-1 0,1 1 0 15,-8-1-1-15,8-2 1 0,0 3 0 0,-1-1 0 0,-6-3 0 0,7 4-2 16,-1-4-12-16,-6 0 0 0,6 3 0 0,-5-3 0 0,4 4 0 16,-4-4 0-16,-1 4 0 0,6-4 0 0,-6 0 0 0,7 3 0 0,-8-3 0 15,2 0 0-15,-2 0 0 0,2 4 0 0,-1-4 0 0,-1 0 0 16,2 3 0-16,-2-2 0 0,-5-1 0 0,6 0 0 0,0 0 0 16,-1 0 0-16,2-4 0 0,-1 4 0 0,0 0 0 0,0-4 0 0,-1 0 0 15,2 1 0-15,-2-1 0 0,2 0 0 0,-1 1 0 0,-7-5 0 16,8 5 0-16,-2-1 0 0,1 1 0 0,0-1 0 0,0-3 0 0,1 3 0 15,-8 0 0-15,6-3 0 0,1 3 0 0,1 0 0 0,-8 1 0 16,7-4 0-16,-7 3 0 0,7 0 0 0,-6-3 0 0,5 3 0 0,-5 0 0 16,-1 1 0-16,8-5 0 0,-8 4 0 0,0 1 0 0,1-5 0 15,6 5 0-15,-6-5 0 0,-1 5 0 0,0-5 0 0,7 1 0 0,-7-1 0 16,8 2 0-16,-8-2 0 0,7 1 0 0,1 0 0 0,-2-4 0 16,-6 3 0-16,8-3 0 0,-1 4 0 0,-1-4 0 0,2 4 0 0,-2-4 0 15,2 3 0-15,-1-3 0 0,6 0 0 0,-6 4 0 0,-1-4 0 16,2 4 0-16,-1-4 0 0,0 3 0 0,0-3 0 0,-1 4 0 15,2-4 0-15,-2 4 0 0,2-4 0 0,5 3 0 0,-6-3 0 0,0 4 0 16,0-4 0-16,0 4 0 0,0-4 0 0,0 3 0 0,0-3 0 16,7 4 0-16,-8-4 0 0,2 0 0 0,-2 4 0 0,1-4 0 15,1 0 0-15,-2 3 0 0,2-3 0 0,-2 4 0 0,8-4 0 0,-14 0 0 16,13 3 0-16,-5-3 0 0,-2 4 0 0,2-4 0 0,-1 4 0 16,-1-4 0-16,2 0 0 0,-2 4 0 0,2-4 0 0,-2 0 0 0,1 3 0 15,1-3 0-15,5 4 0 0,-6-4 0 0,0 0 0 0,0 3 0 0,0-3 0 16,-1 0 0-16,2 0 0 0,6 0 0 0,-8 0 0 0,1 0 0 15,0 0 0-15,0 0 0 0,1 0 0 0,-2 0 0 0,8 0 0 16,-8 0 0-16,1 0 0 0,7 0 0 0,-7 0 0 0,0 0 0 0,7 0 0 16,-8 0 0-16,1-3 0 0,7 3 0 0,-7 0 0 0,6 0 0 15,-5 0 0-15,-2 0 0 0,8-4 0 0,-7 4 0 0,6 0 0 16,-6 0 0-16,7 0 0 0,-8 0 0 0,8-3 0 0,-7 3 0 0,6 0 0 16,-5-4 0-16,5 4 0 0,-6 0 0 0,6-4 0 0,-5 4 0 0,5-4 0 15,0 1 0-15,-5 3 0 0,5-4 0 0,-6 4 0 0,6-3 0 16,-5-1 0-16,4 0 0 0,-4 1 0 0,5-1 0 0,-6 0 0 15,7 1 0-15,-7-1 0 0,7 0 0 0,-8-3 0 0,8 3 0 0,-8-3 0 16,8 0 0-16,-7-1 0 0,7-3-123 0,-8 1-63 0,2-6-69 16,5 2-89-16,-6-4-101 0,7-1-73 0,-7 1-58 0,-1-4-29 15,2-3-12-15,4 2 2 0,-4-2 10 0,6-1 17 0,-1 5 23 0,7-5 28 16,0 4 32-16,7-4 56 0,-1 4 68 0</inkml:trace>
  <inkml:trace contextRef="#ctx0" brushRef="#br0" timeOffset="116899.34">14171 2791 53 0,'0'-3'80'0,"0"3"4"15,0-4 10-15,0 4 8 0,0-4 5 0,0 4 1 0,7-3-3 0,-7 3-5 16,0-4-7-16,7 4 1 0,-7-4 5 0,0 4 9 0,6-3 14 0,-6 3 14 16,6 0 18-16,-6 0 13 0,7-4 13 0,-7 4 12 0,6 0 13 15,1 0 16-15,-7 0 19 0,7 0 11 0,-1 0 9 0,0 0 4 16,1 0-1-16,6 0-5 0,-7 0-8 0,8 4-10 0,-8-4-13 0,7 0-15 15,1 3-16-15,-2-3-15 0,-6 4-17 0,14-4-20 0,-7 4-21 0,1-4-20 16,-2 3-15-16,8-3-11 0,-7 4-6 0,7 0-7 0,-8-1-5 16,8-3-5-16,-7 3-2 0,0-3-3 0,6 5-2 0,-5-5-3 0,-2 3-3 15,2-3-3-15,-1 4-1 0,-1-4-3 0,2 0-1 0,-2 4-4 16,-4-4-1-16,4 0-2 0,-5 0 1 0,-1 0-1 0,8 0 0 0,-8 0-2 16,0 0 0-16,0 0-2 0,2 0 0 0,-2-4-1 0,0 4-1 15,-6-4-2-15,7 4-1 0,-1-3 0 0,1 3-2 0,0-5-1 0,-7 5-1 16,6-3-1-16,0 0 0 0,1-1-2 0,0 0 0 0,-1 1-1 15,0-1 0-15,-6-3-1 0,7 3 0 0,0 0-1 0,-1-3 0 0,1 0 0 16,-7-1-1-16,6 1 1 0,0-4-1 0,1 0 0 0,-7 0 0 16,7-4-1-16,-1 1 0 0,0-1-1 0,2-3 0 0,-2 3-1 0,-6-3 0 15,6-1 0-15,1 1-1 0,-7 0 0 0,6-1 0 0,-6 1-1 0,0 0 0 16,0 0-1-16,7 3 1 0,-7-4 0 0,0 5 0 0,0-5 0 16,0 5 0-16,0-1-1 0,0 1 0 0,-7 3-1 0,7-4 0 15,0 1 1-15,0-2-1 0,0 5 1 0,0-3 1 0,0-1 0 0,0 4-2 16,0-3 1-16,0 3 0 0,0-4 0 0,0 4 0 0,7-3 0 0,-7 3 1 15,0 0-1-15,0-1-1 0,0 1 1 0,0 4 1 0,6-4-2 16,-6 4 0-16,0-1 0 0,0 1 0 0,0 0 1 0,0 0 0 0,7-1 0 16,-7 5 0-16,0-5 0 0,0 5 0 0,0-1 0 0,0 0 0 15,0 1 0-15,0-1-1 0,0 0 1 0,6 1 0 0,-6 3 1 0,0-4-1 16,0 4 1-16,0-4-1 0,0 4-1 0,0 0 1 0,6 0-2 0,-6 0 1 16,0-3 1-16,0 3 1 0,8 0-1 0,-8 0 1 0,0 0 0 15,6 0 0-15,-6 0 1 0,6 0 0 0,1 0 0 0,-1 0 1 0,1 0 1 16,-1-4 1-16,1 4 1 0,-1 0 2 0,1 0 1 0,0 0 0 0,5 0 3 15,-5 0 1-15,6 0 1 0,-6 0 1 0,5 0 2 0,2 0 3 16,-8 0 2-16,8 0 3 0,-2 0 0 0,1 0 0 0,0 0 1 0,0-4-3 16,1 4 1-16,-2 0 0 0,8 0-2 0,-7-3-1 0,-1 3 0 15,2-4-1-15,-1 4-2 0,6-3-1 0,-6 3-3 0,1-5 0 0,-2 5-2 16,2-3-1-16,-2 3 1 0,2 0-1 0,-1-4 1 0,-1 4 0 16,2 0 1-16,-8 0-1 0,7 0 0 0,-6 0 1 0,6 0 0 0,-7 0 1 15,0 0 1-15,2 0 1 0,-2 0 0 0,0 0 0 0,0 0 2 0,-6 0 0 16,8 0 1-16,-8 4-1 0,6-4 0 0,0 0 0 0,-6 0-1 15,7 0 1-15,-1 3-1 0,-6-3-3 0,7 0-13 0,0 5-1 0,-1-5 0 16,-6 0 0-16,6 3 0 0,0-3 0 0,2 4 0 0,-8-4 0 0,6 3 0 16,-6-3 0-16,6 4 0 0,-6-4 0 0,7 4 0 0,-7-4 0 0,0 3 0 15,0-3 0-15,0 4 0 0,7-4 0 0,-7 4 0 0,0-1 0 16,-7 1 0-16,7 0 0 0,0-1 0 0,0 5 0 0,-7-1 0 16,1 0 0-16,0 4 0 0,6 0 0 0,-8 0 0 0,-4 0 0 0,6 0 0 15,-1 4 0-15,0 0 0 0,-6-4 0 0,7 3 0 0,0 5 0 0,-2-5 0 16,2 1 0-16,0-1 0 0,-8 1 0 0,8 3 0 0,0-3 0 15,6 0 0-15,-7-1 0 0,1 5 0 0,6-5 0 0,-7 1 0 0,7 0 0 16,-7-1 0-16,7 1 0 0,0-4 0 0,-6 4 0 0,6-1 0 16,0-3 0-16,0 4 0 0,0-4 0 0,0 0 0 0,0 0 0 0,0 0 0 15,0 0 0-15,0-4 0 0,0 4 0 0,6-4 0 0,-6 1 0 16,0-1 0-16,0 1 0 0,0-1 0 0,0 0 0 0,0-4 0 0,0 2 0 16,0-2 0-16,0 1 0 0,0 0 0 0,0-1 0 0,0-3 0 0,0 0 0 15,0 0 0-15,0 4 0 0,0-4 0 0,0 0 0 0,0 0 0 16,0 0 0-16,0 0 0 0,0 0 0 0,0 0 0 0,0 0 0 0,0 0 0 15,0 0 0-15,0 0 0 0,0 0 0 0,0 0 0 0,0 0 0 16,0 0 0-16,0 0 0 0,0 0 0 0,0 0 0 0,0 0 0 16,0 0 0-16,0 0 0 0,0 0 0 0,7 0 0 0,-7 0 0 0,0 0 0 15,7 0 0-15,-7 0 0 0,6 0 0 0,-6 0 0 0,7 0 0 0,-1 0 0 16,0 0 0-16,2 0 0 0,-2 0 0 0,0 0 0 0,0 0 0 16,8 0 0-16,-1 0 0 0,-7 0 0 0,8 0 0 0,-2 0 0 15,2 0 0-15,-8-4 0 0,7 4 0 0,0 0 0 0,-6-3 0 0,5 3 0 16,2-4 0-16,-8 4 0 0,7-4 0 0,-6 4 0 0,6 0 0 15,-7-3 0-15,0 3 0 0,2-5 0 0,-2 5 0 0,6-3 0 0,-4 3 0 16,-2-3 0-16,0 3 0 0,1-4 0 0,-1 4 0 0,8-4 0 0,-8 4 0 16,0-3 0-16,0 3 0 0,2-4 0 0,-2 4 0 0,0-4 0 15,1 4 0-15,-1-4 0 0,1 4 0 0,0-3 0 0,-1 3 0 0,0-4 0 16,1 4 0-16,0 0 0 0,-1-4 0 0,-6 4 0 0,6 0 0 16,1 0 0-16,0 0 0 0,-7-3 0 0,6 3 0 0,-6 0 0 0,7 0 0 15,-7 0 0-15,0-4 0 0,6 4 0 0,-6 0 0 0,0 0 0 16,6-4 0-16,-6 4 0 0,0 0 0 0,7 0 0 0,-7 0 0 0,0 0 0 15,0 0 0-15,0 0 0 0,0 0 0 0,0-3 0 0,0 3 0 16,0 0 0-16,7-4 0 0,-7 4 0 0,0 0 0 0,0-4 0 0,0 4 0 16,0 0 0-16,0-3 0 0,0 3 0 0,0-4 0 0,0 0 0 15,0 4 0-15,0-3 0 0,0-1 0 0,0-3 0 0,0 3 0 0,0-3 0 16,0 0 0-16,0-1 0 0,0-3 0 0,0 4 0 0,0 0 0 16,0-5 0-16,0 2 0 0,0-2 0 0,0 1 0 0,6-3 0 0,-6 3 0 15,0-4 0-15,0 4 0 0,0-3 0 0,0-1 0 0,0 0 0 16,6-3 0-16,-6 4 0 0,0-1 0 0,0-4 0 0,0 5 0 0,0-1 0 15,0-3 0-15,8 3 0 0,-8-4 0 0,0 5 0 0,0-1 0 0,6 1 0 16,-6-1 0-16,0 0 0 0,0 1 0 0,0 3 0 0,0 0 0 16,6 0 0-16,-6 0 0 0,0 4 0 0,0-1 0 0,0 1 0 0,0 3 0 15,7-3 0-15,-7 4 0 0,0-2 0 0,0 2 0 0,0-1 0 16,0 0 0-16,0 4 0 0,0-3 0 0,0 3 0 0,0 0 0 0,0-4 0 16,0 4 0-16,0 0 0 0,0 0 0 0,0 0 0 0,0 0 0 0,0 0 0 15,0 0 0-15,0 0 0 0,0 0 0 0,0 0 0 0,0 0 0 16,0 0 0-16,0 0 0 0,0 0 0 0,0 0 0 0,0 0 0 0,0 0 0 15,0 0 0-15,0 0 0 0,0 0 0 0,0 0 0 0,0 0 0 0,0 0 0 16,6 0 0-16,-6 0 0 0,7 0 0 0,-1 0 0 0,-6 0 0 16,7 0 0-16,-1 0 0 0,8-4 0 0,-8 4 0 0,0 0 0 0,7 0 0 15,-6 0 0-15,6-3 0 0,-7 3 0 0,8 0 0 0,-8 0 0 16,7 0 0-16,0-4 0 0,-6 4 0 0,5 0 0 0,2 0 0 0,-8 0 0 16,7 0 0-16,0 0 0 0,-6 0 0 0,6 0 0 0,0 0 0 15,-7 0 0-15,8 0 0 0,-2 0 0 0,-5 0 0 0,6 0 0 0,-7 0 0 16,7 4 0-16,-7-4 0 0,8 0 0 0,-8 0 0 0,1 0 0 0,6 0 0 15,-7 3 0-15,1-3 0 0,-1 0 0 0,1 0 0 0,-7 0 0 0,7 4 0 16,-1-4 0-16,-6 0 0 0,6 0 0 0,-6 0 0 0,7 0 0 16,-7 0 0-16,0 4 0 0,0-4 0 0,7 0 0 0,-7 0 0 15,0 0 0-15,0 0 0 0,0 0 0 0,0 0 0 0,0 0 0 0,0 0 0 16,0 0 0-16,0 0 0 0,0 3 0 0,0-3 0 0,0 4 0 0,0-4 0 16,0 4 0-16,0-1 0 0,0 2 0 0,0-2 0 0,0 1 0 15,0 3 0-15,0 0 0 0,0 1 0 0,-7-1 0 0,7 4 0 0,0-4 0 0,0 4 0 16,0 0 0-16,0 0 0 0,-7 0 0 0,7 0 0 15,0 0 0-15,-6 0 0 0,6 4 0 0,0-4 0 0,0-1 0 0,-6 6 0 16,6-2 0-16,0-3 0 0,-7 4 0 0,7-1 0 0,0-3 0 0,-7 4 0 16,7-1 0-16,0-3 0 0,-6 5 0 0,6-6 0 0,0 5 0 15,0-4 0-15,-7 0 0 0,7 4 0 0,0-8 0 0,0 4 0 16,0 0 0-16,-6-4 0 0,6 4 0 0,0-4 0 0,0 1 0 0,0-1 0 16,0-3 0-16,0 3 0 0,0-3 0 0,0 0 0 0,0-1 0 0,0 1 0 15,0 0 0-15,0-1 0 0,0-3 0 0,0 4 0 0,0-4 0 0,0 0 0 16,0 4 0-16,0-4 0 0,0 0 0 0,0 0 0 0,0 0 0 15,0 0 0-15,0 0 0 0,0 0 0 0,0 0 0 0,0 0 0 16,0 0 0-16,0 3 0 0,0-3 0 0,0 0 0 0,6 0 0 0,-6 4 0 16,0-4 0-16,0 0 0 0,7 4 0 0,-7-4 0 0,6 3 0 15,-6-3 0-15,7 4 0 0,-7-4 0 0,7 4 0 0,-1-4 0 0,-6 3 0 16,6-3 0-16,-6 4 0 0,7-4 0 0,0 3 0 0,-1 1 0 16,0-4 0-16,1 4 0 0,0-4 0 0,-1 0 0 0,7 3 0 0,-7-3 0 15,2 0 0-15,4 0 0 0,-6 4 0 0,8-4 0 0,-8 0 0 0,7 0 0 16,1 0 0-16,-8 0 0 0,6 0 0 0,2 0 0 0,-8 0 0 15,7 0 0-15,-6 0 0 0,0 0 0 0,5 0 0 0,-5 0 0 0,6 0 0 16,-7-4 0-16,1 4 0 0,-1 0 0 0,1 0 0 0,0 0 0 16,5 0 0-16,-4 0 0 0,-2 0 0 0,0 0 0 0,0 0 0 0,1-3 0 15,0 3 0-15,-1 0 0 0,1 0 0 0,-1 0 0 0,8 0 0 16,-8 0 0-16,0 0 0 0,0 3 0 0,2-3 0 0,-2 0 0 0,0 0 0 16,1 0 0-16,-1 0 0 0,1 4 0 0,0-4 0 0,-1 0 0 15,0 0 0-15,0 4 0 0,-6-4 0 0,0 0 0 0,8 3 0 0,-8-3 0 16,0 0-278-16,-8 4-178 0,8 0-118 0,-6 3-54 0,0-3-23 15,-7 3-5-15,6 4 2 0,-6-3 14 0,1 3 17 0,-2-5 25 0,2 6 29 16,-8-1 35-16,7-1 36 0,-7-2 66 0,0-1 81 0</inkml:trace>
  <inkml:trace contextRef="#ctx0" brushRef="#br0" timeOffset="178482.61">11344 5792 5 0,'-6'-8'35'0,"6"5"-8"0,-6-1-10 0,6-3-5 0,0 3-6 15,0-3-3-15,0 3-1 0,-6-4-2 0,6 5 0 0,0-5 0 0,0 5 1 16,0-1 0-16,0-3 2 0,0 3 0 0,0 1 2 0,0 3 2 16,0-4 1-16,0 0 0 0,-7 4 0 0,7-3-1 0,0 3-2 15,0 0-3-15,0 0-6 0,0-4-8 0,-7 4-8 0,7-4-8 0,0 4-7 16,-6 0-5-16,-1 0 14 0</inkml:trace>
  <inkml:trace contextRef="#ctx0" brushRef="#br0" timeOffset="178765.82">11273 5663 0 0,'0'-3'32'0,"0"3"64"0,0-4 10 0,0 0 8 0,0 1 7 15,-6-1 7-15,6 1 8 0,0 3 6 0,0-4 6 0,0 4 9 16,0 0 8-16,0 0 10 0,0 0 11 0,0 0 7 0,0 0 8 16,0 0 7-16,0 0 4 0,0 0 4 0,0 0 3 0,0 0 3 0,-6 4 1 15,6-4-2-15,0 3-3 0,0-3-4 0,0 4-5 0,0 3-7 16,0-3-10-16,0 3-11 0,0 4-11 0,6 0-11 0,-6 4-12 0,0-1-10 15,0 4-12-15,6 1-11 0,-6 3-12 0,0 4-10 0,0-1-10 16,0 1-11-16,0 3-12 0,0 4-11 0,0 0-10 0,0 0-5 0,0 4-6 16,0 3-4-16,0 0-4 0,-6 4-3 0,6-3-3 0,-6 6-2 15,6-3-1-15,-8 4-2 0,2-4-2 0,6 3-2 0,-6-2-2 16,-1-2-1-16,1 1 0 0,-1 0 0 0,0-7-2 0,7 3-2 0,-6-7-1 16,6 4-7-16,-6-8-6 0,6 0-12 0,0-3-14 0,-6 0-20 15,6-4-23-15,0-1-29 0,0-5-35 0,6-2-40 0,-6 0-45 0,0-2-40 16,0-1-36-16,6-4-32 0,-6 0-26 0,6-3-29 0,-6 0-31 15,7-1-7-15,-7-3 3 0,7-3 14 0,-7-1 22 0,6-4 29 0,1-2 33 16,-1-1 40-16,-6-4 44 0,6-3 41 0,2 0 70 0</inkml:trace>
  <inkml:trace contextRef="#ctx0" brushRef="#br0" timeOffset="179448.51">11358 5634 108 0,'0'-7'151'0,"0"3"12"16,6-3 12-16,-6 0 13 0,0 3 14 0,0 0 18 0,0 1 19 0,0 3 6 16,0-4 0-16,0 0-10 0,0 4-14 0,0-4-8 0,7 4-3 15,-7-3 3-15,6 3 6 0,-6-4 7 0,7 0 11 0,0 4-2 16,5-3-6-16,-6-1-10 0,8 0-12 0,-8 1-12 0,14-1-11 15,-7 0-11-15,7-3-9 0,-8 3-9 0,15 1-9 0,-8-4-13 0,0 3-14 16,14-3-17-16,-7-1-17 0,0 5-8 0,7-5-4 0,-1 1-4 16,7 0-4-16,-5 3-3 0,4-3-4 0,1-1-4 0,0 5-3 0,1-4-5 15,-1 2-4-15,-1 2-4 0,1-4-4 0,7 3-3 0,-7 0-2 16,0 0-3-16,1 1-5 0,-1 3-1 0,-1-4-3 0,-5 4-1 0,7-4-2 16,-8 4-1-16,7 0-2 0,-6 0 1 0,5 0-2 0,-5 0 1 15,-1 4-1-15,1-4 2 0,-1 4 0 0,2-1 0 0,-2 1 1 0,1-4 0 16,-1 4 1-16,1 0 0 0,-1 0 0 0,1-1 0 0,-1-3 0 15,-5 3 0-15,5 2 1 0,1-2 2 0,-7-3 1 0,6 4 1 16,-5-4-2-16,5 3 0 0,-6-3-1 0,0 4-1 0,0-4 0 0,0 0-1 16,0 4-1-16,0-4 0 0,-7 0 0 0,1 3-2 0,0-3 0 15,-1 0-4-15,-5 4-1 0,4-4-3 0,-4 4 1 0,-1-4-1 16,-7 3 2-16,8-3-1 0,-8 4 2 0,0-4 2 0,0 4 2 0,2-4 3 16,-2 0 1-16,-6 3 2 0,0 1 4 0,6-4 3 0,-6 4 3 0,0-4 5 15,0 3 2-15,0 1 4 0,0 0 2 0,0-1 3 0,0-3 1 16,0 8 0-16,0-5 0 0,0 1-1 0,-6 3 0 0,6 0-1 0,0 4-1 15,-6-3-1-15,6 6-2 0,-8-2-3 0,2 2-3 0,6 5-3 16,-6-1-4-16,0 4-6 0,6 0-18 0,-7 0 0 0,0 7 0 0,7-3 0 16,-6 7 0-16,-1-4 0 0,7 7 0 0,-6 1 0 0,6 0 0 15,0 3 0-15,0-3 0 0,-6 7 0 0,6-4 0 0,6 4 0 16,-6 0 0-16,0 0 0 0,0 0 0 0,6 0 0 0,-6 0 0 0,7 0 0 16,-1-4 0-16,-6 4 0 0,7-4 0 0,-7 0 0 0,7 1 0 15,-1-1 0-15,-6-3 0 0,6-1 0 0,-6-2 0 0,6 2 0 0,-6-3 0 16,8-4 0-16,-8 5 0 0,6-5 0 0,-6 0 0 0,0 0 0 15,0 0 0-15,6 1 0 0,-6-1 0 0,0-3 0 0,0 3 0 0,0-2 0 16,0-2-47-16,0 0-26 0,0-3-17 0,0 0-20 0,0-4-21 16,0 1-32-16,0 0-35 0,0-9-55 0,-6 5-63 0,6-4-67 15,0-4-66-15,0 0-50 0,-6-3-44 0,6 0-14 0,-8-4 1 0,2 0 10 16,0-4 15-16,0 0 18 0,-1-3 21 0,0 0 30 0,1-4 36 16,-1-1 55-16,-5 1 64 0</inkml:trace>
  <inkml:trace contextRef="#ctx0" brushRef="#br0" timeOffset="180615.83">11261 6979 7 0,'0'0'89'0,"0"0"3"15,-8 3 4-15,8-3 2 0,0 0 2 0,0 4-3 0,0-4-4 16,-6 0-12-16,6 3-17 0,0 1-11 0,0-4-6 0,0 4-3 0,0-1-1 15,0 1-1-15,0 0-1 0,0-1 0 0,0 5 1 0,0-5 5 16,0 5 3-16,0-4 6 0,6 3 2 0,-6-3 3 0,0-1 0 0,0 5 0 16,0-5 1-16,0 5 0 0,0-5 1 0,0 5 1 0,0-5 2 15,0 0-1-15,0 5-1 0,0-4-2 0,0 0-1 0,0-1-3 16,0 1-1-16,0-1 0 0,0 1 1 0,0-1-1 0,0 1-2 0,8 0-2 16,-8 0-1-16,0 3-3 0,0-3-2 0,0-4-1 0,0 7-3 0,0-2-1 15,0-3 0-15,0 2-3 0,0 0-1 0,0-1-3 0,0-3 0 16,0 4 0-16,0 0-2 0,0 0 1 0,6-4 2 0,-6 3 2 15,0-3 4-15,0 4 8 0,6 0 8 0,-6-4 7 0,6 3 4 0,-6 1 4 16,7-4 3-16,-7 4 4 0,7-1 7 0,-1-3 2 0,1 4 1 16,-1 0 3-16,1-1 3 0,0-3 1 0,-7 4-1 0,12-4-2 15,-6 3-5-15,2-3 2 0,-2 4 6 0,0-4 1 0,7 0 1 0,-6 0-1 16,6 0-1-16,-1 0 0 0,-4 0-2 0,11 0-1 0,-6 0-3 16,0 0-3-16,7-4-3 0,-1 4-3 0,1-3-4 0,-1 3-8 15,0-4-12-15,8 1-5 0,-8 3-2 0,8-4-4 0,-1 0-6 0,-1 1-1 16,1-1-3-16,1 4-1 0,-8-4-2 0,14 1-2 0,-7-1-2 0,-1 0-2 15,2 4-2-15,5-3-2 0,-6-1-1 0,0 0-2 0,7 4-2 16,-7-4-1-16,0 1 0 0,7 3 1 0,-7-4 1 0,0 0 2 16,7 4 0-16,-8-2 3 0,9 2 1 0,-9-5 2 0,7 5 2 0,1-4 1 15,0 4 2-15,0 0 2 0,-1-3 1 0,1 3 0 0,-1 0 1 16,1 0-2-16,6 0-2 0,-7 0-2 0,7 0-4 0,-7 0-2 0,8 0-4 16,-7 0-3-16,-1 3-1 0,7-3-3 0,-6 0 0 0,-1 4-3 15,-6-4-2-15,7 0-1 0,-7 5-2 0,0-5-2 0,-7 2 0 0,1-2 0 16,0 4-1-16,-1-4 1 0,1 4-1 0,-8-4 1 0,2 3-1 15,-1-3 1-15,-7 4 0 0,7 0 2 0,-6 0 1 0,6-4 2 16,-6 3 2-16,-1 1 0 0,0 0 1 0,8-1 1 0,-8-3 0 0,0 4 0 16,1 0 0-16,-1-4-1 0,8 3 0 0,-8-3 0 0,0 4-3 0,2-4-1 15,4 4-1-15,-6-4-1 0,1 0-2 0,0 3-9 0,-1-3-12 16,1 0-17-16,-1 0-21 0,-6 0-33 0,6 0-37 0,-6 0-66 16,0 0-77-16,0 0-87 0,0 0-93 0,0 0-51 0,0 0-31 0,-6 0-16 15,6-3-7-15,-6 3 3 0,-1 0 10 0,1 0 16 0,-1 0 20 16,0 0 32-16,1 0 38 0,0 3 65 0,-8-3 80 0</inkml:trace>
  <inkml:trace contextRef="#ctx0" brushRef="#br0" timeOffset="193032.55">23986 3260 10 0,'-6'0'87'0,"6"0"2"0,-7-4 2 0,0 4 2 15,7-4 3-15,-6 4 3 0,6-3 2 0,-6 3-16 0,6 0-24 16,0-4-17-16,0 4-11 0,0-3-4 0,0 3-2 0,0 0 0 16,0 0 0-16,0-4 0 0,0 4 1 0,0 0 1 0,0 0 0 0,0 0 0 15,0 0 3-15,0 0 0 0,0 0 3 0,0 0 2 0,0 0 1 16,0 0 1-16,0 0 2 0,0 0 1 0,0 0 0 0,0 0 1 0,0 0 0 15,0 0 0-15,0 0 1 0,0 0 0 0,0 0 1 0,0 0 1 16,0 0 2-16,0 0 4 0,0 0 2 0,0 0 5 0,0 0 5 0,0 0 5 16,0 0 5-16,0 0 5 0,0 0 5 0,0 0 3 0,0-3 0 15,0 3 2-15,0 0 2 0,0 0 3 0,0-4 1 0,0 4 2 16,6 0 0-16,-6-4 2 0,0 4 5 0,6-3 2 0,-6 3 4 0,0-5 3 16,7 5 1-16,-7-3 2 0,7 3 0 0,-7-3 1 0,0 3 2 15,6-4-1-15,-6 4 0 0,7-4 0 0,-7 4 1 0,0 0-4 0,0 0-7 16,0-3-8-16,0 3-9 0,0 0-9 0,0 0-8 0,0 0-8 15,0 0-6-15,0 0-7 0,0 0-6 0,6-4-7 0,-6 4-8 0,0 0-5 16,6 0-3-16,-6-4-5 0,8 4-2 0,-2-3-3 0,0 3 0 16,0-4 0-16,2 0 0 0,-2 4 2 0,7-3 1 0,-7-1 1 15,8 4 4-15,-8-4 2 0,6 4 0 0,2 0 1 0,-1-3-3 0,0 3-1 16,0 0 0-16,7 0-2 0,-8 3 0 0,8-3 0 0,-7 0 0 16,7 4-1-16,0-4 1 0,-8 4 0 0,8-1-4 0,-1 1 1 0,1 0 0 15,-1-1-1-15,7 1-1 0,-6 3 1 0,0-3 0 0,-1 0-1 16,1-1 1-16,6 0 0 0,-7 2 0 0,7-2-2 0,-6 1-1 15,6 0-1-15,0-1 1 0,-7 1 2 0,7-1 4 0,7-3 3 0,-7 4 2 16,0-4 4-16,1 3 5 0,5-3 2 0,1 0 3 0,-1 0 2 16,-6-3 2-16,7 3 2 0,-1-4 3 0,7 4 0 0,-6-3 1 0,-1-1-2 15,7 1-3-15,-7 3-4 0,1-4-2 0,7 0-5 0,-8 1-5 16,1 3-3-16,-1-5-3 0,1 5-2 0,-1-3-4 0,-5 3 0 16,5 0-4-16,-6 0 0 0,0 3-2 0,7-3-1 0,-7 5-1 0,-1-5 1 15,2 3 1-15,-1 1 3 0,0 0 1 0,0-1 0 0,0 1 0 0,0-1-1 16,-6-3 1-16,6 4 1 0,0-1-2 0,-7 1 0 0,7 0 1 15,-6-4-2-15,0 4-1 0,-1-1-2 0,1 1-3 0,-1-4 0 16,-6 4-1-16,6-1-2 0,-5 1 0 0,-2-4 0 0,2 5 0 0,-2-3 1 16,2 2-1-16,-1-4-1 0,-7 4 1 0,8-1 0 0,-8 1 0 0,0-4 1 15,0 4 0-15,2-4 1 0,-2 4 1 0,0-1-1 0,1 1 1 16,-1-4 2-16,-6 4-1 0,7-1 0 0,-7-3 0 0,7 4 2 16,-7 0 2-16,6-4 2 0,-6 3 0 0,0 1 3 0,6-4 1 0,-6 4 2 15,7-1 1-15,-7 1 2 0,0 0 0 0,7-1 1 0,-7 1 1 16,6-1 2-16,-6 1 1 0,0 0 0 0,6-1 0 0,-6 5-1 15,0-5 1-15,7 5-1 0,-7-2-2 0,0 2 0 0,6 0-1 0,-6-1 1 16,0 5 1-16,0-6-1 0,7 6-3 0,-7-1-2 0,0-1-2 0,7 1-1 16,-7 4-1-16,0-4-2 0,6 3-1 0,-6-2 0 0,0 2-2 15,0 1 0-15,6-1 0 0,-6 5 0 0,0-4 0 0,0 3 4 16,0 0 3-16,0 0 1 0,0 1 3 0,0-1 1 0,0 4 2 0,0 0 2 16,0 0 1-16,0 0 3 0,0 0 0 0,0 0 2 0,0 3-10 0,0-2-20 15,0 6 0-15,0-3 0 0,0-1 0 0,0 1 0 0,0 3 0 16,-6 1 0-16,6-4 0 0,0 2 0 0,0 1 0 0,0 1 0 15,0-4 0-15,0 3 0 0,0 0 0 0,0 0 0 0,-6 1 0 0,6-1 0 16,0 1 0-16,0-1 0 0,0 0 0 0,0 4 0 0,0-3 0 16,-7 2 0-16,7-2 0 0,0 2 0 0,-7 2 0 0,7-1 0 15,0 0 0-15,-6 3 0 0,6-3 0 0,0 4 0 0,-7-4 0 0,7 3 0 16,0-2 0-16,-6 2 0 0,6 1 0 0,0-1 0 0,-6-2 0 16,6 2 0-16,0 1 0 0,-7 0 0 0,7-1 0 0,0 4 0 0,-7-3 0 15,7 0 0-15,0 3 0 0,-6-4 0 0,6 5 0 0,0-1 0 16,-6-3 0-16,6 3 0 0,0-4 0 0,-7 5 0 0,7-1 0 15,0 0 0-15,0 1 0 0,0-1 0 0,-7 0 0 0,7 0 0 0,0 1 0 16,-6-1 0-16,6 0 0 0,0 4 0 0,0-4 0 0,-7 1 0 16,7 3 0-16,0-4 0 0,-6 4 0 0,6-3 0 0,0-1 0 0,-6 4 0 15,6-4 0-15,-8 0 0 0,8 1 0 0,0-5 0 0,0 5 0 16,-6-1 0-16,6-3 0 0,0 2 0 0,-6-2 0 0,6 0 0 16,0 4 0-16,0-5 0 0,0 1 0 0,0 0 0 0,0 3 0 0,0-4 0 15,0 1 0-15,0 0 0 0,0 3 0 0,0-4 0 0,0 1 0 0,0 0 0 16,6-1 0-16,-6 1 0 0,0-4 0 0,0 4 0 0,0-1 0 15,0 1 0-15,0-1 0 0,0 1 0 0,0 0 0 0,0 3 0 16,0-3 0-16,0 3 0 0,-6-3 0 0,6 3 0 0,0-4 0 0,-6 1 0 16,6 4 0-16,0-1 0 0,-8-3 0 0,8-1 0 0,-6 1 0 0,6-1 0 15,-6 1 0-15,6 0 0 0,-7-1 0 0,7-3 0 0,-6 3 0 16,6-2 0-16,0 2 0 0,-7-3 0 0,7 4 0 0,-7-4 0 16,7 0 0-16,0 0 0 0,-6 0 0 0,6 0 0 0,0 4 0 0,-6-5 0 15,6-2 0-15,0 3 0 0,0 0 0 0,0-4 0 0,-6 4 0 16,6-3 0-16,0-1 0 0,0 4 0 0,-8-4 0 0,8 0 0 0,0 0 0 15,0 5 0-15,0-5 0 0,-6 0 0 0,6 4 0 0,0-3 0 16,0-1 0-16,-6 4 0 0,6-4 0 0,0 0 0 0,-7 4 0 0,7-3 0 16,0 3 0-16,0-4 0 0,-7 4 0 0,7-4 0 0,0 4 0 15,-6-4 0-15,6 1 0 0,0-1 0 0,-7 0 0 0,7 1 0 16,0-5 0-16,-6 4 0 0,6-2 0 0,-6 2 0 0,6-4 0 0,0 1 0 16,-7-1 0-16,7-3 0 0,0 4 0 0,0-4 0 0,0 0 0 15,0-4 0-15,0 1 0 0,0-1 0 0,7-3 0 0,-7 3 0 16,0-4 0-16,6 1 0 0,-6 0 0 0,6 0 0 0,-6-4 0 0,0 3 0 15,7 1 0-15,-7-1 0 0,0-3 0 0,0 4 0 0,0 0 0 16,0 0 0-16,0-1 0 0,0 1 0 0,0 0 0 0,0-1 0 16,-7 1 0-16,7-1 0 0,0 5 0 0,-6-5 0 0,6 1 0 0,-6 0 0 15,6-1 0-15,-7 1 0 0,0 0 0 0,7-4 0 0,-6 3 0 0,0-3 0 16,-1 4 0-16,7-4 0 0,-7 3 0 0,1-2 0 0,-1-1 0 16,7 3 0-16,-6-6 0 0,0 3 0 0,6 0 0 0,-7 0 0 0,0-4 0 15,7 4 0-15,-6-4 0 0,6 0 0 0,-6 1 0 0,-2 0 0 16,8-5 0-16,0 4 0 0,-6-3 0 0,0 3 0 0,6-3 0 15,0 0 0-15,-7-4 0 0,7 3 0 0,-6-3 0 0,6 4 0 0,0-4 0 16,-7 0 0-16,7 4 0 0,-6-4 0 0,6 0 0 0,0 0 0 16,-7-4 0-16,7 4 0 0,-6 0 0 0,6-4 0 0,-6 4 0 0,-2 0 0 15,8-3 0-15,-6 3 0 0,0-4 0 0,-1 0 0 0,-6 1 0 16,7-1 0-16,-7 4 0 0,6-4 0 0,-6 1 0 0,0-1 0 16,0 1 0-16,0 3 0 0,-7-5 0 0,0 2 0 0,8-1 0 0,-8 0 0 15,1 1 0-15,-1 3 0 0,-6-4 0 0,7 0 0 0,-7 1 0 0,0-1 0 16,6 4 0-16,-13-4 0 0,7 1 0 0,1 3 0 0,-1-4 0 15,-7 4 0-15,1-3 0 0,-1 3 0 0,1 0 0 0,-8 0 0 0,7 0 0 16,-6 0 0-16,1 0 0 0,-2 0 0 0,-5 0 0 0,-1 0 0 16,0 3 0-16,0-3 0 0,1 0 0 0,-7 4 0 0,7-4 0 15,-8 3 0-15,1-3 0 0,7 4 0 0,-8-4 0 0,2 0 0 0,-1 4 0 16,-1-4 0-16,2 0 0 0,-2 0 0 0,1 3 0 0,-1-3 0 16,-4 0 0-16,4 0 0 0,-5 0 0 0,5 4 0 0,-5-4 0 0,-1 0 0 15,1 4 0-15,6-4 0 0,-7 0 0 0,0 3 0 0,1-3 0 16,-1 4 0-16,0-4 0 0,0 4 0 0,-6-4 0 0,7 3 0 0,-7 2 0 15,6-2 0-15,-6 1 0 0,0-1 0 0,0 1 0 0,6 0 0 16,-6-1 0-16,0 1 0 0,0 0 0 0,0-1 0 0,0 5 0 16,-1-5 0-16,1 1 0 0,-6 3 0 0,6-4 0 0,0 2 0 15,-8-2 0-15,8 4 0 0,0-3 0 0,-6 0 0 0,6-1 0 0,0 1 0 16,-7 0 0-16,7-1 0 0,-7 1 0 0,7 0 0 0,-7-1 0 0,1-3 0 16,-1 4 0-16,0 0 0 0,1-1 0 0,6 1 0 0,-6-4 0 15,-2 5 0-15,2-3 0 0,0-2 0 0,-2 4 0 0,2-4 0 16,0 4 0-16,-2-4 0 0,8 3 0 0,-6-3 0 0,0 4 0 0,-2-4 0 15,8 0 0-15,-6 3 0 0,6-3 0 0,-7 5 0 0,0-5 0 0,7 0 0 16,-6 3 0-16,-1-3 0 0,7 4 0 0,-7-4 0 16,7 0 0-16,-7 4 0 0,7-4 0 0,-6 3 0 0,6-3 0 0,-7 0 0 15,6 4 0-15,1-4 0 0,-6 0 0 0,6 4 0 0,0-4 0 0,0 0 0 16,0 3 0-16,-1-3 0 0,1 0 0 0,0 0 0 0,6 0 0 16,-6 0 0-16,0 0 0 0,7 0 0 0,-7 0 0 0,6 0 0 15,-6 0 0-15,6 0 0 0,0 0 0 0,1 0 0 0,-1 0 0 0,8-3 0 16,-8 3 0-16,6 0 0 0,-5-4 0 0,6 4 0 0,0 0 0 15,-1-4 0-15,2 4 0 0,-1 0 0 0,-1-3 0 0,1 3 0 0,0-4 0 16,0 4 0-16,0 0 0 0,0-4 0 0,6 4 0 0,-5-3 0 16,-2 3 0-16,7-5 0 0,-5 5 0 0,5-3 0 0,-7 3 0 0,8-4 0 15,-7 4 0-15,0-3 0 0,6 3 0 0,-6 0 0 0,0-4 0 16,6 4 0-16,-5 0 0 0,-2 0 0 0,1 0 0 0,7 0 0 16,-7 0 0-16,-1 0 0 0,8 0 0 0,-7 0 0 0,6 0 0 0,-6 0 0 15,0 0 0-15,7 0 0 0,-8 0 0 0,1 0 0 0,7 0 0 16,-8 0 0-16,2 0 0 0,5 4 0 0,-7-4 0 0,8 0 0 15,-7 3 0-15,7-3 0 0,-1 0 0 0,0 0 0 0,0 4 0 0,1-4 0 16,6 3 0-16,-7-3 0 0,1 5 0 0,-1-5 0 0,7 0 0 0,-7 3 0 16,7-3 0-16,-6 0 0 0,5 4 0 0,2-4 0 0,-7 4 0 15,5-4 0-15,1 0 0 0,0 3 0 0,-1-3 0 0,1 0 0 16,1 4 0-16,5-4 0 0,-6 0 0 0,0 0 0 0,6 0 0 0,-6 4 0 16,7-4 0-16,-1 0 0 0,1 0 0 0,-7 0 0 0,6 0 0 0,0 0 0 15,0 0 0-15,1 0 0 0,-1 0 0 0,1 0 0 0,-1 0 0 16,-5 0 0-16,5 0 0 0,1 0 0 0,-1 0 0 0,1 0 0 15,5 3 0-15,-5-3 0 0,-1 0 0 0,1 0 0 0,6 0 0 0,-7 0 0 16,1 0 0-16,-1 0 0 0,7 0 0 0,-7 0 0 0,1 4 0 16,6-4 0-16,-7 0 0 0,1 0 0 0,5 0 0 0,-5 0 0 15,-1 0 0-15,7 3 0 0,0-3 0 0,-7 0 0 0,7 0 0 0,0 0 0 16,0 0 0-16,1 0 0 0,-2-3 0 0,1 3 0 0,6 0 0 0,1 0 0 16,0-4 0-16,-1 4 0 0,1 0 0 0,-1-3 0 0,7 3 0 15,0-4 0-15,-6 0 0 0,5 4 0 0,2-3 0 0,-2-1 0 16,1 0 0-16,1 1 0 0,-2-2 0 0,1-2 0 0,0 4 0 0,0-1 0 15,0 0 0-15,0 2 0 0,0-3 0 0,6 1 0 0,-5 1 0 0,-1-5 0 16,-1 5 0-16,2-1 0 0,4 0 0 0,-4 1 0 0,6-1 0 16,-1 0 0-16,0 1 0 0,1-1 0 0,-7 0 0 0,13 1 0 0,-6-1 0 15,-2 1 0-15,2 3 0 0,0-5 0 0,6 2 0 0,0 0 0 16,-6-1 0-16,6 4 0 0,0-4 0 0,-7 1 0 0,7 3 0 0,0-4 0 16,0 0 0-16,-7 4 0 0,7-3 0 0,0 3 0 0,-6-4 0 15,6 0 0-15,0 1 0 0,0-1 0 0,0 4 0 0,-7-4 0 0,7 1 0 16,0-1 0-16,-6 1 0 0,6-5 0 0,0 4 0 0,0 0 0 15,-7 1 0-15,7-5 0 0,0 5 0 0,0-5 0 0,0 1 0 0,0 4 0 16,0-5 0-16,0 1 0 0,0 0 0 0,0-1 0 0,0 1 0 16,0-4 0-16,0 4 0 0,0-4 0 0,0 4 0 0,0-1 0 15,0-3 0-15,0 3 0 0,0-3 0 0,0 4 0 0,7-4 0 0,-7 4 0 16,0-4 0-16,0 4 0 0,-7-4 0 0,7 0 0 0,0 0 0 16,0 4 0-16,0-4 0 0,0 0 0 0,0-1 0 0,-7 2 0 0,7-5 0 15,0 4 0-15,0-4 0 0,0 4 0 0,-6-3 0 0,6-1 0 16,0 4 0-16,0-4 0 0,0 1 0 0,-6-1 0 0,6 1 0 0,0-5 0 15,0 4 0-15,0 1 0 0,0-1 0 0,-6 0 0 0,6-3 0 16,0 4 0-16,0-5 0 0,0 1 0 0,-8 3 0 0,8-3 0 16,0-1 0-16,0 1 0 0,-6 0 0 0,6 0 0 0,0-1 0 0,0-3 0 15,-6 4 0-15,6-1 0 0,0 1 0 0,-7 0 0 0,7 3 0 16,-6-3 0-16,6-1 0 0,0 1 0 0,-7 0 0 0,7 3 0 0,-7-3 0 16,7 0 0-16,0-1 0 0,-6 5 0 0,6-4 0 0,0-1 0 15,-6 1 0-15,6-4 0 0,0 3 0 0,-6-2 0 0,6 2 0 0,0-3 0 16,0 1 0-16,0-2 0 0,0 1 0 0,-8 0 0 0,8 0 0 15,0 0 0-15,0 1 0 0,0-1 0 0,0-1 0 0,0 5 0 16,0-4 0-16,0 0 0 0,0 4 0 0,0 0 0 0,0-1 0 0,0 1 0 16,0-1 0-16,-6 1 0 0,6 4 0 0,0-5 0 0,-6 5 0 0,6-1 0 15,0-3 0-15,-7 3 0 0,7 4 0 0,-7-4 0 0,7 1 0 16,0-1 0-16,-6 4 0 0,6-4 0 0,0 1 0 0,-7-1 0 16,7 1 0-16,-6-1 0 0,6 0 0 0,0-3 0 0,-6-1 0 0,6 1 0 15,0 0 0-15,0 0 0 0,-7-5 0 0,7 6 0 0,0-6 0 16,0 1 0-16,0 4 0 0,0-4 0 0,0 0 0 0,0 3 0 15,0 1 0-15,0 4 0 0,0-5 0 0,-7 5 0 0,7-1 0 0,0 0 0 16,0 5 0-16,0-5 0 0,0 3 0 0,0 2 0 0,0-1 0 0,0 3 0 16,0-3 0-16,-6 1 0 0,6 2 0 0,0-3 0 0,0 0 0 15,0 4 0-15,0-4 0 0,0 0 0 0,0 0 0 0,0 4 0 16,-6-4 0-16,6-1 0 0,0 1 0 0,0-3 0 0,0 3 0 0,0 0 0 16,0-4 0-16,-7 4 0 0,7-3 0 0,0-1 0 0,-7 4 0 15,7-3 0-15,0 3 0 0,-6-5 0 0,6 2 0 0,0 3 0 16,0-4 0-16,0 1 0 0,-7 3 0 0,7-3 0 0,0-1 0 0,0 4 0 15,0-4 0-15,0 0 0 0,0 3 0 0,0-2 0 0,0 3 0 16,0-3 0-16,0 3 0 0,0 0 0 0,0 0 0 0,0-4 0 0,0 4 0 16,0 0 0-16,0 0 0 0,0 1 0 0,0 2 0 0,0-4 0 15,0 2 0-15,0-1 0 0,7 4 0 0,-7-4 0 0,0 3 0 0,0 1 0 16,0 0 0-16,0-4 0 0,0 3 0 0,0 1 0 0,0 0 0 16,0 0 0-16,0-1 0 0,0-3 0 0,0 3 0 0,0 1 0 15,0 0 0-15,0-1 0 0,0 1 0 0,0-4 0 0,0 4 0 0,0-1 0 16,0 1 0-16,0 0 0 0,0 0 0 0,0 0 0 0,0 3 0 0,0-3 0 15,0 3 0-15,0 0 0 0,0 1 0 0,0-1 0 0,0 1 0 16,0-1 0-16,0 4 0 0,0 0 0 0,0-4 0 0,0 4 0 16,0 0 0-16,0 0 0 0,0-4 0 0,0 4 0 0,-7 0 0 0,7-3 0 15,0 3 0-15,0-4 0 0,0 4 0 0,0-4 0 0,0 4 0 16,-6-4 0-16,6 4 0 0,0 0 0 0,0-3 0 0,0 3 0 0,0-5 0 16,0 5 0-16,0-3 0 0,0 3 0 0,0-3 0 0,0 3 0 15,0 0 0-15,0-4 0 0,0 4 0 0,0-4 0 0,0 4 0 0,0 0 0 16,0-3 0-16,0 3 0 0,0-4 0 0,0 4 0 0,0-4 0 15,0 4 0-15,0-3 0 0,0 3 0 0,0-4 0 0,0 0 0 16,0 4 0-16,0-3 0 0,0-1 0 0,0 1 0 0,0-1 0 0,0 4 0 16,0-4 0-16,0 0 0 0,0 1 0 0,0-1 0 0,0 1 0 15,0-1 0-15,0-3 0 0,0 3 0 0,0 0 0 0,0-3 0 0,0 3 0 16,0 1 0-16,0-5 0 0,6 5 0 0,-6 0 0 0,0-5 0 16,0 4 0-16,0 1 0 0,0-5 0 0,0 4 0 0,0 0 0 15,0-3 0-15,7 3 0 0,-7-3 0 0,0 4 0 0,0-1 0 0,0-3 0 16,0 2 0-16,0 2 0 0,0 0 0 0,0-1 0 0,0-3 0 15,0 3 0-15,0 0 0 0,0 1 0 0,0-1 0 0,0 0 0 0,0 1 0 16,0 3 0-16,0-4 0 0,0 0 0 0,0 4 0 0,0 0 0 16,0 0 0-16,0 0 0 0,0 0 0 0,0 0 0 0,0 0 0 15,0 0 0-15,0 0 0 0,0 0 0 0,0 0 0 0,0 0 0 0,0 0 0 16,0 0 0-16,0 0 0 0,0 0 0 0,0 0 0 0,0 0 0 16,0 0 0-16,0 0 0 0,0 0 0 0,0 0 0 0,0 0 0 0,0 0 0 15,0 0 0-15,0 0 0 0,0 0 0 0,0 0 0 0,0-3 0 16,0 3 0-16,0-4-48 0,0 4-403 0,-7-3-86 0,7-1-80 0,0 0-36 15,-6 1-10-15,6-1 3 0,-7 0 11 0,7 4 20 0,0 0 24 0,0 0 30 16,0 0 33-16,0 0 42 0,7 11 43 0,-7 0 79 16,6 0 151-16</inkml:trace>
  <inkml:trace contextRef="#ctx0" brushRef="#br0" timeOffset="193415.98">12289 7748 0 0,'0'-3'109'16,"0"3"134"-16,0-5 20 0,0 5 11 0,6-3 7 0,-6 3 18 0,7 0 20 16,-7-4 38-16,7 4 46 0,-1 0 28 0,7-4 21 0,-6 4-33 15,6 0-60-15,-1 0-45 0,2-4-39 0,5 4-22 0,-5 0-13 16,4 0-8-16,2 0-3 0,0 4-15 0,-1-4-20 0,7 0-36 0,-6 4-45 16,-1-4-28-16,1 4-21 0,0-4-12 0,-1 3-9 0,-5-3-9 15,4 0-7-15,-4 5-7 0,-1-5-6 0,0 0-11 0,0 0-15 0,0 3-17 16,-6-3-18-16,-1 0-27 0,7 0-34 0,-6 0-43 0,-7-3-50 15,0 3-60-15,6 0-64 0,-6 0-53 0,-6 0-47 0,6 0-34 16,0-5-29-16,-7 5-7 0,0 0 4 0,1 0 11 0,-7 0 14 0,6 0 25 16,-5 0 35-16,5 0 42 0,-6 0 48 0,0 5 60 0,-1-5 156 0</inkml:trace>
  <inkml:trace contextRef="#ctx0" brushRef="#br0" timeOffset="193649.6">12407 7718 0 0,'-7'0'93'0,"-6"-3"73"0,13 3 16 16,-7 0 17-16,1 0 18 0,0 0 23 0,6 0 25 0,-8 3 36 15,8 1 40-15,0 3 18 0,0 4 8 0,-6-3-4 0,6 7-10 0,0-1-8 16,0 5-10-16,0 3-9 0,0-1-10 0,0 5-10 0,0 0-13 16,0 0-19-16,0 3-22 0,0-4-32 0,-6 4-36 0,6-3-37 0,0 4-37 15,0-1-23-15,-6-3-17 0,6-1-12 0,-7 4-10 0,7-3-9 16,0 0-6-16,-7 0-5 0,7-5-5 0,-6 5-5 0,6-4-3 0,0-1-6 16,0-1-8-16,-7 1-10 0,7-2-10 0,0-5-14 0,0 5-16 15,0-5-20-15,0-3-22 0,0 1-40 0,0-1-45 0,0-4-56 16,0 0-64-16,0-3-52 0,7 3-44 0,-7-7-37 0,0 0-33 0,0 0-18 15,0-4-9-15,0 1 4 0,6-1 8 0,-6-3 18 0,0 0 22 16,7-4 36-16,-7-1 46 0,0 1 56 0,7 0 63 0</inkml:trace>
  <inkml:trace contextRef="#ctx0" brushRef="#br0" timeOffset="193832.39">12348 8268 91 0,'-6'-11'191'0,"6"0"30"0,0 4 32 0,-7 0 29 0,7-1 28 16,0 1 32-16,-7 3 35 0,7-3 27 0,0 3 23 0,0 1-17 15,7-1-36-15,-7 0-27 0,0 1-24 0,7-2-21 0,-1 5-21 0,0-3-24 16,0-1-29-16,2 4-26 0,4-3-23 0,1 3-31 0,1-3-33 15,-2-2-25-15,2 5-22 0,-2-3-15 0,8-1-9 0,-7 4-7 0,7-4-5 16,-1 1-7-16,-6 3-5 0,0-4-12 0,7 4-16 0,-8-4-24 16,2 1-29-16,5 3-45 0,-5-4-52 0,-2 0-66 0,-6 1-70 15,8 3-61-15,-1-3-54 0,-6-1-37 0,6 0-24 0,-7 0-13 0,0 4-4 16,1-3 5-16,0-1 10 0,-1 4 20 0,0-4 25 0,1 1 43 16,0 3 50-16,-1-4 65 0,1 1 181 0</inkml:trace>
  <inkml:trace contextRef="#ctx0" brushRef="#br0" timeOffset="194066.45">12934 7850 175 0,'-6'-3'280'0,"6"-1"38"0,0 4 36 0,-7-4 31 0,7 4 32 15,0 0 20-15,0 0 17 0,0 4 13 0,-7-4 13 0,7 4-11 16,0-1-22-16,0 5-49 0,0-1-61 0,0 3-49 0,0 6-40 0,0-1-36 16,-6-1-35-16,6 5-30 0,0 2-30 0,0 1-20 0,0 0-16 15,-7 0-14-15,7 4-15 0,0-4-12 0,-6 4-11 0,6-4-7 16,-7 3-7-16,7-2-8 0,0 2-10 0,-6-3-10 0,6 0-11 0,0 0-14 15,0-4-13-15,-7 0-19 0,7 1-19 0,0-4-32 0,0-1-36 16,7-3-50-16,-7 0-55 0,0 0-49 0,0-7-44 0,6 3-29 0,-6-3-21 16,0-1-12-16,7-3-7 0,-7 0-5 0,6-3-4 0,1 3 1 15,-7-4 3-15,6-3 24 0,-6-1 34 0,7 1 47 0,0-4 55 0,-7 0 46 16,6-1 45-16,-6-1 32 0,6-2 99 0</inkml:trace>
  <inkml:trace contextRef="#ctx0" brushRef="#br0" timeOffset="194549.26">12947 8180 0 0,'0'-22'21'0,"0"0"84"0,-7-3 9 0,7-1 11 0,0-1 13 0,0 7 15 16,0-10 18-16,0 8 17 0,7-4 15 0,-7 1 9 0,7 3 10 15,-1 0 15-15,0 3 19 0,1 1 25 0,6 3 26 0,-6 1 14 16,5-1 7-16,2 4 2 0,-8 4-1 0,7-4-8 0,0 7-11 0,0-3-17 16,7 3-19-16,-7 1-23 0,6 0-26 0,-6 3-28 0,7-5-29 0,0 10-31 15,-1-5-30-15,1 3-19 0,0 0-11 0,-2 5-9 0,2-1-6 16,-1 0-5-16,1 1-6 0,0-1-3 0,-1 4-5 0,1 0-3 16,0 0-2-16,-1 3 0 0,-6-3-1 0,6 3-1 0,-5-2-2 0,-2 3-1 15,2-4-2-15,-1 4-1 0,-7-4-2 0,7-1 0 0,-6 1 2 16,-1 0 2-16,0-3 5 0,-6 3 2 0,7-4 5 0,-7 0 1 15,0 1 0-15,-7-1 2 0,7-4-2 0,-6 5 0 0,0 0-1 0,-8-1-2 16,8-3-3-16,-7 3-2 0,0 0-4 0,-6 0-4 0,5-3-6 0,-5 3-3 16,-7-3-6-16,6 0-5 0,0 0-3 0,-5-1-3 0,-1 1-5 15,0-4-2-15,-1 3-1 0,9-3-1 0,-9 0 0 0,1-3-1 0,6 3 0 16,1-4-1-16,-1 4 0 0,7-3-2 0,0-1 0 0,1 0 1 16,-2 0-1-16,8 4 2 0,-1-3 4 0,1-1 0 0,-1 0 0 0,7 4-1 15,0 0 0-15,-7-3-2 0,7 3 0 0,0 0-1 0,0 0 0 16,7 0 0-16,-7 3 0 0,7-3 0 0,-1 4 0 0,1-4 0 15,-1 4 1-15,8 3 0 0,-2-3 0 0,1 3 1 0,7 0 1 0,-7 1 1 16,6-1 1-16,1 4 1 0,-7 0 1 0,7 0 2 0,0 0 0 16,-2 0 2-16,2-1 1 0,-1 6 1 0,1-5 2 0,-7 3 2 0,7 1 2 15,-8-4 3-15,2 3 4 0,-2-2 6 0,2 2 4 0,-1 1 3 16,-7-4 3-16,1-1 6 0,6 6 3 0,-7-5 5 0,-6-1 4 0,6 1 5 16,-6 0 5-16,8 0-28 0,-8 0-34 0,0-3 0 0,-8 3 0 15,8-4 0-15,-6 0 0 0,0 0 0 0,0 1 0 0,-8 0 0 16,1-1 0-16,1-3 0 0,-8 3 0 0,0 0 0 0,1-3 0 0,-1 3 0 15,-6-3 0-15,0-1 0 0,-7 1 0 0,7 0 0 0,-13-1-36 16,7 1-244-16,-7 0-89 0,0-1-90 0,-1 1-92 0,1-4-48 16,1 4-30-16,-8-1-6 0,7-3 5 0,0 4 15 0,-1 0 21 0,1-4 26 15,7 4 31-15,-1-4 35 0,1 0 38 0,-1 0 73 0,1 0 91 16</inkml:trace>
  <inkml:trace contextRef="#ctx0" brushRef="#br0" timeOffset="-198897.35">25738 8437 18 0,'0'0'206'0,"0"0"32"0,0 0 33 0,0 0 33 15,0 0 34-15,0 0 37 0,0 0 39 0,0 0 26 0,0 0 21 0,-6 3-6 16,6-3-19-16,0 0-30 0,-7 4-37 0,7-1-32 0,0 1-25 16,0 3-26-16,-6 1-23 0,6 0-26 0,-7 1-27 0,1 3-30 15,-1 7-31-15,7-5-20 0,-7 5-12 0,1 2-8 0,-7 1-6 0,6 4-3 16,1 0-4-16,-7-1-5 0,7 1-5 0,-8 3-6 0,2 0-5 15,4 1-7-15,-4-1-6 0,-1 1-6 0,0-1-7 0,0 4-7 16,-1 0-6-16,2-4-6 0,-8 4-6 0,7 0-4 0,0-3-4 0,0 2-4 16,0-2-4-16,0-5-4 0,7 4-9 0,-7-3-8 0,-1-4-12 0,8 4-16 15,0-8-19-15,-1 0-19 0,0 1-24 0,7-5-30 0,-6-2-34 16,6-5-53-16,0 0-62 0,6-3-65 0,-6-4-70 0,7-4-55 16,0 1-52-16,-1-5-23 0,7-7-14 0,0 1 2 0,0-5 13 0,0-2 16 15,6-5 22-15,1 0 29 0,0-3 35 0,-1 0 52 0,-5-1 61 16,5 1 67-16,0 0 195 0</inkml:trace>
  <inkml:trace contextRef="#ctx0" brushRef="#br0" timeOffset="-198447.82">25797 8411 206 0,'0'-11'269'0,"6"4"38"0,-6 3 37 15,0-3 39-15,7 3 40 0,-7 0 28 0,6 1 22 0,-6-1 17 16,0 0 14-16,6 4-18 0,-6-3-36 0,8 3-37 0,-8-4-39 0,6 4-36 15,0 0-36-15,1-3-31 0,0 3-28 0,5 0-33 0,1 0-33 0,1-4-25 16,-2 4-17-16,8 0-14 0,-1 0-10 0,1 0-10 0,0-4-11 16,-1 4-11-16,1 0-9 0,6 4-8 0,0-4-7 0,-7 0-8 15,7 4-7-15,0-4-26 0,-6 3-14 0,7-3 0 0,-2 4 0 0,-5-1 0 16,6 5 0-16,-6-5 0 0,-1 1 0 0,1 0 0 0,-2 3 0 16,2-3 0-16,0 3 0 0,-7-3 0 0,7-1 0 0,-8 5 0 0,2-5 0 15,-1 5 0-15,-1-5 0 0,2 1 0 0,-2 0 0 0,-5 3 0 16,0-4 0-16,-1 5 0 0,1-5 0 0,6 5 0 0,-7-4 0 15,-6 0 0-15,7 3 0 0,-1 0 0 0,-6-3 0 0,6 3 0 0,-6-3 0 16,8 3 0-16,-8 0 0 0,0 1 0 0,0 3 0 0,0-4 0 16,0 4 0-16,0 3 0 0,0-3 0 0,-8 4 0 0,8 0 0 15,-6 3 0-15,0 1 0 0,-1-1 0 0,1 4 0 0,-1 0 0 0,1 0 0 16,-7-1 0-16,6 2 0 0,0 2 0 0,-5 1 0 0,-2 0 0 16,8 3 0-16,-7-3 0 0,7 3 0 0,-1 0 0 0,-6 0 0 0,7 1 0 15,-2-1 0-15,-4 1 0 0,6-1 0 0,-1 4 0 0,0-8 0 16,1 5 0-16,-1-5 0 0,1 5 0 0,0-8 0 0,-2 3 0 15,2-3 0-15,0 0 0 0,0-3-149 0,6-1-58 0,-7-4-19 0,0 1-31 16,7-4-38-16,-6 0-47 0,6 0-52 0,-7-7-39 0,7 3-29 0,-6-3-23 16,0 0-20-16,6-4-9 0,-8 0-3 0,2 0 9 0,0 0 13 15,0-4 23-15,-2 0 25 0,2 0 40 0,0 1 45 0,-1-5 59 16,-6 5 63-16</inkml:trace>
  <inkml:trace contextRef="#ctx0" brushRef="#br0" timeOffset="-198131.62">25419 9265 0 0,'-13'0'62'0,"-7"0"169"0,14 0 29 16,-7 0 30-16,0-4 31 0,6 4 40 0,1-4 42 0,0 1 29 15,6 3 23-15,-8-4 15 0,8 0 11 0,0 4-33 0,8-3-54 0,-8-1-41 16,6 4-36-16,0-4-25 0,1 4-21 0,6-3-22 0,0 3-23 0,0 0-32 15,6-4-37-15,1 4-23 0,6 0-18 0,0 4-10 0,0-4-7 16,6 0-5-16,1 3-6 0,-1 1-4 0,8 0-5 0,-1 3-7 16,-6 0-6-16,5-3-7 0,2 7-8 0,-1-4-5 0,0 0-8 0,0 1-4 15,0 3-5-15,-6 0-10 0,6-4-12 0,-7 4-20 0,1 0-23 16,-1 0-27-16,1-3-31 0,-7 3-49 0,0-4-56 0,0 4-77 16,-7-4-85-16,1 0-73 0,-6-3-68 0,5 3-42 0,-13 1-27 0,8-5-9 15,-8 5 1-15,-6-1 12 0,6-3 16 0,-6 3 24 0,0-3 28 16,0 3 46-16,-6 1 55 0,0-1 76 0,6-3 146 0</inkml:trace>
  <inkml:trace contextRef="#ctx0" brushRef="#br0" timeOffset="-197464.41">25914 10261 0 0,'0'0'42'0,"7"0"96"0,-7 0 11 0,0 0 14 15,0 0 17-15,0 0 18 0,0 0 22 0,0 0 24 0,0 0 26 0,0 0 3 16,0 0-8-16,0 0 2 0,0 0 10 0,0 0 7 0,6 4 9 15,-6-4 2-15,0 3 0 0,0-3-8 0,0 4-10 0,0 3-17 0,0-3-17 16,0 3-23-16,0 1-22 0,0-1-22 0,0 0-21 0,0 5-26 16,-6-1-28-16,6 0-24 0,0 3-22 0,-7 0-14 0,7-2-11 0,-7 6-7 15,7-3-6-15,-6 3-4 0,0-4-1 0,-1 5-5 0,0-1 0 16,7 1-3-16,-6 3-1 0,-1-4-2 0,1 0 0 0,0 4 0 16,-1-4-1-16,0 5-3 0,1-5-7 0,-8 0-6 0,14 4-8 0,-12-4-15 15,5 1-18-15,1 0-25 0,-1-1-29 0,1-4-36 0,-7 1-38 16,7-1-40-16,-2 1-41 0,2-4-34 0,0 0-29 0,-1 0-22 0,1 0-22 15,-1-4-22-15,7 0-22 0,-6-3-2 0,-1 0 10 0,7-1 21 16,0 2 29-16,-6-2 33 0,6 1 38 0,0-4 40 0,-7 0 40 16,7 0 34-16,0 3 132 0</inkml:trace>
  <inkml:trace contextRef="#ctx0" brushRef="#br0" timeOffset="-196964.76">25491 10854 55 0,'-7'0'170'0,"7"0"18"0,-7 4 16 16,7 0 23-16,-6-1 24 0,6 1 26 0,-6 3 26 0,6 1 31 0,0 0 28 16,0 2-2-16,-7 1-18 0,7 0-13 0,0 4-15 0,0 0-14 15,0 3-12-15,-7-4-14 0,7 5-15 0,0-1-19 0,0 1-22 0,-6-1-25 16,0 0-27-16,6 0-29 0,-7 4-28 0,7-3-28 0,-6-1-25 16,-1 4-17-16,0-4-12 0,1 1-8 0,0 3-5 0,-1-4-4 15,0 0-2-15,1-3-4 0,0 3-8 0,-1-3-9 0,0 0-10 0,1-4-16 16,-1 0-20-16,7 0-26 0,0-4-29 0,-6-4-30 0,6 5-34 15,0-8-36-15,0 0-37 0,0 0-32 0,0 0-29 0,0-4-18 16,0 0-17-16,0-3-9 0,6 0-7 0,-6-4-2 0,0 0 3 0,7-4 7 16,-7 3 13-16,6-5 23 0,1 2 28 0,-7-3 39 0,7 0 44 15,-1-4 51-15,0 3 52 0,8-2 45 0,-8 3 37 0,0-5 36 0,8 5 35 16,-8-4 37-16,1 3 39 0,5 5 44 0,-5-4 44 0,6 2 43 16,-7 2 40-16,8-1 37 0,-8 4 36 0,7-4 13 0,0 5-1 0,0-1-2 15,1 0-5-15,-2 0-7 0,8 4-8 0,-1-4-10 0,-5 3-14 16,5 1-20-16,1 0-22 0,-1-5-30 0,0 9-31 0,8-5-37 15,-8 1-39-15,8 3-30 0,-8 1-24 0,7-1-17 0,-6 0-12 0,-1 1-11 16,7 3-9-16,-6-4-10 0,-1 4-7 0,0 0-7 0,-6 4-5 0,7-4-5 16,-6 3-5-16,-2 5-4 0,-6-5-2 0,8 1 0 0,-8 3-3 15,1 1 0-15,-1 0 0 0,0 2 0 0,2-2 1 0,-8 3-2 16,0 0 1-16,6 0-1 0,-12 3 0 0,6 1-1 0,0-5 0 0,-8 5-1 16,8 5-2-16,-6-7-2 0,0 5-3 0,-7-2-5 0,6 2-8 0,0-4-9 15,-5 5-12-15,-2-2-11 0,8-2-16 0,-7 5-21 0,0-7-24 16,6 2-38-16,-5 0-43 0,-2-4-55 0,2 4-59 0,-2-8-51 15,1 4-44-15,1 0-40 0,-2-4-39 0,2 0-12 0,-2-3-2 16,1 0 7-16,0-1 13 0,0-3 19 0,1 0 24 0,-2 0 37 0,1-3 43 16,7-1 55-16,-7 0 62 0</inkml:trace>
  <inkml:trace contextRef="#ctx0" brushRef="#br0" timeOffset="-196747.49">25510 11236 86 0,'-13'3'271'0,"-7"-3"59"0,8 4 59 0,-2-4 40 15,2 4 32-15,-1-1 23 0,6-3 21 0,-6 4 13 0,7-4 12 0,6 0-12 16,-7 0-22-16,7 0-40 0,0 0-49 0,0 0-49 0,7 3-51 0,-7-3-51 15,6 0-54-15,7 0-36 0,-6 0-28 0,6 0-20 0,-1 0-17 16,2 0-9-16,-2-3-7 0,8 3-5 0,0 0-4 0,-1 0-7 16,1 0-8-16,6 0-8 0,-7 0-9 0,7 0-6 0,1 0-6 0,-8 0-5 15,7 0-19-15,-6 0-8 0,6 3 0 0,-6-3 0 0,-1 0 0 16,0 0-31-16,-6 0-33 0,7 0-22 0,-7 0-21 0,0 4-26 0,-7-4-27 16,7 0-39-16,-6 0-47 0,0 0-58 0,-1 0-61 0,0 0-52 15,-6 0-46-15,0 0-35 0,0 0-30 0,0 0-9 0,0 0 0 0,0 0 12 16,0 0 16-16,-6 0 22 0,0 0 25 0,-1 0 40 0,0 0 46 15,7 0 55-15,-13 0 64 0</inkml:trace>
  <inkml:trace contextRef="#ctx0" brushRef="#br0" timeOffset="-196564.08">25784 11272 47 0,'0'4'185'0,"-7"-1"32"0,7-3 33 0,-6 4 33 0,6 0 35 0,-6-1 37 16,6 1 39-16,-8 0 28 0,8-1 22 0,0 1-13 0,-6 3-29 0,6-4-27 16,0 5-25-16,-6-4-25 0,6 4-23 0,0 3-28 0,-7-4-31 0,7 4-32 15,0 0-33-15,-6 0-38 0,6 3-37 0,-7 1-28 0,7 0-22 16,-6-1-13-16,-1 1-11 0,7 4-9 0,-6-5-7 0,-1 4-8 15,0-3-8-15,1 3-13 0,6 1-12 0,-6-5-18 0,-1 0-19 0,7 1-31 16,-7 0-34-16,7-4-49 0,-6 0-56 0,0 0-53 0,6 0-51 16,0-3-51-16,-7-1-49 0,7 0-22 0,0-3-9 0,-6-1 2 0,6-3 6 15,0 0 15-15,0 0 18 0,0 0 29 0,-7 0 35 0,7-3 47 16,-7-1 55-16</inkml:trace>
  <inkml:trace contextRef="#ctx0" brushRef="#br0" timeOffset="-196247.06">25256 11613 133 0,'0'-4'176'0,"-6"0"26"0,0 1 27 0,6-1 34 0,-8 0 38 16,8 0 45-16,0 1 47 0,-6-1 26 0,6 4 15 0,0-3-11 15,0 3-22-15,0 0-18 0,0 0-15 0,0 0-15 0,0-4-11 16,0 4-17-16,0 0-18 0,6 0-22 0,-6 0-26 0,8 0-30 0,-2 0-37 15,0 0-23-15,8 0-17 0,-2 4-11 0,1-4-9 0,1 3-3 16,4 1-3-16,2-4-3 0,0 3-3 0,6 1-6 0,0 0-8 0,0 3-11 16,0-3-74-16,0 0-21 0,7 0 0 0,-1-1 0 0,-6 2 0 15,7-5 0-15,0 3 0 0,-1 0 0 0,-6-3 0 0,0 4 0 16,1-4 0-16,-2 0 0 0,1 0 0 0,-6 4 0 0,0-4 0 0,-8 0-65 16,8 0-74-16,-7 3-27 0,0-3-32 0,0 4-56 0,-7-4-70 15,1 0-77-15,-1 0-80 0,1 4-51 0,-7-4-37 0,7-4-7 0,-7 4 4 16,0 0 14-16,0-4 16 0,6 1 17 0,-6-1 20 0,0 4 26 15,0-10 33-15,0 2 56 0,0 0 70 0</inkml:trace>
  <inkml:trace contextRef="#ctx0" brushRef="#br0" timeOffset="-181330.8">26904 8880 180 0,'0'0'232'0,"0"0"29"0,0 0 28 0,0 0 25 0,0-4 23 0,0 4 31 15,0 0 34-15,0 0 23 0,0 0 19 0,0-4-21 0,0 4-42 16,7 0-28-16,-7 0-23 0,6 0-25 0,0 0-25 0,1 0-21 0,0 0-18 15,5 0-17-15,1 0-15 0,7 4-23 0,0-4-26 0,-1 0-15 16,13 4-13-16,-6-4-7 0,7 0-6 0,0 4-5 0,-1-4-5 0,8 4-5 16,-8-1-6-16,7 0-5 0,0 1-7 0,1 0-5 0,-1-4-7 15,-1 7-6-15,-5-3-8 0,6 0-6 0,0-1-5 0,-6 5-7 0,6-5-7 16,-7 5-35-16,1-5 0 0,-1 1 0 0,1 3 0 0,-7-3 0 16,7 0 0-16,-7-1 0 0,0 4 0 0,0-3 0 0,-7 0 0 15,1 3 0-15,0-3 0 0,-1-1 0 0,-6 1 0 0,0 0 0 0,1-1 0 16,-8 2 0-16,0-5 0 0,0 3-69 0,1-3-31 0,0 3-26 15,-7-3-32-15,0 0-65 0,0-3-82 0,-7 0-87 0,7 3-84 16,-7-8-60-16,1 8-42 0,0-8-15 0,-8 5 3 0,8-1 10 0,-7 0 15 16,0 1 18-16,-6 3 20 0,5-4 26 0,-5 4 32 0,-1-4 65 15,1 4 82-15</inkml:trace>
  <inkml:trace contextRef="#ctx0" brushRef="#br0" timeOffset="-180814.64">27471 8528 54 0,'0'0'192'0,"6"4"30"15,-6-4 28-15,0 0 31 0,0 0 32 0,0 4 40 0,0-1 42 16,0-3 30-16,-6 4 23 0,6 0-9 0,-7 0-26 0,1-4-26 0,-1 3-23 16,0 4-27-16,1-3-23 0,-8 3-27 0,2 0-26 0,-1 1-28 15,-7-1-32-15,8 4-39 0,-8 0-41 0,-6-3-30 0,6 6-21 0,-5-3-17 16,-2 0-12-16,1 4-7 0,0-4-5 0,0 4-3 0,0-1-3 16,-7-3-2-16,8 4-1 0,-1-5-2 0,-1 6 0 0,1-5 1 15,0 3 0-15,0-3 2 0,7 0 3 0,-7 4 4 0,-1-4 0 0,8 0 4 16,0-1 1-16,-1-2 0 0,0 3 1 0,7-3 0 0,1-2-1 0,-2 2 0 15,8-4 1-15,-7 3-2 0,6-3-1 0,7-4-4 0,-6 3-5 16,6-3-3-16,0 4-4 0,0-4-5 0,0 0-4 0,0 0-2 16,0 0-4-16,0 0-2 0,0 0-1 0,0 0 0 0,6 0 0 0,-6 0 0 15,7 0 0-15,-7 4 1 0,6-4 0 0,1 3 0 0,-1 1 1 16,0 0 0-16,8-1 0 0,-8 1 1 0,7 3 0 0,0 1 3 16,0-5 1-16,1 8 1 0,5-4 1 0,0 4 2 0,-6 5 1 0,7-6 2 15,0 5 0-15,-1 0 2 0,1 3 0 0,6 0 1 0,-7 0 0 0,1 1-1 16,0-1 0-16,6 4-1 0,-7 0 0 0,1 0-2 0,-1 0 0 15,7 0-7-15,-6 0-9 0,0-4-14 0,-2 5-18 0,2-5-21 16,-1 0-24-16,-5 0-43 0,5-3-52 0,-6-1-78 0,0 1-91 0,1-4-80 16,-8-4-75-16,6 4-38 0,-4-3-19 0,-2-5-5 0,-6 1 2 0,6 0 11 15,-6-4 16-15,0 0 20 0,0 0 21 0,0 0 43 16,-6 0 52-16,0-4 78 0,-2 0 229 0</inkml:trace>
  <inkml:trace contextRef="#ctx0" brushRef="#br0" timeOffset="-128948.08">21322 13899 12 0,'0'-3'135'0,"-6"-5"18"0,6 4 18 0,0-3 26 0,0 3 29 0,-6 0 34 16,6 1 36-16,0-1 35 0,0 0 32 0,0 1 9 0,0-4-2 16,0 3-2-16,6 0-3 0,-6 1-1 0,0-1-5 0,0 0-6 15,0 1-9-15,0 3-16 0,0 0-18 0,0 0-24 0,0 0-26 0,0 0-32 16,0 0-36-16,0 0-24 0,0 0-18 0,0 0-13 0,0 0-7 0,0 3-6 15,6 1-3-15,-6 0-3 0,7 3-3 0,0 0-6 0,-7 0-6 16,12 4-6-16,-5 4-8 0,0 0-7 0,6 0-77 0,-7-1-5 16,7 5 0-16,-6-1 0 0,5 0 0 0,2 4 0 0,-1-4 0 0,0 5 0 15,0-1 0-15,-7-1 0 0,8 1 0 0,-2 0 0 0,1 0 0 0,-6 0 0 16,6 1 0-16,0-2 0 0,0 1 0 0,-7-3 0 0,8 2 0 16,-8-2 0-16,7-1 0 0,-7 4 0 0,8-7 0 0,-8 3 0 15,8 0 0-15,-8-3 0 0,6 0 0 0,-5-1 0 0,0 1 0 0,6 0 0 16,-7-5 0-16,0 6 0 0,8-5 0 0,-8-1 0 0,0-2 0 15,1 3 0-15,6-4 0 0,-6 0 0 0,-1-3 0 0,1 3 0 16,0-3 0-16,5 0 0 0,-5-1 0 0,0-3 0 0,5 0 0 0,1-3 0 16,-6-1 0-16,6 0 0 0,7-3 0 0,-8-4 0 0,8 0 0 0,-7-4 0 15,13-3 0-15,-6-1 0 0,-1-1 0 0,7-3 0 0,0-7 0 16,7 5 0-16,-7-8 0 0,7 3 0 0,-1-3 0 0,1-3 0 16,-1 3 0-16,1-4 0 0,5 1 0 0,-5-1 0 0,0 1 0 0,0-1 0 15,-1 4 0-15,-5 4 0 0,-2-1 0 0,1 1 0 0,0 3 0 16,-6 4 0-16,-1 0 0 0,-5 8 0 0,-2-5-92 0,2 8-99 15,-2 0-20-15,-5 1-39 0,-1-1-50 0,1 3-66 0,-7 0-73 0,0 5-58 16,0-1-50-16,-7 1-19 0,7-1 0 0,-6 0 8 0,-1 4 12 16,1 0 17-16,6 4 17 0,-13-4 24 0,6 4 25 0,7-1 48 15,-6 1 59-15,0-1 74 0,-1 1 265 0</inkml:trace>
  <inkml:trace contextRef="#ctx0" brushRef="#br0" timeOffset="-61748.06">9312 11844 0 0,'0'0'101'15,"0"0"51"-15,-6 3 8 0,6 1 11 0,-6 0 12 0,0-4 19 16,6 3 24-16,-7 1 28 0,0-1 33 0,1-3 6 0,6 4-5 0,-7 0-6 15,1-4-3-15,6 3-2 0,0 1-2 0,-7-4 0 0,7 4 1 0,-7-1-4 16,7 1-5-16,0 3-13 0,-6-2-16 0,6 2-23 0,-6 0-25 16,6-1-22-16,-6 3-21 0,6 2-19 0,-8-4-17 0,2 4-13 15,0 0-10-15,6 0-6 0,-7 0-5 0,1 0-4 0,-1 0-5 0,7 3-5 16,-7-3-6-16,1 1-5 0,0 2-3 0,-1 1-5 0,0 0-2 16,1-1-3-16,0 1-4 0,-1 3-3 0,0 0-2 0,1-3-4 0,-1 4-2 15,-5-1-2-15,4 0-2 0,2 4-3 0,-6-4 0 0,5 4-2 16,-6-4-1-16,0 5-3 0,7-1-2 0,-8 0-3 0,2 0-2 0,-2 3-1 15,1-3-2-15,0 4 0 0,0-4 0 0,1 4-1 0,-2-1 1 16,1 1 0-16,-7-4 1 0,8 4-1 0,-2-1-2 0,2 1 0 16,-2-4-1-16,1-1 1 0,1 5 1 0,-2-4 1 0,2-3 0 0,-2 3-1 15,1-4-1-15,7 4-2 0,-7-8-5 0,6 5-8 0,1-5-9 16,0 1-11-16,6-4-12 0,-8 0-20 0,2-3-21 0,6-1-43 16,0-4-52-16,0 1-62 0,0 0-70 0,6-8-61 0,-6 0-57 0,8 1-36 15,-2-8-28-15,0 0-9 0,7-4 1 0,0 0 8 0,0-3 10 16,1-4 18-16,-2 0 23 0,8-3 42 0,-7-1 52 0,7 0 62 15,-1 0 114-15</inkml:trace>
  <inkml:trace contextRef="#ctx0" brushRef="#br0" timeOffset="-61348.63">10062 11943 64 0,'6'-8'161'15,"1"1"10"-15,-1 0 9 0,-6-1 19 0,0 1 20 0,0 4 31 0,0-2 33 16,0 2 40-16,0-1 42 0,0 4 3 0,0-4-17 0,0 1-13 16,0 3-13-16,0 0-6 0,-6 0-3 0,6 0-5 0,0 0-6 0,-7 0-13 15,7 3-17-15,-6 1-26 0,0 0-30 0,-2 4-35 0,2-1-38 16,-6 4-29-16,-2 3-26 0,1 1-14 0,0 3-9 0,0 1-3 16,-7 2-2-16,1 5 0 0,-1 0 0 0,1 3-2 0,0 0-1 0,-8 4-2 15,8 1-2-15,-8-2-3 0,8 5-2 0,-7 0-3 0,0 0-3 0,0 3-6 16,7 0-4-16,-7 0-6 0,-1 1-6 0,1-1-3 0,0 4-5 15,0-4-5-15,1 4-2 0,-2 0-2 0,1-4-2 0,-6 4-2 16,6 0 0-16,-1-4-1 0,-5 5-1 0,6-2 0 0,-1-2-1 0,2-1 1 16,-1 4 0-16,0-4 0 0,0 0-1 0,6 1 1 0,1-4 0 0,5-1 0 15,-5 1-1-15,6-4-3 0,0 0-6 0,7-4-5 0,-2 0-6 16,2-3-7-16,0-4-7 0,0 4-8 0,-1-8-8 0,7 0-10 16,0-3-9-16,-7-1-12 0,7 1-11 0,0-4-14 0,0-4-18 0,0 5-24 15,0-9-26-15,0 4-32 0,0-3-36 0,0 0-39 0,0-4-41 0,0 4-33 16,0-4-25-16,0 0-22 0,0 0-18 0,0 0-14 0,0-4-11 15,-6 0 3-15,6 0 12 0,-7 1 24 0,7-4 29 0,0-1 38 16,0-3 40-16,-6 0 46 0,6-4 50 0</inkml:trace>
  <inkml:trace contextRef="#ctx0" brushRef="#br0" timeOffset="-60982.03">10166 12089 0 0,'14'-3'127'0,"-8"-1"11"0,-6 0 8 16,6 4 16-16,-6 0 19 0,0 0 27 0,6 0 32 0,-6 4 31 16,0 0 32-16,0-1 0 0,0 5-14 0,0-5-1 0,-6 8 4 0,6 0 5 15,-6 0 5-15,6 4 0 0,-14-1-3 0,8 4-9 0,-7 5-14 16,0-1-22-16,0 3-28 0,-7 5-29 0,1-1-26 0,-1 4-28 0,-6 4-25 15,0 0-24-15,0-1-19 0,1 4-12 0,-9 4-11 0,2 0-7 16,-1 0-7-16,1 0-5 0,5 3-7 0,-5-3-4 0,-1 4-4 0,1-4-3 16,-1 0-4-16,1 0-2 0,6 0-3 0,-7 0-1 0,7-4-4 15,1 4 0-15,-2-4-2 0,1 1 0 0,0-4 1 0,6-1 0 16,-5-3 0-16,11 0 0 0,-6-3-1 0,8-1 0 0,-1-7-1 0,0 0-1 16,6-1-1-16,1-5-5 0,0-2-7 0,-2-3-14 0,8 0-16 15,0-7-24-15,0 3-32 0,0-3-34 0,0-4-38 0,0 0-47 0,8-4-54 16,-8-3-42-16,6-1-40 0,0-3-38 0,1-4-43 0,6-3-15 15,-6-4-4-15,5 0 9 0,2-7 12 0,-8 0 25 0,7-5 29 16,0 5 36-16,6-7 37 0,-5 3 47 0,-2-4 53 0</inkml:trace>
  <inkml:trace contextRef="#ctx0" brushRef="#br0" timeOffset="-60632.55">10511 11994 51 0,'7'-7'152'16,"-1"-1"9"-16,1 5 14 0,-1-1 20 0,0 0 25 0,-6 4 30 16,0-3 28-16,8 3 27 0,-8 0 27 0,6 0-6 0,-6 0-19 15,0 0-8-15,6 3-4 0,-6-3-1 0,7 4 2 0,-7-4-2 0,0 4-4 16,6 3-16-16,-6-3-21 0,0 3-25 0,0 0-26 0,-6 4-24 16,6 0-23-16,-7 4-22 0,1 0-26 0,-8 3-18 0,2 4-14 0,-1 3-11 15,-7 1-7-15,0 3-7 0,1 1-5 0,-7 3-4 0,0 3-2 16,0 4-1-16,-7 1-1 0,1 3-1 0,-1 0-1 0,1 0-1 0,-1 0-1 15,1 3-2-15,-8 1-3 0,15-4-3 0,-8 0-2 0,7 0-2 16,0-4-2-16,6-3-2 0,1-1-2 0,-1-2-3 0,8-5-3 16,-2-4-2-16,8-3-7 0,-8-3-7 0,14-1-8 0,-6-7-11 0,6 0-10 15,0 0-12-15,6-4-13 0,-6-3-22 0,7 0-26 0,0-1-33 0,-1-3-38 16,0-3-50-16,2-1-54 0,-2 0-45 0,0 1-39 0,0-9-30 16,8 5-22-16,-8-8-21 0,7 1-20 0,-7-1-3 0,8 1 6 15,-8-8 17-15,8 4 24 0,-2-4 32 0,1-4 39 0,1 4 48 0,-2-4 56 16,2 1 46-16,5-1 151 0</inkml:trace>
  <inkml:trace contextRef="#ctx0" brushRef="#br0" timeOffset="-60331.63">10876 12048 82 0,'13'-3'162'0,"-13"-1"21"0,7 1 26 0,-1 3 31 0,-6 0 35 0,6 0 38 16,-6 3 42-16,0-3 35 0,7 4 35 0,-7-1-12 0,0 2-34 0,7-2-22 15,-7 5-15-15,0-5-8 0,0 5-4 0,-7 3-15 0,7 0-21 16,-7 0-27-16,1 3-30 0,-7 5-34 0,6-1-36 0,-6 0-33 16,1 3-30-16,-8 6-18 0,0-2-13 0,1 5-9 0,-1-1-7 0,-6 4-5 15,6 4-6-15,-12 0-4 0,6-1-7 0,0 1-3 0,0 3-3 16,0-3-4-16,0 2-4 0,-1 2-3 0,2-4-5 0,-1-1-4 0,6 1-1 16,-6-4-2-16,7-4 0 0,5 0-2 0,-6-3 0 0,8-4-4 15,6 0-4-15,-8-7-11 0,8 3-14 0,6-7-14 0,-7 0-19 0,7-4-16 16,0 1-20-16,7-5-31 0,-7-3-36 0,6 0-50 0,1 0-53 15,0-3-53-15,-1-5-48 0,6 1-39 0,-4 0-33 0,4-8-22 16,2 1-19-16,-1-1 0 0,-1-3 9 0,2-5 13 0,-2 1 18 0,2-3 30 16,5 3 36-16,-6-4 49 0,6-3 54 0,-5 3 52 0,5-3 137 15</inkml:trace>
  <inkml:trace contextRef="#ctx0" brushRef="#br0" timeOffset="-60081.33">10947 12287 0 0,'7'-4'56'0,"0"1"87"0,-1-1 12 0,-6 0 18 15,6 4 21-15,-6 0 27 0,8 0 32 0,-8 0 36 0,0 4 37 0,6 0 20 16,-6-1 8-16,0 1-1 0,0 0-7 0,-6 3-5 0,6 0-3 16,0 4-7-16,-8 1-7 0,2-2-14 0,0 0-14 0,-1 6-25 15,-6 2-28-15,6 1-32 0,-5-1-35 0,-2 4-36 0,-5 0-37 0,6 4-22 16,-6-1-17-16,-1 4-11 0,0-3-7 0,1 4-6 0,-1-1-6 16,0 0-5-16,1 0-5 0,0-3-4 0,6-1-4 0,-1-3-6 15,2 1-7-15,-2-5-12 0,8 0-14 0,0-3-17 0,-1-1-21 0,7-6-33 16,-6 3-40-16,6-4-51 0,6-3-58 0,-6-4-52 0,7 0-50 0,-1 0-43 15,0-4-37-15,1-3-29 0,6-1-24 0,0-3-5 0,0 0 4 16,0-3 14-16,0-4 17 0,6-1 30 0,1 1 40 0,-7 0 49 16,7-5 59-16,-8 2 52 0,8 2 167 0</inkml:trace>
  <inkml:trace contextRef="#ctx0" brushRef="#br0" timeOffset="-59865.36">11143 12379 0 0,'0'-4'93'16,"6"4"80"-16,-6 0 10 0,7 0 19 0,-7 4 19 0,0-4 26 0,0 3 28 15,0 1 34-15,0 0 36 0,0-1 19 0,0 5 9 0,0-5-15 16,0 4-29-16,0 1-21 0,0-1-15 0,0 0-13 0,0 1-10 0,0 3-15 16,0-4-20-16,-7 4-24 0,7 0-28 0,-6 0-34 0,6 0-35 15,-6 0-32-15,-1 4-33 0,0-1-19 0,7 1-11 0,-12 0-6 16,5 3-5-16,0-4-2 0,-6 5-3 0,7-1-3 0,-8 1-2 0,2 3-7 16,-2-4-8-16,2 0-25 0,-1 4-34 0,-1 0-55 0,2-3-66 15,-8-1-66-15,7 4-69 0,-7-4-48 0,8 0-39 0,-2-3-19 0,2 3-9 16,-2-6-4-16,-5 2-1 0,13-6 4 0,-8-1 7 0,8 0 24 15,0-3 34-15,-2-4 55 0,8 0 65 0</inkml:trace>
  <inkml:trace contextRef="#ctx0" brushRef="#br0" timeOffset="-3898.94">11176 12448 0 0,'0'0'6'0,"0"0"63"0,0 0 6 0,0 0 0 15,0 0-2-15,0 0-1 0,0 0-1 0,0 0 1 0,0 0 1 0,0 0 1 16,0 0 2-16,0 0 1 0,0 0 0 0,0 0-1 0,0 0 0 0,0 0-2 16,0 0 0-16,0 0-1 0,0 0 1 0,0 0 3 0,0 0 1 15,6 0 4-15,-6 0 3 0,0-4 6 0,0 4 5 0,6 0 4 16,-6 0 5-16,0 0 1 0,8 0 1 0,-8-3 1 0,6 3-1 0,-6 0-3 16,6 0-3-16,-6 0-5 0,6 0-3 0,-6 0-4 0,7-4-4 15,-7 4-3-15,7 0-4 0,-1 0-1 0,-6 0 0 0,7 0 0 16,-1-4 1-16,0 4 4 0,2 0 2 0,-2-3 5 0,0 3 3 0,0-4 4 15,8 4 4-15,-8-4 7 0,1 4 10 0,6-3 1 0,-6 3-1 16,-1 0-2-16,6-3-2 0,-4 3 0 0,4 0-1 0,-5 0-3 0,6 0-7 16,0 0-3-16,-7 0-2 0,8 0-3 0,-2 3-5 0,2-3-10 15,-1 0-12-15,-7 3-5 0,7-3-1 0,0 4-5 0,0-4-5 0,0 4-3 16,0-4-6-16,0 3-2 0,0-3-1 0,1 4 0 0,-2-4-2 16,1 4-1-16,0-1-2 0,0-3-1 0,1 4-3 0,-8 0-3 0,7-4-5 15,0 3-2-15,0 1-1 0,-7 0-3 0,8-1 1 0,-2 1 0 16,-5 0-2-16,6 3 0 0,0-3-2 0,-7 3 0 0,8 1-2 15,-2-1 1-15,-4 0 2 0,4 4 1 0,-5 0 3 0,6 0 0 0,-7 0 0 16,1 0 3-16,5 4 2 0,-4-4 0 0,4 3 0 0,-5 1-1 16,0 0 0-16,-1-1 0 0,0 5 0 0,1-5 2 0,6 1-1 0,-6-1 2 15,-7 5-2-15,6-4 1 0,0-1 0 0,1 1-2 0,0 3-2 16,-1-3 0-16,-6 3 0 0,6-3 2 0,-6 3 1 0,0-3 1 0,7 3 0 16,-7-4-2-16,0 5 1 0,0-4 0 0,0 3 0 0,0-3 0 15,0 3 2-15,0-3 1 0,0 3 0 0,-7-4 1 0,7 5-3 16,0-1 0-16,-6-3-2 0,6 3-1 0,0 1-1 0,0-1 0 0,-6 0-2 15,6-3-1-15,0 7-1 0,0-4-2 0,-7 1 0 0,7-1 0 16,0 0-2-16,0 0 0 0,0 4-1 0,0-4-2 0,0 1 1 0,-7-1-2 16,7 1 0-16,0 3-1 0,0-4-1 0,-6 0 0 0,6 0-1 15,0 5-1-15,0-5 0 0,0 4-1 0,-6 0-1 0,6-4 1 16,0 4-1-16,0 0 1 0,0 0 1 0,-7 0-1 0,7 0 0 0,0 0 0 16,0 0 1-16,0 0-1 0,-7 0 1 0,7-4-1 0,0 4 1 15,0-3 0-15,0-1 1 0,0 0 2 0,-6 0 1 0,6 1 2 0,0-1 0 16,0-3 2-16,0 3-1 0,0 1 1 0,0-5 1 0,0 1-1 15,-7 3 1-15,7-3 0 0,0 0 1 0,0-1-1 0,0 5-1 0,0-5-2 16,0 1 0-16,0-1-2 0,0 1 0 0,0 3-1 0,0-3-1 16,0-1 0-16,0 2-2 0,0-2 0 0,0 1 0 0,0-1-1 0,0 1 1 15,0-4-1-15,0 3 0 0,7-3 0 0,-7 4-2 0,0-4 1 16,0 4-1-16,0-4-1 0,0 0 0 0,0 0 1 0,0 4 0 16,0-5 0-16,0 5 0 0,0-4-1 0,0 4 1 0,0-4 0 0,0 3 1 15,0-3 0-15,0 4-1 0,0-4 1 0,0 4 2 0,0-4 1 16,0 3 2-16,-7-3 1 0,7 4 0 0,0-5 0 0,0 2 0 0,0-1 1 15,-6 3-1-15,6-3 0 0,0 1 0 0,0-1-1 0,0-4 1 16,0 4-2-16,0 0-2 0,-6 0 0 0,6-4-1 0,0 4-1 0,0-4-1 16,0 1-1-16,0-1-1 0,0 4 1 0,0-4 1 0,0 1 0 15,0 0-1-15,0-1 0 0,0 0 0 0,0 0 1 0,0 1 0 0,0-1 0 16,0 0-2-16,0 1 0 0,0-1 1 0,0-4 1 0,0 8-1 16,0-7 1-16,0 3-1 0,0 0-1 0,0 1 0 0,0-1 1 0,0 1 1 15,0-5 0-15,0 6-1 0,0-7 0 0,0 5-1 0,0-3 1 16,0 0 0-16,0-1 1 0,0 2-1 0,0-2 0 0,0-3-1 15,0 3 1-15,0-3-1 0,0 5 0 0,0-5 1 0,0 0-1 0,0 0 0 16,0 0 1-16,0 0 0 0,0 0 1 0,0 0-1 0,0 0 0 16,0 0 0-16,0 0-1 0,0 0 1 0,0-5-1 0,0 5 0 0,0-3 0 15,-7 0-1-15,7 3 1 0,0-8-1 0,0 4 0 0,-7 0 0 16,7-3-1-16,-6 0-1 0,0 0 1 0,6-4-1 0,-8-1 2 0,2 2-2 16,0-5 2-16,-1-3-1 0,1 4 0 0,-7-9 2 0,6 5-1 15,1-4-1-15,0 0 1 0,-8-4-1 0,8 4 1 0,-8-3 1 0,8 2-1 16,-7-2 0-16,7 3 0 0,-1 0 1 0,-6 4 1 0,7-4-1 15,-1 4 1-15,-6-1 0 0,7 4 1 0,-1-3-1 0,-6 7 1 16,6-4 1-16,1 4 0 0,0 1 0 0,-2 2-1 0,2-3 0 0,0 4 0 16,-1 3 0-16,1-3 0 0,6 3 0 0,-7-3 0 0,1 4-1 15,6-2 1-15,-7 2 0 0,7-1-1 0,-6 0 0 0,6 4-1 16,-6-3 0-16,6-1 2 0,0 4-1 0,-8-4 1 0,8 4-1 0,0 0 0 16,0 0 0-16,0 0-1 0,0 0 1 0,0 0-1 0,0 0 1 0,0 0 0 15,0 0 0-15,0 0 0 0,0 0-1 0,0 0 0 0,0 4-1 16,0-4 0-16,0 4 1 0,0-1-1 0,0-3 1 0,8 8 0 15,-8-5 0-15,6 2-1 0,0 2 2 0,1 0-1 0,-7 0 0 0,6 4 0 16,7-3 1-16,-6 6 0 0,-1-3 1 0,0 4 0 0,2-4 0 16,4 7-1-16,-5-2 1 0,6-3 0 0,-6 2-1 0,-1 4 0 0,7-1 1 15,-6-4-1-15,5 5 1 0,-5-2 0 0,6 2 0 0,-6-1 0 16,5 1-1-16,-5-1-1 0,6-3 1 0,1 3-1 0,-8-3 0 16,7-1 0-16,0 1 0 0,-7 0 0 0,7-1 0 0,1 1 1 0,-2-4-1 15,-5 1 0-15,6-2 0 0,0 1-1 0,0-4 0 0,0 4 2 16,0-3-2-16,-6-1 0 0,5-4 0 0,1 5 1 0,-6-4 0 0,6-4 0 15,1 3 0-15,-8 1 0 0,6-4-1 0,-5 0 1 0,0 0-1 0,6-4 0 16,-7 1 1-16,8-5 0 0,-2 1 1 0,-6-4 1 0,14 0 0 16,-13-3-3-16,13-1-3 0,-8-7-11 0,2 0-12 0,5-4-17 15,1-3-19-15,0-1-23 0,-2-2-23 0,2-2-44 0,-1-2-54 0,7-1-80 16,-6 5-91-16,0-4-79 0,5 2-72 0,2 0-34 0,-7 6-15 16,6-1 0-16,-7 2 10 0,7 2 13 0,-6 3 20 0,-1 0 20 15,1 4 25-15,-8 0 44 0,8 2 53 0,-6 5 79 0,5 1 238 0</inkml:trace>
  <inkml:trace contextRef="#ctx0" brushRef="#br0" timeOffset="17785.88">14041 11906 0 0,'0'4'68'16,"0"-1"83"-16,0-3 7 0,0 4 11 0,0 0 11 0,-6-4 20 15,6 2 25-15,-6 3 28 0,-2-5 30 0,2 4 10 0,6-4 2 0,-6 3-8 16,-1 1-14-16,0-4-5 0,1 4-3 0,6-1 0 0,-7 1 2 15,1 4-4-15,0-1-7 0,-1-4-15 0,0 8-22 0,-5-3-23 16,5 6-25-16,0-3-27 0,-6 4-24 0,0-1-20 0,0 1-19 0,1 4-11 16,-2-1-11-16,-5 0-8 0,6 4-7 0,-6 0-7 0,-1 0-4 15,0-1-5-15,1 6-2 0,-7-5-4 0,6 7-5 0,-6-4-1 0,-1 5-1 16,9-1-3-16,-9-3-3 0,1 7-2 0,0-8-2 0,0 9-1 16,7-9 0-16,-7 4-2 0,6-3-1 0,1 0-2 0,-1-1-2 0,0-6-5 15,7 3-8-15,1-4-17 0,-2-3-19 0,8-1-31 0,0-6-36 16,-2 2-47-16,8-6-51 0,-6 3-43 0,12-7-37 0,-6 0-32 0,8 0-30 15,-2-7-34-15,0 0-36 0,8 0-14 0,-8-8-3 0,13 0 12 16,-5 1 18-16,4-8 29 0,2-1 36 0,7-2 47 0,-1 0 50 0,0-5 42 16,-1 1 71-16</inkml:trace>
  <inkml:trace contextRef="#ctx0" brushRef="#br0" timeOffset="18051.53">14327 11997 0 0,'14'-3'109'0,"-1"0"27"0,-7 3 11 0,0-4 19 15,2 4 20-15,-8 0 29 0,0 4 34 0,6-4 33 0,-6 3 32 0,0 0 5 16,0 1-6-16,0 3-2 0,0 1 4 0,-6-1 2 0,6 0 1 16,-8 4-4-16,2 4-6 0,0-4-14 0,-7 8-16 0,-1-5-25 15,2 8-29-15,-8-3-30 0,1 2-29 0,-1 5-29 0,-6 0-32 0,0-1-22 16,0 5-16-16,0-1-11 0,-7 4-8 0,8 0-5 0,-8 0-5 16,1 3-5-16,-2-3-5 0,9 4-5 0,-8 0-4 0,0-4-3 15,0-1-3-15,8 2-3 0,-1-1-4 0,0-4-1 0,0-4-3 0,6 1-2 16,1-4 0-16,5-3-11 0,2-5-13 0,-1 1-17 0,6-4-20 0,7-4-30 15,-7-3-34-15,14-1-40 0,-7-3-45 0,7 0-45 0,-1-7-43 16,7 0-37-16,0-4-32 0,0 0-35 0,7-4-33 0,-1-3-12 16,1-4-4-16,6 0 11 0,0-7 16 0,-1 3 28 0,2-3 33 0,5-5 40 15,1 2 43-15,-1-1 45 0,2 0 44 0</inkml:trace>
  <inkml:trace contextRef="#ctx0" brushRef="#br0" timeOffset="18284.45">14647 12067 0 0,'13'-7'57'0,"-1"0"75"0,-4 2 12 15,-2 2 20-15,0-1 23 0,1 4 32 0,-7 0 38 0,0 4 38 16,0-4 39-16,0 3 13 0,0 5 0 0,0-4-2 0,-7 3-3 0,7 4-4 16,-6 0-3-16,-8 0-6 0,8 4-11 0,-6 3-16 0,-2 0-20 15,-5 4-31-15,-1-4-35 0,0 8-37 0,-5 0-38 0,-1 0-34 16,0 3-34-16,-7 1-21 0,7-1-13 0,-7 0-10 0,1 4-4 0,-1 0-5 16,7-4-3-16,-6 4-3 0,5-4-3 0,1 1-1 0,0-4-3 15,7-1-2-15,-7-3-5 0,13-4-13 0,-7-3-18 0,14 0-28 0,-7-8-37 16,13 0-43-16,-7-3-49 0,7-4-47 0,7-4-49 0,-1-3-36 15,7 0-33-15,0-8-31 0,7 0-32 0,-7 1-24 0,13-8-16 0,-6-1 1 16,6-2 12-16,0-1 26 0,-1 1 34 0,8-4 44 0,-7-1 46 16,6 1 49-16,1-1 48 0</inkml:trace>
  <inkml:trace contextRef="#ctx0" brushRef="#br0" timeOffset="18501.93">14966 12048 7 0,'6'-3'153'0,"1"3"13"0,0 0 12 0,-7 0 16 16,6 3 18-16,-6 2 24 0,0-2 27 0,-6 1 29 0,6 3 29 0,-7 1-2 15,7 3-17-15,-7 0-11 0,-5 3-7 0,5-3-11 0,-6 8-12 16,0-5-9-16,-7 4-9 0,8 0-13 0,-8 5-15 0,0-1-21 16,-5 0-22-16,-2 0-26 0,8-1-27 0,-8 1-24 0,1 3-23 0,0-2-17 15,1-1-14-15,-1 1-9 0,6-2-4 0,1-3-4 0,-1-3-3 16,0 0-5-16,7 0-6 0,7-4-21 0,-8-4-25 0,8-3-29 16,6-1-35-16,0-3-41 0,0 0-45 0,6-3-44 0,1-1-44 0,0-3-37 15,6-1-34-15,-7-3-33 0,14-3-32 0,-8-5-13 0,8 4-5 0,0-7 11 16,-1 1 19-16,7-1 27 0,1 0 32 0,-8 0 39 0,7-4 46 15,0 0 43-15,0 4 122 0</inkml:trace>
  <inkml:trace contextRef="#ctx0" brushRef="#br0" timeOffset="18734.54">15259 11979 0 0,'0'4'19'0,"0"0"171"16,-7 3 13-16,7 0 15 0,-6 0 14 0,0 1 23 0,-1-1 25 15,0 4 31-15,1-4 33 0,-1 5 33 0,1-5 30 0,0 4-22 0,-1 0-51 16,-6 0-35-16,7 0-25 0,-2 0-18 0,2 3-11 0,-7-2-15 15,7 2-15-15,-7 1-22 0,0 3-25 0,-1-3-31 0,2-1-32 0,-1 5-33 16,0-1-32-16,-6-3-18 0,5 3-10 0,-6 0-7 0,8 0-4 0,-8 1-4 16,1-1-2-16,5 4-5 0,-5-3-5 0,6-1-12 0,-6 0-16 15,5 0-27-15,1-3-33 0,0 0-42 0,0 0-49 0,7-4-46 16,-8-4-44-16,8 4-37 0,0-8-36 0,6 5-29 0,0-8-28 16,0 0-11-16,0 0 0 0,6-8 9 0,0 5 13 0,2-8 26 0,4 4 30 15,-5-8 45-15,6 4 48 0,6-4 47 0,-5-3 151 0</inkml:trace>
  <inkml:trace contextRef="#ctx0" brushRef="#br0" timeOffset="19684.18">15461 12217 0 0,'6'-7'58'0,"8"4"67"0,-8-1 7 0,0-1 12 16,8 3 13-16,-8-3 17 0,7 5 18 0,-7-3 23 0,8 3 23 0,-2 0-3 15,-5 0-16-15,6 0-8 0,0 0-2 0,1 0 5 0,4 3 10 16,-4-3 11-16,-1 5 9 0,7-5 4 0,-2 2 3 0,2-2-6 0,-7 5-10 16,7-1-16-16,6-1-18 0,-6 1-17 0,-1-1-14 0,7 1-11 15,-6 0-10-15,6 3-11 0,-7-3-14 0,7-1-13 0,-6 5-13 0,6-1-13 16,0 0-13-16,0 1-8 0,-6 3-4 0,6-4-5 0,0 4-3 16,-1 0-3-16,2 0-2 0,-8 0-3 0,8 0-2 0,-1 0-4 15,-7 4-1-15,7-4-2 0,0 3-2 0,-6 1-1 0,-1 3-2 0,1-3 0 16,6 3-3-16,-13 1-1 0,7-1 1 0,-2 0-2 0,2 0 0 15,0 4 1-15,-7-3-1 0,7 3 0 0,-8-1-1 0,1 2-1 0,1-1-1 16,-2 0-1-16,2 0-1 0,-8-1 0 0,7 5-1 0,-6-4 0 16,-1 4 0-16,1 0 0 0,-1-1 1 0,0 4-1 0,2 0 0 0,-8-2 0 15,6 2 0-15,-6 0 2 0,0 4 2 0,6-4 1 0,-6 4 2 16,0 0 2-16,0 0 3 0,-6 0 1 0,6 4 2 0,0-4 1 16,0 3 1-16,-6-2 0 0,6 2 1 0,0-3-1 0,0 4 0 0,-8-5-2 15,8 5 0-15,-6-4-2 0,6 0-2 0,-6 4-2 0,6-4-3 16,-7 0-1-16,7 0-3 0,-6 0-4 0,-1 4-2 0,0-5-2 0,1 1 0 15,6 0 1-15,-6 0 0 0,0-3 1 0,-2 3 0 0,8-4 0 16,-6 4 0-16,0-4 0 0,-1-3-1 0,7 3 0 0,-7-3-1 16,7-1 1-16,-6-2 0 0,-1 2-1 0,7-3-1 0,-6-4-1 0,6 4-3 15,-6 0 1-15,6-4 0 0,-7 1 0 0,7-1-1 0,-7 1-1 16,7-2 1-16,0 2 0 0,-6-4 1 0,6 3-1 0,-6-7-1 0,6 4 0 16,0-5 1-16,-7 6-1 0,7-9-1 0,0 4-2 0,0 0-1 0,-7-4-1 15,7 0 0-15,0-3 1 0,0 3-1 0,0-3-1 0,0-4 0 16,-6 4-1-16,6-4 1 0,0 0-1 0,0 0-2 0,0 0-1 15,-7 0-2-15,7-4-5 0,-6 0-4 0,6 1-5 0,-6-1-7 0,6-3-4 16,-8 3-6-16,2-7-4 0,0 4-4 0,0-4-3 0,-2 0-2 16,2-1-4-16,0 2-1 0,-7-5 0 0,6 4-1 0,-6-7 4 15,7 3 2-15,-8 0 4 0,2 1 5 0,-1-4 3 0,-1-1 5 0,2 4 3 16,-2-3 4-16,2 3 3 0,-2 1 3 0,8-4 3 0,-7 7 2 0,7-4 2 16,-8 0 3-16,8 4 2 0,0 1 1 0,-2 2 2 0,2 0 1 15,6 1 3-15,-6 3 3 0,6 1 0 0,-7-1 3 0,7 1-1 16,0 3 1-16,0 0 0 0,0 0 1 0,0 0 1 0,0 3 0 0,0 1 0 15,0-1 1-15,7 5-1 0,-7 0 1 0,0-2-1 0,6 5-2 0,-6 1 0 16,6-1 0-16,2-1 1 0,-8 5 2 0,6 0 1 16,0-1 1-16,1 5 3 0,0-1 3 0,-1 1 4 0,-6-1 4 0,6 4 4 15,7 0 3-15,-6 0 4 0,0 0 3 0,-1 0 2 0,0 0 3 0,8 3-1 16,-8-3 2-16,0 0-1 0,1 0-2 0,6 0-2 0,-6 0-3 16,-1-3-5-16,8 2-3 0,-8-6-5 0,0 3-3 0,7-3-4 15,0-4-4-15,-6 4-2 0,5-8-4 0,2 0-2 0,-2 1-2 0,2-8-4 16,5 0-1-16,-5-3-6 0,-2-5-9 0,8 0-10 0,-1-6-14 15,1-1-17-15,0-7-18 0,-1 4-25 0,1-8-28 0,0 0-51 16,6-3-64-16,-7 0-82 0,1 0-89 0,-2-4-69 0,9 7-59 0,-14-7-24 16,6 7-7-16,1-3 4 0,0 0 9 0,-7 4 15 0,6-2 17 15,0 2 25-15,-5-1 28 0,5-3 50 0,-6 4 66 0</inkml:trace>
  <inkml:trace contextRef="#ctx0" brushRef="#br0" timeOffset="20451.25">18229 11844 0 0,'6'-4'105'0,"1"0"21"16,0 4 12-16,-1-3 12 0,0 3 14 0,-6-4 19 0,7 4 20 0,-7-4 15 16,6 4 11-16,-6 0 2 0,7 0-4 0,-7 0 7 0,0 0 9 15,0 0 17-15,0 0 20 0,0 0 12 0,0 4 9 0,0 0 0 16,0-1-3-16,0 1-9 0,0 3-15 0,0 1-16 0,-7-1-20 0,1 7-19 16,6-3-17-16,-7 8-20 0,-5-4-19 0,5 7-22 0,-6 0-25 0,-7 4-20 15,7-1-16-15,-6 4-11 0,0 4-8 0,-8 0-9 0,1 0-5 16,-6 3-5-16,6 5-5 0,-13-1-3 0,6 4-6 0,1-1-2 15,-8 2-5-15,7-1-3 0,-5-3-4 0,5 3-2 0,1-8-4 0,5 1-4 16,1-4-6-16,7-4-15 0,-1-3-19 0,8-8-33 0,-2 0-36 16,8-11-57-16,6 1-66 0,0-8-65 0,6-4-65 0,0-3-57 15,2-8-56-15,11 1-28 0,-6-5-14 0,6-6-5 0,1-4 0 0,-1-1 13 16,7-3 19-16,0 0 31 0,1 0 36 0,-1-4 57 0,6 4 64 16</inkml:trace>
  <inkml:trace contextRef="#ctx0" brushRef="#br0" timeOffset="20684.83">18659 11903 11 0,'20'-5'185'0,"-8"10"28"0,1-5 30 0,-6 3 33 0,6 1 34 0,-7 3 41 15,0-3 45-15,2 7 31 0,-8-4 24 0,0 4-6 0,0 4-18 16,0-1-22-16,-8 1-23 0,2 3-24 0,0 4-21 0,-7 0-21 0,0 0-22 16,0 8-25-16,-7-5-27 0,0 8-35 0,1-1-37 0,-7 2-25 15,0 3-18-15,0-1-12 0,0 1-11 0,-7 3-9 0,1 0-9 0,5 1-6 16,-5-1-8-16,-1 0-9 0,7 1-7 0,1-4-9 0,-1-5-12 15,-1 1-15-15,1-4-15 0,6-3-21 0,8 0-20 0,-1-8-29 0,0 1-30 16,6-8-38-16,1 0-45 0,6-4-59 0,0-4-69 0,6-3-60 16,1-3-60-16,-1-4-49 0,1-1-43 0,6-3-22 0,7-3-11 15,-1-1 4-15,0-4 11 0,1-3 20 0,6 0 24 0,0 1 36 0,0-5 42 16,7 0 59-16,-7 0 67 0</inkml:trace>
  <inkml:trace contextRef="#ctx0" brushRef="#br0" timeOffset="20901.42">18945 12236 0 0,'6'0'98'0,"8"-4"103"0,-14 4 29 0,6 4 33 16,-6-4 37-16,0 3 42 0,0 5 45 0,0-1 32 0,-6 4 22 16,6 0 2-16,-14 4-4 0,8-1-26 0,-6 1-32 0,-2 7-26 0,-5 0-22 15,-1 0-22-15,0 3-18 0,-5 5-27 0,5-5-28 0,-6 9-36 16,-7-5-41-16,7 8-25 0,0-4-17 0,-7 0-13 0,7 3-11 16,1-3-10-16,-1 3-6 0,-7-2-7 0,13-1-7 0,-6-1-9 0,7-2-9 15,6-5-16-15,-6-2-17 0,5-5-22 0,8 0-24 0,6-3-25 16,0-8-26-16,0 0-39 0,6-7-43 0,1-3-59 0,6-1-66 0,6-7-60 15,1-4-56-15,0 1-55 0,5-9-50 0,1-2-20 0,7-1-5 16,-7-3 8-16,14 0 15 0,-8-4 17 0,1 0 21 0,6-4 35 16,-7 4 41-16,1 1 57 0,-1 2 64 0</inkml:trace>
  <inkml:trace contextRef="#ctx0" brushRef="#br0" timeOffset="21118.54">19239 12294 138 0,'6'-3'181'0,"0"-1"25"15,1 0 28-15,-7 4 34 0,7 0 35 0,-7 0 46 0,0 4 49 0,0 0 27 16,0-1 16-16,0 4-17 0,0 1-35 0,-7 3-24 0,0-3-20 15,1 6-13-15,0-3-13 0,-2 4-19 0,-4-1-23 0,-1 5-27 16,0-1-29-16,0 4-40 0,-1 0-45 0,-5 0-27 0,0 0-20 0,6 3-14 16,-7-3-8-16,0 4-8 0,1-4-4 0,6 0-6 0,-6 0-6 15,5-4-7-15,2-3-9 0,5 0-16 0,-6-1-22 0,6-7-22 16,7 1-24-16,-6-5-31 0,12 1-36 0,-6-4-53 0,7-4-59 0,-1 1-64 16,1-5-67-16,6 1-60 0,-1-7-59 0,2-1-26 0,6 0-13 15,-1-3 3-15,-6 0 12 0,6-5 15 0,1 2 18 0,0 3 27 0,-1-5 34 16,1 5 50-16,-1 0 59 0</inkml:trace>
  <inkml:trace contextRef="#ctx0" brushRef="#br0" timeOffset="21567.64">19454 12250 142 0,'0'4'156'0,"-8"0"10"0,8-1 12 15,0 1 15-15,0 3 18 0,0-3 23 0,-6 3 25 0,6-3 16 0,0 3 11 16,0 4-7-16,-6-4-18 0,6 4-5 0,-7 1-2 0,1-1 3 16,-1 3 1-16,1 1-2 0,-1 0-5 0,-5 3-12 0,4-4-13 15,-4 5-19-15,-2 3-22 0,1-4-21 0,1 4-24 0,-2-3-20 0,2 2-20 16,-2 2-18-16,1-5-17 0,7-3-13 0,-7 2-12 0,0-5-11 15,7 2-10-15,-2-3-22 0,2-3-27 0,6-1-38 0,-6-3-43 0,6-1-50 16,0-3-53-16,0 0-44 0,6 0-41 0,-6-3-39 0,0-5-37 16,6 5-30-16,2-5-23 0,-2-3-11 0,0 1-2 0,1-1 14 15,0-1 22-15,-7-2 33 0,6-1 39 0,0 1 46 0,1-1 50 0,-1 0 42 16,1 1 181-16</inkml:trace>
  <inkml:trace contextRef="#ctx0" brushRef="#br0" timeOffset="22701.69">19531 12323 15 0,'7'-3'151'0,"0"3"18"0,-1 0 18 0,0-4 23 0,1 4 23 0,-1-4 26 15,8 4 28-15,-8 0 28 0,0-3 28 0,2 3 0 0,-2 0-13 0,6 0-8 16,-5 0-2-16,6 0-3 0,0 0-3 0,-7 0-10 0,14 3-14 15,-7-3-20-15,0 4-22 0,0 0-24 0,7 4-25 0,-8-5-23 0,8 4-23 16,0 1-23-16,-7-1-24 0,-1 0-16 0,8 1-13 0,-6 3-10 16,-1 0-8-16,-1 0-5 0,2-1-1 0,-2 5 2 0,2-4 0 15,-1 4 1-15,0-1-2 0,0 1 0 0,-7 0-1 0,8 0-3 0,-8-1-4 16,0 4-2-16,7-3-2 0,-6 3 0 0,0-3-1 0,-1 3-1 16,0 1 0-16,0-1-2 0,2 0-1 0,-2 1-1 0,-6-1-2 0,6 0-1 15,1 0-1-15,0 4 0 0,-1-3 0 0,-6-1 1 0,7 4 0 16,-7-4-1-16,6 4-1 0,-6 0 0 0,0 1-1 0,6-1 2 15,-6-1 1-15,0 1 1 0,0 4 3 0,0-4 1 0,0 3 3 0,0 1 0 16,0 0 2-16,0 0 1 0,0 3 4 0,0-4 1 0,-6 5-49 16,6-1 0-16,0 0 0 0,0 1 0 0,-6 2 0 0,6-2 0 0,0-1 0 15,-7 1 0-15,7-1 0 0,0 1 0 0,-6-1 0 0,6 0 0 16,-7 0 0-16,7 0 0 0,0-3 0 0,-7 0 0 0,7 3 0 0,0-7 0 16,0 4 0-16,0-1 0 0,-6-2 0 0,6-2 0 0,0 1 0 15,0-3 0-15,0 3 0 0,-6-4 0 0,6 4 0 0,0-4 0 16,-8 1 0-16,8-1 0 0,0 4 0 0,-6-4 0 0,6 0 0 0,-6 4 0 15,6-3 0-15,-6-1 0 0,6 1 0 0,0-1 0 0,-7 4 0 16,7-8 0-16,0 5 0 0,-7-1 0 0,7-4 0 0,0 5 0 0,-6-4 0 16,6-1 0-16,-7 1 0 0,7-4 0 0,0 4 0 0,0-5 0 15,-6 1 0-15,6 0 0 0,0-3 0 0,-6-1 0 0,6 0 0 0,0-2 0 16,-8 2 0-16,8-4 0 0,0-3 0 0,0 4 0 0,0-4 0 16,0 0 0-16,0 0 0 0,0 0 0 0,0 0 0 0,0 0 0 15,0-4 0-15,0 4 0 0,0 0 0 0,-6-3 0 0,6 3 0 0,0-4 0 16,0 1 0-16,0 3 0 0,0-5 0 0,-6-2 0 0,6 3 0 0,0 1 0 15,0-5 0-15,0 5 0 0,-6-5 0 0,6 1 0 0,0 0 0 16,-7 0 0-16,7-4 0 0,0 3 0 0,0-3 0 0,-7 0 0 16,7-3 0-16,0 2 0 0,-6-2 0 0,6-1 0 0,-7 1 0 0,7-5-8 15,0 1-41-15,-6 0 0 0,6-1 0 0,-7 1 5 0,7 3 2 16,0-3 3-16,-7 3 6 0,7-3 5 0,0 3 6 0,0 4 6 0,0 1 3 16,-6-1 5-16,6 0 4 0,0 3 1 0,0 5 4 0,0-5 2 15,-6 5 3-15,6-1 3 0,0 4 1 0,0 0 3 0,0 0 1 0,0 0 2 16,0 0 1-16,0 4 1 0,0-1 4 0,0 5 3 0,0-1 3 15,0 0 2-15,0 4 1 0,6 0 0 0,-6 4 0 0,0-4 0 16,0 7-1-16,6-3-1 0,-6 3-17 0,0-3-12 0,7 3 0 0,0 0 0 16,-7 1 0-16,6-5 0 0,-6 5 0 0,7-1 0 0,-1-4 0 15,1 5 0-15,-7-4 0 0,7-1 0 0,-1 1 0 0,-6 0 0 16,6-1 0-16,0-3 0 0,-6 4 0 0,8-4 0 0,-8 3 0 0,6-2 0 16,0-1 0-16,-6 0 0 0,7 0 0 0,-7 0 0 0,6-5 0 15,-6 6 0-15,7-1 0 0,0-4 0 0,-7 4 0 0,6-4 0 0,0 1 0 16,0-1 0-16,2 0 0 0,-2-3 0 0,0 0 0 0,1-1 0 15,0 1 0-15,-1-4 0 0,7 0 0 0,-7-4 0 0,8 1 0 0,-2-1 0 16,2-2 0-16,-8-6 0 0,13 1 0 0,-5 0 0 0,-2-8 0 16,8 1 0-16,0 0-76 0,-1-8-108 0,1 0-46 0,0 1-54 15,-1-4-62-15,7-1-61 0,-6-2-61 0,5-2-52 0,-5 1-50 0,6 4-16 16,0-4-1-16,-7 4 13 0,1-1 21 0,6 1 25 0,-6 4 27 0,-7-1 38 16,7 4 45-16,-8 0 57 0,1 0 61 0</inkml:trace>
  <inkml:trace contextRef="#ctx0" brushRef="#br0" timeOffset="101934.14">2754 10778 0 0,'-13'0'118'0,"1"-4"36"0,4 4 17 0,2-4 23 0,-6 4 23 0,5 0 30 15,0 0 30-15,7-3 29 0,-6 3 29 0,-1 0 6 0,7 0-6 0,0 0-4 16,0 0-4-16,0 3-4 0,-6-3-5 0,6 4-9 0,0 0-10 15,0-1-13-15,0 5-16 0,0-1-21 0,0 0-22 0,0 8-23 16,6-1-20-16,-6 5-25 0,0-1-26 0,0 5-17 0,0 2-9 0,0 1-6 16,-6 3-4-16,6 0-3 0,0 4-5 0,0 0-6 0,0 0-7 0,-7-1-7 15,7-2-6-15,0 3-7 0,-7 0-8 0,7-4-6 0,0-3-6 16,0 3-6-16,0-6-5 0,0 2-6 0,0-7-4 0,0 4-4 0,0-7-3 16,0 0-2-16,0-1-2 0,0-6-2 0,0 2-4 0,0-5 0 15,0-2-1-15,7 0 0 0,-7 2-1 0,0-10-1 0,0 5 1 0,7-6 0 16,-7-2 2-16,6 1-1 0,1-8 0 0,-1-3 1 0,1-1-2 15,6-6 1-15,-7-4-1 0,8-2 0 0,-2-5-1 0,1 0-2 16,1-1 0-16,-2-2 0 0,2-6 0 0,-2 8-1 0,2-3 0 0,-1 0-1 16,-1 7 1-16,2-4 0 0,-2 8 1 0,-5-1 2 0,6 5 0 0,0 3 1 15,-6 0 2-15,6 4 0 0,-7 3 0 0,8 1 1 0,-8 3-1 16,7-1 0-16,-7 5 0 0,8 0 1 0,-8 3 1 0,6 0 4 0,2 4 3 16,-1 0 3-16,0 0 1 0,0 4 5 0,0 3 5 0,6 0 6 15,-5 2 6-15,5 1 6 0,-6 5 3 0,6-1 7 0,-5 1 5 0,-1 3 4 16,6 4 5-16,-6 0 0 0,1 4 0 0,-2 0 2 0,2 3 2 15,-8 4-1-15,7-4-1 0,-7 7-47 0,8-2-18 0,-8 2 0 16,0 4 0-16,1 1 0 0,-7-1 0 0,7 4 0 0,-7-4 0 0,0 5 0 16,0-2 0-16,0 1 0 0,0 1 0 0,-7-1 0 0,0-1 0 0,7-2 0 15,-6 3 0-15,0-4 0 0,-8-1 0 0,8 3 0 0,-1-2 0 16,-5-4 0-16,5-3 0 0,-6 4 0 0,-1-4 0 0,8-3 0 16,-7-2 0-16,0-2 0 0,0 0 0 0,1-4 0 0,-2 0 0 0,1-4 0 15,0 0 0-15,-6-3 0 0,5-1 0 0,-5 2 0 0,0-5 0 16,-1-1 0-16,-7 1 0 0,9-3 0 0,-9-1 0 0,1-3 0 0,0 3 0 15,-7-7 0-15,7 4 0 0,-6-8 0 0,-1 0 0 0,1 1 0 16,-1-5-260-16,1-3-74 0,5-3-55 0,1-4-57 0,1-1-57 0,5-3-42 16,0-4-35-16,14-3-12 0,0 0-2 0,-1-4 17 0,14-4 24 15,-1 1 26-15,8-1 28 0,4-4 36 0,9 1 40 0,-1 1 57 0,0-2 64 16,7 0 65-16,-1 1 236 0</inkml:trace>
  <inkml:trace contextRef="#ctx0" brushRef="#br0" timeOffset="102135.53">3504 11137 186 0,'12'3'298'0,"-5"1"21"0,-7-1 11 0,7-3 26 0,-1 4 35 16,0-4 28-16,1 0 24 0,-1 0 15 0,8-4 12 0,-8 4-8 15,8-3-18-15,-2-1-65 0,1-4-89 0,7 5-55 0,-8-4-41 0,8 3-21 16,-7-3-9-16,7 0-27 0,0-1-34 0,-8 5-26 0,8-5-25 16,-1 1-18-16,-5 0-15 0,4 3-18 0,-4 1-21 0,-1-1-33 15,0 0-40-15,0 1-49 0,0-2-52 0,-6 5-56 0,-1-3-59 0,0 3-49 16,1 0-44-16,0 0-33 0,-7 0-31 0,0 0-12 0,0 3-4 0,0 2 7 15,0 2 12-15,-7-3 30 0,7 3 37 0,-7 0 46 0,-5 4 51 16,5 0 57-16,-6 0 148 0</inkml:trace>
  <inkml:trace contextRef="#ctx0" brushRef="#br0" timeOffset="102302.08">3705 11268 0 0,'-13'15'203'0,"0"0"41"0,-6-1 31 16,5 1 35-16,8-4 37 0,-7 1 33 0,7-5 36 0,-1 0 19 16,0 0 12-16,1-3-10 0,6-4-18 0,0 3-39 0,0-3-48 0,0 0-39 15,6 0-33-15,1 0-29 0,0-3-27 0,6 3-34 0,-7-4-33 16,14 4-35-16,-8-3-32 0,8-1-19 0,0 0-13 0,-1 1-6 15,1-1-3-15,6 1-3 0,-1-1-2 0,2 0-16 0,-1 0-22 0,0 1-42 16,0-1-51-16,7 0-73 0,-7 4-80 0,0 0-74 0,-1 0-66 0,2 4-38 16,-1 0-24-16,0-4-11 0,0 3-7 0,0 1-2 0,1 0 1 15,5 0 9-15,-7-4 16 0,9 0 37 0,-2 0 47 0,1-8 70 0,6 4 190 16</inkml:trace>
  <inkml:trace contextRef="#ctx0" brushRef="#br0" timeOffset="102735.15">4832 10917 0 0,'0'-18'146'0,"-6"-5"191"0,-2 1 61 0,-4 4 34 0,6-4 25 0,-8 0 19 16,1 0 17-16,1-4 17 0,-2 5 17 0,-5-5 16 0,6 0 17 16,0 1-26-16,-7 3-45 0,8-4-68 0,-2 4-80 0,-5 4-61 15,5-4-51-15,-4 7-31 0,4 1-16 0,-6-1-15 0,7 8-13 0,1-4-14 16,-8 7-15-16,7 1-73 0,0-2-52 0,0 5 0 0,-7 5 0 16,8 2 0-16,-8 0 0 0,7 4 0 0,0 0 0 0,0 7 0 15,-1 0 0-15,2 4 0 0,-2 4 0 0,8 4 0 0,-7-1 0 0,7 4 0 16,6 0 0-16,0-1 0 0,0 5 0 0,0-4 0 0,6 0 0 0,0-4 0 15,1 1 0-15,6-4 0 0,0-1 0 0,1-3 0 0,5-7 0 16,0-1 0-16,8-3 0 0,-8-3 0 0,7-5 0 0,0-3 0 16,0-3 0-16,0-5 0 0,7-3 0 0,-7-3 0 0,-1-5 0 0,8 1 0 15,-7 0 0-15,-6-4 0 0,6 0 0 0,-7 3 0 0,1 1 0 0,-8 0 0 16,2 3 0-16,-1 4 0 0,-6 0 0 0,-1 4 0 0,1 0 0 16,-7 3 0-16,0 4 0 0,0 0 0 0,0 0 0 0,0 0 0 15,0 4 0-15,-7-1 0 0,7 1 0 0,-6 7 0 0,6-4 0 0,-7 4 0 16,0 4 0-16,7 3 0 0,-6 4 0 0,0 0 0 0,-2 4 0 15,2 3 0-15,-6 4 0 0,5 0 0 0,0 4 0 0,-6 7 0 16,1-4 0-16,-2 4 0 0,2 4 0 0,-2-1 0 0,-5 5 0 0,5-1 0 16,-4 0 0-16,4-3 0 0,-5 0 0 0,5-5 0 0,8-2 0 0,-6-5 0 15,4-3 0-15,2-4 0 0,0-7 0 0,6-3 0 0,0-8 0 16,6-5 0-16,0-1 0 0,2-5 0 0,4-7 0 0,1-8-56 16,0-1-378-16,0-5-59 0,7-5-58 0,-1-3-40 0,1-4-31 15,0-4-4-15,-2-3 12 0,2 0 20 0,0 4 22 0,5-5 26 0,-5 1 22 16,0 7 30-16,-7-4 32 0,7 8 54 0,-8-4 65 0</inkml:trace>
  <inkml:trace contextRef="#ctx0" brushRef="#br0" timeOffset="103018.21">5027 11082 221 0,'0'-4'292'16,"6"1"54"-16,-6 6 53 0,0-3 37 0,0 7 33 0,0-3 23 15,0 3 23-15,0 1 18 0,-6 3 20 0,6 0-11 0,0 3-27 0,-6 4-42 16,6 1-48-16,-6-1-44 0,6 4-43 0,-7 4-45 0,7-4-49 0,0 3-35 16,-7 0-30-16,7-2-23 0,0 3-21 0,7-4-90 0,-7-4-45 15,7 4 0-15,-1-8 0 0,0 5 0 0,8-8 0 0,-2 0 0 16,2-3 0-16,-1-5 0 0,6 1 0 0,-6-4 0 0,7-4 0 0,-1-3 0 15,1-5 0-15,0 1 0 0,-1-7 0 0,0 0 0 0,0 0 0 0,1-4 0 16,-7 0 0-16,0 0 0 0,0-5-13 0,1 2-37 0,-8 3 3 16,0-3 4-16,1 3 7 0,-7-4 8 0,0 4 7 0,0 0 7 15,-7 3 6-15,7-2 3 0,-12 3 6 0,5-4 3 0,-6 4 2 0,0 2 0 16,0-2 1-16,0 4 0 0,-1-1 0 0,-5 4-1 16,6 0 0-16,0 4-3 0,-7 0-6 0,8-1-11 0,-2 5-15 0,-5-1-21 15,6 4-24-15,0 0-30 0,0 0-34 0,6 4-55 0,-5-4-63 0,5 3-79 16,-6 1-83-16,6 3-67 0,7-3-60 0,0-4-26 0,0 0-11 15,0 3 5-15,7-3 10 0,0-3 20 0,6 3 22 0,-1-7 29 0,8-1 32 16,0-3 53-16,-1-3 65 0</inkml:trace>
  <inkml:trace contextRef="#ctx0" brushRef="#br0" timeOffset="103300.83">6037 10243 71 0,'0'-11'260'0,"0"0"46"0,6 4 40 0,-6-1 40 0,0 5 38 16,0-1 32-16,0 0 28 0,0 0 26 0,0 4 27 0,0 0 4 0,0 0-4 16,0 0-31-16,0 0-44 0,0 0-44 0,0 0-42 0,-6 4-37 15,6 0-32-15,-6 3-33 0,-1 4-30 0,0 4-25 0,1 3-31 0,-1 8-188 16,-5-1 0-16,4 12 0 0,-10-1 0 0,4 12 0 0,-5 4 0 16,5 3 0-16,-4 8 0 0,-2 2 0 0,-7 8 0 0,8 0 0 0,0 0 0 15,-8 5 0-15,7-2 0 0,-6 1 0 0,7 1 0 0,6-9 0 16,-6-3 0-16,5 0 0 0,2-12 0 0,5-2 0 0,1-8 0 0,-1-4 0 15,0-7 0-15,7-7 0 0,0-4-177 0,7-7-341 0,-7-4-83 16,7-4-45-16,-1-7-29 0,-6-7-2 0,7-1 11 0,-1-6 19 0,-6-5 24 16,6-3 33-16,-6-4 37 0,0-3 44 0,0-3 45 0,0-5 67 15,-6 0 80-15</inkml:trace>
  <inkml:trace contextRef="#ctx0" brushRef="#br0" timeOffset="103600.95">5406 10360 0 0,'-8'7'91'0,"2"0"178"15,-7 1 38-15,13 3 27 0,-7-4 19 0,1 4 25 0,6 0 26 0,0-4 21 16,0 1 15-16,0 3 12 0,6-4 11 0,-6 0-33 0,7 1-56 16,0-4-56-16,5 3-57 0,-4-3-43 0,4-1-37 0,1 1-26 15,0-4-18-15,0 0-24 0,1 0-27 0,-2-4-18 0,8-3-17 0,-1 3-11 16,-5-3-11-16,5-4-8 0,-6 0-5 0,6-4-4 0,-5 4-2 15,-2-3-2-15,2-1-2 0,-8-4 0 0,0 5-1 0,1 0 2 0,0 3-2 16,-7-5 0-16,0 5 0 0,0 1 1 0,-7 2-1 0,0 1-1 16,1 0 1-16,0-1-2 0,0 5 0 0,-8-1-4 0,1 0-2 0,0 4-6 15,0 0-9-15,0 0-13 0,0 4-14 0,0 0-32 0,0-1-40 16,0 5-59-16,0-1-69 0,0 0-63 0,-1 4-59 0,8 4-47 0,-7-1-41 16,7 2-19-16,-1-2-7 0,1 4 0 0,-1 1 5 0,7-1 12 15,0 4 14-15,0-4 31 0,7 4 39 0,6-3 60 0,-7-1 68 16</inkml:trace>
  <inkml:trace contextRef="#ctx0" brushRef="#br0" timeOffset="103885.36">5933 11268 119 0,'0'22'215'0,"0"-3"14"0,6-1 7 15,-6 1 12-15,7-5 14 0,-1 4 21 0,0-7 25 0,2 4 26 16,-2-8 29-16,6 4-1 0,-4 0-17 0,4-4-30 0,1 1-36 0,1-1-28 15,-2 0-21-15,-6-2-12 0,14 1-6 0,-6-1-10 0,-1-2-12 16,-1 1-20-16,-5 0-23 0,12-4-24 0,-12 3-28 0,6-3-22 16,0 0-23-16,-7 0-12 0,8 0-11 0,-8 0-3 0,0-3-2 0,2 3 0 15,4-4-1-15,-12 0 1 0,7 1 0 0,-1-5 2 0,-6 5 0 16,7-2 0-16,-7-2 0 0,0 0-3 0,0-1 0 0,0 1-2 0,-7 0 0 16,7-4-2-16,-6 4-6 0,-1-4-14 0,1 3-15 0,0 1-37 15,-8 0-47-15,1 0-68 0,0-1-79 0,0 1-74 0,0 4-75 0,-6-1-40 16,5 0-23-16,-5 4-12 0,-1 0-5 0,0 0-2 0,8 0 3 15,-8 4 12-15,1 0 14 0,-1-1 35 0,8 1 43 0,-8-1 66 16,0 5 183-16</inkml:trace>
  <inkml:trace contextRef="#ctx0" brushRef="#br0" timeOffset="143734.77">1498 12855 31 0,'0'-4'145'0,"0"0"15"0,-7 4 13 0,7-3 19 0,0 3 22 0,0-4 23 16,-7 4 26-16,7 0 21 0,0 0 17 0,0-4-1 0,0 4-9 0,0 0-3 15,0 0-1-15,0 0 0 0,0 0 2 0,0 0-4 0,0 0-6 16,0 0-11-16,0 0-15 0,0 0-19 0,0 0-21 0,0 0-20 0,0 0-21 16,0 4-21-16,0 0-21 0,0-4-14 0,7 3-10 0,-7 5-7 15,0-1-6-15,0 4-4 0,7 0-4 0,-7 0-1 0,6 8-1 0,-6-1-1 16,0 0 0-16,6 8-2 0,-6-1 0 0,0 1-2 0,0 7-1 0,0 0-6 15,-6 0-9-15,6 7-10 0,-6 1-7 0,-1 2-6 0,-6 5-4 0,7 0-5 16,-8 3-4-16,8 0-2 0,-7 1-2 0,-7 2-3 0,8-2-3 16,-2-1-1-16,1-3-2 0,0-1-2 0,0-6-1 0,1 3-2 0,4-8 2 15,2-3-1-15,0 0-2 0,-1-7-2 0,0-1-2 0,7-3-2 0,0-3-2 16,0-1-3-16,0-3 1 0,0-4-2 0,7 0 0 0,-7-4 0 0,7 0-1 16,-1 1 1-16,-6-1 0 0,14-3 0 0,-8-1 0 0,0 5 2 15,0-5 0-15,8 1 1 0,-1-4 2 0,-1 4 1 0,2-1 1 0,-2-3 1 16,2 4 1-16,-1-4 1 0,7 0 1 0,-1 0 1 0,0 0 0 0,1 0 0 15,-1 0 1-15,1-4 1 0,6 4-1 0,-7-3 0 0,7 3 0 16,1-4 0-16,-1 0-1 0,0 1 0 0,0-5 0 0,7 5-1 0,-7-1 0 16,-1-3 0-16,1 3 0 0,1 0-2 0,-1 1-5 0,0-1-12 0,-7-3-17 15,7 7-19-15,-6-4-21 0,0-3-30 0,-1 3-34 0,1 4-62 16,-8-3-76-16,2-1-81 0,-1 4-82 0,-1-4-60 0,2 4-46 0,-2-4-23 16,-4 4-7-16,-2-4 5 0,0 4 14 0,1-3 17 0,-1 0 20 0,-6-1 31 15,7-4 31-15,-7 1 62 0,0 0 76 0</inkml:trace>
  <inkml:trace contextRef="#ctx0" brushRef="#br0" timeOffset="144301.32">2474 12873 122 0,'7'-4'319'0,"-7"1"36"16,7-1 23-16,-7 0 14 0,6 4 9 0,-6 0 12 0,0 0 14 0,0 4 14 15,0 0 17-15,6-1 2 0,-6 8-4 0,0 0-59 0,0 4-87 0,0 0-68 16,7 7-60-16,-7 3-33 0,0 1-17 0,0 4-12 0,0 2-5 16,7 5-9-16,-7 0-11 0,0-1-11 0,0 5-13 0,0-1-10 0,-7 0-6 15,7 1-7-15,0-1-6 0,0 0-5 0,0 0-2 0,-7-3-3 16,7 3-4-16,0-3-2 0,0-1-1 0,-6-3-4 0,6 1-2 0,0-2-3 16,-6-2-2-16,6-5-3 0,0 1-1 0,0 0-3 0,0-8 1 0,0 0-1 15,-7-3-1-15,7-1-3 0,0-6-1 0,0 3-4 0,0-8-2 16,0 2-2-16,0-5-2 0,0 0 0 0,0-5-1 0,7 2 0 15,-7-8 0-15,0 0-2 0,0-4-2 0,6-3-2 0,-6-8-1 0,6 0-1 16,-6-7-3-16,0 1-1 0,7-9-1 0,0 1-1 0,-7-8 0 16,6 1-3-16,-6-1-2 0,6-3 0 0,-6 0-1 0,7-5 1 0,-7 5 2 15,6 0 2-15,1 3 1 0,0 1 4 0,-1-1 2 0,0 8 3 16,2 0 2-16,4 7 1 0,-6 0 2 0,1 4 2 0,6 3 2 0,-6 4 2 16,5 3-1-16,-4 5 1 0,4-1 1 0,-6 4 2 0,8 0 2 0,-1 4 1 15,0 0 3-15,0 3 4 0,-1 0 5 0,2 4 5 0,5-3 5 16,1 6 6-16,-8-3 4 0,8 4 6 0,0 3 5 0,-1 1 7 0,1-1 4 15,6 4 4-15,-6 0 3 0,-1 0 5 0,1 3 7 0,-7 5 4 16,7-1 3-16,-2 1 2 0,-4 3 1 0,-1-1 0 0,7 5 1 0,-14 3 0 16,7-3 2-16,-6 3 0 0,-1 4 2 0,0 0 2 0,-6 0-56 15,0 4-37-15,0 0 0 0,-6 3 0 0,0-4 0 0,-1 5 0 16,-6-1 0-16,0 0 0 0,0 0 0 0,-6 1 0 0,5-1 0 0,-5 0 0 16,-7-3 0-16,6 0 0 0,-6-1 0 0,0-3 0 0,7 1 0 0,-7-5 0 15,-1 0 0-15,1-7 0 0,0 0 0 0,7-4 0 0,-7 0 0 16,0-6 0-16,-1-1 0 0,9 0 0 0,-9-8 0 0,7 1 0 0,2 0 0 15,-2-8-71-15,0 0-248 0,1 1-75 0,-7-5-84 0,12 1-65 16,-5-4-54-16,-1-3-19 0,0-2-6 0,8 2 10 0,-1-4 14 0,-1-1 22 16,2 1 23-16,6 0 29 0,6 0 31 0,0-5 49 0,6 1 60 15,0 0 80-15,7 0 241 0</inkml:trace>
  <inkml:trace contextRef="#ctx0" brushRef="#br0" timeOffset="144684.67">3250 13240 195 0,'6'14'305'0,"0"1"32"16,1 3 23-16,-7-3 29 0,6 3 30 0,-6-4 23 0,7 5 20 16,-7-4 15-16,0 3 12 0,7 0-10 0,-7 1-22 0,0 2-65 15,6-2-86-15,-6 3-61 0,6-4-43 0,-6 4-31 0,7 0-23 0,0 0-29 16,-1-4-31-16,0 4-22 0,1 0-19 0,-1 1-14 0,8-2-13 16,-2-2-7-16,-4 3-5 0,4-4-3 0,1-4-1 0,7 5-2 0,-8-8 1 15,8 0-2-15,-7 0 0 0,7 0-1 0,0-7 1 0,-1 3 0 16,0-3 0-16,1-4 0 0,-1 0 0 0,1 0 1 0,0-4-1 0,-1-3 1 15,1-1 0-15,-1 1 0 0,-6 0 1 0,7-5 1 0,-7 2 1 16,7-5 0-16,-8 0 1 0,1 1 0 0,1-5 0 0,4 1 1 0,-10 0-2 16,11-4 1-16,-12 0 1 0,6-4 1 0,-7 0 1 0,7 1 1 15,-6-4 3-15,-1 3 3 0,-6-4 3 0,6-2 5 0,-6-1 5 0,-6 3 4 16,6-2 5-16,-6-2 5 0,-1 1 10 0,0 4 9 0,-5 0 11 16,5-1 9-16,-6 5 11 0,0 3 7 0,-1 0 4 0,2 4 3 15,-8-1 2-15,7 5-4 0,1 3-2 0,-8-1-4 0,0 1-5 0,1 8-88 16,-7-5-6-16,0 8 0 0,6 0 0 0,-13 5 0 0,7-2 0 0,1 4 0 15,-8 0 0-15,7 8 0 0,-6-4 0 0,5 4-71 0,-5 3-115 16,-1 1-75-16,7-1-90 0,-6 4-94 0,5 0-91 0,1 4-50 16,0-4-25-16,0 3-7 0,1 1 5 0,-2-1 12 0,1 4 19 0,6-2 24 15,1-2 24-15,-7 1 36 0,6-4 38 0,0 3 74 0,2 1 92 16</inkml:trace>
  <inkml:trace contextRef="#ctx0" brushRef="#br0" timeOffset="146568.19">4741 12763 54 0,'0'0'161'15,"0"0"7"-15,0 4 3 0,0-4 6 0,0 4 5 0,0-1 14 16,0 1 19-16,6 3 25 0,-6 1 28 0,6-1-6 0,2 4-21 0,-2 4-11 16,7-1-3-16,-7 4-2 0,8 1 2 0,-2 3 4 0,2 0 4 15,-2 0 2-15,2 3-2 0,-1-3-11 0,-1 0-16 0,2 4-22 0,-2-4-27 16,-5 0-24-16,6-4-23 0,0 4-21 0,-7-4-19 0,2-3-16 15,-2 3-16-15,0-3-13 0,0 0-11 0,2-4-19 0,-8-4-21 0,6 1-29 16,-6-1-31-16,6-3-48 0,-6-1-54 0,0-3-50 0,-6-3-43 16,6-1-35-16,0 0-31 0,-6-7-25 0,-2 0-25 0,2 0-11 0,6-4-7 15,-6-3 7-15,0 0 14 0,-2 0 26 0,2-4 27 0,0 0 46 16,-1 0 53-16,1-1 68 0,-1 1 112 0</inkml:trace>
  <inkml:trace contextRef="#ctx0" brushRef="#br0" timeOffset="146934.7">4885 12961 0 0,'-8'-18'81'0,"2"3"44"0,6 1 24 0,-6-1 21 0,6 4 24 15,-7 0 23-15,7 0 25 0,0 3 22 0,7 1 22 0,-7 3-7 16,0 1-21-16,6-5-18 0,0 8-19 0,-6-3 1 0,8-1 9 15,-2 4 11-15,0-3 11 0,0-1-2 0,8 0-8 0,-1 1-15 0,7-1-17 16,-2-3-16-16,2 3-16 0,7-3-7 0,-1-1-4 0,0 1 0 16,-1 0 2-16,8-1-14 0,-1 1-22 0,2 0-21 0,-2 3-22 0,1-4-12 15,-1 5-9-15,1-5-6 0,-1 5-4 0,-6-1-5 0,7 4-4 16,-7 0-3-16,-1 0-6 0,-5 0 0 0,0 4 0 0,-1-1 1 0,-5 1 1 16,-2 0 2-16,2 3 3 0,-2 1 0 0,-5-1 2 0,-1 0 3 15,-6 4 2-15,7-3 1 0,-7 3 0 0,-7 0 0 0,7 3-2 0,-6 1-2 16,-1-1-4-16,-5 1-6 0,-2 3-3 0,2 1-7 0,-2 3-5 15,-5-4-6-15,-1 4-6 0,0 0-9 0,1 0-10 0,0-3-8 0,-8 3-9 16,1-1-5-16,7-2-5 0,-7-1-6 0,0 0-4 0,0 0-6 16,-1 1-6-16,8-5-2 0,-7 1-4 0,6 0 0 0,1-4 2 15,0 0 3-15,6 0 5 0,-7-4 6 0,7 0 6 0,6-3 5 0,-5 0 5 16,5-1 3-16,1 1 5 0,6-4 3 0,-7 0 5 0,7 0 1 16,0 0 2-16,7-4 1 0,-7 4 1 0,6-3 1 0,1-1 1 0,-1 0 2 15,7-3 2-15,-6 4-1 0,12-1 2 0,-6-3 2 0,6 3 0 0,1-3 1 16,0-1 2-16,-1 1 1 0,1 3 2 0,6-3-1 0,-7-1 1 15,7 5-4-15,-6-5-6 0,0 1-12 0,-1 3-16 0,1-3-29 16,0 3-35-16,-8-3-59 0,1 3-72 0,0 1-70 0,-6-1-69 0,5 4-56 16,-12 0-53-16,0 0-26 0,0 0-14 0,0 4-3 0,-6 3 0 15,0 0 10-15,-1 4 14 0,-12 0 27 0,6 0 35 0,-7 4 59 16,0 4 71-16</inkml:trace>
  <inkml:trace contextRef="#ctx0" brushRef="#br0" timeOffset="147419.14">4923 13540 0 0,'-6'4'133'0,"-8"-1"191"15,8 1 63-15,0-1 34 0,0 1 21 0,6-4 13 0,-8 4 9 16,8-4 9-16,0 0 6 0,0 3 11 0,0 1 13 0,8-4-29 0,-8 7-51 16,6-3-65-16,-6 3-74 0,6 4-66 0,0-3-58 0,1 7-34 15,0-5-19-15,-1 5-11 0,1 0-9 0,-1 3-6 0,0-3-8 0,-6-1-11 16,8 1-12-16,-2 0-10 0,0-1-12 0,0-2-8 0,-6-1-6 16,8-1-6-16,-2-2-5 0,-6-1-6 0,6-3-8 0,-6-1-6 15,0 1-7-15,7-4-3 0,-7 0-3 0,6 0-1 0,-6-7 1 0,7 3-2 16,-7-7 2-16,7 3-2 0,-1-6 2 0,6-1 0 0,-4-3 2 15,4 0 3-15,-5-1 6 0,6 1 4 0,6-4 6 0,-5 4 2 0,-2 0 1 16,8-1 2-16,-1 4 0 0,1 1-1 0,6 3 1 0,-6 0-1 16,5 0 1-16,2 4 1 0,-1 3-1 0,0-3 2 0,0 7 4 0,0-4 3 15,1 4 3-15,-2 0 3 0,1 4 2 0,-6-4 3 0,6 3 4 16,-7 1 2-16,1 0 4 0,-7 3 2 0,6-3 2 0,-6-1 4 16,-6 4 2-16,6-3 4 0,-7 3 1 0,2-3 2 0,-2 3 0 0,-6 1 0 15,0-1-2-15,0 0-2 0,-6 1-1 0,-2-1-3 0,2 4-4 16,-7 0-5-16,0 0-5 0,-6 4-9 0,5-4-9 0,-12 3-10 0,7 1-12 15,-7 0-8-15,0-1-8 0,0 1-4 0,-1-1-3 0,-5 2-3 16,-1-2-1-16,7-3-2 0,-6 4 1 0,-1-4 2 0,1 3 4 0,5-6 6 16,-5 2 6-16,6-2 7 0,0-1 7 0,7 0 5 0,-1-3 5 15,1 0 3-15,5-1 2 0,2 2 0 0,5-5 1 0,0 0-2 0,1 0 0 16,6 0 0-16,0 0 0 0,6 0-2 0,1 0 0 0,0 0-1 16,5-5 0-16,2 5-2 0,-2 0 1 0,8 0 0 0,-1-3 0 0,1 3 0 15,6 0 2-15,0-4 0 0,1 4 1 0,-2-4 0 0,7 1-3 16,-5-1-10-16,-1 0-14 0,0 1-20 0,0-5-23 0,-7 5-41 15,7-4-50-15,-6-1-65 0,0-3-71 0,-7 4-63 0,-1-4-59 0,2 0-41 16,-8 0-32-16,1 0-12 0,-1-3-6 0,-6 2 5 0,7-2 13 16,-7-1 19-16,0-3 23 0,-7 3 41 0,7-3 49 0,0 0 66 15,-6-5 116-15</inkml:trace>
  <inkml:trace contextRef="#ctx0" brushRef="#br0" timeOffset="147684.46">5268 12554 0 0,'0'-11'237'16,"7"0"58"-16,-7 4 27 0,6 0 22 0,-6 3 22 0,0 4 24 16,0-3 28-16,0 3 20 0,0 0 17 0,0 3 11 0,0 1 9 0,0 3-46 15,7 4-72-15,-7 4-56 0,0 3-49 0,6 4-29 0,-6 8-20 16,0 2-15-16,7 5-16 0,-7 7-19 0,6 7-20 0,1 4-15 0,-7 4-11 16,7 7-11-16,-1 3-10 0,-6 5-9 0,6 6-9 0,1 1-6 15,0 7-5-15,-1-1-5 0,-6 5-7 0,7 0-5 0,-1-1-9 0,-6-3-8 16,6 4-10-16,1-8-15 0,-7 1-16 0,7-9-20 0,-1-2-18 15,-6-9-24-15,6-6-22 0,2-4-38 0,-2-7-42 0,0-4-61 0,-6-8-71 16,7-6-60-16,-1-8-56 0,1-8-46 0,-1-3-43 0,-6-6-13 16,7-14 1-16,-1 2 10 0,-6-12 16 0,6-2 19 0,-6-5 22 15,0-6 35-15,0-4 42 0,0-9 60 0,0-3 71 0</inkml:trace>
  <inkml:trace contextRef="#ctx0" brushRef="#br0" timeOffset="147933.75">5783 12851 130 0,'0'7'367'0,"6"1"39"0,-6-5 19 0,0 5 8 15,0-5 5-15,0 1 13 0,7-4 16 0,-7 0 18 0,6 0 18 0,8 0 15 16,-8-4 13-16,7 1-68 0,0-1-109 0,0-3-83 0,7-1-72 16,0 1-34-16,5 0-17 0,1-1-9 0,0 1-3 0,0-4-11 15,7 4-18-15,-7-4-16 0,7 4-19 0,-1-4-14 0,1 3-13 0,-7-3-11 16,6 4-9-16,-6 0-8 0,7-1-7 0,-7-3-11 0,0 4-11 15,0-1-16-15,-6-2-18 0,-1 2-19 0,0 1-24 0,-5-4-32 16,5 4-39-16,-12-1-55 0,6 1-60 0,-13 0-67 0,6 3-69 0,-12-3-59 16,6 3-53-16,-7 1-20 0,1-1-3 0,-7 0 7 0,0 4 14 0,-1 0 18 15,2 0 21-15,-8 4 33 0,-6-4 38 0,7 4 53 0,-1-1 61 16</inkml:trace>
  <inkml:trace contextRef="#ctx0" brushRef="#br0" timeOffset="148117.61">5893 12793 173 0,'-12'14'213'0,"5"5"27"0,1-5 29 0,-1 4 36 15,0 1 41-15,7-1 39 0,0 4 39 0,0 4 26 0,0-4 19 0,0 7-24 16,0-4-46-16,7 5-32 0,-7-1-28 0,7 1-23 0,-7 2-21 16,0 1-26-16,6 1-29 0,-6-1-36 0,0-4-40 0,0 4-41 0,7-4-37 15,-7 1-30-15,0-5-25 0,0-3-22 0,0 0-23 0,6-4-29 16,-6 0-33-16,0-3-48 0,6-7-56 0,-6 3-60 0,0-8-60 16,8 1-50-16,-8-8-43 0,6 1-40 0,-6-5-39 0,6-7-15 0,0 1-5 15,-6-8 6-15,7-4 11 0,0 1 22 0,6-8 29 0,-7-1 44 0,0-2 53 16,2-4 57-16,4 0 72 0</inkml:trace>
  <inkml:trace contextRef="#ctx0" brushRef="#br0" timeOffset="148334.07">6122 12759 63 0,'12'-3'226'0,"-5"6"32"15,0 1 27-15,6 4 36 0,-7-1 40 0,0 8 36 0,8-1 36 0,-8 5 24 16,8 2 23-16,-8 5-7 0,7 0-20 0,-7 7-33 0,7 3-38 16,-6 1-35-16,5 4-33 0,-4 6-27 0,4 0-23 0,-5 5-32 15,-1-1-37-15,8 4-34 0,-8 0-33 0,0 4-24 0,8-5-20 0,-8 5-16 16,0 0-12-16,1 0-10 0,0-5-7 0,6 1-11 0,-7-3-10 15,0-1-13-15,1-4-13 0,6-2-16 0,-7-2-14 0,2-6-18 0,-2 0-20 16,7-8-21-16,-7 0-24 0,1-3-35 0,-7-4-38 0,6-3-48 16,1-5-51-16,-7-3-47 0,0-4-47 0,0-3-38 0,0-4-31 15,0-4-22-15,-7-3-14 0,1-4 3 0,-1-3 10 0,1-5 18 0,-1-3 21 16,-5 0 32-16,-2-7 40 0,1 0 46 0,0-5 53 0,0 1 49 16,-7 1 174-16</inkml:trace>
  <inkml:trace contextRef="#ctx0" brushRef="#br0" timeOffset="148650.7">5946 13368 61 0,'-20'-18'251'0,"13"2"35"0,-5 2 26 0,6 3 22 16,6 0 20-16,-8 0 26 0,8 4 28 0,0-1 20 0,0-3 19 16,8 4-7-16,-8-4-16 0,12 0-38 0,-6 0-50 0,8 0-48 0,-1 0-47 15,-1-4-30-15,2 1-21 0,6 3-19 0,-1-4-19 0,1 4-24 16,-2-3-28-16,9 3-22 0,-7-4-16 0,6 4-13 0,-7 0-14 0,7 0-14 16,-6 4-13-16,6-5-17 0,-7 5-21 0,1 3-28 0,-8-2-31 15,8 1-38-15,-7 5-39 0,-6 0-45 0,6 0-49 0,-7 0-40 16,-6 5-38-16,7 1-26 0,-7 2-19 0,-7 0-12 0,1 2-6 0,0 1 0 15,-1 4 5-15,-6 3 16 0,0-3 21 0,-1 7 34 0,-5-4 39 16,6 4 54-16,-6 0 57 0,-1 0 59 0,-6 4 57 0,7-4 51 0,-1 3 49 16,0-3 45-16,1-4 41 0,-1 5 40 0,0-5 36 0,8-3 24 15,-1-4 17-15,6 0 6 0,1 0 0 0,-1-8-7 0,1 5-10 0,6-8-16 16,0 3-19-16,0-3-22 0,6 0-26 0,1-3-27 0,-7 3-26 16,6-4-26-16,8 0-27 0,-8-3-17 0,6 3-9 0,-4-3-6 0,4 0-2 15,2 3-1-15,5-7-1 0,-6 4-4 0,0-1-8 0,7 1-16 16,-7 0-23-16,6 0-31 0,-6-1-36 0,7 0-36 0,-7 2-36 15,0-2-43-15,0 1-44 0,-1-1-24 0,2 5-11 0,-8-1-6 0,1 0-2 16,-1 1 1-16,1 3 6 0,-7 0 15 0,0 0 23 0,7 3 29 16,-7 1 34-16</inkml:trace>
  <inkml:trace contextRef="#ctx0" brushRef="#br0" timeOffset="148820.23">6134 13569 92 0,'-19'22'291'0,"6"-4"39"0,-6 1 30 0,5-4 20 15,8-1 13-15,-8-3 7 0,8-4 3 0,0 1 2 0,0-1-1 16,6-3-12-16,0-1-20 0,0-3-57 0,0 0-77 0,0 0-64 0,6 0-59 15,6 0-48-15,-4-3-41 0,4-1-45 0,2 0-46 0,-1-3-52 16,6 3-55-16,-6-3-45 0,7 0-39 0,-1-4-37 0,-6 4-36 0,6-5-28 16,1 2-24-16,0-5-12 0,-7 4-7 0,7 0 6 0,-8 3 9 15,1-3 26-15,1 4 31 0,-8 0 44 0,7 0 53 0</inkml:trace>
  <inkml:trace contextRef="#ctx0" brushRef="#br0" timeOffset="148984.05">6264 13661 0 0,'-12'18'109'0,"-1"0"185"16,0 4 57-16,-6-3 40 0,5-1 33 0,1-3 22 0,0 3 15 0,0-7 10 15,7 0 5-15,-1 0 4 0,0-4-1 0,1 1-40 0,6-5-63 16,0 1-64-16,6 0-66 0,-6-4-58 0,7-4-55 0,6 4-40 0,0-4-32 16,0-3-22-16,6 0-15 0,1-1-10 0,0-3-4 0,-1-3-5 15,7-1-3-15,1-4-12 0,-1 1-13 0,0-4-31 0,-1-3-39 0,1 3-56 16,1-7-64-16,-1 3-57 0,6-4-55 0,-6 1-52 0,1 0-46 16,-8 0-28-16,7-5-18 0,-6 5-6 0,6-4-2 0,-7 4 8 15,1-4 13-15,0 0 31 0,-2 4 37 0,-4-4 56 0,-1 4 61 0</inkml:trace>
  <inkml:trace contextRef="#ctx0" brushRef="#br0" timeOffset="149154.61">6870 12686 96 0,'-6'-18'373'15,"6"3"60"-15,-6 4 39 0,-1 1 31 0,7 2 26 0,-7 0 20 0,7 5 18 16,-6-1 15-16,6 0 13 0,-6 4 8 0,6 0 6 0,0 0-68 16,0 4-105-16,0-4-96 0,0 7-95 0,0-2-58 0,6 2-39 0,0 4-30 15,1 0-26-15,0 3-20 0,-1 1-19 0,7 3-20 0,0 0-19 16,0 1-30-16,1-1-32 0,-2 4-36 0,1-7-39 0,7 3-63 15,0-3-78-15,-8-4-86 0,8 3-91 0,-1-6-70 0,1-1-54 0,-8 0-28 16,8-7-13-16,-7 4-3 0,7-8 4 0,0 1 19 0,-8-1 24 0,8-3 33 16,-7-4 35-16,7 0 63 0,0 0 75 0</inkml:trace>
  <inkml:trace contextRef="#ctx0" brushRef="#br0" timeOffset="149467.91">7398 12632 195 0,'6'-8'391'0,"-6"5"60"0,0-5 44 0,7 8 31 0,-7-4 27 15,0 4 18-15,0 0 16 0,-7 0 13 0,7 4 10 0,-6-4-3 16,0 3-12-16,-1 2-70 0,1 2-98 0,-8-3-98 0,2 3-94 0,-2 4-61 15,-5 0-44-15,6 3-39 0,-6 1-34 0,-7 0-33 0,6 3-34 0,-7 0-33 16,1 4-33-16,-6-3-32 0,6 3-31 0,-7 0-41 0,0 3-43 16,1 1-53-16,-7-4-58 0,7 4-56 0,-7-1-56 0,6 1-22 15,1-4-6-15,6 4 11 0,-1-4 19 0,1-4 21 0,6 0 24 0,1-3 26 16,6-1 24-16,6-3 43 0,1 0 51 0,6-4 66 0,0 1 76 16,0-1 89-16,6-7 95 0,1 4 71 0,0-1 61 0,6-3 46 15,-1-3 40-15,2 3 26 0,6-4 20 0,-1 0 15 0,7-3 14 0,-6 0 10 16,-1 0 5-16,7-1-1 0,0-3-6 0,0 0-22 0,1 0-28 0,-1 0-37 15,-1 0-41-15,1 0-39 0,0 1-40 0,1-2-25 0,-1 2-19 16,-7-2-15-16,7 1-14 0,-6 4-13 0,0 0-14 0,-1-1-14 16,1 5-16-16,-2-5-21 0,-4 5-22 0,-1-1-27 0,0 4-27 0,-6-4-25 15,5 4-28-15,-5 0-38 0,0 4-45 0,-7-4-63 0,6 4-69 16,-6-1-67-16,-6 1-66 0,6 3-46 0,-7-3-38 0,0 7-10 16,1-4 5-16,0 4 15 0,-8 4 18 0,8-4 22 0,-7 7 24 0,-7-3 37 15,8 3 45-15,-8 1 61 0,1 3 68 0</inkml:trace>
  <inkml:trace contextRef="#ctx0" brushRef="#br0" timeOffset="149651.15">6917 13437 28 0,'-20'18'343'0,"0"-2"57"0,7-2 41 0,0-3 25 0,6-4 14 0,1 1 10 16,0-5 7-16,6 1 5 0,-7-4 8 0,7 0 9 0,0 0 16 15,7 0-46-15,-1-4-76 0,-6 4-81 0,13-3-85 0,-6-5-52 16,5 5-37-16,8-5-21 0,-7 1-15 0,13-4-8 0,-6 3-6 0,5-3-5 16,9 0-7-16,-9 1-10 0,7-1-15 0,1 0-15 0,0 0-18 0,0 0-17 15,-1 3-20-15,1 1-24 0,0 0-25 0,-7 0-29 0,-1 3-32 16,1 0-48-16,0 1-55 0,-6-1-68 0,-1 4-73 0,-5-4-63 15,-2 4-55-15,2-3-48 0,-8 3-45 0,1 0-14 0,-7 0-3 0,0 0 13 16,0 0 19-16,0 0 26 0,0 0 30 0,-7 3 45 0,1-6 56 16,-1 3 66-16,0 0 75 0</inkml:trace>
  <inkml:trace contextRef="#ctx0" brushRef="#br0" timeOffset="149868.08">7223 13078 0 0,'-8'-11'108'0,"2"0"195"0,6 1 59 0,-6 5 45 16,6 2 36-16,0-1 25 0,0 4 20 0,0 4 19 0,0-1 18 0,0 5 18 15,0 3 20-15,-7 4-26 0,7 3-46 0,0 0-56 0,-7 8-63 16,7 3-55-16,-6 8-52 0,6 0-36 0,-13-1-30 0,7 8-20 16,-1 4-18-16,-6-4-17 0,0 7-16 0,0 0-111 0,0 0-17 0,-7 1 0 15,0-1 0-15,2 0 0 0,-2 1 0 0,-7-5 0 0,9 1 0 16,-2-8 0-16,-7 1-52 0,15-5-150 0,-8-7-62 0,7-3-80 16,0-4-92-16,0-7-78 0,7-4-70 0,6-4-31 0,0-7-10 0,0-7 7 15,0-4 18-15,6-4 23 0,0-3 28 0,1-4 27 0,6-4 30 16,6-3 47-16,-5-4 59 0,5 3 80 0,7-3 246 0</inkml:trace>
  <inkml:trace contextRef="#ctx0" brushRef="#br0" timeOffset="150034.43">7112 13686 0 0,'12'-14'136'0,"8"3"186"0,-14 4 69 0,8 3 46 0,-1 4 33 0,-7 4 25 16,0-1 22-16,8 5 19 0,-8 2 17 0,8 1 18 0,-8 4 14 15,7 0-28-15,-7 3-51 0,14 0-64 0,-8-3-72 0,8 3-67 0,0 1-67 16,-1-1-43-16,1-3-34 0,6 3-25 0,0-7-20 0,7 3-20 16,-7-3-24-16,7 0-70 0,-1-3 0 0,1-1 0 0,-1 1 0 0,7-5 0 15,-7 1 0-15,7 0 0 0,-6-1-64 0,7 1-32 0,-8-4-26 16,1 4-52-16,-1-4-61 0,1 0-88 0,-7 0-99 0,0-4-75 15,-7 4-60-15,1 0-27 0,0-4-7 0,-8 4 2 0,1 0 7 0,-6 0 13 16,-7 0 14-16,0 0 22 0,0 0 26 0,0 0 51 0,0 0 60 16,0 0 88-16,0 0 277 0</inkml:trace>
  <inkml:trace contextRef="#ctx0" brushRef="#br0" timeOffset="210367.13">1003 2989 0 0,'6'-4'123'0,"1"1"78"0,-7-1 23 0,0 4 21 0,6-4 22 16,-6 4 23-16,0 0 22 0,0 0 22 0,0 0 24 0,0 0 4 0,-6 4-4 15,6-4-20-15,0 4-28 0,-7-1-28 0,7 1-24 0,0 3-20 16,-6 1-16-16,6 3-16 0,-7 4-17 0,0-1-17 0,7 4-18 0,-6 4-18 16,0 0-19-16,6 7-17 0,-8-2-13 0,2 5-8 0,6 1-4 0,-6 0-1 15,-1 4-3-15,7 0-3 0,-6-1-4 0,-1 1-5 0,7 3-2 0,-6-3-4 16,6-4-3-16,-7 3-3 0,1 1-3 0,6-4-4 0,-6 0-5 0,6-4-4 16,0 4-5-16,0-3-4 0,-8-1-4 0,8-4-3 0,0 1-3 15,0 0-2-15,0-5 0 0,-6-1-2 0,6 1-1 0,0-6-2 0,0 3-2 0,6-7-2 16,-6 3 1-16,0-6-1 0,0 3-2 0,0-4-1 0,0-3-2 15,0 2-3-15,0-6-2 0,0 5-1 0,0-5-3 0,0 0-2 0,0 0-2 16,0-5-1-16,8 2-1 0,-8 0-2 0,0-5 0 0,0-3-1 0,0 0-2 16,0-3 0-16,0-1 3 0,0-2 0 0,6-6 2 0,-6-2 3 15,0-1 1-15,6-4 1 0,-6 1 1 0,7-4 3 0,-7 0-1 0,6 0 2 0,-6 0 0 16,0-3 2-16,0-1 1 0,7 0 0 0,-7 1 1 0,6-5-1 16,-6 4 1-16,7 0 1 0,-7 1-1 0,6-4 2 0,0 7-1 0,2-4 1 15,-2 5-2-15,7-1 3 0,-6-1-1 0,6 5 1 0,-7 0 2 0,7 3-1 16,0 1 1-16,-7-1 0 0,8 4-1 0,-1 4 0 0,0-1 0 0,0 1 0 15,-1 4-1-15,2-1 2 0,-1 4 2 0,0 4-1 0,0-1 0 0,7 1 0 16,-8 3 0-16,2 0 0 0,5 1 2 0,1 3 0 0,-1 0 0 0,0 3 2 16,1 1 0-16,-1 0 1 0,1 3 3 0,6 1-1 0,1-1 1 0,-9 4 1 15,9 0 1-15,-7 0 3 0,6 3 1 0,-7-3 3 0,7 4 3 16,-6 3 3-16,-1-2 4 0,1 2 4 0,-8 0 3 0,8 3 7 16,-7 2 3-16,-6-5 7 0,6 4 5 0,-7 3 5 0,8-2 3 0,-8 2 4 0,-6-3 3 15,6 3 3-15,-6 5 5 0,0-4 2 0,-6 3 2 0,6-3 2 16,-6 3 2-16,-1 0-1 0,0 0 0 0,1 1-2 0,-7-1-2 0,-1-3-3 15,2 3-1-15,-2-3-26 0,2 4-53 0,-1-5 0 0,-7 0 0 16,0 1 0-16,1 0 0 0,-1 0 0 0,1-4 0 0,-7-1 0 0,0 5 0 16,6-4 0-16,-6-4 0 0,0 5 0 0,-7-5 0 0,7 0 0 0,1 0 0 15,-1-3 0-15,-1 0 0 0,1-5 0 0,0 5 0 0,7-8 0 0,-7 1 0 16,6-2 0-16,-6 2 0 0,7-4 0 0,-1-4-128 0,7 0-55 0,-6 0-29 16,6-4-44-16,-1-4-54 0,8 2-58 0,0-5-60 0,-2-4-40 15,8 1-27-15,0-1-27 0,0-3-26 0,8-1-1 0,4 2 11 0,2-6 16 0,-1 1 20 16,6 4 26-16,0-4 29 0,8 3 48 0,-8-2 55 0,8 2 65 15,-2-3 69-15</inkml:trace>
  <inkml:trace contextRef="#ctx0" brushRef="#br0" timeOffset="210717.96">2364 3106 193 0,'6'-4'347'0,"-6"4"47"0,0 0 31 0,0 0 24 15,-6 0 21-15,6 0 16 0,0 4 12 0,-6-4 13 0,-2 4 10 16,2-4-6-16,0 7-16 0,-8-3-57 0,8 3-81 0,-7 0-70 0,0 4-68 16,0 0-38-16,-7 4-25 0,7 0-17 0,-6 3-14 0,6 4-11 15,-7 0-9-15,1 4-7 0,-1-1-8 0,0 9-5 0,8-5-7 0,-8 7-5 16,1 2-5-16,5-2-7 0,-5 0-5 0,6 1-8 0,0 4-23 0,7-5-29 15,-1 1 0-15,0-5 0 0,7 1 0 0,0-3 0 0,7-1 0 16,0-3 0-16,-1-1 0 0,7-3 0 0,0-4 0 0,0 2 0 0,7-6 0 16,-7 0 0-16,6-3 0 0,0 0 0 0,8-7-15 0,-8 3-76 15,8-7-23-15,-8 0-24 0,7 0-26 0,0-7-44 0,0 3-56 0,-7-3-69 16,7-3-77-16,-6-2-59 0,0 1-56 0,-1 1-25 0,1-2-14 16,-7 1 1-16,6-4 11 0,-12 4 16 0,6-3 20 0,0 3 24 0,-7-4 24 15,1-3 46-15,0 3 55 0,5-3 70 0,-12 0 164 0</inkml:trace>
  <inkml:trace contextRef="#ctx0" brushRef="#br0" timeOffset="211234.44">2683 2978 77 0,'6'4'214'0,"-6"-1"24"16,0 5 22-16,7 3 28 0,-7 0 30 0,0-1 39 0,0 6 44 15,0-2 29-15,7 0 22 0,-7 5-5 0,0 3-18 0,0 0-31 16,0 3-37-16,0 1-25 0,-7 0-19 0,7 7-14 0,-7 0-13 0,7 0-18 15,-6 7-25-15,-1 0-32 0,-6 1-37 0,6 3-25 0,1-4-18 0,-6 7-14 16,4-2-14-16,-4-1-9 0,5-1-9 0,-6-2-11 0,6-1-8 0,-5-3-11 16,6-1-8-16,-2-2-9 0,2-9-7 0,0 4-8 0,6-7-7 15,-7-7-5-15,7-1-5 0,0-3-5 0,0-3-4 0,0-2-4 16,0-6-1-16,7 0-2 0,-7 0 0 0,6-6 0 0,0-5-1 16,2 0-1-16,-2-4 0 0,6-7-3 0,-5 0-3 0,6-3-4 0,0-9-7 15,1 2-4-15,-2-5-5 0,1-3-5 0,0-1-7 0,0-3-4 0,1 1-5 16,-2-5-4-16,2 0-4 0,-2 1-4 0,-5 0-2 0,6 2 1 15,-6-2 2-15,5 2 5 0,-6 5 6 0,8-1 5 0,-1 5 5 0,-6 3 6 16,6 0 5-16,-1 8 4 0,2 2 5 0,-8 2 3 0,7 3 4 0,0 7 5 16,-6-1 5-16,6 5 2 0,0 0 5 0,-1 7 3 0,-4 0 5 15,4 0 5-15,1 7 7 0,1 0 6 0,-2 5 6 0,-6-1 6 16,8 3 8-16,-1 1 6 0,0 3 7 0,0 4 9 0,-7 0 6 0,8 3 5 16,-8 1 6-16,7 0 3 0,-6 0 1 0,-1 2 2 0,1 2 0 0,-7 0 0 15,6 3-1-15,-6-4 0 0,0-1-1 0,0 7-2 0,0-6-57 16,-6 0-29-16,6 3 0 0,-7-6 0 0,1 3 0 0,-1 1 0 0,0-1 0 15,1 0 0-15,-7-3 0 0,6 0 0 0,-5 0 0 0,-1-1 0 16,-1-3 0-16,-6 4 0 0,8-4 0 0,-8-1 0 0,1-2 0 0,-1-1 0 16,1 1 0-16,-7-5 0 0,6 1 0 0,-6 0 0 0,0-5 0 0,-1 1 0 15,2-3 0-15,-7-1 0 0,6 0 0 0,6-4 0 0,-7-3 0 16,1 0-266-16,7-3-85 0,-1-4-71 0,2 0-75 0,4-4-57 16,1 0-47-16,0 0-14 0,6-4 1 0,1-2 14 0,0-2 17 0,6 1 24 15,0-1 25-15,6-3 30 0,0 0 33 0,1 0 56 0,6 0 68 16</inkml:trace>
  <inkml:trace contextRef="#ctx0" brushRef="#br0" timeOffset="211551.98">4017 3059 70 0,'0'-7'358'0,"0"3"52"0,0-3 31 0,0 3 21 15,0 0 16-15,-6 1 16 0,0 3 13 0,6 0 10 0,-6-5 8 16,-8 10 10-16,8-5 13 0,-7 3-57 0,7 1-91 0,-14 3-85 0,6 4-83 16,-5 0-43-16,-1 4-22 0,1 3-13 0,0 4-10 0,-8 3-7 15,1 9-9-15,0-1-3 0,-7 3-1 0,8 8-4 0,-8 4-1 16,8 3-118-16,-8 4-1 0,7 4 0 0,0 3 0 0,-1 0 0 0,8 0 0 16,0 5 0-16,-1-5 0 0,13 0 0 0,1-3 0 0,6-5 0 15,0 2 0-15,6-9 0 0,7-3 0 0,1-3 0 0,5-5 0 0,7-7 0 16,-6-3 0-16,6-4 0 0,0-4 0 0,7-3 0 0,-8-8 0 15,8 1 0-15,-8-5 0 0,8-3 0 0,-7-3 0 0,0-1-228 16,1-3-199-16,-8-1-85 0,0-3-86 0,1 1-38 0,-1-2-16 0,-5 1 5 16,6 0 12-16,-8 0 20 0,1-3 24 0,-6 3 28 0,6-4 33 0,-1 0 41 15,-4 5 46-15,4-5 73 0,-5 0 115 0</inkml:trace>
  <inkml:trace contextRef="#ctx0" brushRef="#br0" timeOffset="212883.88">5698 2644 0 0,'6'-10'130'0,"-6"3"143"0,0-1 36 15,0 0 34-15,0 5 32 0,0 0 28 0,0-1 26 0,0 0 18 16,0 4 15-16,0 0 9 0,0 0 7 0,0 0-41 0,-6 4-66 0,6-4-56 16,0 7-52-16,0-4-36 0,0 9-26 0,0-1-26 0,6 3-25 15,-6 5-22-15,7 3-22 0,-7 3-14 0,7 5-12 0,-1 3-4 0,1 0-5 16,-1 7-1-16,0 0 0 0,8 4-1 0,-8 0-1 0,0 3-7 16,2 1-8-16,-2 0-8 0,0 3-6 0,7-4-4 0,-6 5-2 0,0-4-3 15,-1-1-1-15,0 5 0 0,-6-4-2 0,7-5 0 0,0 5 0 16,-7-4-1-16,6 0 2 0,-6-4 0 0,0 0 2 0,6-3 1 15,-6 0 2-15,0-4 1 0,0-5-1 0,0 3 0 0,0-6-1 0,0 1-2 16,-6-8-1-16,6 0-1 0,0-3-1 0,0-4 0 0,0-5-2 16,0 2 1-16,0-4 0 0,0 0 1 0,-6 0-1 0,6-4-1 0,0 0-2 15,-7-4-7-15,0 0-8 0,1 0-15 0,0-4-18 0,-8-2-19 16,1 3-22-16,1-8-21 0,-8 4-19 0,0-7-23 0,1 0-22 16,-7-1-34-16,6-2-38 0,-6-2-51 0,1 1-58 0,-2-3-46 0,1-1-41 15,0 1-15-15,-7 3-2 0,7-4 10 0,6 0 16 0,-5 4 19 16,-1 4 20-16,6-4 24 0,-6 4 27 0,7 3 43 0,-7 1 50 0,6-2 69 15,0 5 76-15,1 1 75 0,-1 2 75 0,1-3 52 0,-1 4 47 16,8 0 37-16,-2 3 37 0,-6-3 26 0,8-1 23 0,-1 5 11 0,6-5 3 16,-6 5-5-16,7-5-7 0,-1 5-16 0,0 0-18 0,7-1-22 15,0 4-26-15,-6-4-27 0,12 0-29 0,-6 1-28 0,7-2-32 0,0-2-26 16,-1 3-24-16,7-3-15 0,0 0-10 0,0 0-6 0,7-4-5 16,0 3 0-16,-1-3 0 0,7 4 3 0,0-4 3 0,0 4 3 0,0 0 0 15,-7-1 3-15,8 1 1 0,-1 0 1 0,-6 3 2 0,5 0 0 16,-5 1 0-16,0-1 2 0,-8 4-1 0,8 0 0 0,-7 0 1 0,0 0 0 15,-6 4 3-15,5-4 5 0,-5 7 7 0,0-3 9 0,-7-1 9 16,6 5 7-16,-6-1 6 0,0 0 4 0,0 0 4 0,-6 4 0 16,-1 4 0-16,0-5-2 0,1 6 0 0,-7-2-3 0,0 4-5 0,-7 5-8 15,7-5-8-15,-7 4-9 0,1-4-11 0,-7 4-11 0,6 0-9 16,1-4-15-16,-7 5-14 0,6-5-15 0,-6 0-15 0,7 0-12 0,-1-3-15 16,0 0-14-16,1-1-15 0,6-3-27 0,0 1-32 0,1-1-55 15,4-4-68-15,2-3-64 0,6-1-66 0,0-3-49 0,0 0-42 16,0 0-16-16,14-3-1 0,-8-5 7 0,7-3 9 0,6 4 11 0,0-8 16 15,8 0 24-15,-1-3 33 0,6 3 54 0,1-6 67 0</inkml:trace>
  <inkml:trace contextRef="#ctx0" brushRef="#br0" timeOffset="213167.23">6115 3304 24 0,'33'-15'174'16,"-1"4"24"-16,-5 0 24 0,-15 4 33 0,8-1 37 0,-7 5 49 16,-7-1 57-16,0 4 40 0,-6 0 34 0,0 0 0 0,0 4-19 15,0-1-22-15,-6 1-25 0,0 4-19 0,-7 3-19 0,0 1-21 0,0-2-23 16,-7 8-33-16,0-3-37 0,1 3-49 0,-7 0-55 0,0 4-48 15,0 0-42-15,-1-3-33 0,2-1-32 0,-1 1-25 0,0-1-23 0,0-4-22 16,-1 1-21-16,9-1-17 0,-2-2-17 0,0-1-9 0,7-1-5 16,0-2-10-16,0-5-10 0,0 5-10 0,6-5-10 0,1 5 2 0,6-8 8 15,0 7 11-15,6-7 15 0,1 4 16 0,0 0 17 0,-1-1 14 16,7 5 15-16,6-4 9 0,-5 3 7 0,5 0 11 0,1 0 15 16,-1 4 20-16,7-3 19 0,0 2 21 0,0 1 18 0,1-3 11 15,-1 3 6-15,0-1 4 0,-1-2 1 0,1-1 1 0,1 1 0 0,-1-1-5 16,-6 1-8-16,5-1-25 0,1-3-32 0,-6-4-48 0,-1 3-55 0,1-3-55 15,0 0-55-15,-8-3-55 0,8-1-54 0,-7 0-27 0,0-4-14 16,-6 2-5-16,5-6-4 0,-4 1 4 0,-2 0 7 0,0-3 22 16,1-1 27-16,-1 1 43 0,-6-1 52 0</inkml:trace>
  <inkml:trace contextRef="#ctx0" brushRef="#br0" timeOffset="213350.42">6402 3194 0 0,'0'-7'210'16,"0"0"91"-16,0-1 29 0,0 8 30 0,0-3 29 0,0 3 29 0,0 3 25 15,6-3 19-15,0 8 17 0,-6-1 12 0,8 0 12 0,-2 4-42 16,0 3-68-16,1 2-61 0,-1 1-53 0,1 2-35 0,6-1-25 0,-13 5-25 16,6-1-29-16,0 0-26 0,2 3-24 0,-2 1-21 0,-6-1-15 15,6 1-23-15,-6-4-26 0,0 4-33 0,7-5-33 0,-7-2-46 16,0-1-48-16,0 0-60 0,0-7-65 0,6 1-68 0,-6-1-68 0,0-4-59 16,0-3-55-16,0-4-26 0,0 0-13 0,0-4 4 0,0-3 10 0,0-4 20 15,0-1 24-15,7-2 34 0,-7-5 42 0,6-2 54 16,1-1 61-16</inkml:trace>
  <inkml:trace contextRef="#ctx0" brushRef="#br0" timeOffset="213584.28">6552 3345 174 0,'6'-22'257'0,"-6"3"40"0,0 2 34 0,0-3 33 16,0 5 33-16,6 5 22 0,-6-5 18 0,0 4 14 0,7 4 9 16,0-4-19-16,-1 4-35 0,0-1-37 0,1-3-37 0,6 4-38 15,0-1-39-15,7-3-29 0,-1 4-25 0,1-4-26 0,6 4-26 0,0-4-18 16,7 3-13-16,-7 1-12 0,6 0-9 0,1 3-8 0,6-3-6 16,-7 3-8-16,1 4-8 0,-1 0-6 0,1 0-4 0,-1 0-5 15,1 4-4-15,-7 0-6 0,6-1-4 0,-5 1-3 0,-8 3-3 0,8-3-1 16,-15 3 2-16,8 1 1 0,-7-1 0 0,-1 4 1 0,2-4 2 15,-8 4-1-15,1 1 1 0,-7 2 1 0,0 1-2 0,0-1 1 0,0 5-1 16,-7-1-2-16,1 0-1 0,0 4-1 0,-2 4-3 0,-4-4-12 16,-1 4-14-16,-7-5-22 0,8 4-24 0,-8-2-30 0,0-1-30 0,-6 1-48 15,7-6-58-15,-7 2-74 0,-7-1-85 0,7-7-70 0,-7 4-64 0,7-8-45 16,-6 0-36-16,-1 0-9 0,1-3 3 0,5-4 13 0,-5 0 19 16,6-4 23-16,0 1 26 0,-7-1 46 0,14 0 54 0,-7-3 74 15,0 0 82-15</inkml:trace>
  <inkml:trace contextRef="#ctx0" brushRef="#br0" timeOffset="213768.06">6538 3470 138 0,'-6'-8'224'15,"-1"1"22"-15,1 2 15 0,6 2 22 0,0-1 24 0,6 0 31 16,1 2 35-16,-1 2 28 0,1-5 27 0,0 2-12 0,5 3-31 0,2-4-29 16,5 0-28-16,-6 1-24 0,6 3-22 0,1-4-15 0,6 0-10 15,-7 1-16-15,7-2-20 0,1 2-27 0,-1 0-33 0,-6-1-28 16,5-3-27-16,1 3-16 0,0 0-16 0,1 1-11 0,-1-1-11 0,-7 0-16 16,1 1-17-16,6-1-21 0,-14 1-21 0,8-1-28 0,-7 0-35 15,1 1-44-15,-8 3-49 0,6 0-65 0,-4 0-71 0,-8 0-59 0,0 3-50 16,-8 1-42-16,8 0-35 0,-12 3-13 0,6-4-3 0,-8 8 10 15,1-3 12-15,-7 3 25 0,8 0 28 0,-14 0 40 0,6 3 49 0,-5-3 62 16,5 4 93-16</inkml:trace>
  <inkml:trace contextRef="#ctx0" brushRef="#br0" timeOffset="213918.08">6649 3593 0 0,'-26'12'131'0,"6"-1"131"0,7 0 25 0,1-4 13 0,-2 0 4 0,8-3 4 16,0 0 3-16,6-1 12 0,0-3 17 0,6 0 22 0,0 0 24 0,1-3-25 16,6 3-53-16,0-4-45 0,0 0-44 0,0 1-30 0,7 3-21 15,-1-8-9-15,1 5-4 0,6-1-4 0,-7-3-3 0,7 3-12 16,0-3-17-16,0-1-31 0,1 1-38 0,-1-1-54 0,6 1-60 0,-5-4-72 15,-2 4-76-15,1-4-69 0,-6 0-64 0,6 0-45 0,-7-4-36 16,-5 1-16-16,4-1-9 0,-4 1-4 0,-1-2-2 0,-7-2 8 16,8 0 14-16,-8 0 31 0,0 3 43 0,1-7 58 0,-7 4 90 0</inkml:trace>
  <inkml:trace contextRef="#ctx0" brushRef="#br0" timeOffset="214151.07">7059 2769 0 0,'-6'-7'263'0,"0"3"46"0,-1 4 26 15,0 0 31-15,1 4 31 0,-7 3 26 0,7 4 20 0,-8 0 18 0,8 8 15 16,-8-5 13-16,8 8 14 0,-7 4-50 0,0 3-78 0,6 1-56 16,1 6-46-16,-6 1-26 0,4 7-19 0,2 0-22 0,0 3-24 0,6 8-18 15,-7 0-14-15,7 4-11 0,0 3-9 0,0 0-9 0,7 4-8 0,-7 0-11 16,6-3-11-16,8 2-9 0,-8-6-12 0,6 0-8 0,8-5-10 16,-7-2-8-16,7-4-8 0,6-8-12 0,-7-3-11 0,7-4-15 15,0-8-20-15,1-3-21 0,-1-4-24 0,0-3-28 0,6-7-30 0,-5-5-54 16,-2-6-67-16,1-5-88 0,7-3-97 0,-7-7-71 0,-6-4-56 15,6-3-26-15,-1-5-9 0,-5 0 2 0,0-6 10 0,-1-4 16 16,-6-1 19-16,0 0 25 0,1-2 29 0,-2-4 55 0,-5-1 66 16</inkml:trace>
  <inkml:trace contextRef="#ctx0" brushRef="#br0" timeOffset="214334.49">7594 2685 143 0,'0'-15'387'0,"6"1"47"0,-6 6 26 0,6 1 14 0,-6 3 8 0,0 1 10 16,7-1 10-16,-7 4 12 0,6 0 14 0,-6 4 14 0,7 3 15 0,0 0-68 15,-1 1-108-15,7 6-88 0,-6-3-82 0,5 4-41 0,-5 3-23 0,6-3-11 16,0 7-8-16,1-4-7 0,-2 4-11 0,1-3-14 0,0 2-17 16,0 1-27-16,-7 0-34 0,8 1-37 0,-8-2-40 0,8 1-50 0,-8 0-53 15,-6 0-85-15,6-3-101 0,1 2-90 0,-7 2-88 0,0-5-43 16,0 4-21-16,0-4-10 0,-7 1-2 0,7-1 11 0,-6 1 17 0,0-5 24 16,6 1 28-16,-7-4 40 0,0 0 45 0,1-5 80 0,0 6 193 15</inkml:trace>
  <inkml:trace contextRef="#ctx0" brushRef="#br0" timeOffset="214533.84">7619 3256 140 0,'-6'0'247'0,"6"-4"28"0,0 1 22 0,0 3 36 15,6-4 40-15,-6 1 34 0,7-1 31 0,0 1 22 0,-1-1 18 0,-6 0-13 16,13 1-28-16,-6-2-38 0,-1-1-43 0,0 2-34 0,8 0-30 16,-1-3-23-16,-7 3-20 0,8-3-34 0,-2 3-38 0,8-3-35 15,-7 3-30-15,-1-3-23 0,2 4-16 0,6-5-17 0,-8 4-15 0,1-3-19 16,1 3-21-16,-2 0-26 0,2 1-25 0,-2-1-40 0,-5 1-46 15,0-1-63-15,-1 4-70 0,1-4-70 0,-1 4-69 0,-6 0-52 16,0 0-46-16,0 0-19 0,-6 4-7 0,6 3 4 0,-7-3 8 0,7 3 15 16,-6 0 19-16,-1 1 33 0,-6 0 42 0,7 2 62 0,-8-2 69 15</inkml:trace>
  <inkml:trace contextRef="#ctx0" brushRef="#br0" timeOffset="214718.38">7600 3385 0 0,'-13'14'174'0,"0"-3"65"0,-1 0 13 0,8-3 14 0,0 2 13 16,-1-2 14-16,1 0 17 0,6-5 23 0,0 5 24 0,0-4 17 15,0-1 11-15,0 0-34 0,6 1-58 0,1 0-45 0,-1-4-36 0,0 3-21 16,2-3-15-16,4 4-16 0,-5-4-21 0,6 0-36 0,0 0-44 16,0 0-60-16,0 0-68 0,0 0-67 0,0-4-71 0,7 1-49 15,-7-1-41-15,7 0-41 0,-2 1-45 0,2-4-23 0,-1 3-12 0,1-3 0 16,6-1 4-16,-6 0 19 0,6 1 26 0,-7-4 38 0,8 8 43 0,-7-5 44 16,-2 0 48-16</inkml:trace>
  <inkml:trace contextRef="#ctx0" brushRef="#br0" timeOffset="-214545.84">8043 3388 0 0,'0'4'205'0,"6"0"114"16,-6-1 53-16,0 5 37 0,-6-1 32 0,6 0 19 0,-7 1 15 0,1 0 9 15,0-2 7-15,-8 1 4 0,8 5 5 0,-8-4-49 0,-5 2-75 16,6 1-68-16,-6 0-65 0,5 0-56 0,-5 3-52 0,-1 1-39 16,-6-4-30-16,7 4-20 0,-1-4-15 0,1 3-12 0,0 1-9 0,-1-3-8 15,0 2-8-15,7-3-7 0,-7 4-5 0,1-1-5 0,-1-3-2 16,1 4-3-16,6-1-1 0,-7 1-1 0,7-4 0 0,1 4 0 0,-2 0 1 16,8-5 2-16,-8 1 2 0,8 0 4 0,0-3 4 0,-1 3 3 15,7-4 3-15,-6 0 3 0,12 1 1 0,-6-5 4 0,0 1 4 0,7 0 3 16,5-4 3-16,-4 3 2 0,4-3 1 0,2-3 2 0,5 3 1 15,-6-8 0-15,6 5 1 0,7-5 1 0,1 1 0 0,-7-4-3 16,12 0-7-16,-7-4-18 0,2 4-24 0,-1-3-46 0,6-1-53 0,-6-3-70 16,1 3-76-16,-1-3-66 0,-7 3-63 0,1 0-36 0,6-3-21 15,-14 4-12-15,8-4-5 0,0 3 2 0,-7 0 4 0,-1 0 16 0,8-3 23 16,-7 3 42-16,1-3 50 0,-2 0 68 0,2-1 210 0</inkml:trace>
  <inkml:trace contextRef="#ctx0" brushRef="#br0" timeOffset="-214346.15">8251 2850 0 0,'0'-15'132'0,"0"4"161"0,0 4 45 0,7 3 38 16,-7 1 32-16,0 3 26 0,6 0 22 0,-6 3 16 0,7 1 14 15,-7 3 12-15,7 4 12 0,-7 4-31 0,6-1-55 0,-6 9-54 16,0-5-55-16,6 8-44 0,-6 3-37 0,0 0-30 0,0 1-29 0,0 6-22 16,0 1-18-16,-6 3-16 0,0 0-12 0,-1 1-13 0,0 2-15 15,1 1-22-15,-1 1-28 0,1-5-35 0,0 4-37 0,-8-7-52 0,8 3-59 16,-1-7-85-16,0-1-97 0,1 2-88 0,0-9-84 0,-1 1-43 15,7-5-20-15,0-2-10 0,0-5-4 0,0-6 8 0,0-1 16 0,7-3 22 16,-1-8 26-16,0-3 44 0,1-4 50 0,6-4 80 0,-7-3 201 16</inkml:trace>
  <inkml:trace contextRef="#ctx0" brushRef="#br0" timeOffset="-214160.17">8362 3334 0 0,'0'-15'286'0,"0"4"84"0,0 0 45 16,0 1 28-16,7 5 17 0,-7-2 11 0,0 3 10 0,6 0 9 0,0 1 7 15,-6-5 11-15,7 4 9 0,0 1-44 0,-1-1-73 0,7-3-76 16,-7 0-80-16,8 0-54 0,-2-1-40 0,8 1-24 0,-7 0-16 0,0 3-10 15,6-3-9-15,1-1-9 0,0 1-9 0,-7 3-9 0,7 1-9 16,-1-1-13-16,-6 1-14 0,6-2-19 0,-5 2-18 0,5 3-18 16,-6-4-19-16,0 4-21 0,0-4-20 0,-6 4-29 0,5 0-31 0,-4 0-40 15,-2 0-41-15,0 4-55 0,-6-4-61 0,7 0-48 0,-14 4-42 16,7-1-36-16,0 2-33 0,-6 2-9 0,0-4 4 0,-8 5 12 0,1-1 16 16,7 0 26-16,-8 4 31 0,2-3 38 0,-8-2 42 0,7 6 54 15,-7-5 61-15</inkml:trace>
  <inkml:trace contextRef="#ctx0" brushRef="#br0" timeOffset="-213745.73">8140 3506 141 0,'-19'21'269'0,"6"-2"41"0,0-1 36 15,7 5 37-15,-8-5 38 0,8 4 26 0,0-4 17 0,-1 0 14 16,0 4 11-16,1-4-12 0,6 1-24 0,-7-4-44 0,7 3-53 0,0 0-48 16,0-7-44-16,0 4-36 0,0-1-36 0,0-3-35 0,0-3-37 0,0 3-25 15,7-8-19-15,-7 5-12 0,0-5-11 0,6 0-9 0,-6-3-9 16,7 4-8-16,0-8-6 0,-7 4-5 0,6-3-3 0,0 0-2 15,0-5-3-15,8 5-1 0,-8-8 0 0,7 0 0 0,-6 0 0 0,6 0 0 16,0-4-2-16,6 4-1 0,-5-3 0 0,5-2-2 0,1 2 1 16,0 3-1-16,-1-4-1 0,1 4 0 0,-2 0-1 0,9 4-1 0,-1-4 1 15,-6 4-1-15,6 0-3 0,-1 3-1 0,-5-3-2 0,6 3-2 16,0 0-1-16,-7 4-3 0,1 0 0 0,6 0-1 0,-7 0 0 0,-5 4 0 16,6 0 0-16,-1 3 1 0,-6 0 1 0,0 1 1 0,-7 2 2 15,8-3 5-15,-8 5 7 0,0 2 9 0,1-3 10 0,0 4 10 16,-7 4 12-16,0-5 10 0,0 1 9 0,0 3 9 0,0-3 11 0,-7 3 10 15,0 0 9-15,1 0 10 0,0 5 7 0,-1-5 9 0,-6 0 7 0,7 4-82 16,-8-3-53-16,1-1 0 0,1 0 0 0,-8 4 0 0,6-3 0 16,-5-1 0-16,6 1 0 0,-6-2 0 0,-1-2 0 0,1 3 0 15,-1-7 0-15,0 4 0 0,1-4 0 0,0 0 0 0,-8-3 0 0,8-5 0 16,0 1 0-16,-1 0 0 0,1-8 0 0,-1 4 0 0,0-4 0 16,1-3 0-16,-1 0 0 0,0-4 0 0,1-1 0 0,-7 1-155 15,6 0-356-15,-6-3-77 0,7 3-64 0,-7-4-24 0,0-3-2 0,-1 3 11 16,1-3 19-16,1 3 26 0,-1-3 31 0,0 3 34 0,-1-3 35 15,1 3 52-15,0-3 57 0,1 0 83 0,-1 3 219 0</inkml:trace>
  <inkml:trace contextRef="#ctx0" brushRef="#br0" timeOffset="-189578.74">1107 5209 0 0,'0'-7'13'0,"6"3"143"0,-6-3 19 0,0 0 22 0,-6 3 23 15,6 0 26-15,0-3 28 0,0 3 29 0,0 0 29 0,0 1 18 0,-7-1 13 16,7 4-4-16,0-4-15 0,0 4-10 0,0 0-11 0,0 0-10 15,0 0-11-15,0 0-15 0,0 0-19 0,0 0-19 0,0 0-22 0,0 4-22 16,7 0-19-16,-7-1-24 0,0 5-20 0,0-1-15 0,0 1-11 0,0 3-7 16,0 3-5-16,-7 5-3 0,7-1-2 0,0 0-2 0,-6 4-2 0,6 3-3 15,-7 5-5-15,1-4-6 0,-1 7-8 0,1-1-8 0,-1 2-9 0,-6-1-9 16,7 3-7-16,-8 1-7 0,2 0-5 0,-1 3-5 0,-1 0-6 0,2 0-4 16,-2 1-3-16,1-1-2 0,-6 4-3 0,6-4 0 0,-1 4 0 0,-5-4-1 15,6 1 0-15,-6-1 0 0,5 0 0 0,-5-3 2 0,6-4 1 16,0 0 1-16,0 0 0 0,6-7 0 0,-5-1 0 0,4-3-1 0,2-7 0 15,6 3-1-15,-6-7-1 0,6 0-2 0,0-3 0 0,0-5-1 0,0 4 1 16,0-3-1-16,6-4-1 0,0 4 3 0,2-4 1 0,-2 0 3 0,7 0 4 16,7-4 5-16,-8 0 5 0,8 1 2 0,0-1 4 0,6-3 2 0,-1 0 2 15,2 3 1-15,5-7-23 0,1 4-10 0,-7-1 0 0,6 1 0 16,8 0 0-16,-7-5 0 0,-1 5 0 0,1 3 0 0,5-3 0 0,-5 3 0 16,-1-3 0-16,1 3 0 0,-1 1 0 0,1-1 0 0,-1 1 0 0,1-1 0 15,-7 4 0-15,7-4 0 0,-7 4 0 0,0 0 0 0,-6-3 0 0,5 3 0 16,-5 3 0-16,0-3 0 0,-7 0-107 0,0 0-50 0,0 4-39 15,-7-4-59-15,8 0-68 0,-8 0-75 0,-6 0-76 0,0 0-57 16,0 0-47-16,6 0-14 0,-6 0 3 0,0-4 13 0,0-3 16 0,-6 3 22 16,6-7 23-16,0 4 34 0,-6-4 39 0,6-4 58 0,0 1 68 0</inkml:trace>
  <inkml:trace contextRef="#ctx0" brushRef="#br0" timeOffset="-189096.15">1882 5363 0 0,'6'-11'123'0,"1"4"183"0,-1 3 56 0,1-3 34 0,-1 3 21 16,0 4 17-16,2 0 13 0,-2-3 11 0,-6 3 8 0,6 0 9 0,-6 0 6 16,7 3-30-16,-7-3-47 0,6 8-55 0,-6-5-59 0,7 4-51 0,0 1-46 15,-7 3-25-15,6 0-14 0,0 3-10 0,0 5-9 0,2-1-5 16,-2 4-4-16,0 4-3 0,-6-1-6 0,7 5-9 0,-7-1-13 0,7 4-12 16,-7 0-12-16,0 0-10 0,0 3-10 0,-7 1-7 0,7 0-7 0,0-1-6 15,-7-3-4-15,1 4-4 0,6-4-4 0,-6 0-2 0,-2 0-2 16,2-4-1-16,0-3-1 0,6 0-2 0,-6-5-1 0,-1 1-1 0,7-3 0 15,-7-5 0-15,7-3-1 0,0-4-1 0,-6 1 0 0,6-5-1 16,0-3-2-16,0 0 0 0,0 0-2 0,0-7 0 0,0 0 0 0,0-8-1 16,0 1-1-16,0-8-4 0,0 0-3 0,6-7-5 0,-6-1-6 15,7-7-7-15,-7-3-5 0,7-4-5 0,5 0-2 0,-6-3-2 0,2-1-1 16,4-3-2-16,-5 3-1 0,6 1 0 0,0-1 1 0,0 4 3 16,6 0 4-16,-5 3 5 0,5 1 6 0,-6 7 5 0,6 1 6 0,1 2 4 15,0 4 2-15,-1 4 1 0,1 4 3 0,0 0 3 0,-1 3 5 0,1 4 6 16,-1 4 5-16,0 0 8 0,1-1 6 0,-1 8 7 0,1-4 8 0,6 8 7 15,-7 0 10-15,1 0 7 0,6 3 8 0,-6 4 8 0,-1-4 6 16,7 8-90-16,-6 0-1 0,-1-1 0 0,1 4 0 0,0 1 0 16,-7 3 0-16,7 0 0 0,-8 3 0 0,1-3 0 0,0 4 0 0,-6 3 0 15,6-3 0-15,-6 3 0 0,-7 4 0 0,0 0 0 0,0-4 0 0,-7 8 0 16,0-4 0-16,1 4 0 0,-7-1 0 0,-1 1 0 0,2 0 0 16,-2-1 0-16,-5 4 0 0,-1-6 0 0,-6 2 0 0,7 1 0 0,-1-4 0 15,-6-4 0-15,0 4 0 0,1-7 0 0,-1-1 0 0,-1 1 0 16,-5-7 0-16,6-1 0 0,-1-4 0 0,1-3 0 0,0-3 0 15,7-5-148-15,-7-3-463 0,6 0-54 0,1-11-36 0,6 4-3 0,0-11 11 0,7 3 20 16,-2-7 23-16,8-4 28 0,0 1 33 0,8-1 40 0,-2-7 41 16,7 4 65-16,0-4 73 0</inkml:trace>
  <inkml:trace contextRef="#ctx0" brushRef="#br0" timeOffset="-188745.77">2644 5601 0 0,'26'0'204'0,"-7"0"125"0,-5 4 57 15,4 0 41-15,-4 7 33 0,-1-4 25 0,0 4 23 0,-6 3 19 16,5 1 19-16,-6 0 18 0,2 3 17 0,-2 0-36 0,0 5-63 0,-6-1-63 15,7 3-63-15,0-3-54 0,-7 4-52 0,0 3-37 0,0-3-29 0,6-1-25 16,-6 1-21-16,0-1-19 0,7 1-112 0,-7 0-7 0,6-4 0 16,0 0 0-16,1-4 0 0,6 0 0 0,-7-3 0 0,8 0 0 0,-1-4 0 15,7-1 0-15,-2-6 0 0,-4 0 0 0,5-1 0 0,7-6 0 16,-6-1 0-16,6-3 0 0,-7-4 0 0,7 0 0 0,1-4 0 0,-8-3 0 16,8 0 0-16,-2-5 0 0,-5 2 0 0,0-1 0 0,-1 0 0 15,0 0 0-15,1-4 0 0,-1 1 0 0,-5 3 0 0,-2-4 0 0,-5 4 0 16,6-4 0-16,-6 4 0 0,-1 0 0 0,-6-4 0 0,6 1 0 15,-6 3 0-15,0-4 0 0,0 1 0 0,-6-1 0 0,6 4 0 16,-6-4 0-16,-8 4 0 0,8 1 0 0,-7 2 0 0,0 1 0 0,0 0 0 16,0 3 0-16,-7 1 0 0,1 2 0 0,0 5 0 0,-1-1 0 15,-6 5 0-15,-1 3 0 0,1 3 0 0,1 1 0 0,-8 3 0 0,1 5 0 16,-2 3 0-16,-4-1 0 0,5 4 0 0,1 1 0 0,-7 6 0 16,6-3 0-16,-7 4-474 0,8 0-110 0,-1-1-68 0,8 1-31 0,-1-4-12 15,6 3 5-15,0-3 14 0,1-4 22 0,13 1 28 0,-1-4 34 16,0-4 40-16,7 0 57 0,7 0 64 0,6-8 98 0,0 5 279 0</inkml:trace>
  <inkml:trace contextRef="#ctx0" brushRef="#br0" timeOffset="-188063.02">4670 5330 0 0,'0'4'182'0,"0"-4"109"16,0 4 33-16,0-1 15 0,0-3 9 0,0 4 2 0,0-4 1 16,6 3 11-16,-6-3 15 0,6 4 24 0,0 0 28 0,1-1-33 15,0 1-63-15,6 3-56 0,0 1-55 0,0-1-39 0,-1 4-31 0,2 0-16 16,5 0-6-16,1 3-1 0,0-2-1 0,-8 3-10 0,8-1-15 0,-7 1-30 15,7-4-33-15,-8 3-36 0,2-3-34 0,-1 4-45 0,-1-4-51 16,-4 0-63-16,4-4-67 0,-6 4-56 0,2-4-48 0,4 1-43 16,-5-1-38-16,-1-3-20 0,1 0-9 0,6-4 0 0,-7 0 5 0,8 0 14 15,-2-4 21-15,2-3 38 0,5-1 46 0,-6-3 61 0,6 0 69 16</inkml:trace>
  <inkml:trace contextRef="#ctx0" brushRef="#br0" timeOffset="-187878.54">5444 5352 65 0,'19'-11'256'0,"-5"0"58"0,-1 4 59 16,-7 3 46-16,1-4 42 0,-1 8 33 0,-6-3 30 0,7 3 28 15,-7 0 29-15,0 0 6 0,0 0-8 0,-7 3-26 0,7 2-36 0,0-2-42 16,-6 1-44-16,-1 3-47 0,1 1-49 0,-1-1-44 0,-5 4-291 0,4 3 0 16,-4 1 0-16,-1 0 0 0,-7 3 0 0,0 0 0 0,8 5 0 15,-8-5 0-15,-6 4 0 0,7 0 0 0,-1-1 0 0,0-2 0 16,-5-1 0-16,5 1 0 0,0-5 0 0,1 1 0 0,-1-4-292 0,7-4-218 16,-6-3-94-16,6-1-45 0,-1-3-23 0,-5-7-1 0,12 0 11 0,-5-4 18 15,5-4 23-15,-6 1 31 0,6-9 32 0,7 1 39 0,0 1 43 16,-6-5 77-16,6-3 95 0</inkml:trace>
  <inkml:trace contextRef="#ctx0" brushRef="#br0" timeOffset="-187695.8">5092 4964 0 0,'7'-8'252'0,"6"8"97"15,-7 5 52-15,1-2 37 0,6 4 27 0,-6 4 25 0,-1 4 24 0,7-5 24 16,-6 9 27-16,-1-1 24 0,0 4 23 0,-6 0-36 0,8 4-62 16,-8 4-62-16,0-1-59 0,0 4-46 0,0-1-38 0,-8 1-26 15,2 7-179-15,0-3-104 0,-8 4 0 0,2-1 0 0,-1 4 0 0,-7 0 0 16,0 0 0-16,1 0 0 0,-1 0 0 0,0 0 0 0,-5-4 0 0,5-3 0 15,0-1 0-15,-6 1 0 0,7-4 0 0,-1-7 0 0,2-1 0 16,4-3 0-16,-5 0-147 0,5-7-347 0,2-1-78 0,-2-3-53 16,2-3-39-16,5-1-8 0,0-7 8 0,1 0 18 0,6-4 24 0,-7-3 31 15,14-4 35-15,-7 0 38 0,6-4 42 0,1-3 66 0,6 4 80 16</inkml:trace>
  <inkml:trace contextRef="#ctx0" brushRef="#br0" timeOffset="-187544.23">4910 5854 0 0,'20'-8'79'0,"-8"5"181"0,8 3 44 0,-6 0 46 15,5 3 48-15,-6 1 39 0,6 3 36 0,1 1 29 0,0 3 27 0,-1 0 22 16,7 0 17-16,-6 4-26 0,5-1-47 0,1 5-47 0,7-1-51 15,-7 4-42-15,7-4-38 0,-7 0-46 0,6 5-49 0,-5-5-38 16,-1 0-34-16,6-3-37 0,-6 3-36 0,1-3-41 0,-8-4-40 0,7-1-43 16,0 1-46-16,-6-3-62 0,-1-1-69 0,1 1-87 0,0-8-95 15,-8 3-78-15,1-3-68 0,0 0-36 0,0 0-16 0,1-3-3 0,-8-5 5 16,6 1 16-16,-5-1 23 0,0-3 28 0,-1-3 33 0,1-1 52 16,-1-3 62-16,0-4 82 0,2 0 255 0</inkml:trace>
  <inkml:trace contextRef="#ctx0" brushRef="#br0" timeOffset="-187330.03">5828 5286 362 0,'-6'-7'453'0,"6"3"33"0,0 0 18 15,0 1 12-15,0 3 11 0,0 0 10 0,0 0 11 0,0 0 10 16,0 0 11-16,0 0 13 0,0 0 14 0,0 3-102 0,6 1-165 0,-6 3-90 16,7 5-54-16,0-2-27 0,-1 5-15 0,0 0-10 0,1 7-9 0,0 0-10 15,-1 3-80-15,1 4-34 0,-7 5 0 0,6-1 0 0,-6 0 0 16,0 3 0-16,0-3 0 0,-6 4 0 0,6-4-136 0,-7-4-142 15,7 0-97-15,-6-3-90 0,-1-8-84 0,7 1-48 0,0-5-28 0,0-6-12 16,0-1-1-16,0-7 11 0,0-7 20 0,7-1 29 0,-1-6 35 16,1-1 46-16,-1-7 53 0,8 0 78 0,-8-4 137 0</inkml:trace>
  <inkml:trace contextRef="#ctx0" brushRef="#br0" timeOffset="-187096.3">5946 5528 0 0,'0'-22'206'0,"6"0"129"0,-6 4 57 0,6 0 40 0,-6 2 30 16,0-2 22-16,8 4 21 0,-8-1 14 0,6 0 13 0,0 4 11 0,-6-3 10 15,6 3-40-15,2-4-65 0,4 4-68 0,1 4-69 0,1-4-57 16,-2 0-49-16,8 3-34 0,0 1-27 0,5-4-20 0,1 7-17 0,1-3-13 15,-1 3-9-15,0 1-9 0,6-1-10 0,-5 4-6 0,-2 0-9 16,8 0-5-16,-7 4-6 0,0-1-6 0,-6 1-15 0,6 3-19 16,-7-3 0-16,7 7 0 0,-6-4 0 0,-1 4 0 0,-6-3 0 0,7 3 0 15,-7-1 0-15,-7 6 0 0,8-2 0 0,-8-3 0 0,0 4 0 0,-6 3 0 16,7-3 0-16,-7 3 0 0,-7 0 0 0,7 0 0 16,-6 5 0-16,-7-5 0 0,6 4 0 0,-5 0 0 0,-2 0 0 0,1 0 0 15,0 4 0-15,0-4 0 0,1-1 0 0,-8 1-126 0,0-3-78 0,7-1-69 16,-7-3-80-16,8 0-77 0,-8-4-74 0,1-4-53 0,5 0-42 15,2-7-15-15,-8 0 2 0,7-3 12 0,0-5 22 0,0-3 27 16,-1 0 29-16,2 0 40 0,-1-4 44 0,-7 1 68 0,8-5 79 0</inkml:trace>
  <inkml:trace contextRef="#ctx0" brushRef="#br0" timeOffset="-186929.8">6031 5572 11 0,'-20'-4'308'0,"7"0"59"0,-7 4 49 16,8-3 36-16,4 3 28 0,-4 0 18 0,5 3 13 0,1-3 8 16,-1 0 4-16,7 0 6 0,0 0 7 0,0 0-51 0,0-3-78 0,7 3-68 15,6-4-64-15,-1-3-49 0,2 3-39 0,6-7-30 0,-1 4-22 16,1-4-15-16,6 4-11 0,0-4-6 0,-1 0-5 0,8 0-6 15,-7 3-5-15,0 1-11 0,0-1-13 0,0 2-19 0,-7 2-22 0,1 0-30 16,-7 0-32-16,7 4-34 0,-14 0-34 0,8 0-49 0,-8 4-60 16,-6 0-75-16,0 3-85 0,0 1-75 0,0 2-68 0,-6 1-41 15,-1 0-32-15,-6 4-7 0,0 0 2 0,0 3 16 0,0-4 21 0,-7 5 25 16,1-1 30-16,-1 4 46 0,0 0 58 0,1 0 74 0,0 0 125 0</inkml:trace>
  <inkml:trace contextRef="#ctx0" brushRef="#br0" timeOffset="-186775.59">5992 5861 115 0,'-8'11'234'0,"2"0"22"16,0-3 17-16,6-1 29 0,0 0 35 0,0-3 41 0,0-4 44 0,6 4 29 15,0-4 22-15,2-4-8 0,-2 4-23 0,7 0-35 0,-7-4-40 0,8 1-32 16,-2-1-32-16,2 0-18 0,5 1-12 0,-6-5-28 0,6 4-35 16,1-3-39-16,0 0-43 0,-1 3-29 0,1-3-24 0,0-4-26 15,-1 4-27-15,0-1-34 0,0 1-33 0,1-4-53 0,0 4-60 0,-7-4-82 16,0 0-90-16,0 0-78 0,-7-4-70 0,8 1-37 0,-8-1-17 16,1-4-9-16,-1 1-3 0,0 0 7 0,1-4 12 0,0 0 21 15,-1 0 24-15,0 0 46 0,2-4 55 0,-2 4 77 0,0-3 247 0</inkml:trace>
  <inkml:trace contextRef="#ctx0" brushRef="#br0" timeOffset="-186529.06">6402 4975 148 0,'-7'-11'397'0,"0"3"51"0,1 8 29 15,0 0 20-15,-1 0 14 0,7 5 20 0,-6-2 20 0,-1 4 22 0,7 0 23 16,-7 8 20-16,1-1 18 0,6 5-64 0,-6 7-106 0,-1-1-90 16,0 8-81-16,1 7-38 0,-7 1-19 0,6 6-216 0,-6 5-20 0,1 6 0 15,-2 1 0-15,1 7 0 0,0 0 0 0,0 4 0 0,1 3 0 16,-8-3 0-16,6 3 0 0,2 0 0 0,-1-7 0 0,6 0 0 0,0-4 0 15,1-4 0-15,6-6 0 0,6-8 0 0,1-4 0 0,6-3 0 16,0-8 0-16,0-7 0 0,6-7 0 0,1-4 0 0,6-4 0 0,-7-7 0 16,8 0 0-16,-7-7 0 0,6-4 0 0,-7-4 0 0,7-3-34 15,-6 0-419-15,0-4-76 0,-1-1-60 0,0 1-50 0,0-3-17 16,-5 3-2-16,-1-4 10 0,0 4 17 0,0 0 26 0,0 0 30 0,0 0 36 16,0 0 38-16,0 1 59 0,0 2 66 0,7-3 83 0,-8 0 270 15</inkml:trace>
  <inkml:trace contextRef="#ctx0" brushRef="#br0" timeOffset="-186146.12">7346 4942 0 0,'7'-8'123'0,"-7"5"279"16,6-1 53-16,-6 4 27 0,0 0 14 0,0 0 8 0,0 0 4 0,0 0 7 15,0 0 5-15,0 4 11 0,0-4 9 0,0 3-6 0,6 1-17 16,-6 0-99-16,0-1-143 0,7 5-80 0,0 0-49 0,-7-2-26 0,6 2-13 16,1 3-7-16,-1 0-5 0,0-1-10 0,1 2-14 0,0-5-26 15,-7 4-31-15,6-4-41 0,0 4-44 0,-6-7-59 0,0 3-68 0,7-3-83 16,-7 3-90-16,-7-3-79 0,7 0-71 0,-6-1-38 0,0 5-23 16,-8-5-6-16,8 1 3 0,-7 3 13 0,0 0 18 0,0 1 25 15,-7 3 29-15,8-3 46 0,-8 2 59 0,1 1 78 0,-1 0 203 0</inkml:trace>
  <inkml:trace contextRef="#ctx0" brushRef="#br0" timeOffset="-185978.28">7138 5268 0 0,'-20'14'165'0,"7"-2"129"0,0-2 44 0,0 2 41 0,7-5 42 16,-2 0 26-16,-4 1 19 0,12-1 11 0,-6-4 8 0,6-3 8 16,-7 4 8-16,7-4-40 0,7-4-63 0,-7 4-54 0,6-3-49 15,0-1-39-15,8 1-35 0,-8-1-33 0,7-3-35 0,7 3-21 0,-8-3-13 16,8-5-10-16,-7 5-6 0,7 0-7 0,-1-1-7 0,-6 1-8 16,7-4-11-16,-1 4-9 0,1-1-12 0,0 1-19 0,-8 0-23 0,1 0-28 15,7-1-28-15,-7 5-33 0,0-5-35 0,-7 5-50 0,8-1-56 0,-8 0-71 16,1 1-78-16,-7 3-64 0,0-4-57 0,0 4-39 15,0 0-28-15,0 4-7 0,-7-1 8 0,1 1 16 0,-1 7 20 0,-6-4 26 16,0 4 31-16,6 0 47 0,-5 4 54 0,-8-4 70 0,7 7 147 16</inkml:trace>
  <inkml:trace contextRef="#ctx0" brushRef="#br0" timeOffset="-185629.2">7189 5403 265 0,'-12'15'335'0,"-1"-1"47"0,6 2 37 0,-6-5 21 16,13-4 15-16,-6 0 9 0,-1-3 6 0,7-1 7 0,0 1 8 0,0-4-18 16,0 0-32-16,7 0-56 0,-7 0-69 0,6-4-65 0,0 1-62 15,1 3-45-15,0-4-35 0,6 0-21 0,-7-3-14 0,7 4-8 16,-6-2-9-16,5 2-12 0,2 0-16 0,-1-1-20 0,-7 0-20 0,8 0-24 15,-2 0-22-15,2 1-32 0,-8-1-32 0,7 0-32 0,0 4-34 16,-6-3-31-16,5 3-35 0,-5-4-22 0,0 4-17 0,-1 0-4 0,7 4 1 16,-6-4 6-16,-1 3 12 0,1-3 13 0,-1 4 18 0,-6 3 29 15,6-3 34-15,-6 0 40 0,7 0 39 0,-7 3 45 0,7-4 45 0,-7 2 41 16,0-2 33-16,0 1 31 0,0-1 29 0,0-3 34 0,0 4 34 16,0-4 29-16,0 4 26 0,-7-4 16 0,7 3 10 0,0 1 2 15,-7-4-2-15,7 4-5 0,0-1-8 0,-6 1-9 0,0 0-11 0,6-1-15 16,-7 5-17-16,1-5-25 0,-1 5-27 0,0-5-25 0,1 5-20 15,6-1-14-15,-6 0-12 0,-1 0-7 0,0 1-7 0,1-1-5 16,0 0-4-16,-8 4-7 0,8-3-6 0,-1-1-6 0,1 4-5 0,0-3-7 16,-8 3-7-16,8 0-11 0,-7-4-14 0,6 7-12 0,-6-3-15 0,1 0-14 15,-2 4-15-15,1-4-16 0,0 4-18 0,7 0-27 0,-7-4-32 16,-1 3-36-16,2-3-34 0,-2 0-36 0,8 0-35 0,0 0-28 16,-8 0-25-16,14-4-20 0,-6 1-15 0,-1-1-19 0,7 0-18 0,0-3-5 15,0-1 1-15,0 1 20 0,7 0 27 0,-7-4 33 0,6 3 34 16,1-3 38-16,0-3 39 0,-1 3 35 0,0-4 31 0</inkml:trace>
  <inkml:trace contextRef="#ctx0" brushRef="#br0" timeOffset="-185311.76">6935 5956 36 0,'-6'8'213'16,"6"3"33"-16,-6-8 29 0,6 5 22 0,0-1 22 0,0-3 24 16,0-1 29-16,0 1 30 0,6 0 28 0,-6-4 1 0,6 3-15 0,1-3-25 15,0 0-29-15,-1 0-30 0,7 0-33 0,1 0-26 0,-2 0-24 0,8-3-19 16,-1-1-17-16,1 0-25 0,0 1-27 0,5-1-29 0,-5-3-29 15,6-1-22-15,0 5-16 0,0-8-17 0,1 3-17 0,-2-2-19 16,1 2-24-16,7-3-30 0,-7-3-35 0,6 3-55 0,-5-8-65 0,-1 4-73 16,0-3-78-16,6 0-66 0,-5-4-60 0,-8 0-30 0,7-3-16 15,-6 3-3-15,-1-4-1 0,7 0 12 0,-13 0 12 0,6 1 24 16,1-1 29-16,0 0 50 0,-1 1 64 0</inkml:trace>
  <inkml:trace contextRef="#ctx0" brushRef="#br0" timeOffset="-185079.44">7900 4828 290 0,'0'-15'361'0,"0"5"43"0,0-1 32 0,0 3 23 0,0 1 20 16,6 3 16-16,-6 1 15 0,0 3 16 0,0-4 15 0,0 4-9 15,0 0-21-15,7 0-56 0,-7 4-74 0,6-1-65 0,-6 1-59 0,0 3-35 16,6 1-26-16,-6 3-21 0,0 3-17 0,8 5-15 0,-8-1-15 16,-8 8-14-16,8-1-16 0,-6 4-94 0,0 8-4 0,-1-4 0 0,1 4 0 15,-8 3 0-15,2-4 0 0,-2 5 0 0,2-1 0 0,-2-3 0 16,1-4-50-16,7 0-126 0,-7-4-60 0,6-3-75 0,1-1-85 15,0-6-67-15,6-5-62 0,0-3-41 0,0-4-35 0,6-3-9 0,0-4 3 16,1-4 15-16,0-3 20 0,5-4 30 0,1 0 32 0,1-3 49 16,-2-1 57-16,2-3 76 0,-2 3 87 0</inkml:trace>
  <inkml:trace contextRef="#ctx0" brushRef="#br0" timeOffset="-184926.68">7925 5294 49 0,'8'-12'277'0,"4"1"86"0,-6 4 66 0,1-4 42 0,-7 7 29 16,7-3 24-16,-1 3 20 0,-6 1 16 0,7-1 17 0,-1-3 15 16,0 3 16-16,2 1-46 0,-2-5-72 0,6 1-79 0,2 3-85 0,-1-3-62 15,0-4-50-15,6 4-36 0,1-1-25 0,-1-3-54 0,1 1-99 16,0 2 0-16,-1 0 0 0,1-3 0 0,-1 4 0 0,0 0 0 0,1 0 0 15,-7 3 0-15,1 0 0 0,4-3 0 0,-10 7 0 0,4-4 0 16,-5 4 0-16,6-3 0 0,-6 3 0 0,-7 0 0 0,6 0-33 0,-6 0-165 16,0 0-52-16,0 3-64 0,-6-3-72 0,-1 4-62 0,0 0-58 15,1 3-42-15,-7-3-38 0,-1 3-8 0,2 0 5 0,-8 0 15 16,7 1 20-16,-7-1 25 0,1 5 26 0,0-2 43 0,-8-3 51 0,1 8 66 16,7-4 72-16</inkml:trace>
  <inkml:trace contextRef="#ctx0" brushRef="#br0" timeOffset="-184543.97">7710 5421 87 0,'-12'19'259'0,"-8"-5"48"0,7 5 48 0,0-4 42 0,6-1 41 16,1 5 31-16,-7-5 26 0,6 1 22 0,7-1 16 0,-6 5-1 0,-1-4-13 16,7 3-30-16,0 0-40 0,-6 0-39 0,6 4-40 0,0 0-39 15,0 0-39-15,0 1-37 0,-6-1-35 0,6 3-27 0,0-3-22 0,0 4-68 16,0-5-103-16,-7 1 0 0,7-3 0 0,0-1 0 0,0-3 0 16,0-4 0-16,0 3 0 0,7-6 0 0,-1-5 0 0,-6 5 0 0,6-8 0 15,7-4 0-15,-6 0 0 0,6-3 0 0,7-4 0 0,-8-3 0 16,8-5 0-16,7-3 0 0,-2-4 0 0,1 1 0 0,0-4 0 0,7-1 0 15,-1 1 0-15,1 0 0 0,-1-1 0 0,1 5 0 0,-7-1-82 16,6 4-1-16,1 4 2 0,-7-1 4 0,0 8 0 0,1 0 4 16,-8 4 3-16,0 3 3 0,1 4 3 0,-1 0 4 0,1 4 5 0,-6 3 8 15,-2 1 9-15,-5 3 14 0,6 4 13 0,-6 3 17 0,-1 0 16 16,0 0 15-16,0 4 15 0,-6 0 16 0,0 4 12 0,0-4 13 16,0 4 13-16,-6-1 11 0,0-3 13 0,6 4 7 0,-13-1-76 0,6-2-61 15,-6 2 0-15,7-3 0 0,-8 4 0 0,2-4 0 0,-2 3 0 0,-5-2 0 16,6-1 0-16,-6-4 0 0,-1 4 0 0,0-4 0 0,1 0 0 15,-1 0 0-15,-6-2 0 0,1-6 0 0,-1 1 0 0,6 0 0 0,-13-7 0 16,13 3 0-16,-12-7 0 0,6 4 0 0,0-4 0 0,0-4 0 16,0 1 0-16,0-5 0 0,-1 1-207 0,1 0-342 0,7-5-89 0,-7 1-37 15,6-3-8-15,-6-1 4 0,7 1 12 0,-1-1 18 0,0 0 20 16,1-3 29-16,0 4 32 0,6-5 41 0,-7 4 47 0,7 1 84 16,0-5 152-16</inkml:trace>
  <inkml:trace contextRef="#ctx0" brushRef="#br0" timeOffset="-131928.69">1133 8129 42 0,'-6'3'361'0,"-2"-3"55"0,2 4 32 0,0-4 15 0,-1 0 11 0,1 0 5 15,-1 0 7-15,7 0 7 0,-6-4 9 0,-1 4 6 0,7-3 7 16,0 0-54-16,7-1-85 0,-7 0-88 0,13-3-92 0,-7 3-47 0,7-3-23 16,7 0-10-16,-1-5-5 0,1 5-3 0,6-4-3 0,6 0-6 0,1-3-5 15,-1 2-6-15,1-2-4 0,6 2-7 0,1 2-11 0,-2-1-9 0,1-4-11 16,0 8-9-16,1-4-8 0,-1 4-5 0,-7-4-5 0,1 7-3 0,-1-3-4 15,1 3-3-15,-7 4-1 0,0-5-11 0,-6 5-16 0,-1 0-18 16,1 5-22-16,-8-5-20 0,2 7-24 0,-8-3-27 0,1 0-30 0,-7 3-61 16,6 1-75-16,-12-2-75 0,6 5-77 0,-7-3-58 0,1-1-48 15,-1 4-16-15,0-4 2 0,-5 0 10 0,-2 1 18 0,8-1 20 0,-7 0 20 16,0-3 28-16,0 0 30 0,-1-4 60 0,8 0 74 0</inkml:trace>
  <inkml:trace contextRef="#ctx0" brushRef="#br0" timeOffset="-131495.13">1752 7485 0 0,'0'-15'252'0,"0"0"59"15,0 4 33-15,-7 0 34 0,7 0 34 0,0 3 24 0,0 1 20 16,-7 4 14-16,7-5 10 0,0 8 8 0,0-4 5 0,-6 1-57 0,6 3-87 16,0 0-67-16,0 3-54 0,0 1-34 0,6 4-22 0,-6-1-22 15,0 4-20-15,7 0-14 0,-7 3-9 0,0 5-6 0,7 3-2 0,-7 0 1 16,0 3 1-16,0 5 4 0,0-1 6 0,0 4 3 0,-7 0 4 0,0 4-5 15,-6 3-10-15,7-3-10 0,-8 7-11 0,2-4-12 0,-8 4-8 16,7 0-11-16,-7 3-7 0,2-2-8 0,-2 2-32 0,0-3-4 0,1 0 0 16,-7 4 0-16,6-5 0 0,-6 1 0 0,7-3 0 0,-1-1 0 0,-7 0 0 15,9-3 0-15,-2-4-14 0,7 0-52 0,-7-8-18 0,8 2-19 0,-2-10-17 16,8 2-22-16,-1-4-21 0,0-8-35 0,1 0-42 0,6-3-53 0,-7-4-58 16,7-4-45-16,0 1-37 0,0-8-22 0,0-4-15 0,7-4-6 15,-7 2-3-15,6-10 2 0,1 2 5 0,6-1 14 0,-7-3 18 0,8-1 38 16,-2 1 49-16,2 0 64 0,5 3 74 0,-5 1 66 0,-2 3 58 0,8 0 48 15,-7 7 41-15,0 0 39 0,0 4 35 0,7 1 39 0,-8 6 42 0,1 0 36 16,1 4 33-16,-2 4 44 0,8 0 50 0,-7 3 32 0,7 4 25 16,0 0 13-16,-2 3 7 0,9 1 5 0,-7 4 4 0,6-1-3 0,-1 4-3 15,1 0-15-15,0 0-20 0,1 3-23 0,-1-3-28 0,6 4-43 16,-6 0-53-16,1-1-43 0,-2-2-35 0,1-2-24 0,0 1-18 0,1 0-20 16,-1 0-23-16,0-3-28 0,-1-5-30 0,1 4-39 0,1-6-46 15,-8-2-70-15,8 1-81 0,-1-3-86 0,-7-4-88 0,7-4-58 0,0 0-45 16,-7-4-22-16,1-7-12 0,0 3-2 0,6-6 4 0,-13-1 14 0,7 0 18 15,-1-6 31-15,-6 2 37 0,6-7 63 0,-5 4 75 0</inkml:trace>
  <inkml:trace contextRef="#ctx0" brushRef="#br0" timeOffset="-131228.58">2488 7389 0 0,'0'0'322'0,"0"-4"119"0,-7 8 43 0,7-4 26 15,-7 0 14-15,7 3 9 0,-6 1 8 0,6-4 4 0,0 0 3 0,0 0 3 16,0 0 6-16,0 0-37 0,6 0-58 0,1 0-105 0,0-4-128 16,5 4-69-16,2-3-39 0,5-1-22 0,1 1-14 0,6-1-7 0,0 0-7 15,-1-3-4-15,1 0-1 0,7 3-4 0,-1-3-5 0,-5 3-11 16,5-3-11-16,-6-1-13 0,1 5-15 0,-1-4-19 0,-7 2-22 0,1-2-24 16,0 3-24-16,-2 2-29 0,-4-3-32 0,-1 1-47 0,-7 1-56 15,1-1-78-15,0 4-91 0,-7 0-71 0,0 0-64 0,-7-3-27 16,0 3-11-16,1 0 7 0,-7 0 14 0,-1 0 18 0,2 0 22 0,-1 0 28 15,-7 3 30-15,0-3 46 0,-6 0 55 0,1 4 80 0,-1-4 275 0</inkml:trace>
  <inkml:trace contextRef="#ctx0" brushRef="#br0" timeOffset="-131062.27">2507 7330 173 0,'-7'5'226'0,"1"1"40"0,0 2 41 0,6-1 50 16,0 4 54-16,0 4 39 0,0-1 29 0,0 4 25 0,6 1 22 0,-6 3-14 16,0 0-33-16,0 4-28 0,0 3-23 0,0 0-23 0,0 4-22 15,-6 0-33-15,6 4-37 0,-7 3-50 0,0-4-53 0,-6 5-37 0,1-1-29 16,5 0-28-16,-6 1-24 0,-1-4-35 0,2-1-38 0,-1-3-43 15,6 0-46-15,-6-4-53 0,1-3-57 0,4-4-84 0,-4-4-98 0,5-3-85 16,0-1-80-16,7-6-45 0,-6-1-25 0,6-4-12 0,0-3-1 16,0 0 10-16,6-3 19 0,-6-4 27 0,7-4 30 0,0 3 45 0,5-6 48 15,-4 3 80-15,-2-4 162 0</inkml:trace>
  <inkml:trace contextRef="#ctx0" brushRef="#br0" timeOffset="-130912.14">2455 8033 191 0,'13'-3'229'0,"-7"3"35"0,8 0 38 0,-2 0 47 0,-5 0 50 15,6 0 30-15,6-4 22 0,-5 0 15 0,6 1 11 0,-2-1-30 0,2-3-49 16,7-1-36-16,-2 1-29 0,1 0-29 0,0 0-31 0,0-4-35 0,1 3-37 15,-1-3-46-15,0 1-50 0,-1 2-38 0,-5-3-30 0,6 4-31 16,-6-4-29-16,5 0-43 0,-11 3-48 0,5 0-62 0,-5-2-70 0,-2 3-64 16,2 3-62-16,-8-3-48 0,0-1-43 0,1 5-20 0,-7-5-9 15,7 5 0-15,-7-4 7 0,-7 3 13 0,7 0 19 0,-7-3 33 16,7 0 43-16,-6 3 58 0,0-3 67 0</inkml:trace>
  <inkml:trace contextRef="#ctx0" brushRef="#br0" timeOffset="-130612.46">2904 7631 0 0,'-6'-7'22'0,"-1"3"224"0,1 0 34 0,-1 4 22 15,0 4 16-15,1 0 20 0,6-1 25 0,0 5 29 0,0-1 31 0,0 4 22 16,0 4 19-16,0-1-20 0,0 8-39 0,0-4-47 0,0 8-52 0,0 0-36 16,0 3-27-16,0 0-18 0,0 4-13 0,0 4-17 0,-6-4-23 15,6 3-27-15,-7 5-30 0,7-4-22 0,-7 3-19 0,-5-3-13 16,5 2-11-16,1-2-13 0,-1-4-14 0,-6 4-16 0,7-4-16 0,-8-5-17 16,8 6-15-16,-7-5-15 0,6-3-14 0,-6-1-11 0,1 2-11 0,4-6-9 15,-4-2-7-15,-1 3-7 0,6-7-5 0,-6 2 0 0,7-1 2 16,-8-2 7-16,8-3 12 0,0 4 14 0,-8-8 18 0,8 4 23 0,0-4 23 15,-1 1 22-15,1-5 22 0,-1 4 16 0,0-3 13 0,7 0 11 16,-6-1 8-16,6-3 4 0,0 4 5 0,0-4 4 0,0 0 6 0,6 4 3 16,-6-4 0-16,7 0-5 0,0 0-9 0,6 0-8 0,-7-4-8 15,8 4-7-15,4-4-6 0,-4 1-3 0,-1-1-3 0,7 0-1 0,-2-3-2 16,2 4-6-16,0-8-9 0,5 3-13 0,-5 1-18 0,0-4-19 16,-1 0-23-16,1 0-30 0,-7 0-38 0,7 0-50 0,0 0-59 0,-8-3-63 15,2 2-68-15,-2 1-61 0,1-3-59 0,1 3-28 0,-8 0-12 16,0-4 0-16,0 4 8 0,2-4 13 0,-2 4 16 0,0 0 28 0,-6-3 34 15,7 3 50-15,-7-4 57 0</inkml:trace>
  <inkml:trace contextRef="#ctx0" brushRef="#br0" timeOffset="-130446.03">2989 8217 0 0,'0'-4'142'0,"-6"1"164"0,6 3 45 16,-7 0 33-16,7 0 28 0,0 0 16 0,-7 0 12 0,7 3 8 16,0-3 6-16,0 0 10 0,0 0 10 0,7 4-34 0,-7-4-56 0,7 4-63 15,-1-1-64-15,0 1-53 0,0 3-44 0,2-3-32 0,4 3-25 0,2 0-18 16,-1 1-11-16,-7-1-9 0,7 4-7 0,0-4-22 0,0 1-30 15,0 3-49-15,0-4-57 0,0 1-81 0,0-2-93 0,-7 1-82 16,8 2-79-16,-1-6-40 0,-7 1-19 0,7 0-10 0,-6-4-5 0,5-4-2 16,-4 0 0-16,4-3 12 0,2 0 20 0,-2-4 38 0,-5-1 49 15,6-2 73-15,0-1 218 0</inkml:trace>
  <inkml:trace contextRef="#ctx0" brushRef="#br0" timeOffset="-130245.3">3504 7414 160 0,'-7'0'389'0,"0"0"44"0,7 4 25 0,-6-4 13 16,6 4 7-16,0-4 6 0,0 0 5 0,0 0 4 0,0 3 3 0,0-3 4 15,0 0 1-15,6 4-81 0,1-4-125 0,0 4-97 0,-1-1-83 0,7-3-52 16,-6 4-36-16,5 0-44 0,1-1-47 0,-6 0-74 0,6 5-88 16,1-4-86-16,-8 4-84 0,6-5-49 0,-5 5-29 0,6-4-15 15,0 3-8-15,-7-4-3 0,8 5-3 0,-2-5 8 0,8 1 11 0,-7 0 30 16,1-4 39-16,4 0 70 0,2 0 129 0</inkml:trace>
  <inkml:trace contextRef="#ctx0" brushRef="#br0" timeOffset="-129929.27">3985 7400 0 0,'0'-8'235'0,"7"5"169"0,-7-1 64 15,0 4 48-15,0-3 37 0,0 3 28 0,0 0 23 0,0 0 20 0,-7-4 18 16,7 4 14-16,-6 0 14 0,-1 0-32 0,1 0-56 0,0 0-97 16,-2 0-114-16,-4 0-209 0,-2 0-162 0,2 4 0 0,-8-1 0 0,7-3 0 15,-7 7 0-15,1-3 0 0,-1 0 0 0,0 3 0 0,-5 0 0 16,5 4 0-16,-6-3 0 0,7 3 0 0,-7-5 0 0,0 6 0 15,0-1 0-15,6 1 0 0,-5-5-29 0,5 4-170 0,-7 0-12 0,8-4-7 16,0 4-3-16,-1-1 4 0,7-2 8 0,-7 3 14 0,8-4 14 16,4 0 19-16,-4 1 21 0,5-1 18 0,1-3 21 0,-1 4 22 0,1-2 24 15,6-1 25-15,-7-2 22 0,7 1 23 0,0 0 23 0,7-1 20 16,-7 1 20-16,6-4 17 0,1 4 17 0,-1-1 15 0,1-3 14 16,5 4 12-16,2-4 12 0,-1 0 4 0,6 0 1 0,1-4-3 0,-1 1-3 15,1-1-6-15,6 0-10 0,1 1-11 0,-2-5-13 0,7 5-16 16,-6-5-31-16,1 0-76 0,5 1 0 0,-6 4 0 0,1-5 0 0,-1 1 0 15,0 0 0-15,-7 3 0 0,1 0 0 0,-1-3 0 0,1 3 0 16,-8 4 0-16,2-4-1 0,-8 4-124 0,0 0-21 0,2 0-31 16,-2 0-33-16,-6 0-54 0,0 4-62 0,0-4-64 0,0 4-63 0,-6 0-51 15,-2-1-44-15,2 5-15 0,-6-1 0 0,4 0 12 0,-4 1 16 0,-8-1 21 16,7 4 21-16,-7 0 30 0,1 0 33 0,-1 0 52 0,-6 0 62 16</inkml:trace>
  <inkml:trace contextRef="#ctx0" brushRef="#br0" timeOffset="-129762.06">3555 7774 0 0,'-19'14'132'0,"-1"-3"166"16,8 0 50-16,-8-3 41 0,13-1 36 0,1-4 27 0,-1 1 19 15,1-4 17-15,6 0 11 0,0 0 13 0,0 0 13 0,0 0-31 16,6-4-51-16,1 1-56 0,-1-1-60 0,1 1-49 0,6-1-47 0,0 0-37 16,0-3-38-16,6 3-24 0,-6-3-21 0,7 0-14 0,6 3-12 15,-6 0-13-15,-1-3-11 0,7 3-21 0,-6 1-22 0,-1 0-26 0,1-2-29 16,0 5-30-16,-1-3-27 0,1 3-43 0,-8 0-46 0,2 0-66 16,-8 3-72-16,0-3-68 0,1 5-68 0,0-2-48 0,-1 0-40 0,-6 1-13 15,0 3-1-15,-6 1 12 0,6-1 16 0,-7 0 21 0,0 4 26 16,-5 0 38-16,4 0 49 0,-4 0 63 0,-8 4 71 0</inkml:trace>
  <inkml:trace contextRef="#ctx0" brushRef="#br0" timeOffset="-129579.8">3549 8019 0 0,'-26'19'39'0,"0"-1"241"0,6-4 52 16,1 1 38-16,6-4 33 0,-1-4 23 0,2 1 18 0,12-1 12 0,-7-7 11 15,7 4 13-15,0-4 15 0,0-4-18 0,7 4-33 0,-1-7-55 16,8 3-67-16,-2-3-56 0,1 3-46 0,7-3-37 0,0-4-33 0,6 3-20 16,-7 1-17-16,7-4-13 0,6 4-12 0,-5-5-14 0,-1 5-13 15,0 0-22-15,0 0-23 0,-7-1-26 0,7 4-24 0,-6-3-24 16,-1 4-23-16,-5-1-35 0,5 0-38 0,-6 1-49 0,0-5-56 0,-7 8-55 15,1-3-55-15,0-1-54 0,-1 0-52 0,-6 4-26 0,0-7-14 16,6 3 2-16,-6 1 10 0,-6 0 16 0,6-5 19 0,0 1 31 0,0 3 37 16,-6-7 49-16,6 4 53 0,-7-1 56 0,0 1 189 0</inkml:trace>
  <inkml:trace contextRef="#ctx0" brushRef="#br0" timeOffset="-128979.21">3796 7752 105 0,'-6'-7'292'0,"6"2"55"15,-6 5 51-15,-1 0 34 0,7 0 24 0,-7 0 20 0,7 5 15 0,-6 2 19 16,6 1 16-16,-7-2 1 0,1 9-9 0,0-4-38 0,-2 7-54 15,-4 0-55-15,6 8-55 0,-8-5-49 0,1 10-44 0,-7-2-29 16,2 4-23-16,-2-1-18 0,0 1-15 0,1 4-20 0,-7-4-21 0,6 0-30 16,1 1-34-16,-7-5-40 0,6 0-41 0,0 0-39 0,1-3-39 15,5-4-49-15,-5-1-55 0,6-2-61 0,7-4-61 0,-7-1-58 0,7-6-53 16,-2-1-42-16,8-3-33 0,0-4-16 0,0 0-10 0,0 0 11 16,0 0 20-16,8-8 42 0,-2 5 50 0,7-5 66 0,-7 1 73 0,7 3 78 15,-6-3 80-15,5 0 76 0,-4 0 74 0,4 3 69 0,1-1 66 16,0 3 64-16,0-3 66 0,1 2 52 0,-2 3 48 0,2 0 17 15,5-3 3-15,-6 3-7 0,6 0-14 0,1 0-14 0,0 0-16 0,-1-4-17 16,1 4-18-16,6-4-25 0,-7 4-30 0,1-4-34 0,0 1-37 0,5-1-39 16,-5 0-39-16,-8 1-32 0,8-5-25 0,0 5-21 0,-7-1-16 15,0-3-19-15,0 3-16 0,0 0-23 0,-6 1-26 0,-1-5-30 16,1 5-34-16,-1-1-37 0,-6 1-37 0,0-1-28 0,0 0-24 0,0 1-10 16,-6-1-7-16,-1 0 1 0,1 1 5 0,-1 3 14 0,0 0 19 15,-5 0 36-15,5 0 45 0,-6 0 57 0,7 3 63 0,-7 1 66 0,6 0 68 16,-6-4 54-16,7 7 50 0,-2-3 28 0,2 3 21 0,0 0 13 15,0 0 11-15,6 1 4 0,-7 3 1 0,7-4-10 0,0 8-15 0,-7-4-22 16,7-1-26-16,0 6-25 0,7-2-28 0,-7 4-25 0,0-3-25 16,0 3-16-16,0-3-12 0,0 3-9 0,0-3-5 0,0 4-5 15,0-1-7-15,0 0-5 0,0 0-4 0,-7 1-5 0,7-5-3 0,-6 4-3 16,6 1-4-16,-7-4-1 0,1 3-2 0,0-3-2 0,-2-1-1 16,2 1-1-16,0-1-4 0,0 1-1 0,-8 0-4 0,1 0-2 15,0-4-1-15,0 0-3 0,1 3-1 0,-2-3-2 0,1 0-1 0,-7-4-1 16,8 4 0-16,-8-3 1 0,7-1 0 0,0 0 3 0,0 1 6 15,0-5 8-15,0 1 10 0,7 0 13 0,-1-1 11 0,0 1 10 0,1-1 8 16,-1-3 6-16,1 4 5 0,6-4 1 0,0 4 3 0,0-4 7 16,0 3 9-16,6-3 9 0,-6 4 6 0,7 0 2 0,-1 0-1 0,1-4-4 15,6 4-5-15,0-1-2 0,-6 0-32 0,5 1-65 0,8 0 0 16,-7 0 0-16,7-1 0 0,-8-3 0 0,8 4 0 0,-1-4 0 0,1 0 0 16,0 0 0-16,-1-4 0 0,7 4 0 0,-6-3 0 0,-1 3 0 15,1-4 0-15,0 0 0 0,-1 4 0 0,1-4-141 0,-1 4-244 0,0-3-98 16,1 3-95-16,-1-3-48 0,-5-1-22 0,6 0-7 0,-1 4 2 15,-6-4 13-15,6-3 19 0,-5 3 28 0,5-3 31 0,-6 0 41 16,0-1 48-16,7 1 84 0,-8-4 166 0</inkml:trace>
  <inkml:trace contextRef="#ctx0" brushRef="#br0" timeOffset="-128462.01">4513 7799 0 0,'-7'8'277'16,"7"-5"64"-16,0 5 53 0,0-5 27 0,0 1 15 0,7-1 16 15,0 1 14-15,-1-4 15 0,0 4 13 0,1-4 14 0,6-4 14 0,0 4-48 16,0 0-78-16,0-4-63 0,7 1-53 0,-1-1-49 0,7 1-47 16,-6-1-24-16,6-3-12 0,0 3-12 0,7-3-12 0,-8 3-13 15,7-3-12-15,2 3-14 0,-1 0-15 0,-1-3-14 0,-7 3-15 0,9-2-23 16,-2 1-27-16,-7 2-28 0,2-1-31 0,-1 1-37 0,-6 3-42 15,-1-5-71-15,1 5-88 0,-8-3-81 0,2 3-82 0,-2-4-50 0,-4 4-38 16,-2 0-14-16,-6 0-6 0,0 0 9 0,-6 0 15 0,-2-4 20 16,2 4 23-16,-7 0 33 0,6-4 40 0,-12 4 69 0,6-3 82 0</inkml:trace>
  <inkml:trace contextRef="#ctx0" brushRef="#br0" timeOffset="-128245.95">4930 7440 78 0,'0'-7'356'0,"0"7"53"0,0 0 36 0,-7 0 25 15,7 3 18-15,0 1 17 0,0-4 20 0,0 4 21 0,0 2 23 0,0 2 24 16,0 4 22-16,-6-1-49 0,6 3-85 0,-7 5-74 0,0 2-70 0,1 5-41 16,0 3-25-16,-8 1-37 0,2 6-234 0,-1 1 0 0,-7 3 0 15,6 4 0-15,-11 0 0 0,-1 4 0 0,0 3 0 0,0 0 0 16,-7 0 0-16,7-3 0 0,-7 4 0 0,1-4 0 0,-1-1 0 0,7-7 0 16,0 0 0-16,0-4 0 0,7-6 0 0,-1-4 0 0,1 0-283 15,6-12-269-15,6 1-84 0,1-8-36 0,6-3-16 0,0-4 3 0,13-4 13 16,-7-3 20-16,7-4 26 0,0-4 33 0,7-3 37 0,-1 0 46 15,1-4 50-15,0 4 85 0,-1-4 144 0</inkml:trace>
  <inkml:trace contextRef="#ctx0" brushRef="#br0" timeOffset="-128094.73">4637 8239 0 0,'19'-7'128'0,"-5"3"164"0,-2 4 61 16,1 4 46-16,0-1 41 0,0 1 32 0,1 7 27 0,-8-4 24 15,6 0 18-15,2 1 19 0,5 3 16 0,-5-4-28 0,4 4-50 0,-4 0-55 16,12 3-53-16,-7-2-55 0,1 3-52 0,6-1-43 0,-7 4-37 16,7 1-30-16,1-1-27 0,-1 0-22 0,0 0-99 0,0 1-25 0,0 3 0 15,0-4 0-15,0 1 0 0,0 2 0 0,0-2 0 0,-6-5-218 16,5 5-114-16,2-4-106 0,-8 3-103 0,8-7-52 0,-1 3-28 0,-7-3-12 15,7 0-8-15,-6-3 4 0,-1-1 8 0,7 0 21 0,-6 1 29 16,6-5 38-16,-7 1 46 0,1-4 84 0,6 4 137 0</inkml:trace>
  <inkml:trace contextRef="#ctx0" brushRef="#br0" timeOffset="-127529.52">5621 7770 131 0,'6'-7'212'0,"0"4"27"0,0-5 23 0,1 4 28 16,6 1 28-16,-6-2 38 0,5 2 42 0,-4-1 28 0,4 0 18 0,1 0-20 15,0 1-39-15,0-1-34 0,1 4-31 0,4-3-29 0,-4-1-27 16,-1 1-23-16,7-1-23 0,-8 4-27 0,2-4-30 0,5 1-36 16,-6 3-43-16,0-4-27 0,7 0-20 0,-8 4-13 0,2-3-10 0,-1 3-8 15,-7-4-10-15,8 4-5 0,-14 0-4 0,6-4-2 0,0 8-3 16,-6-4 0-16,0 0-1 0,0 4 0 0,0-1 2 0,-6 1 0 0,0 3 0 15,-2 1 0-15,2-1 2 0,0 3 4 0,-7 2 4 0,-1 3 4 16,8-4 3-16,-6 7 3 0,-2-3 1 0,8 3 3 0,-7 4 2 0,-1-4 2 16,2 3 4-16,-2 2 1 0,2 3 4 0,5-4 3 0,-6 3 3 15,0-3 3-15,-1 4 3 0,2-4 4 0,-2 4 5 0,8-4 3 16,-7 0 3-16,0-1 4 0,0-2 0 0,7 3 2 0,-8-4 0 0,2 1 1 16,5-1 1-16,1-3 1 0,-8-1 0 0,8 1 1 0,6-4-3 15,-6 0-2-15,0-4-5 0,6 0-5 0,-8 1-4 0,8-1-5 0,0-4-4 16,0-3-3-16,0 5-3 0,0-5-3 0,8 2-4 0,-8-2-3 15,6 0-2-15,0 0-3 0,-6 0-2 0,6 0 0 0,8 0-1 0,-8 0 2 16,7 0-1-16,1-2 1 0,4-3 2 0,-4 2-2 0,5 0-4 16,1-1-10-16,0-7-17 0,5 3-19 0,-5 1-23 0,6-4-39 0,-6 0-45 15,5 0-65-15,-5-3-76 0,6-1-70 0,-7 0-67 0,7 1-48 16,-6-2-36-16,0 3-16 0,5-6-6 0,-11 4 5 0,6 1 13 0,-1-5 19 16,-6 9 21-16,0-5 37 0,0 0 46 0,0 4 65 0,-6 0 75 15</inkml:trace>
  <inkml:trace contextRef="#ctx0" brushRef="#br0" timeOffset="-127296.52">6180 8022 112 0,'0'4'266'0,"0"0"38"0,0-1 35 0,0-3 37 0,0 0 40 16,7 0 26-16,-1-3 19 0,0-1 11 0,2-3 8 0,-2 3-10 16,7-3-22-16,0-4-44 0,-7 4-59 0,13-1-51 0,-5-3-47 0,-1 4-39 15,7 0-33-15,-1-1-36 0,0 2-41 0,1 2-22 0,-7 0-17 16,7 4-9-16,0 0-7 0,5 4-8 0,-12 3-6 0,6 0-4 0,1 4 0 16,-7 0 1-16,0 4 4 0,0 3 4 0,1 0 4 0,-8 1 6 15,0 3 5-15,1 0 6 0,0 0 5 0,-7-1 6 0,0 5 9 0,-7-4 6 16,7 4 7-16,-7 0 6 0,-5 3 4 0,5-4 1 0,-6 5 0 15,0-4-4-15,0 3-4 0,0 0-5 0,-1-3-41 0,-5 3-45 0,6-3 0 16,-6-4 0-16,5 3 0 0,-5-2 0 0,0-6 0 0,6-1 0 16,-7-2 0-16,7-7-48 0,0 1-129 0,7-8-70 0,-8-8-81 0,8-3-84 15,6-4-82-15,0-7-59 0,0-7-45 0,0-4-16 0,6-4-2 16,8-6 12-16,-8-9 15 0,7-3 23 0,-6 0 27 0,5-3 36 16,2-5 40-16,-1 1 68 0,-7 0 79 0</inkml:trace>
  <inkml:trace contextRef="#ctx0" brushRef="#br0" timeOffset="-127129.73">6473 7605 0 0,'0'-22'56'0,"6"7"209"0,2 4 47 0,-8 8 48 15,0 3 47-15,0 0 34 0,0 3 28 0,-8 8 21 0,8 4 19 0,0-1 15 16,-6 5 16-16,0 7-21 0,-7 0-41 0,6 6-45 0,-6 1-48 16,1 8-42-16,-8-1-39 0,0 0-40 0,7 4-41 0,-13 4-32 15,6-1-26-15,1 1-20 0,-7 0-17 0,6-1-20 0,-6 0-19 0,7-2-46 16,-1-1-43-16,0-8 0 0,1 1-43 0,6-4-61 0,0-4-46 0,0-7-66 16,6-4-76-16,1-2-77 0,6-9-79 0,0 0-66 0,0-7-62 15,6-3-27-15,8-8-10 0,-2-5 7 0,8-2 18 0,-1-4 25 0,1-3 25 16,6-4 35-16,0-8 36 0,7 0 58 0,-7 1 72 0</inkml:trace>
  <inkml:trace contextRef="#ctx0" brushRef="#br0" timeOffset="-126080.1">6942 7286 219 0,'7'-7'419'0,"-7"3"47"16,6 4 26-16,-6 0 15 0,0 4 11 0,0 0 10 0,0-1 11 0,0 1 9 15,0-1 10-15,7 6 8 0,-7-3 9 0,6 1-86 0,0 1-134 16,2 4-99-16,-2-6-84 0,0 5-44 0,8 0-28 0,-8 0-14 15,7 0-11-15,-7 0-14 0,1 4-18 0,6-4-21 0,-7 0-25 0,0 0-28 16,2 0-27-16,-2 0-30 0,0 0-27 0,1-3-41 0,-1 2-45 0,-6 1-53 16,0-3-55-16,0-1-52 0,0 0-52 0,0 0-37 0,0-3-29 15,0 3-22-15,-6-3-20 0,6 0 2 0,-7-1 12 0,1-3 18 0,0 4 20 16,-8 0 36-16,8-4 43 0,-7 3 64 0,0 1 72 0,0-4 79 16,-7 3 82-16,8 5 68 0,-15-4 60 0,7-1 64 0,2 4 64 15,-9-2 59-15,1 1 53 0,0 2 61 0,0 0 63 0,0-1 42 16,-1-3 29-16,8 3 13 0,-1 0 4 0,2-3-11 0,4-1-16 0,1 1-18 15,0 0-19-15,6 0-26 0,1-4-30 0,6 3-37 0,0-3-42 0,0 0-47 16,6 0-53-16,1 0-32 0,0-3-21 0,6 3-18 0,-1-4-18 16,8 4-13-16,0-8-13 0,5 5-8 0,-5-1-5 0,6-3-2 15,1 3-2-15,-1-3-4 0,6 0-6 0,-5 3-16 0,-2-3-22 0,1 2-25 16,-6 2-25-16,6 3-21 0,-7-3-21 0,-5 3-15 0,-2 0-16 16,2 0-14-16,-2 0-11 0,-5 3-11 0,-1-3-10 0,1 3-9 15,-7 2-7-15,0-2-3 0,0 5 4 0,0-5 12 0,0 1 14 0,-7 3 16 16,1 0 13-16,-1-3 16 0,1 3 15 0,0 1 18 0,-8-1 21 15,2 0 20-15,-2-3 18 0,1 3 21 0,-7 1 18 0,2-1 17 0,-2 4 17 16,0-4 11-16,-5 4 8 0,5 1 8 0,-7-2 5 0,1 1 6 16,0 0 7-16,7 0 3 0,-7 0-2 0,6 0-2 0,1 0-3 0,5 0-7 15,2-4-8-15,-2 1-7 0,2-1-9 0,12-3-6 0,-7 3-6 0,14-3-5 16,-7-4-4-16,6 3-6 0,8-3-8 0,-2 0-8 16,1 0-8-16,7 0-6 0,6-3-6 0,-6-1-3 0,12 0-2 0,-6 1-5 15,7-5-6-15,0 5-7 0,-8-5-9 0,7 5-6 0,-6-5-6 0,1 5-4 16,-1-1-4-16,-6 1-1 0,-1 3-1 0,1-4-1 0,-8 4 1 15,2 0 0-15,-8 0 0 0,0 4 7 0,1-4 9 0,0 0 12 16,-7 3 16-16,0-3 12 0,0 4 11 0,0-1 9 0,-7-3 8 0,0 4 7 16,7 0 4-16,-6-1 5 0,-7 5 6 0,0-5 2 0,7 5 3 15,-8-5 1-15,-5 5-1 0,5-2-6 0,-4 2-6 0,-2 4-6 0,1-5-7 16,-1 4-6-16,-6-4-4 0,6 4-5 0,-5 1-5 0,5-2-6 16,-7 1-4-16,1-4-5 0,7 8-1 0,-1-8-2 0,1 4-1 15,6-3-1-15,-1 2-1 0,2-6 0 0,5 3 0 0,1-2-2 0,6-2 2 16,6 1-2-16,1-4 1 0,-1 4 1 0,8-4 1 0,5 0 0 15,0-4 0-15,8 4-1 0,-1-4 1 0,0 1-3 0,7-2 0 0,-8 2-6 16,7-1-6-16,2 0-5 0,-9 1-8 0,7-1-6 0,-5 1-6 16,-7-1-1-16,-1 4-5 0,-6-4-1 0,7 4-2 0,-14 0 0 0,7 0 0 15,-7 0 2-15,-6 0 3 0,7 0 5 0,-7 0 6 0,0 0 7 16,0 0 5-16,-7 0 3 0,1 4 2 0,0-4 1 0,-7 0-3 0,-1 0 0 16,2 4-2-16,-8-1-1 0,7 1-2 0,-13-1-3 0,6 5-4 15,-6 0-3-15,1-1-5 0,-1 0-2 0,-7 4-2 0,7-4 2 16,-7 8 2-16,1-4 3 0,-1 0 4 0,1 4 2 0,-2-1 5 0,2 1 3 15,7-1 4-15,-2 1 5 0,1 0 4 0,6-4 5 0,8 4 6 0,5-4 2 16,-6 0 3-16,13-4 3 0,0 4 2 0,6-4 5 0,8-3 7 16,-2 3 4-16,2-3 5 0,5-1 3 0,7-3 2 0,0 0-1 15,0 0 1-15,7 0-1 0,-1-3 0 0,1-1-1 0,-1 1 1 0,1-5-3 16,6 4-2-16,-13 1-9 0,6-1-9 0,-5 0-10 0,-7 1-12 16,6-1-10-16,-14 1-10 0,8 3-9 0,-13-4-10 0,5 4-9 0,-5 0-9 15,0-4-14-15,-1 1-18 0,-6 3-29 0,0-4-37 0,0 0-39 16,0 1-41-16,-6-1-36 0,-1-3-35 0,0 3-23 0,1-3-23 0,-7-1-21 15,6 0-24-15,-6 1-16 0,7 1-14 0,-8-6 2 0,2 5 12 16,-1-4 28-16,0 3 35 0,0-2 62 0,-1 2 74 0,2 1 78 16,6 0 81-16,-8 0 77 0,8 3 70 0,-7-4 77 0,6 5 76 0,0-1 74 15,1 4 74-15,6 0 47 0,-6 0 33 0,0 0 26 0,6 4 23 16,-8-1 4-16,8 5-9 0,-6-1-21 0,6 8-28 0,-6-4-31 0,6 7-33 16,-7 0-35-16,7 4-39 0,-6 0-44 0,-1 4-46 0,7 3-32 15,-7-3-26-15,7 7-24 0,-6-4-21 0,0 4-77 0,-1 0-52 16,7 3 0-16,-7-2 0 0,1-1 0 0,6 0 0 0,-6-1 0 0,-1 2-93 15,0-5-183-15,7 0-116 0,0-3-92 0,-6-1-81 0,6-2-40 16,0-5-19-16,6-3-11 0,-6-1-4 0,0-3 4 0,7 0 11 0,0-4 26 16,5-3 33-16,-5 0 51 0,0-1 60 0,5 1 93 0,2 0 234 15</inkml:trace>
  <inkml:trace contextRef="#ctx0" brushRef="#br0" timeOffset="-119946.62">7809 7649 32 0,'6'-7'161'0,"-6"3"18"0,6 1 22 0,-6-1 23 0,0 0 26 0,0 4 27 15,0 0 28-15,0 0 27 0,0 0 31 0,0 0-1 0,0 0-19 16,0 0-11-16,7 0-6 0,-7 4-8 0,0 0-5 0,0-1-11 0,0 4-11 16,0 1-17-16,0 3-20 0,0 0-21 0,6 3-21 0,-6 1-22 15,0 6-24-15,0-1-22 0,0 5-19 0,0 1-17 0,-6 3-11 0,6 0-9 16,0 4-9-16,-7 0-8 0,7 0-5 0,-6 0-5 0,0 3-3 16,-1 0-4-16,0-1-1 0,1 1-4 0,0-3-5 0,-2 0-3 0,2 0-3 15,0-4-3-15,-1 0-3 0,1 1-2 0,-1-4-2 0,0-5-2 16,1 1-4-16,6-3-2 0,-6-1-3 0,0-3-4 0,6-5-2 0,0 1-3 15,0-3-3-15,-8-4-2 0,8 0-1 0,0-4-2 0,0 0-2 16,0 0 1-16,0-4-2 0,8 0 0 0,-8-4 1 0,0-3-1 16,6-3 0-16,0-4-2 0,-6-4-4 0,6-4-5 0,1-8-3 0,0 2-5 15,6-8-2-15,-7-4-4 0,8-3-2 0,-8-1-3 0,7-4 0 0,0 4-1 16,0-3 0-16,0 0 0 0,0 3-1 0,0 1 2 0,6 3 5 16,-5 3 3-16,5 5 6 0,1 3 3 0,-8 4 3 0,8 0 2 15,-1 6 3-15,1 1 1 0,0 8 1 0,-1 2 2 0,1 2 0 0,-8 2 0 16,8 5 1-16,0 3 0 0,-7 0 2 0,7 0 4 0,-8 7 4 15,8 0 6-15,-7 4 7 0,-7 0 6 0,8 4 8 0,-2 0 5 0,-4 3 6 16,4 1 5-16,-12 2 7 0,7 2 6 0,-1 2 5 0,-6 0 4 16,0 5 3-16,0-1 3 0,-6 1 1 0,-1 2 0 0,1 1 0 15,-8 1-1-15,8-1 0 0,-7 3-44 0,-6-3-34 0,6 4 0 0,-1-4 0 16,-5 3 0-16,0-3 0 0,-1-4 0 0,1 5 0 0,-1-5 0 16,0-4 0-16,1 1 0 0,-1 0 0 0,0-4 0 0,1-4 0 15,-1-3 0-15,2-1 0 0,4 1 0 0,-5-4 0 0,5-4 0 0,-5-3 0 16,6 0 0-16,0-1 0 0,0-3 0 0,0 0 0 0,0-3 0 15,0-1 0-15,-1-3-188 0,2 3-91 0,-1-7-67 0,6 4-74 0,0-4-58 16,1 0-46-16,6-4-37 0,0 4-32 0,0-3-5 0,6-1 8 16,1-4 19-16,6 1 24 0,0 3 27 0,7-3 29 0,0 0 44 0,5 0 53 15,1-1 67-15,0-2 77 0</inkml:trace>
  <inkml:trace contextRef="#ctx0" brushRef="#br0" timeOffset="-119696.76">8635 7752 0 0,'14'-7'180'0,"-2"-1"148"15,2 4 61-15,-8 0 42 0,0 0 33 0,-6 4 25 0,0-3 23 16,0 3 21-16,0 0 20 0,0 0 16 0,0 3 16 0,0 1-37 16,-6 0-62-16,0 3-65 0,-8 1-68 0,8-1-58 0,-7 8-55 0,0 0-37 15,0 3-27-15,-7 4-22 0,0 3-20 0,1 0-18 0,0 8-84 16,0 2-32-16,-1 1 0 0,0 0 0 0,1 1 0 0,5 4 0 0,2-5 0 16,-2 0 0-16,2 1 0 0,5 0 0 0,1-4 0 0,6-4 0 15,6 1 0-15,1-5 0 0,-1-3 0 0,7-4 0 0,0 1 0 0,0-5 0 16,7-3 0-16,-1-4 0 0,8-3-111 0,-2 0-101 0,-5-8-61 15,6 0-80-15,6-6-92 0,-12-1-70 0,13-8-62 0,-14 1-25 0,7-4-5 16,0 0 7-16,-6-3 12 0,-1-1 17 0,1 0 23 0,-7-3 25 16,0 3 28-16,6-4 51 0,-5 5 61 0,-8-1 81 0,7 1 260 0</inkml:trace>
  <inkml:trace contextRef="#ctx0" brushRef="#br0" timeOffset="-119262.83">8935 7631 30 0,'0'-4'316'16,"0"1"52"-16,-6 3 41 0,6 0 29 0,0 3 24 0,0 1 19 15,0 3 18-15,-7 0 18 0,7 1 15 0,0 7 15 0,0-5 13 0,0 9-52 16,0-1-85-16,-7 0-74 0,7 4-67 0,0 0-44 0,-6 4-36 16,6-1-23-16,0 1-18 0,-7 3-15 0,1 1-13 0,6 0-12 0,-6 2-13 15,-1 1-10-15,0 0-14 0,-5 0-84 0,5 0 0 0,0 0 0 16,-6 0 0-16,7-4 0 0,0 1 0 0,-1-1 0 0,-6-7 0 0,7 0 0 16,6-4 0-16,-8 1 0 0,2-8 0 0,6-1 0 0,0-2 0 15,0-5 0-15,0-3 0 0,0 0 0 0,6-7 0 0,-6 0 0 16,8-4 0-16,4-5 0 0,-5-5 0 0,6-1 0 0,0-7 0 0,0-4 0 15,0 0 0-15,7-4 0 0,-8-3 0 0,8 0 0 0,-7 0 0 0,7-1-19 16,-8 4-47-16,8 1 5 0,-7-1 5 0,7 4 7 0,-8 4 8 16,2 3 8-16,-1 4 7 0,7 5 6 0,-8-3 4 0,2 5 2 15,-8 5 1-15,7 3 4 0,0 3 1 0,-6 0 3 0,-1 4 2 0,7 0 6 16,-6 4 5-16,-1 3 5 0,0 0 5 0,1 4 7 0,-7 5 7 16,7-1 6-16,-1-1 8 0,-6 4 7 0,0 4 8 0,0 0 8 0,0 0 4 15,0 3-73-15,-6 0 0 0,-1 2 0 0,0-2 0 0,1 5 0 16,0-1 0-16,-8-3 0 0,2 3 0 0,5 0 0 0,-13 0 0 15,8-3 0-15,-2 4 0 0,-5-5 0 0,-1 1 0 0,8-1 0 0,-8-3 0 16,0 0 0-16,1-4 0 0,-1 5 0 0,8-9 0 0,-8 1 0 16,0 0 0-16,1-8 0 0,5 4 0 0,-5-7 0 0,6-1 0 0,0-3 0 15,-7 0 0-15,8 0 0 0,-2-3 0 0,1-1 0 0,7-3 0 16,-7-4 0-16,6 3 0 0,1-3 0 0,0 0-309 0,6-3-168 0,-8-2-61 16,16 3-50-16,-8-2-42 0,6 0-13 0,0-3 5 0,7 3 15 15,0-3 23-15,0 0 26 0,7-1 28 0,0 0 34 0,5 1 36 16,1 0 60-16,0 0 69 0,7-4 76 0,-1 4 268 0</inkml:trace>
  <inkml:trace contextRef="#ctx0" brushRef="#br0" timeOffset="-119012.11">9730 7774 0 0,'12'-4'140'0,"-4"4"254"16,-2 0 64-16,0 0 41 0,1 0 29 0,-7 4 26 0,0-4 23 0,0 0 23 16,0 3 21-16,0-3 21 0,-7 0 21 0,7 0-8 0,-6 4-21 15,0-4-89-15,-2 0-121 0,2 4-167 0,0-1-257 0,-8 1 0 0,2 0 0 16,-1 3 0-16,-1 4 0 0,-5 0 0 0,6 3 0 0,-6 1 0 15,-7 6 0-15,6 6 0 0,-6-1 0 0,7 3 0 0,-1 4 0 16,-6 3 0-16,6 5 0 0,7-1 0 0,-7 7 0 0,8-2 0 0,-1 2 0 16,6 1 0-16,7 0 0 0,0-1 0 0,0-3 0 0,7-3 0 15,6-5 0-15,-1-3 0 0,2-4 0 0,5-7 0 0,1-3 0 0,6-5 0 16,0-3 0-16,0-7 0 0,-1-4 0 0,-5-7 0 0,6-4 0 16,1 0-421-16,-1-8-283 0,-7-3-34 0,7 1-13 0,-6-5 10 15,6-4 19-15,-7 1 27 0,7-4 29 0,-6 4 37 0,6-4 41 16,-7 4 52-16,7-5 58 0,-6 5 100 0,-1 0 234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7:23:25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10551 7323 50 0,'-14'0'153'0,"1"-3"13"0,0 3 11 0,0 0 8 16,-7 0 8-16,1 0 5 0,0 0 6 0,-1 0 11 0,-7 3 15 0,2-3-11 15,-1 4-19-15,0-4 0 0,0 3 14 0,-7 2 17 0,1-2 15 16,-1-3 7-16,1 3 0 0,-1 1-2 0,-6-4-3 0,7 0-2 16,-8 4-4-16,1-4-8 0,7 0-12 0,-7 0-19 0,-1 0-24 0,-5 3-26 15,6-3-28-15,-1 0-26 0,-5 0-24 0,-1 0-16 0,7 0-9 16,-6-3-5-16,-1 3-3 0,1 0-3 0,-1-4-1 0,7 0-1 0,-7 1-1 16,1 0-1-16,-1-2-2 0,1-2-4 0,-1-1-2 0,0 1-5 15,8 1-2-15,-9-6-3 0,2 5 2 0,7-4 1 0,-9-4-1 16,2 0 0-16,6 1 0 0,-7-4-1 0,8 3-1 0,-9-3 1 0,2-5 2 15,6 5 2-15,-7-4 2 0,8 4 1 0,-8-4 1 0,7 0 0 16,0 0 0-16,-1 0-2 0,1 0 0 0,-6-4 0 0,5 4-2 0,2 0 1 16,5-4 1-16,-6 5-2 0,-1-5-2 0,8 4-2 0,-7-4-2 15,7 1-3-15,-1 3-2 0,1-4-1 0,-1 0 0 0,1 1-2 16,5 3 1-16,-5-4-1 0,6 0 0 0,-1-3-1 0,1 4 0 0,7-1-1 16,-1-3-1-16,1-5-1 0,0 5-1 0,5 0 0 0,1-4 0 0,7 0 1 15,0 0-2-15,-1 0-1 0,0 0-1 0,7 0 0 0,0-4 1 16,7 1 0-16,0-1 0 0,-1 0-2 0,7 1 0 0,0-1 0 15,6 1 1-15,1-4 0 0,0 3 0 0,5-3 0 0,1-1-1 0,7 1 2 16,-7 3 0-16,7-3-2 0,-1 0 0 0,1-1 0 0,7 5-1 16,-8-1 0-16,7 1 0 0,0-1 1 0,-1 4 0 0,9 0 1 0,-9 0 1 15,8 3-1-15,0 1 1 0,0 4-1 0,-1-1 0 0,1 1 1 16,5-1 0-16,2 4 0 0,-1 0 0 0,0 3 0 0,0 1 0 0,0 0 0 16,7 0-1-16,-7 3 1 0,6 1 0 0,1-1 1 0,-7 3 0 15,7-2 1-15,0 3 2 0,-1 0 0 0,8-4 1 0,-8 8 1 0,7-8 1 16,0 8 0-16,0-4 0 0,0 0 1 0,0 0 2 0,0 3 0 15,8-2 0-15,-8-1-1 0,6 3 1 0,-6-3-2 0,6 4 1 0,2-4-1 16,-2 4 2-16,-6-1 0 0,7-2 2 0,0 2 1 0,-1 5 1 16,-6-5 3-16,7 5 1 0,-7-1 2 0,7-3 3 0,-7 7 1 15,0-4 2-15,0 4 3 0,1 0 1 0,-1 4 2 0,0-1-1 0,-7 1 1 16,7 0 2-16,-6 3-1 0,0 4 0 0,-2 0 0 0,2 0-1 16,-6 0 0-16,5 3-1 0,-5 1-1 0,-2 0 0 0,-5 3-2 0,7 1-3 15,-2-1-1-15,-5 4-2 0,6-4-1 0,-6 4-3 0,-1-4-1 16,1 5-1-16,-1 2-3 0,-5-3-1 0,5 0-2 0,-6 3-1 15,1-3-1-15,-2 4 2 0,1 0 1 0,0 0 0 0,-7-1 1 0,8 1 1 16,-7-1 2-16,-1 1 1 0,1 3-7 0,-7-3-10 0,7 0 0 16,-7-1 0-16,0 5 0 0,-1-5 0 0,1 5 0 0,-6-5 0 0,6 4 0 15,-7 1 0-15,1-1 0 0,-7 0 0 0,7 1 0 0,-8-5 0 16,8 4 0-16,-13 1 0 0,6-1 0 0,0 4 0 0,-7-4 0 16,1 1 0-16,0 3 0 0,-1 0 0 0,-6-4 0 0,6 4 0 0,-6 0 0 15,0-4 0-15,0 4 0 0,-6 0 0 0,6 0 0 0,-6 0 0 16,-1-3 0-16,0 2 0 0,-6 2 0 0,0-1 0 0,7-1 0 0,-13 1 0 15,-1-3 0-15,0 2 0 0,1-2 0 0,-7 3 0 0,0-4 0 16,-1 4 0-16,-5 0 0 0,-1 0 0 0,-5-4 0 0,-9 4 0 0,2 4 0 16,-1-4 0-16,-5 4 0 0,-8-1 0 0,-6 1 0 0,0 3 0 15,-1 0 0-15,-5 1 0 0,-7-1 0 0,-1-3 0 0,2 3 0 0,-2-3 0 16,1-1 0-16,-6-3 0 0,5 0 0 0,1-4 0 0,0-3 0 16,7-4 0-16,-2 0 0 0,8-3 0 0,0-5 0 0,0-3-170 0,6-4-83 15,1 1-94-15,6-5-101 0,6-3-104 0,1-3-45 0,5-1-19 16,2-3 1-16,-1-4 8 0,13 0 12 0,-7 0 15 0,7 0 17 15,6-4 22-15,1 4 27 0,-1-3 33 0,14 0 72 0,-7-1 106 0</inkml:trace>
  <inkml:trace contextRef="#ctx0" brushRef="#br0" timeOffset="999.66">19239 7228 138 0,'-27'0'177'0,"8"-4"12"0,-8 4 13 0,2-4 15 0,-1-3 16 16,6 0 18-16,-6-4 18 0,0 0 14 0,7-4 11 0,-7-2-27 16,6-3-46-16,-7-2-23 0,2-4-14 0,5 1-4 0,-6-4-3 0,0-4 2 15,7 0 1-15,-7-4-3 0,0 0-7 0,-1-3-7 0,7 0-11 16,-5 0-7-16,5-3-8 0,0-2-8 0,2 1-10 0,-2-4-7 16,0 4-5-16,7-3-8 0,-7-1-7 0,8 0-9 0,-2 1-9 0,8-1-9 15,-7-3-6-15,7 3-6 0,-1 0-6 0,0 1-4 0,1 0-4 16,6 2-1-16,-6-2-2 0,6-1-4 0,6 4-4 0,-6-3-3 15,6-1-1-15,1 1-4 0,0-1-3 0,5 0-3 0,1 1-2 0,7-5-2 16,0 5-1-16,-1-1-1 0,13-3 1 0,-6 3 0 0,7 0 1 0,7 1 1 16,-8 3 0-16,13 0 0 0,-6 0 1 0,7 0-2 0,-1 4 1 15,8-1-3-15,-7 5-1 0,5-4-1 0,-5 2 0 0,6 2-1 16,0 3-1-16,1 0-1 0,-2 0 0 0,8 4-2 0,-7 0 1 0,7 3 1 16,-7 0 0-16,7 1 1 0,-8 2 0 0,8 5 2 0,-6 0 2 15,5 0 2-15,1 3 2 0,-8 0 2 0,8 5 2 0,0-1 0 16,-7 3 3-16,7 1 1 0,-8 2 1 0,8 5 0 0,-6 0 0 0,5 5 0 15,1-1-1-15,-7 3 0 0,0 4-1 0,6 0 0 0,-5 3-1 0,-1 2 0 16,0 1-1-16,0 5 0 0,1 1-1 0,-8 2-2 0,1 4 0 16,5 1 0-16,-5 2-2 0,-7 5 0 0,6 0-1 0,-5-1 0 15,-1 5-1-15,0 3-3 0,0-4 0 0,-6 4 1 0,-8 0 2 0,1 0 3 16,1 3 2-16,-8-2 5 0,0-1 5 0,-5 3 6 0,-8-3 7 16,1 4 6-16,-7-4 8 0,0 4 8 0,-7-5 8 0,-5 5 6 0,-8-1 6 15,0-2 2-15,-5 2 2 0,-2 1 3 0,-5 3 0 0,-8-3 1 16,1 3-2-16,-6-3-2 0,-1 3-2 0,1 0-5 0,-7 0-4 0,-1 1-61 15,-6-1-12-15,8-3 0 0,-8 3 0 0,-6 0 0 0,7 0 0 16,-7-3 0-16,0 4 0 0,-8-5 0 0,8 0 0 0,0-2 0 16,-6-1 0-16,6-1 0 0,-7-2 0 0,0-5 0 0,7-3 0 0,0 0 0 15,0-6 0-15,-1-2 0 0,1-3 0 0,0-8 0 0,6 1 0 0,1-4 0 16,-1-8-79-16,1-3-63 0,0 0-22 0,5-7-31 0,1-4-36 16,0-4-44-16,6-3-49 0,1 0-49 0,-1-3-50 0,7-2-39 15,0-3-28-15,7 4-24 0,6-3-17 0,0-1 1 0,6 4 11 16,7-4 16-16,-1 4 18 0,14 4 32 0,0 0 37 0,0 0 50 0,14-1 55 15,-1 4 56-15,0 1 105 0</inkml:trace>
  <inkml:trace contextRef="#ctx0" brushRef="#br0" timeOffset="1966.28">22932 9653 84 0,'-20'18'147'0,"-7"-3"7"15,8-1 7-15,-7 1 8 0,6-4 12 0,1 0 17 0,0 0 20 16,-8 0 24-16,7-3 25 0,2-1-8 0,4-3-26 0,-5-1 1 0,-1 1 12 16,0 0 14-16,8-4 12 0,-8-4 3 0,7 0 3 0,-7 1-4 15,8-5-2-15,-2 1-13 0,-5-4-19 0,6 0-22 0,0-8-24 16,-1 5-27-16,2-8-27 0,-1 0-29 0,-7-4-28 0,8 0-21 0,-2-6-17 16,1-1-10-16,0-4-8 0,0-4-7 0,0-2-6 0,0-1-3 15,7-4 1-15,-8 0 1 0,14-3 2 0,-6 0 4 0,6 0 4 0,0 0 5 16,6-5 2-16,1 9 3 0,6-4 3 0,0 3 3 0,7 0 1 15,-1 8 2-15,8-4 2 0,-2 4 1 0,7 3 3 0,1 4-1 16,7 0-1-16,-2 4-2 0,9 4-6 0,-2 2-3 0,7 1-2 0,0 8-4 16,6-4-3-16,1 7-2 0,0-1-3 0,6 1-2 0,0 8-3 0,7-5-3 15,-7 5-2-15,6 3-3 0,1 0-3 0,0 0-1 0,-1 3-2 16,-6 1 0-16,7 0 0 0,-6 6 0 0,5-2-1 0,-6 3 1 16,-6 4 1-16,-1-1-1 0,1 5 2 0,-8-1-2 0,2 4 1 0,-7 0 1 15,-1 3 0-15,-6 1 2 0,1 4 0 0,-8 2 1 0,-6-2 1 16,0 2 0-16,-6 5 0 0,-1 0 1 0,-6-1 0 0,1 1 2 15,-8 4 1-15,-6-1 1 0,0 4 4 0,0 0 1 0,-6 0 2 0,-8 4 3 16,1-1 3-16,-6 1 4 0,-1 3 4 0,-6-3 4 0,0 3 4 16,-6 4 2-16,-1-4 3 0,-7 4 0 0,2 0 0 0,-1 0 0 15,-7 0 2-15,1 4 0 0,-8-5 0 0,1 5 2 0,0 0 0 0,-6-1 0 16,5-3-1-16,-5 0-1 0,-1 0 0 0,0 0 0 0,1-4 0 0,0-3 2 16,-1 0-3-16,0-1-48 0,1-6 0 0,-1 3 0 0,0-8 0 15,0 2 0-15,1-2 0 0,-1-4 0 0,0 1 0 0,2-7 0 16,-2 4 0-16,0-9 0 0,0 1 0 0,1-3 0 0,-1-5 0 0,0-3 0 15,1 0 0-15,-1-7 0 0,0-4 0 0,1 0 0 0,0-8 0 0,-1 1 0 16,0-7 0-16,1-1 0 0,-1-7 0 0,0 0 0 0,0-4 0 16,8-3 0-16,-8 0 0 0,7-8 0 0,-1 0 0 0,2 1 0 15,5-4-40-15,-6-1-83 0,6-3-18 0,0 0-23 0,1 0-24 0,-1-4-46 16,1 5-56-16,6-5-67 0,-7 0-72 0,7 1-59 0,-7 3-54 16,7-3-18-16,1 2-1 0,-1 1 7 0,-1-4 14 0,1 5 16 0,-6-1 17 15,-1 0 26-15,1 0 28 0,-1 0 49 0,1-4 62 0</inkml:trace>
  <inkml:trace contextRef="#ctx0" brushRef="#br0" timeOffset="3699.71">13605 10686 0 0,'0'-4'96'0,"-6"1"42"0,-2 3 6 0,2-8 11 16,6 5 13-16,-6-1 18 0,0-3 19 0,-2 3 22 0,-4-3 21 0,5 0-5 15,1-4-17-15,-1 3-11 0,-6-3-6 0,7-4 3 0,-1 4 5 0,-6-3 9 16,0-1 7-16,7-3 4 0,-8 3 0 0,2-7-5 0,-2 4-9 16,2-4-13-16,-2-4-14 0,1 4-16 0,1-3-16 0,-2-5-11 15,2-2-8-15,-2 2-12 0,8-7-12 0,-7 5-13 0,-1-9-13 0,8 4-11 16,-6-3-13-16,4 0-9 0,2-4-13 0,0 4-5 0,6-4-4 16,0 4-3-16,0-5-2 0,6 2-2 0,-6-1-1 0,6-1-2 0,8 5-2 15,-8-4-1-15,7 0-1 0,0 0-1 0,0 0 0 0,7 1 0 16,0-2 0-16,-1 2-2 0,1-1-2 0,-2-1-2 0,9 2-3 0,5-1 0 15,1 0-2-15,-1 0-2 0,2 0-4 0,5 0 0 0,6 0-2 16,-6 0-1-16,7-3-2 0,0 2 0 0,5 1-1 0,-5 1 0 16,6 2 1-16,0 1-1 0,0 0 1 0,0-1 0 0,0 4-1 0,1 5 2 15,-1-5-1-15,-1 7 2 0,8 1 0 0,-6 0 0 0,5 3 1 16,-6 1 1-16,6 2 1 0,-5 2 2 0,6 2 0 0,-7 1 3 0,-1 3 4 16,2 1 1-16,5-1 3 0,-5 4-1 0,-2 4 1 0,2-4 1 15,-1 4 2-15,0-1 1 0,0 4 0 0,0-2 2 0,0 1 3 0,0 2 0 16,1-1 2-16,-1 4-1 0,-1-4 1 0,2 4 1 0,-1 0 2 15,0 0 3-15,0 0 2 0,0 4 2 0,0-4 0 0,0 4 2 0,1-1 1 16,-2 5 2-16,2-5-3 0,-1 4 0 0,7 1-2 0,-8 3 0 16,1-3-1-16,1 3-1 0,-2 0-2 0,2 0 1 0,-7-1 0 15,5 5 0-15,2 0 2 0,-7-1-1 0,-1 1 0 0,7-1 0 16,-7 2 1-16,1 2 1 0,0 0 1 0,0 0-15 0,-1 1-28 0,1 3 0 16,-7-4 0-16,6 4 0 0,-5 4 0 0,-2-4 0 0,1 4 0 0,0-1 0 15,-6 4 0-15,0-3 0 0,0 3 0 0,-1 0 0 0,1-3 0 16,-7 4 0-16,6-1 0 0,-6 0 0 0,0 0 0 0,0 0 0 0,0 1 0 15,-6-1 0-15,5 1 0 0,-5-1 0 0,0 1 0 0,-1 2 0 16,1-2 0-16,-8 2 0 0,8-2 0 0,-7 2 0 0,1 2 0 16,-2-1 0-16,-5 0 0 0,6-1 0 0,-7 2 0 0,1 2 0 0,0-3 0 15,-7 4 0-15,0 0 0 0,0-5 0 0,0 5 0 0,-7 0 0 16,0-5 0-16,1 5 0 0,0 0 0 0,-1-1 0 0,-6 1 0 0,0 0 0 16,0-1 0-16,0 1 0 0,-1 0 0 0,-4 3 0 0,-2-3 0 15,7-1 0-15,-7 5 0 0,-6-1 0 0,7-4 0 0,-1 5 0 0,-6-4 0 16,0 3 0-16,0-4 0 0,0 1 0 0,-6 0 0 0,6-1 0 15,-7 1 0-15,1 0 0 0,-1-4 0 0,0 3 0 0,0-3 0 0,-6 0 0 16,0 0 0-16,1 0 0 0,-2 0 0 0,1-4 0 0,0 1 0 16,-1-1 0-16,-5 0 0 0,6-3 0 0,-7-1 0 0,8 1 0 15,-8-4 0-15,7-3 0 0,-6 2 0 0,6-6 0 0,-1 0 0 0,1-1 0 16,-7-3 0-16,7 0 0 0,0-4 0 0,1 1 0 0,-2-5 0 0,1 2 0 16,0-2 0-16,0 1 0 0,0-4 0 0,0 0 0 0,0-4 0 15,0 1 0-15,-1-2 0 0,2 2 0 0,-1 0 0 0,-7-5 0 16,7 4 0-16,0-3 0 0,-1 3 0 0,1-3 0 0,-6 0 0 0,5-1 0 15,-5-3 0-15,7 4 0 0,-9 0 0 0,2-1 0 0,5 1 0 16,-5 4 0-16,-1-5 0 0,1 1 0 0,0 3 0 0,-1-3 0 16,1 3 0-16,-1-3 0 0,1 3 0 0,-1-3 0 0,0 0 0 0,0 3 0 15,1-4 0-15,5 5 0 0,-5-5 0 0,-1 1 0 0,7 0 0 16,-6-1 0-16,5 1 0 0,-5 0 0 0,7-1 0 0,-9-2 0 16,9 2 0-16,-1-3 0 0,-1 0 0 0,1 0 0 0,0 0 0 0,7-4 0 15,-7 2 0-15,-1 1 0 0,8-3 0 0,-7 1 0 0,6-1 0 16,-5 0 0-16,5-3 0 0,1 4 0 0,-2-5 0 0,2 1 0 0,-1 3 0 15,1-3 0-15,-1-1 0 0,7 1 0 0,-7 0 0 0,7 0 0 16,-6 3 0-16,6-4 0 0,0 1 0 0,0 3 0 0,0-3 0 0,0 4 0 16,7-1 0-16,-7 0 0 0,6 1 0 0,-7-1 0 0,8 4 0 15,-7 0-377-15,6 0-97 0,-6 4-73 0,7-4-61 0,-7 3-25 0,6 1-6 16,-6 3 2-16,0-3 7 0,1 3 15 0,-8 1 20 0,7-1 27 16,0 0 30-16,-7 1 51 0,1-1 60 0,-1 0 92 0,7 1 254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7:30:59.3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10766 7850 0 0,'-8'-7'60'0,"2"3"92"0,-7-3 9 16,6 3 13-16,1 1 15 0,-7-4 27 0,0 3 29 0,6 4 31 15,-5-4 29-15,-2 1 21 0,8-1 14 0,-7 0 0 0,0 4-10 0,6-3-5 16,-5-1 0-16,-2 0-1 0,8 1-1 0,-7-1-6 0,0 0-8 15,0 4-19-15,-1-3-21 0,8-1-24 0,-7 0-25 0,0 1-32 16,0 3-36-16,7-3-23 0,-8-2-16 0,2 2-12 0,-2 3-8 0,2-4-7 16,-1 4-4-16,-1-3-3 0,2 3-2 0,-2-5-1 0,-5 5-4 15,6 0-2-15,0-3-1 0,-1 3-3 0,-4 0 0 0,4-4-3 0,1 4-4 16,0 4-2-16,-6-4-3 0,5 0-1 0,-5 0-2 0,6 3-2 16,0-3-3-16,-7 5-4 0,8-5-2 0,-8 3-1 0,7-3-3 15,-7 4-14-15,1-1-22 0,6-3 0 0,-6 5 0 0,-1-2 0 0,0 0 0 16,1 5 0-16,-1-5 0 0,-6 5 0 0,0-1 0 15,7 0 0-15,-7 1 0 0,-1-1 0 0,1 4 0 0,0 0 0 0,0 0 0 0,-7 0 0 16,7 0 0-16,-6 3 0 0,6-2 0 0,-6 1 0 0,6-1 0 16,-7 3 0-16,1-4 0 0,5 3 0 0,-5-3 0 0,-1 0 0 15,7 0 0-15,-6 0 0 0,6 4 0 0,-7-8 0 0,7 5 0 0,0-1 0 16,-7-2 0-16,7 3 0 0,0-1 0 0,-7 1 0 0,1-2 0 0,5 1 0 16,-5 1 0-16,7-2 0 0,-1 1 0 0,-7 0 0 0,7 4 0 15,0-5 0-15,-1 2 0 0,1 3 0 0,0-4 0 0,7 3 0 16,-7-3 0-16,0 4 0 0,6-4 0 0,-5 0 0 0,5 3 0 0,0-3 0 15,-6 4 0-15,7 0 0 0,5-4 0 0,-5 3 0 0,-1 1 0 16,8 0 0-16,-8-1 0 0,7 1 0 0,0 0 0 0,0 3 0 0,-1 1 0 16,2 2 0-16,-1-2 0 0,0 3 0 0,6-1 0 0,-6 6 0 15,0-2 0-15,0 1 0 0,6-1 0 0,-5 1 0 0,-1 3 0 0,-1-3 0 16,8 3 0-16,-7-3 0 0,0 3 0 0,7-3 0 0,-8 3 0 16,1 0 0-16,7 1 0 0,-8-5 0 0,2 8 0 0,6-4 0 0,-8 1 0 15,8-1 0-15,-7 4 0 0,7-4 0 0,-8 0 0 0,8 5 0 16,-1-5 0-16,0 4 0 0,1-4 0 0,-7 4 0 0,13 0 0 15,-6-4 0-15,-1 4 0 0,0-3 0 0,1 3 0 0,6-4 0 0,-6 0 0 16,-1 1 0-16,7-1 0 0,0 0 0 0,-7-3 0 0,7 3 0 16,0-3 0-16,0-1 0 0,0 1 0 0,7 0 0 0,-7-4 0 0,7 3 0 15,-7-3 0-15,6 0 0 0,0 1 0 0,1-2 0 0,0 1 0 16,-1-3 0-16,7 3 0 0,-7-4 0 0,1 4 0 0,6-4 0 0,1 4 0 16,-2-3 0-16,1-1 0 0,1 0 0 0,-2 4 0 0,2-4 0 15,-2 1 0-15,1-1 0 0,7 1 0 0,-7-5 0 0,0 4 0 16,7-3 0-16,-1 3 0 0,-6-3 0 0,6 4 0 0,1-5 0 15,6 1 0-15,-7-1 0 0,1 1 0 0,6-4 0 0,-7 4 0 0,8-1 0 16,-1-3 0-16,0 0 0 0,0 0 0 0,7 4 0 0,-7-8 0 0,0 4 0 16,7 0 0-16,-7-3 0 0,6 3 0 0,1-5 0 0,-1 2 0 15,1-1 0-15,-1 1 0 0,1-1 0 0,-1 0 0 0,1-3 0 0,6 3 0 16,-7 1 0-16,8-5 0 0,-1 6 0 0,0-7 0 0,-1 6 0 16,2-5 0-16,5 1 0 0,-6-1 0 0,7 5 0 0,-7-8 0 0,7 4 0 15,-1 0 0-15,1-1 0 0,0 1 0 0,-8-4 0 0,8 4 0 16,0-4 0-16,0 0 0 0,-1 0 0 0,1 0 0 0,-1 0 0 0,1 0 0 15,-1 0 0-15,8 0 0 0,-8-4 0 0,7 0 0 0,-6 1 0 16,6-1 0-16,0 0 0 0,0-4 0 0,0 1 0 0,0-4 0 16,1 4 0-16,-2-4 0 0,8 0 0 0,-7-4 0 0,1 4 0 0,5-4 0 15,0 5 0-15,-6-5 0 0,7 1 0 0,0 3 0 0,0-4 0 16,-1 0 0-16,1 0 0 0,0 5 0 0,-2-5 0 0,2 0 0 0,-6 0 0 16,5 1 0-16,1 3 0 0,-7-3 0 0,6-2 0 0,-5 2 0 15,5 3 0-15,-5-4 0 0,5 1 0 0,-6-1 0 0,0 0 0 16,1 1 0-16,-2-1 0 0,1 0 0 0,1-3 0 0,-1 3 0 0,-7-3 0 15,8 3 0-15,-8-3 0 0,1 0 0 0,5 3 0 0,-4-3 0 16,-2-1 0-16,1-3 0 0,-1 4 0 0,1 0 0 0,-1-4 0 0,1 0 0 16,-1 0 0-16,-6 0 0 0,7 0 0 0,-7 0 0 0,0 0 0 15,-6-3 0-15,6 3 0 0,-6-4 0 0,-1 0 0 0,1 0 0 0,-7 1 0 16,0 3 0-16,-1-4 0 0,1 0 0 0,-6 1 0 0,0-1 0 16,-1 1 0-16,-5-1 0 0,-2 4 0 0,2-4 0 0,-8 1 0 15,7-1 0-15,-7 4 0 0,1-3 0 0,0-1 0 0,-7 4 0 0,6-4 0 16,-6 4 0-16,0 0 0 0,0 0 0 0,0 1 0 0,0-2 0 15,-6 1 0-15,6 0 0 0,-7 0 0 0,7 1 0 0,-7-1 0 16,1 0 0-16,6-1 0 0,-6 1 0 0,-1 0 0 0,1 1 0 0,-8-1 0 16,8 3 0-16,-8-2 0 0,8-2 0 0,-6 1 0 0,-2 0 0 15,1 0 0-15,1 1 0 0,-2-1 0 0,2 0 0 0,-2-1 0 0,-5 1 0 16,-1 0 0-16,8 1 0 0,-8-1 0 0,0-1 0 0,1 6 0 0,-1-6 0 16,0 5 0-16,1 0 0 0,-1-1 0 0,1 5 0 0,-1-4 0 15,1 2 0-15,-8-2 0 0,8 4 0 0,-7-1 0 0,6 0 0 0,-6 1 0 16,1-1 0-16,-1 1 0 0,-1-1 0 0,1 3 0 0,0-2 0 15,0 3 0-15,-7-4 0 0,7 5 0 0,1-2 0 0,-1-2 0 16,6 3 0-16,-6 0 0 0,-1 0 0 0,2 0 0 0,-1-4 0 0,0 4 0 16,0 1 0-16,6-2 0 0,-6 1 0 0,0 0 0 0,0 1 0 15,6-2 0-15,-6 1 0 0,1 1 0 0,5-2 0 0,-6 5 0 0,6-4 0 16,-5 0 0-16,-2 4 0 0,7-5 0 0,-6 5 0 0,7-4 0 16,-7 4 0-16,6-1 0 0,-6-2 0 0,0 2 0 0,7 1 0 0,-7 0 0 15,6-1 0-15,-5 1 0 0,5 0 0 0,-7 0 0 0,8-1 0 16,0 1 0-16,-1 3 0 0,1-3 0 0,-1 2 0 0,0-1 0 15,1-1 0-15,6 3 0 0,-6 0 0 0,-1-3 0 0,6 2 0 0,-5-1 0 16,6 2 0-16,-6-3 0 0,5 3 0 0,-5 0 0 0,6-3 0 16,-6 3 0-16,5 1 0 0,-5-1 0 0,6 0 0 0,0 1 0 15,-7-1 0-15,7 1 0 0,-6-1 0 0,6 4 0 0,-1-4 0 0,-5 1 0 16,6-1 0-16,0 4 0 0,-7-4 0 0,8 4 0 0,-8-3 0 16,7-1 0-16,0 4 0 0,-6-4 0 0,5 4 0 0,-5-3 0 0,6 3 0 15,-7-4 0-15,7 4 0 0,-7-4 0 0,8 4 0 0,-1 0 0 16,-7-3 0-16,8 3 0 0,-8-4 0 0,6 0 0 0,1 4 0 0,1-3 0 15,-2 3 0-15,-5-3 0 0,6 3 0 0,0-5 0 0,-1 5 0 16,2-3 0-16,-2 3 0 0,2-4 0 0,-1 4 0 0,-1-3 0 16,2 3 0-16,-2 0 0 0,2-5 0 0,-2 5 0 0,1 0 0 0,1 0 0 15,-2 0 0-15,8 0 0 0,-7 0 0 0,0-3 0 0,0 3 0 0,7 0 0 16,-8 0 0-16,8 0 0 0,-8-4 0 0,2 4 0 0,5 0 0 16,1 0 0-16,-7 0 0 0,6 0 0 0,-5 0 0 0,4 4 0 15,-4-4 0-15,5 0 0 0,0 0 0 0,-5 0 0 0,5 3 0 0,-6-3 0 16,6 5 0-16,-5-5 0 0,5 3 0 0,-6-3 0 0,7 4 0 15,-1-1 0-15,-6-3 0 0,6 5 0 0,-5-2 0 0,4 0 0 0,2 1 0 16,-7 0 0-16,7-4 0 0,-1 3 0 0,1-3 0 0,-1 4 0 16,1 0 0-16,0-4 0 0,-2 3-22 0,2-3-196 0,-7 4-55 0,7-4-72 15,-7 0-82-15,0 4-71 0,-7-4-64 0,7 0-27 0,-6 3-13 16,-1-3 5-16,-7 4 10 0,2-4 15 0,5 4 19 0,-6-4 23 16,0 3 26-16,0-3 46 0,1 4 57 0,-2-4 77 0,7 0 195 0</inkml:trace>
  <inkml:trace contextRef="#ctx0" brushRef="#br0" timeOffset="4416.14">12178 6429 0 0,'-6'-4'36'0,"6"4"56"0,0-3 2 0,0 3 1 16,-7-4 2-16,7 0 3 0,0 1 2 0,0-1-4 0,0 0-12 15,7 1-16-15,-7-1-21 0,0 0-9 0,0 4-5 0,0-3 0 0,0-1 0 16,6 0 2-16,-6 4 3 0,0-3 2 0,0 3 2 0,0 0 4 16,0-4 3-16,0 4 3 0,0 0 5 0,0 0 4 0,0 0 4 15,0 0 7-15,0 0 5 0,0 0 8 0,0 0 7 0,0 0 8 0,0 0 10 16,7 0 9-16,-7 0 7 0,0-3 8 0,0 3 7 0,0 0 5 16,7-4 6-16,-7 4 3 0,0 0 1 0,6-4 4 0,0 4 4 0,-6-3 1 15,8 3 2-15,-8-4-1 0,6 4-1 0,0-4-4 0,0 1-8 16,1 3-5-16,-7-4-8 0,7 0-9 0,-1 4-10 0,1-3-7 15,-1 3-7-15,0-4-9 0,8 0-11 0,-8 4-9 0,0 0-10 0,1-4-8 16,0 1-12-16,-1 3-4 0,7 0-3 0,-6-4-4 0,0 4-1 16,5 0-1-16,-6 0-1 0,8 0 1 0,-1 0-1 0,-7 0 0 0,8 4 0 15,-2-4 0-15,2 0-1 0,-2 3 0 0,2-3 0 0,-1 4 0 16,-1-4-1-16,2 4-1 0,-2-4-2 0,2 4 1 0,5-1-1 0,-6 1-2 16,6 0 1-16,-5 3 0 0,5-3 0 0,-5 3 2 0,4-3-1 15,2 3 3-15,0 0 1 0,-1 0 1 0,1 1 0 0,0 3 2 0,-1-4 1 16,1 4 3-16,6-4 2 0,-7 4 2 0,1 1 1 0,6-1 1 15,-7 0-1-15,7-1 0 0,-6 5 1 0,0-4-1 0,5 0-2 16,-5 0 0-16,0 4-2 0,-1-4-3 0,1-1-2 0,0 5-3 0,-1-4-4 16,-6 0-3-16,6 4-2 0,1-4-1 0,0 4 0 0,-8-4 1 15,8 3-2-15,-1-3 0 0,-5 4-1 0,5-1-1 0,-6 1 1 0,6 0 1 16,-5 0 2-16,5-1 3 0,-6 1 4 0,0-1 3 0,7 1 2 0,-8 0-1 16,2-1-1-16,5 1 0 0,-5-1-3 0,4 2-33 0,-4 2 0 15,-1-4 0-15,7 5 0 0,-8-5 0 0,8 5 0 0,-7-1 0 16,0 0 0-16,6 1 0 0,-5 3 0 0,-2-4 0 0,8 4 0 0,-7-4 0 15,7 4 0-15,-8 0 0 0,8 0 0 0,0 0 0 0,-7-4 0 16,7 4 0-16,-1 0 0 0,-6 0 0 0,6-4 0 0,1 5 0 16,-6-5 0-16,-2 4 0 0,8 0 0 0,-7-4 0 0,-1 4 0 0,8-1 0 15,-7 2 0-15,0-1 0 0,0 0 0 0,1 0 0 0,-2 0 0 16,2 0 0-16,-2 0 0 0,1 0 0 0,1 4 0 0,6-4 0 16,-8 0 0-16,1 3 0 0,0 1 0 0,0 0 0 0,1-1 0 0,-2 1 0 15,1-1 0-15,0 0 0 0,0 6 0 0,1-2 0 0,-2-4 0 16,2 5 0-16,-8-5 0 0,7 1 0 0,0 3 0 0,-6-3 0 0,5 0 0 15,-5 3 0-15,6-4 0 0,-7 5 0 0,8-4 0 0,-8 3 0 16,1-4 0-16,5 5 0 0,-4-4 0 0,-2-1 0 0,6 4 0 0,-5-3 0 16,0 3 0-16,-1-3 0 0,1 0 0 0,-1 3 0 0,0-4 0 15,2 2 0-15,-2-2 0 0,0 4 0 0,0-3 0 0,2-1 0 16,-2 1 0-16,0 0 0 0,1-4 0 0,-7 3 0 0,6 1 0 0,1-4 0 16,0 0 0-16,-7 0 0 0,6 0 0 0,0 4 0 0,0-4 0 0,-6-1 0 15,8-2 0-15,-8 3 0 0,6 0 0 0,-6 0 0 0,6-4 0 16,-6 4 0-16,7 0 0 0,-7-4 0 0,7 5 0 0,-7-6 0 15,0 6 0-15,6-5 0 0,-6 0 0 0,0 4 0 0,0-3 0 0,0 2 0 16,0 1 0-16,0-3 0 0,0 3 0 0,0 0 0 0,-6-4 0 0,6 4 0 16,0 0 0-16,-7-3 0 0,7-1 0 0,-7 4 0 0,7-4 0 15,-6 0 0-15,0 1 0 0,6-1 0 0,-8-4 0 0,8 5 0 16,-6-4 0-16,6-1 0 0,-6 1 0 0,6 3 0 0,-6-3 0 0,6-1 0 16,-7 1 0-16,7 0 0 0,-7-1 0 0,7 1 0 0,-6 0 0 15,-1 0 0-15,7-1 0 0,-6 1 0 0,0-1 0 0,-2 5 0 16,2-5 0-16,0 1 0 0,0 4 0 0,-2-5 0 0,2 4 0 0,0-3 0 15,-7 3 0-15,6-3 0 0,0 3 0 0,1 0 0 0,-6-2 0 0,4 2 0 16,2 0 0-16,-7 4 0 0,7-4 0 0,-8 0 0 0,8 4 0 16,-7 0 0-16,6-3 0 0,-5 3 0 0,-2-4 0 0,1 4 0 15,7 0 0-15,-14-4 0 0,14 4 0 0,-14 1 0 0,7-5 0 0,0 3 0 16,0-2 0-16,-7-1 0 0,8 4 0 0,-1-4 0 0,0 5 0 16,0-5 0-16,-1 0 0 0,2 4 0 0,-2-4 0 0,1 1 0 15,1-1 0-15,-2 0 0 0,2 1 0 0,5-1 0 0,-6 0 0 0,0 1 0 16,0-5 0-16,6 5 0 0,-5-1 0 0,-2-4 0 0,1 5 0 15,0-4 0-15,0-1 0 0,7 5 0 0,-8-5 0 0,2 1 0 16,-2 3 0-16,2-3 0 0,5-1 0 0,-6 1 0 0,0 4 0 0,0-5 0 16,0 1 0-16,0-1 0 0,0 1 0 0,6 3 0 0,-5-3 0 0,-2 0 0 15,2 0 0-15,-2-1 0 0,1 1 0 0,1-4 0 0,-2 3 0 16,2 1 0-16,-2 0 0 0,1-4 0 0,0 3 0 0,0 2 0 16,-7-3 0-16,8-1 0 0,-1 2 0 0,-1-3 0 0,-6 4 0 0,8 0 0 15,-1-5 0-15,0 1 0 0,0 4 0 0,-7-4 0 0,8 0 0 16,-2-1 0-16,1 2 0 0,0-1 0 0,0 1 0 0,1-5 0 0,-2 4 0 15,1-1 0-15,0-2 0 0,0-1 0 0,7 4 0 0,-8-4 0 16,2 1 0-16,-2-1 0 0,8 0 0 0,-7 0 0 0,7 1 0 0,-8-4 0 16,2 3 0-16,5 1 0 0,-6-2 0 0,0-1 0 0,6 2 0 15,-6 0 0-15,1 1 0 0,-2-5 0 0,8 4 0 0,-7 1 0 16,-1-1 0-16,2 1 0 0,6-5 0 0,-8 4 0 0,1 1 0 0,0-1 0 16,0 0 0-16,0 0 0 0,0-3 0 0,0 3 0 0,0 0 0 0,0 1 0 15,0-1 0-15,0 1 0 0,-1-1 0 0,2 1 0 0,-1-1 0 16,0 0 0-16,0 1 0 0,-1-1 0 0,2 0 0 0,-2 1 0 15,2-5 0-15,-1 5 0 0,-1-1 0 0,2 0 0 0,-2 0 0 0,2 1 0 16,-1-5 0-16,-1 5 0 0,2-1 0 0,-8 0 0 0,7 1 0 16,0-5 0-16,0 5 0 0,-1-1 0 0,2 1 0 0,-2-1 0 0,-5-3 0 15,6 3 0-15,0-3 0 0,0 3 0 0,-6 1 0 0,6-5 0 16,-1 4 0-16,2-3 0 0,-8 3 0 0,7-3 0 0,0 3 0 0,0-3 0 16,-7-1 0-16,8 5 0 0,-2-5 0 0,1 1 0 0,-7 3 0 15,8-3 0-15,-2 3 0 0,-5-3 0 0,6 3 0 0,-6-3 0 16,5 4 0-16,2-5 0 0,-8 4 0 0,7-3 0 0,-7 0 0 0,8 3 0 15,-8-3 0-15,7 3 0 0,-7-3 0 0,8-1 0 0,-2 1 0 16,-5 0 0-16,5 0 0 0,2-1 0 0,-2 1 0 0,2-1 0 0,5-3 0 16,-6 4 0-16,0 0 0 0,7-4 0 0,-8 3 0 0,2-3 0 15,5 4 0-15,-6-4 0 0,0 4 0 0,7-4 0 0,-8 4 0 16,8-4 0-16,-8 3 0 0,8-3 0 0,0 3 0 0,-7-3 0 0,6 0 0 16,1 4 0-16,-7-4 0 0,7 0 0 0,-2 4 0 0,-4-4 0 15,5 0 0-15,0 3 0 0,-5-3 0 0,5 4 0 0,1-4 0 0,-8 4 0 16,8-4 0-16,-7 0 0 0,6 3 0 0,1 1 0 0,-7-4 0 15,7 4 0-15,-1-4 0 0,0 0 0 0,1 0 0 0,-8 3 0 16,8-3 0-16,0 0 0 0,-1 4 0 0,1-4 0 0,-1 0 0 0,7 0 0 16,-6 0 0-16,-1 0 0 0,1 4 0 0,0-4 0 0,6 0 0 0,-8 0 0 15,2 0 0-15,6 0 0 0,-6 0 0 0,-1 3 0 0,7-3 0 16,-7 0 0-16,7 0 0 0,-6 0 0 0,0 0 0 0,6 0 0 16,-7 0 0-16,7 4 0 0,-6-4 0 0,-1 0 0 0,7 0 0 0,-7 0 0 15,7 0 0-15,-6 3 0 0,6-3 0 0,-6 0 0 0,6 0 0 16,-7 0 0-16,7 5 0 0,-7-5 0 0,7 0 0 0,0 0 0 0,0 0 0 15,-6 0 0-15,6 0 0 0,0 0 0 0,0 3 0 0,0-3 0 16,-6 0 0-16,6 0 0 0,0 0 0 0,0 0 0 0,0 4 0 0,-7-4 0 16,7 0 0-16,0 0 0 0,-6 0 0 0,6 4 0 0,0-4 0 15,-7 0 0-15,7 0 0 0,-7 3 0 0,7-3 0 0,-6 0 0 16,0 4 0-16,6-4 0 0,-8 0 0 0,8 4 0 0,-6-4 0 0,0 0 0 16,6 3 0-16,-6-3 0 0,-1 0 0 0,7 4 0 0,-7-4 0 0,1 0 0 15,6 0 0-15,-7 4 0 0,1-4 0 0,6 0 0 0,-6 3 0 16,-2-3 0-16,2 0 0 0,0 4 0 0,6 0 0 0,-6-4 0 15,-1 3 0-15,0-3 0 0,1 0 0 0,-1 4 0 0,7-4 0 0,-6 4 0 16,-1-4 0-16,0 0 0 0,1 3 0 0,0-3 0 0,0 4 0 16,6-4 0-16,-8 3 0 0,2-3 0 0,0 4 0 0,-1-4 0 15,7 4 0-15,-6-1 0 0,-1-3 0 0,0 4 0 0,1 0 0 0,0 0 0 16,6-4 0-16,-6 3 0 0,-2 1 0 0,2 3 0 0,0-3 0 0,-1-1 0 16,-6 5 0-16,6-5 0 0,-5 4 0 0,-2-2 0 0,2 1 0 15,-8 1-250-15,0 2-233 0,-5-6-76 0,5 4-64 0,-7 1-27 16,1-5-8-16,-6 1 5 0,6 0 12 0,-7-4 16 0,1 0 21 15,-1 0 30-15,7-4 35 0,-7 0 52 0,1 1 61 0,6-1 91 0,0-3 251 16</inkml:trace>
  <inkml:trace contextRef="#ctx0" brushRef="#br0" timeOffset="11366.75">6272 5304 94 0,'0'0'137'0,"-8"0"12"0,2 0 16 0,0 0 21 0,-1 0 27 0,1 0 32 15,-1 4 35-15,7-4 25 0,-6 0 19 0,6 0 7 0,-7-4 4 16,7 4 3-16,0 0 6 0,0 0 1 0,0 0-1 0,0 0-6 16,0-3-8-16,0 3-16 0,-6 0-21 0,6 0-27 0,0 0-29 0,0 0-32 15,0 0-33-15,0 0-27 0,0 0-24 0,0-4-17 0,0 4-13 16,0 0-8-16,6 0-6 0,-6-3-3 0,0 3-3 0,0 0 1 0,7-4 1 15,-7 4 0-15,6 0 2 0,1-4-1 0,-1 4 0 0,1-4-1 16,-1 1 0-16,8-1-2 0,-2 0-1 0,1 1-2 0,1-5-1 0,5 5-1 16,-6-5-2-16,7 5-1 0,-1-5-2 0,1 1-43 0,0 4-18 15,5-8 0-15,-5 7 0 0,6-3 0 0,6-4 0 0,-5 3 0 16,5 1 0-16,1 0 0 0,-1-5 0 0,1 5 0 0,5 0 0 0,-5-1 0 16,7 1 0-16,-1 0 0 0,6-1 0 0,-5 1 0 0,-2 0 0 15,7 0 0-15,-5-1 0 0,5 1 0 0,-6 3 0 0,7-3 0 0,-7 3 0 16,7 1 0-16,-7-1 0 0,6-3 0 0,-5 3 0 0,-1 0 0 15,0 4 0-15,-1-3 0 0,2-1 0 0,-1 4 0 0,0 0 0 0,0 0 0 16,-6 0 0-16,6 0 0 0,0 0 0 0,-7 0 0 0,1 0 0 16,-1 4 0-16,1-4 0 0,-1 0 0 0,1 3 0 0,-1-3 0 15,-6 0 0-15,7 0 0 0,-7 0 0 0,0 0 0 0,7 0 0 0,-7 0 0 16,7 0 0-16,-1 0 0 0,-6-3 0 0,7 3 0 0,-7-4 0 16,7 4 0-16,-7-3 0 0,6 3 0 0,-6-5 0 0,7 2 0 0,-7 3 0 15,-1-3 0-15,2 3 0 0,-8-4 0 0,8 4 0 0,-8-4 0 16,0 4 0-16,1-4 0 0,-1 4 0 0,-5 0 0 0,5-4 0 0,-6 4 0 15,0 0 0-15,-7 0 0 0,8 0 0 0,-8 0 0 0,1 0 0 16,-1 0 0-16,1 0 0 0,-7 0 0 0,6 0 0 0,-6 0 0 0,0 0 0 16,0 0 0-16,0 0 0 0,0 0 0 0,0 0 0 0,0 0 0 15,0 0 0-15,0 0 0 0,0 0 0 0,0 0 0 0,0 0 0 0,0-3 0 16,0 3 0-16,-6-4 0 0,6 1 0 0,-7 3 0 0,1-4 0 16,-1-3 0-16,1 3 0 0,0-3 0 0,-8-1 0 0,1 2 0 15,7-2 0-15,-8-3 0 0,2 3 0 0,-2-2 0 0,-5-1 0 0,6 0 0 16,0 3 0-16,0-3 0 0,0 0 0 0,-1 4 0 0,-5-4 0 15,6 0 0-15,0 4 0 0,1-5 0 0,-2 5 0 0,-5-4 0 16,6 4 0-16,0-4 0 0,-1 4 0 0,-5-1 0 0,6-3 0 0,-6 4 0 16,5-5 0-16,2 2 0 0,-8 2 0 0,7-3 0 0,0 4 0 0,-6-4 0 15,5 4 0-15,2-4 0 0,-8 0 0 0,7 4 0 0,-1-4 0 16,2 3 0-16,-2-3 0 0,8 4 0 0,-7-4 0 0,0 4 0 0,0-5 0 16,7 5 0-16,-8 0 0 0,2 0 0 0,5-1 0 0,0 1 0 15,-6-4 0-15,7 7 0 0,0-2 0 0,-2-2 0 0,2 4 0 16,0-3 0-16,0 3 0 0,-1 0 0 0,7 1 0 0,-7 0 0 0,1-1 0 15,6 4 0-15,0-4 0 0,-7 4 0 0,7 0 0 0,0 0 0 16,0 0 0-16,0 0 0 0,0 0 0 0,0 0 0 0,0 0 0 16,0 0 0-16,0 0 0 0,0 0 0 0,0 0 0 0,7 4 0 0,-7-4 0 15,6 4 0-15,-6-1 0 0,7 0 0 0,0 1 0 0,-1 3 0 16,6-3 0-16,-4 3 0 0,4 1 0 0,1-1 0 0,1 0 0 0,5 1 0 16,0 3 0-16,1-4 0 0,-1 4 0 0,1 0 0 0,0-3 0 15,-1 1 0-15,7 3 0 0,-6-1 0 0,6 0 0 0,-7 0 0 16,7 0 0-16,1 1 0 0,-8-2 0 0,7 1 0 0,0 0 0 0,0 1 0 15,0 1 0-15,0-1 0 0,-7 3 0 0,8-4 0 0,-1 0 0 0,-6 3 0 16,6-3 0-16,-7 0 0 0,7 0 0 0,-6 4 0 0,-1-4 0 16,-6 0 0-16,6-1 0 0,-5 2 0 0,-1-1 0 0,0-4 0 0,0 4 0 15,0-4 0-15,-6 4 0 0,5-3 0 0,-5 0 0 0,0-2 0 16,-1-2 0-16,0 3 0 0,1-3 0 0,-1 3 0 0,-6-3 0 16,0 0 0-16,7-1 0 0,-7-3 0 0,0 4 0 0,0-1 0 0,0-3 0 15,0 4 0-15,-7-4 0 0,7 4 0 0,0 0 0 0,-6-4 0 16,-1 4 0-16,1-1 0 0,-7 5 0 0,0-1 0 0,0 0 0 0,-7 0 0 15,-6 4 0-15,0 0 0 0,0 4 0 0,-13 0 0 0,6-1 0 0,-5 1 0 16,-8 3 0-16,7-3 0 0,-6 3 0 0,5 1 0 0,-5-1 0 16,-1 0 0-16,7-3 0 0,-6 3-153 0,12-3-626 0,-7-1-26 15,8-2 7-15,-1-1 25 0,7 0 35 0,7-4 36 0,-1-4 36 0,0 1 41 16,8 0 43-16,-1-4 52 0,0 0 54 0,6 0 94 0,1 0 200 16</inkml:trace>
  <inkml:trace contextRef="#ctx0" brushRef="#br0" timeOffset="23333.71">13774 8675 0 0,'-6'0'105'16,"6"0"59"-16,-7-4 19 0,7 4 22 0,-6 0 22 0,6 0 26 16,0 0 27-16,0 0 30 0,0 0 33 0,0 0 11 0,0 0 3 0,0 0-2 15,0 0-5-15,0 0-7 0,0 0-7 0,0 0-12 0,-7 0-10 16,7 0-14-16,0 0-14 0,0 4-17 0,7-4-15 0,-7 3-18 0,6 1-17 16,1 0-23-16,-1-1-25 0,0 5-16 0,8-4-9 0,-2 3-5 15,2 0-3-15,5 4-2 0,-6 0 0 0,6 0-2 0,1 0-4 16,0 4-4-16,6-4-6 0,-7 3-25 0,7 1-95 0,1 0 0 0,-1-1 0 15,0 1 0-15,-1 3 0 0,8 0 0 0,-7 1 0 0,7-1 0 16,-1 1 0-16,1 2 0 0,0-2 0 0,0 6 0 0,-1-2 0 0,7 2 0 16,-7-3 0-16,1 4 0 0,6-1 0 0,1 1 0 0,-8-4 0 15,7 4 0-15,-7-1 0 0,1-3 0 0,-1 0 0 0,1-4 0 16,-1 4 0-16,-5-3 0 0,-1-4 0 0,0 3 0 0,-7-3 0 0,7-1 0 16,-6-3 0-16,-7 0 0 0,6 0 0 0,-6-4 0 0,1 1 0 0,-2-1 0 15,2 1 0-15,-8-2 0 0,1 2 0 0,-1-4 0 0,0 3 0 16,1-3-44-16,0 3-49 0,-7-3-9 0,0-1-13 0,6 5-13 0,-6-5-15 15,0 1-30-15,0 0-33 0,0-1-48 0,-6-3-53 0,6 4-53 16,-7 0-52-16,7-4-43 0,-7 0-38 0,1 3-22 0,0-6-13 16,-1 3 2-16,1 0 10 0,-1-4 17 0,0 0 17 0,1 1 32 0,0-5 40 15,6 5 51-15,-7-8 57 0,0 4 58 0,1-4 169 0</inkml:trace>
  <inkml:trace contextRef="#ctx0" brushRef="#br0" timeOffset="23716.95">15090 8433 0 0,'0'0'22'0,"-7"0"218"15,1 4 38-15,-1-4 24 0,7 3 17 0,-6 1 23 0,-1-1 27 0,-5 1 30 16,4 3 30-16,2-2 23 0,0-2 20 0,-1 5-19 0,0-5-37 0,1 3-43 16,-7 6-44-16,7-4-36 0,-8 3-29 0,2 3-17 0,-2 1-9 15,-5 3-16-15,-1 0-21 0,0 4-22 0,1 1-23 0,-7 6-15 16,0-4-13-16,0 8-12 0,-7 1-9 0,-5-1-9 0,5 3-8 0,-6 4-8 16,-1 0-5-16,-5 5-7 0,7-2-8 0,-9 1-6 0,2 4-7 15,-1 3-7-15,1-3-7 0,-1 0-7 0,1 3-13 0,5-4-15 16,-5 1 0-16,6-4 0 0,7 4 0 0,-1-8 0 0,1 0-27 0,5-3-29 15,-5-4-23-15,12-4-26 0,0 1-27 0,1-8-48 0,6-1-57 0,-6 1-75 16,5-3-84-16,1-4-76 0,7-1-74 0,-7 1-34 0,6-4-10 16,-5 0 2-16,4 0 10 0,-4-4 18 0,5 0 21 0,0 1 25 15,1-5 27-15,0 1 47 0,-1-4 57 0,1 0 74 0,-1 0 228 16</inkml:trace>
  <inkml:trace contextRef="#ctx0" brushRef="#br0" timeOffset="28416.21">7189 3645 117 0,'0'0'131'0,"-6"4"10"0,6-1 9 15,0-3 14-15,0 4 15 0,0-4 23 0,0 4 23 0,0-4 12 16,0 0 2-16,0 0 4 0,0 0 5 0,0 0 12 0,0 0 17 0,0 0 12 15,0 0 12-15,0 0 6 0,0 0 3 0,0 0-4 0,0 0-5 0,0 0-14 16,0 0-16-16,0 0-20 0,0 0-21 0,0 3-19 0,0-3-19 16,6 0-19-16,-6 0-24 0,7 0-15 0,-7-3-13 0,7 3-8 15,-1 0-6-15,0 0-5 0,2 0-4 0,-2-4-4 0,0 4-4 16,7-4-5-16,-6 4-6 0,6-3-4 0,-7-1-6 0,8 4-4 0,-2-4-3 16,1 1-4-16,1 3-3 0,-2 0-3 0,8-4-4 0,-7 4-3 15,0-4-3-15,6 4-4 0,-5 0-3 0,5-3-2 0,1 3-4 0,-7 0 0 16,6 0-2-16,1 0-12 0,-7 0-15 0,6 0 0 0,-6 0 0 15,7 0 0-15,-7 0 0 0,6 0 0 0,-6 0 0 0,1 0 0 0,-2 0 0 16,2 0 0-16,-8 0 0 0,7 0 0 0,0 0 0 0,-6 0 0 16,5 0 0-16,-4 0 0 0,-2-4 0 0,0 4 0 0,0 0 0 0,1 0 0 15,0 0 0-15,-7-3 0 0,6 3 0 0,-6 0 0 0,7 0 0 16,-7-4 0-16,0 4 0 0,0 0-24 0,0 0-44 0,0 0-16 0,0 0-14 16,0 0-17-16,0-4-15 0,0 4-17 0,-7 0-20 0,7-4-20 15,-6 4-22-15,-1 0-21 0,0 0-21 0,1 0-21 0,0 0-19 16,-8 4-17-16,8-4-16 0,0 4-5 0,-7 0-1 0,6-1 5 0,-6 1 6 15,7-1 11-15,-8 1 15 0,2 0 21 0,5-1 25 0,-6 1 26 16,6 3 29-16,1-3 30 0,-7 0 30 0,6-1 28 0,1-3 30 0,0 4 21 16,-2-1 16-16,2 1 11 0,6-4 11 0,-6 0 4 0,-1 3 6 15,7-3 2-15,0 0 3 0,-6 0 3 0,6 0 1 0,0 0 3 16,0 0 4-16,-7 0 4 0,7 0 6 0,0 0 6 0,0 0 6 0,0-3 8 16,-6 3 6-16,6 0 10 0,0-4 10 0,0 4 12 0,0-3 12 15,0 3 14-15,-7-4 13 0,7 4 11 0,0 0 10 0,0 0 8 16,0 0 8-16,0 0 7 0,0-3 6 0,0 3 6 0,0 0 6 0,0 0 2 15,0 0 4-15,0 0-4 0,0 0-5 0,0 0-8 0,0 0-9 16,0 0-9-16,0 0-8 0,-6 0-9 0,6 0-9 0,0 0-10 0,0 0-9 16,0 0-10-16,0 3-9 0,0-3-10 0,0 0-8 0,0 0-6 15,0 0-4-15,0 0-4 0,0 0-3 0,0 0-1 0,0 0-1 0,-6 0-1 16,6 0-1-16,0 0-1 0,0 0-1 0,0 4-1 0,0-1 0 0,0-3-2 16,0 4-3-16,0-1-1 0,0 1 0 0,0 4-1 0,0-1 2 15,-8-3-1-15,8 6 1 0,0-2 1 0,0 3 2 0,0 3 1 16,0-2 3-16,0 3-1 0,0-1 1 0,0 4 1 0,-6-3 0 0,6 3 1 15,0 1 0-15,0-1-3 0,0 5-2 0,0-2-2 0,0-3-2 16,0 4-3-16,0 0-4 0,0 0-2 0,0 0-3 0,0 1-3 0,0-2-1 16,6 1 0-16,-6 0-3 0,0 0-1 0,0 0 0 0,8 0 0 15,-8 0 0-15,0-4-1 0,0 1 0 0,6-1 0 0,-6 0-2 0,6 0 0 16,-6 1-1-16,0-4 0 0,7-1-1 0,-7 1-1 0,6-4-1 16,-6 4-1-16,0-4 0 0,7 3-2 0,-7-3-1 0,0 0-2 15,0 0-1-15,6 0-1 0,-6-3 0 0,0 3-1 0,0 0 0 0,0-4-2 16,7 4 1-16,-7-3-1 0,0 2-1 0,0 1 2 0,0-4-1 15,0 4 0-15,0-3 1 0,0-1-1 0,0 4-1 0,0-4 0 0,0 0 0 16,0 1 0-16,0 0 0 0,-7-1 0 0,7 0 0 0,0-3 0 16,0 3-1-16,0-3-1 0,0-1-1 0,0 1-1 0,0 0-1 0,0-1-7 15,0 1-6-15,0-4-13 0,0 0-13 0,0 0-17 0,0 0-19 16,0 0-21-16,0 0-20 0,-6 0-26 0,6-4-28 0,0 4-36 0,0-3-39 16,0-1-42-16,-7 0-45 0,7 1-32 0,0-1-31 0,-6-1-16 15,6 3-10-15,-7-5-1 0,7 3 4 0,-6 0 7 0,6 1 6 0,-6-2 10 16,6 2 12-16,-8-1 21 0,8 4 23 0,-6-4 35 0,0 1 42 15,6 3 36-15,-7-4 38 0,7 4 26 0,-6 0 26 0,-1 0 15 16,7 0 103-16</inkml:trace>
  <inkml:trace contextRef="#ctx0" brushRef="#br0" timeOffset="28833.94">7274 4612 106 0,'-6'0'128'16,"0"0"12"-16,-1 0 13 0,7 0 18 0,-7 0 20 0,7 0 23 15,0 0 26-15,-6 0 6 0,6 0-2 0,0-3-2 0,0 3 0 0,0 0 8 16,0 0 9-16,0 0 9 0,0 0 10 0,0 0 1 0,0 0 0 16,0 0-9-16,0 0-12 0,0 0-19 0,0 0-19 0,0 0-19 15,0 0-17-15,0 0-14 0,0 0-13 0,0 3-12 0,6-3-16 0,-6 4-12 16,7-4-11-16,-7 0-6 0,7 0-5 0,-1 2-1 0,0-2-1 0,8 0-2 15,-8 0-1-15,7 0 0 0,-7 0-1 0,8 5 0 16,-2-5-2-16,2 0 1 0,-2-5 2 0,2 5-2 0,5 0-1 0,-6 0-4 16,6 0-3-16,-5-2-4 0,5 2-4 0,-6 0-2 0,6 0-2 0,-5-4-4 15,5 4-2-15,-6 0-5 0,0 0-3 0,1 0-5 0,-2 0-6 16,8 0-27-16,-14 0-16 0,7-3 0 0,1 3 0 0,-2 0 0 0,-5 0 0 16,6 0 0-16,0 0 0 0,-6 0 0 0,-1 0 0 0,7 0 0 15,-7 0 0-15,2 0 0 0,-2 0 0 0,0 0 0 0,0 0 0 0,1 0 0 16,0 0 0-16,-1 0 0 0,-6 0 0 0,7 0 0 0,-7 0 0 15,0 0 0-15,0 0 0 0,0 0-56 0,0 0-103 0,0 0-68 16,0 0-81-16,-7-4-93 0,1 4-98 0,6 0-58 0,-14-4-41 0,8 4-14 16,0 4-3-16,0-4 9 0,-8 4 13 0,8-1 20 0,-7 1 23 15,6 3 34-15,0 0 36 0,-5-3 68 0,5 3 83 0</inkml:trace>
  <inkml:trace contextRef="#ctx0" brushRef="#br0" timeOffset="50716.62">20912 5154 0 0,'0'4'26'0,"-6"-4"86"0,6 0 3 0,0 3 7 15,-6-3 7-15,6 0 11 0,0 0 10 0,0 0 13 0,0 0 12 16,0 0-11-16,0 0-23 0,0 0-7 0,0 0 1 0,-8 0 2 0,8 0 4 15,0 0 6-15,0 0 6 0,0 0 6 0,0 0 2 0,0-3 2 16,0 3 0-16,0 0 1 0,0 0 5 0,0 0 3 0,0 0 0 16,0 0 3-16,0 0 3 0,0 0-1 0,0 0-2 0,0 0-2 0,0 0-1 15,0 0-2-15,8 0-5 0,-8 0-4 0,0 0-4 0,6 0-10 16,0 0-12-16,0 0-11 0,1 0-9 0,0 0-10 0,-1 0-11 16,1 0-6-16,6 3-4 0,0-3-5 0,-1 0-6 0,2 4-5 0,-1-4-4 15,0 0-2-15,6 4-2 0,1-4-2 0,0 0 0 0,-1 4-2 16,1-4-1-16,6 0-2 0,-7 3-2 0,7-3-1 0,0 0-2 0,7 0 1 15,-7 0 1-15,0 0 1 0,7 0 0 0,-7 0-1 0,6 0 0 16,-5 0-1-16,5-3-2 0,-7 3 1 0,8 0-3 0,-7 0 1 16,7-4-2-16,-7 4 0 0,0 0-1 0,6-4-2 0,1 4-2 0,-7-4-3 15,7 4-1-15,-1-3-1 0,1 3 0 0,-1-4-2 0,8 4 0 16,-7-4 0-16,5 4-1 0,1-3-2 0,0 0 0 0,7 3-1 0,-7-5-2 16,7 5-2-16,-7-3-19 0,6 3-5 0,1-4 0 0,-7 4 0 15,7-4 0-15,-7 4 0 0,6-3 0 0,-5 3 0 0,-2-4 0 0,8 4 0 16,-7 0 0-16,0 0 0 0,0 0 0 0,-7 0 0 0,7 0 0 15,-5 0 0-15,5 0 0 0,-7 4 0 0,-6-4 0 0,7 3 0 0,-1-3 0 16,-5 4 0-16,-1-4 0 0,-1 4 0 0,1-4 0 0,-6 3 0 16,0 2 0-16,5-5 0 0,-5 3 0 0,0-3 0 0,-1 3 0 0,1-3 0 15,-8 4 0-15,8-4 0 0,0 0 0 0,-1 0 0 0,-5 0 0 16,5 4 0-16,-6-4 0 0,6 0 0 0,-5 0 0 0,5 0 0 16,-6 0 0-16,0-4 0 0,7 4 0 0,-8 0 0 0,2 0 0 0,-1 0 0 15,0 0 0-15,0 0 0 0,-1 0 0 0,2 0 0 0,-8 0 0 0,7 0 0 16,-6 0 0-16,-1 0 0 0,7 0 0 0,-6 0 0 0,0 0 0 15,-1 0 0-15,0 0 0 0,1 0 0 0,0 0 0 0,-7 0 0 16,6 0 0-16,0 0 0 0,-6 0 0 0,7 0 0 0,-7 0 0 0,6 0 0 16,-6 0 0-16,0 0 0 0,0 0 0 0,0 0 0 0,0 0 0 15,0 0 0-15,7 0 0 0,-7 0 0 0,0 0 0 0,0 0 0 16,0 0 0-16,0 0 0 0,0 0 0 0,0 0 0 0,0 0 0 0,0 0 0 16,0 0 0-16,0 0 0 0,0 0 0 0,0 0 0 0,0 0 0 15,0 0 0-15,0 0 0 0,0 0 0 0,0 0 0 0,0 0 0 16,0 0 0-16,0 0 0 0,0 0 0 0,-7 0 0 0,7 0 0 0,-6 0 0 15,-1-4 0-15,7 4 0 0,-6-3 0 0,0 0 0 0,-1 3 0 16,0-5 0-16,-5-2 0 0,5 3 0 0,-6 1 0 0,6-5 0 0,-6 5 0 16,0-4 0-16,1-1 0 0,-2 1 0 0,1 0 0 0,-6-1 0 15,6-3 0-15,-7 4 0 0,7 0 0 0,-6-4 0 0,6 4 0 0,-1-4 0 16,-5 3 0-16,0 0 0 0,5-2 0 0,-5 2 0 0,5 1 0 16,-4-4 0-16,4 4 0 0,1-1 0 0,-7-3 0 0,8 4 0 0,-2 0 0 15,2 0 0-15,-1-1 0 0,-1 1 0 0,2 0 0 0,-2-1 0 16,2 0 0-16,-1 5 0 0,6-4 0 0,-6 3 0 0,-1-3 0 0,8 3 0 15,0 0 0-15,-7-3 0 0,6 3 0 0,1 1 0 0,-1-1 0 16,7 4 0-16,-6-3 0 0,6 3 0 0,-6-4 0 0,6 4 0 0,0 0 0 16,0 0 0-16,0 0 0 0,0 0 0 0,0 0 0 0,0 0 0 15,0 0 0-15,0 0 0 0,0 0 0 0,6 4 0 0,-6-1 0 0,6 1 0 16,1-1 0-16,-1 1 0 0,1 3 0 0,6-3 0 0,-1 4 0 16,-4-1 0-16,4 0 0 0,8 4 0 0,-7-3 0 0,0 3 0 15,6 0 0-15,-5-4 0 0,5 4 0 0,1-4 0 0,0 5 0 0,-1-2 0 16,1 1 0-16,-2-4 0 0,2 4 0 0,0 0 0 0,6 1 0 15,-7-1 0-15,1-1 0 0,6 1 0 0,-7 0 0 0,1 0 0 0,6 4 0 16,-7-4 0-16,1 3 0 0,0-3 0 0,-1 5 0 0,-5-6 0 16,5 5 0-16,0-4 0 0,-6 4 0 0,1-4 0 0,-2 0 0 0,2 3 0 15,-2-3 0-15,2 0 0 0,-8 0 0 0,1-4 0 0,5 4 0 16,-4-3 0-16,-2 3 0 0,0-4 0 0,1 1 0 0,-1-1 0 16,1 0 0-16,-7 1 0 0,6-5 0 0,-6 1 0 0,0-1 0 0,7 1 0 15,-7 0 0-15,0-1 0 0,0-3 0 0,0 0 0 0,0 4 0 16,0-4 0-16,-7 0 0 0,1 4 0 0,-1-4 0 0,1 3 0 15,-7 1 0-15,-1 3 0 0,-5-3 0 0,-7 3 0 0,0 1 0 0,-7 3 0 16,1-1 0-16,-14 1 0 0,1 5 0 0,0-2-185 0,-8-3-373 16,-5 4-67-16,5-1-36 0,-6 1-16 0,1-4-8 0,6 0 2 0,6-4 7 15,1 0 17-15,5-7 23 0,8 0 36 0,7-3 41 0,5-5 76 16,7-2 88-16</inkml:trace>
  <inkml:trace contextRef="#ctx0" brushRef="#br0" timeOffset="52166.64">26187 9004 25 0,'-6'-14'140'0,"6"-1"7"0,-6 1 6 0,-1 3 9 0,0-4 12 16,1 4 14-16,-1 0 17 0,1 0 14 0,-7 0 13 0,6 0-16 16,-5 3-32-16,-2-3-11 0,1 4-5 0,1 0 1 0,-2 0 6 0,-6-4 12 15,1 7 13-15,6-3 21 0,-12-1 24 0,5 1 5 0,0 0-5 16,-6-1-5-16,0 1-6 0,6 0-9 0,-6 0-11 0,0 3-9 15,-6-3-9-15,5 2-9 0,-5 2-10 0,6 0-13 0,-7-1-17 0,1 4-27 16,-1 4-35-16,1-4-17 0,-1 3-11 0,-6 5-9 0,7-5-6 0,-1 8-3 16,1-3 0-16,-1 2-3 0,1 5-4 0,-1-4-3 0,1 4-2 15,-2 3-3-15,2-4-3 0,7 5-2 0,-2-1-2 0,1 1 1 16,0 3-1-16,0 0 1 0,-1-1-2 0,9 1 0 0,-2 4-3 0,0 0 0 16,7 0-1-16,-7 3-1 0,8-4-1 0,-1 4-1 0,-1 5-1 15,8-5 0-15,0 4 0 0,-1-4-2 0,0 4 0 0,7 0 0 16,-6 0-2-16,12 0-1 0,-6-4 1 0,7 5-1 0,0-5-2 0,-1 0 0 15,0 0-2-15,8-3 1 0,-1 0 0 0,-7-1 1 0,14 1 0 16,-8-4 0-16,8 0 0 0,-1 0-1 0,1-4-1 0,0 1 1 16,6-1 1-16,-1-3 0 0,2-1 0 0,-1 1 1 0,6-1 0 0,1-6-1 15,-1 3 0-15,8-4 0 0,-1 0-2 0,0-3 0 0,0-1 0 16,7-3 1-16,-1 0 1 0,-5-3 0 0,5-1-3 0,7 1 1 0,-13-5-1 16,7 1 1-16,-1-4 1 0,0 0-1 0,1 0 2 0,-7-4-1 15,0 1 2-15,7-1 0 0,-13-3 0 0,5 3-1 0,2-3 1 0,-7-1 1 16,-1 1-1-16,1 0 2 0,-1-4-1 0,-5 4 0 0,-1-4 0 15,-1-1-1-15,1 2 0 0,0-5 0 0,-6 4 0 0,-1-4 0 16,1-3 0-16,-7 3-1 0,7-3 0 0,-8-4 0 0,2 0-1 0,-2 0-1 16,-5 0 0-16,0-3 0 0,-1 3 2 0,1-4 0 0,-7 0-1 0,0 1-1 15,0 3 0-15,-7 0 0 0,1 3 0 0,-8 1-3 0,2 0-4 16,-8 3-7-16,1 4-9 0,-7 1-11 0,0 2-11 0,-1 1-21 16,-5 7-26-16,-1-4-37 0,-5 4-43 0,5 4-57 0,-7 3-64 0,1-3-54 15,-6 3-51-15,5 4-43 0,8 0-39 0,-7 0-15 0,7 0-3 16,-1 4 6-16,1-1 10 0,5 1 19 0,8-4 24 0,0 4 37 0,-1-1 43 15,13 1 57-15,-6 0 64 0</inkml:trace>
  <inkml:trace contextRef="#ctx0" brushRef="#br0" timeOffset="53166.25">28363 8840 0 0,'0'-15'131'0,"-6"0"31"0,6 1 5 16,-7 3 10-16,0 0 12 0,1 0 14 0,-7-1 16 0,6 2 17 16,-6-1 19-16,1 0-5 0,-2 3-14 0,-5 1-17 0,5-4-14 0,-4 4 0 15,4-1 7-15,-6 1 18 0,-5 3 21 0,5 1 9 0,-6-1 0 16,0 1-1-16,-7 3-5 0,7 3-7 0,-7-3-9 0,1 7-8 0,-1 1-8 16,-6-1-7-16,7 8-9 0,-1-1-15 0,-5 1-19 0,4 4-21 15,-5-1-23-15,7 0-16 0,-7 4-9 0,0 4-10 0,7-4-8 16,-8 3-8-16,7 1-6 0,-5 3-8 0,5 1-8 0,-6-1-6 0,7 0-4 15,-1 1-5-15,-7 3-3 0,8-4-2 0,6 4-2 0,-7-1-1 16,7 2-2-16,1-5-1 0,5 4-2 0,-6 0 0 0,13-4-4 0,-7 4-1 16,8 0-2-16,4-4-1 0,2 1-3 0,0 3-1 0,6-4-2 15,0 0-2-15,0-3-3 0,6 4-1 0,0-5-2 0,2 4-1 0,4-3 0 16,2-1-2-16,-2 5 0 0,8-4 0 0,-1-1-1 0,7 1 0 16,1-1 2-16,-1-3 0 0,0 4-2 0,7-4 2 0,-1 0 0 0,7 0-1 15,-7 0 0-15,1 0 0 0,6-4 0 0,0 0-2 0,0 1 2 16,0-4 0-16,7 3 1 0,-7-3-1 0,6-1 0 0,1-3 0 15,-1 4-1-15,1-4 1 0,7 0 0 0,-8-4 0 0,7 1 0 0,0 2 1 16,0-6 0-16,-6 4-2 0,6-5 0 0,-6 1-2 0,5 0 0 16,-5-4 2-16,-1 3 2 0,2-3 0 0,-2 0-1 0,1-3 1 15,-7 3-1-15,-1-4 1 0,9 0 0 0,-9-3 0 0,-5-1 0 0,6 1 0 16,0 0 1-16,-6-4-1 0,-1 0 0 0,7-4 0 0,-6 4-3 0,-1-3 1 16,1-5 0-16,-1 1-1 0,-5 3 1 0,5-7 0 0,1 4-1 15,-7-1 0-15,0-2 1 0,0-1-1 0,0 3 0 0,1-2 0 16,-2-1 0-16,-5-1 1 0,6 1 1 0,-7-3 1 0,7 3 0 0,-6 0-1 15,-8 0 0-15,8-4 1 0,0 4-1 0,-7 0 2 0,-1-3-1 16,2 3 0-16,-8-4-1 0,1 0 2 0,6 4-1 0,-6-7 1 0,-7 3-1 16,6 1-1-16,-6-4 0 0,0-1 1 0,0 1-2 0,-6 0 1 15,-1-1 0-15,1-2-1 0,-8 2 0 0,2-3 0 0,-2 0 1 16,-5 0-1-16,-1 4-4 0,-6-4-3 0,0 3-5 0,0 1-9 0,1-4-11 16,-8 4-14-16,1 3-16 0,-2-3-18 0,2 7-23 0,-7-4-37 15,0 4-45-15,0 0-66 0,-1 4-78 0,-5 0-77 0,6-1-78 0,0 5-45 16,0 3-28-16,0-4-7 0,-1 7 2 0,1-2 10 0,7 3 14 15,6-1 18-15,-7 1 21 0,7 3 38 0,7 0 45 0,-1 1 66 16,1-1 77-16</inkml:trace>
  <inkml:trace contextRef="#ctx0" brushRef="#br0" timeOffset="97251.11">24898 8180 109 0,'0'0'126'0,"0"0"11"0,0 3 14 16,-7-3 13-16,7 0 17 0,0 5 17 0,0-5 18 0,0 0-1 16,0 0-11-16,0 3-7 0,0-3-2 0,0 0 1 0,0 0 3 0,0 0 9 15,0 0 14-15,0 0 13 0,0 4 15 0,0-4 5 0,0 0-2 0,7 4-6 16,-7-1-6-16,7-3-9 0,-1 4-12 0,0-4-7 0,1 4-7 16,0-1-8-16,-1-3-7 0,7 4-13 0,-7 0-16 0,14-4-21 15,-7 3-21-15,0 1-14 0,6-4-11 0,1 4-9 0,0-4-8 0,6 0-5 16,-1 3-6-16,2 1-5 0,-1-4-7 0,0 0-5 0,7 4-4 0,-7-4-6 15,6 3-5-15,-5-3-5 0,5 4-6 0,-6-4-4 16,7 3-4-16,-7 1-3 0,-1 0-3 0,1-1-2 0,1 1-4 0,-1 0-5 16,0 0-6-16,0-1-9 0,-7-3-9 0,1 4-14 0,0-1-16 0,-1-3-22 15,1 4-26-15,-8-4-39 0,2 0-44 0,-8 0-59 0,7 4-64 16,-6-4-55-16,-1 0-50 0,-6 0-42 0,0 0-37 0,0 0-13 0,0 0-1 16,0 0 7-16,0 0 14 0,-6 0 20 0,-1 0 24 0,1 0 40 15,-1 0 44-15,-6 3 58 0,6-3 64 0</inkml:trace>
  <inkml:trace contextRef="#ctx0" brushRef="#br0" timeOffset="97583.52">25347 7913 0 0,'0'-5'107'0,"-6"-1"38"16,6 2 15-16,0 1 17 0,0-1 22 0,-6 0 21 0,6 4 25 0,0 0 20 15,0 0 19-15,0 0-3 0,0 0-14 0,-8 4 8 0,8 0 18 16,0-1 12-16,0 5 9 0,0 3 1 0,-6 0-2 0,6 4-10 16,0 2-13-16,-6 2-16 0,6-1-18 0,0 7-16 0,-6-2-16 0,6 6-20 15,-7 0-23-15,7 0-32 0,-7 4-36 0,7 1-24 0,-6-1-20 16,6-1-16-16,-7 1-13 0,7-4-19 0,-6 5-15 0,6-5-28 0,-6-3-31 15,6 3-48-15,0-7-57 0,-8 4-74 0,8-4-85 0,-6-4-71 16,6 1-63-16,0-5-33 0,0-3-16 0,0 0-6 0,-6 0-1 0,6-4 6 16,0-3 9-16,0-4 20 0,0 0 25 0,0 0 43 0,6-4 53 15,-6 0 73-15,6-3 265 0</inkml:trace>
  <inkml:trace contextRef="#ctx0" brushRef="#br0" timeOffset="105432.6">25321 5257 0 0,'0'-4'38'0,"0"0"84"0,0 4 5 0,0-3 9 16,-6 3 8-16,6-4 9 0,0 4 9 0,0 0 12 0,0 0 9 15,0 0-11-15,-6 0-26 0,6 0-14 0,0 4-8 0,0-4-5 0,0 0-3 16,0 3 1-16,0-3 1 0,-7 4 2 0,7 0 4 0,0 3 2 16,0-3 2-16,0 3 3 0,0 0 1 0,0 5 7 0,0-2 10 0,0 5 13 15,0 0 19-15,0 3 7 0,0 0 3 0,0 1 1 0,0 3-4 16,0 3-7-16,-7-2-9 0,7 2-10 0,0 1-8 0,-6 3-10 15,6-4-8-15,0 5-16 0,0-1-16 0,0-3-20 0,-7 3-21 0,7-3-13 16,7 3-8-16,-7-3-4 0,0-1-2 0,0-3-1 0,6 4-1 16,1-4-2-16,-7 3-2 0,7-6-2 0,-1 3-2 0,0-4 1 0,0 0-2 15,8 1-1-15,-8-5 0 0,7 1 0 0,-6-4-2 0,6 0 3 16,0 0 1-16,0 0 2 0,7-8 1 0,-7 5 3 0,6-4 2 0,0 0 2 16,1-1 2-16,6-3 2 0,-7 0 3 0,8-3 1 0,-1-1 0 15,0-3 0-15,0 2 1 0,0-5-3 0,7 3-3 0,-7-5-1 16,-1 1-2-16,2 0-3 0,-1-3-1 0,0 3-2 0,-6-4 0 0,5 1-2 15,1-1-3-15,-6-3 0 0,6 3-2 0,-7-4 2 0,7 1-1 0,-6 0 0 16,-1 0-1-16,7-1 0 0,-6-3-2 0,0 1 0 0,-1-1-2 16,1-1-3-16,-1 1-1 0,1 0-2 0,0 0-2 0,-8 1-1 15,8-1-3-15,-7 3-1 0,1 1-2 0,4-1 0 0,-10 5-2 0,4-1 1 16,-5 1-1-16,6 3 0 0,-6 0-1 0,-1 3-1 0,0 1-1 16,-6 0-1-16,6 0-2 0,-6 2-9 0,0 2-13 0,8 0-18 0,-8-1-19 15,0 0-33-15,0 4-41 0,-8-4-60 0,8 4-69 0,0-4-70 16,-6 4-70-16,6 0-55 0,0 0-49 0,-6 0-23 0,0 0-11 15,-1 4 3-15,0-4 9 0,7 8 16 0,-6-4 18 0,-1 2 33 0,7-1 40 16,0 2 60-16,-6 0 70 0</inkml:trace>
  <inkml:trace contextRef="#ctx0" brushRef="#br0" timeOffset="105933.21">27347 4942 132 0,'0'-8'142'0,"0"5"16"0,6-1 16 0,-6 1 21 16,0-1 23-16,6 0 24 0,-6 4 28 0,0-3 8 0,0 3 2 0,0 0 12 15,0 0 18-15,0 0 11 0,0 0 9 0,0 0 6 0,0 3 6 0,0 1-3 16,0-4-7-16,0 4-12 0,0 3-16 0,-6-4-18 0,6 5-21 15,0-1-18-15,0 0-16 0,-6 4-31 0,6 0-40 0,0 4-27 16,-6-1-21-16,6 5-14 0,-7 3-12 0,0 0-8 0,7 7-6 0,-6 0-6 16,-1 1-5-16,-6 7-4 0,6-1-6 0,1 1-4 0,-6 6-8 15,-2 2-6-15,1-1-5 0,0 0-2 0,0 3-3 0,1 1-3 0,-2-1-5 16,-6 1-5-16,7-4-6 0,1 4-10 0,-2-4-7 0,2 0-11 16,-2-4-13-16,1-3-14 0,1-1-14 0,4 1-16 0,-4-8-17 0,6 0-23 15,-2-3-25-15,2-4-36 0,0-4-39 0,6 1-51 0,-7-5-55 16,7-3-47-16,-6 0-44 0,6-4-42 0,-7-3-39 0,7 3-12 15,0-7 2-15,0 0 9 0,0 0 13 0,0-7 23 0,0 3 23 0,0-3 35 16,7-4 42-16,-7 4 51 0,6-8 59 0</inkml:trace>
  <inkml:trace contextRef="#ctx0" brushRef="#br0" timeOffset="106433.13">27282 4971 57 0,'0'-4'117'0,"6"-2"9"16,0 1 11-16,1 2 15 0,0-5 15 0,-1 5 19 0,1-1 18 15,-7 0 1-15,6 1-8 0,1-1-2 0,0 1 1 0,-7-1 4 0,6 4 6 16,-6-4 13-16,0 4 15 0,6-3 22 0,-6 3 26 0,0 0 12 16,0 0 5-16,0 0-2 0,0 0-7 0,0 0-6 0,-6 3-9 0,6-3-9 15,0 0-10-15,-6 4-11 0,6-4-12 0,-7 4-16 0,0-1-20 16,1 1-31-16,-1-1-35 0,-6 5-24 0,6-1-18 0,-5 5-13 15,-8-2-10-15,7 1-8 0,-7 4-9 0,2-1-5 0,-2 4-7 0,0 1-6 16,1-1-3-16,-1 4-4 0,-6 0-2 0,7 0-3 0,-1 0-1 16,0 0-3-16,1 0-1 0,5 0-3 0,-4-4-5 0,4 4-2 15,1-3 0-15,0-4-3 0,0 2-4 0,0-1-6 0,6-5-10 0,1-1-11 16,0-2-12-16,6-1-14 0,-7 0-14 0,7-3-17 0,0-4-19 16,0 0-24-16,0 0-29 0,0 0-29 0,7 0-31 0,-7-4-38 0,0 1-38 15,6-5-32-15,0 1-28 0,1 0-17 0,0 0-12 0,-7-4-6 16,6 3-1-16,7-7 4 0,-7 5 5 0,1-2 16 0,0-2 17 0,5 3 19 15,2-4 16-15,-8 1 27 0,7 3 30 0,-6-4 32 0,6 0 34 16,-7 1 26-16,8-1 24 0,-2 1 19 0,2-2 18 0</inkml:trace>
  <inkml:trace contextRef="#ctx0" brushRef="#br0" timeOffset="106650.52">27256 4924 19 0,'6'-15'111'0,"8"0"11"0,-2 4 12 0,-6-3 15 0,8 2 16 16,-8 1 16-16,1 4 16 0,-1-4 3 0,1 7-7 0,0-3 2 15,-1 3 2-15,-6 4 9 0,6 0 9 0,0 0 10 0,-6 0 11 0,8 4 24 16,-2 3 30-16,0 1 13 0,1-1 3 0,-1 4-3 0,1 0-4 15,0 0-8-15,5 3-6 0,-6 2-12 0,2 2-10 0,4-4-12 0,-5 5-11 16,6-1-15-16,-6 0-16 0,5 4-31 0,-5-4-39 0,0 5-24 16,5-5-19-16,-5 4-13 0,0 0-10 0,-1 0-11 0,1-4-8 15,-1 4-10-15,1 0-6 0,-1 0-8 0,1-4-6 0,-1 4-12 16,-6-3-13-16,6 3-16 0,2-4-21 0,-8 1-25 0,0-1-29 0,6 0-46 16,-6-3-54-16,0 3-72 0,0-4-77 0,0 1-68 0,0 0-62 0,0 3-41 15,0-3-28-15,-6 0-9 0,6-1 0 0,-8 1 10 0,2 3 15 16,0-3 22-16,-1-1 27 0,1 1 46 0,-1 0 52 0,1 0 72 15,-1-1 141-15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7:33:25.7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5216 10316 38 0,'-6'3'55'16,"-1"2"-4"-16,7-5-6 0,0 3-8 0,0-3-11 0,0 0-24 16,0 0-32-16,0 0-17 0,0 3-10 0,7-3-5 0,-1 0 4 0</inkml:trace>
  <inkml:trace contextRef="#ctx0" brushRef="#br0" timeOffset="5150.05">1953 10162 189 0,'-6'-4'210'0,"6"4"17"0,0-3 19 0,0 3 19 0,-7 0 21 15,7 0 20-15,0 0 21 0,0 0 21 0,0 0 24 0,0 0-12 16,0 0-28-16,-6 3-22 0,6-3-20 0,0 4-13 0,0-4-13 0,0 4-12 15,0-1-13-15,0 5-14 0,0-4-15 0,0 6-14 0,0 2-13 0,0-1-16 16,-6 7-19-16,6-4-22 0,0 8-25 0,-8 0-14 0,8 0-13 0,-6 4-6 16,6 0-5-16,-6-1-4 0,6 1-4 0,-7-1-5 0,1 2-5 15,6-2-7-15,-7 4-6 0,1-3-5 0,6-1-4 0,-7 1-3 16,1-4-5-16,6 4-10 0,-7-4-12 0,7 0-16 0,-7 0-19 0,7-4-28 16,-6-4-32-16,6 2-44 0,0-6-50 0,0 1-63 0,0-3-70 0,0-1-58 15,0-4-50-15,0-3-38 0,0 0-34 0,0 0-12 0,0 0 2 16,0 0 11-16,6-3 15 0,-6 3 26 0,0-4 30 0,7 1 44 0,-7-1 48 15,0 0 63-15,0 4 112 0</inkml:trace>
  <inkml:trace contextRef="#ctx0" brushRef="#br0" timeOffset="5649.28">1804 11042 9 0,'-7'6'154'0,"-6"-6"14"16,7 5 16-16,-8-2 16 0,8-3 18 0,-7 0 18 0,0-3 16 0,0 3 18 15,-1-5 14-15,2 2-15 0,-1 0-32 0,0-5-22 0,0 4-19 16,-1-3-10-16,2-4-8 0,-2 4-10 0,2-4-13 0,-1-1-15 0,-1 2-16 16,2-5-14-16,-2 1-16 0,2-5-13 0,-2 1-15 0,1-1-8 15,7 1-6-15,-7-4-7 0,0 0-7 0,0-4-6 0,6 1-2 0,1-5 1 16,-7 5 4-16,7-4 12 0,-2-1 16 0,8-2 9 0,-6 2 8 0,6-3 4 16,0 0 4-16,0 0 5 0,0 1 3 0,6-2 2 0,2-2-1 0,-2-1 0 15,0 4 0-15,1 0-3 0,6-4-1 0,0 5-12 0,0-2-17 16,0 5-10-16,6-4-9 0,1 4-4 0,0 3-6 0,-1-3-4 0,7 3-3 15,0 1-3-15,-6 3 0 0,13 0-4 0,-7 0-3 0,-1 4-2 0,7-1-4 16,2 1-1-16,-2 3-2 0,-6 0-2 0,7 1-1 0,0 3-2 16,-1 0 0-16,-7 4-1 0,9-1 0 0,-9 5-1 0,8-1 1 0,-7 0 0 15,0 4 1-15,0 0 1 0,-6 4 0 0,5 0 2 0,2 3-1 0,-8-3 1 16,1 7 2-16,-1-1 3 0,1 1 1 0,-1 0 3 0,-5 4 3 16,-2 3 4-16,8 0 4 0,-14 4 4 0,8 4 5 0,-8-4 3 15,1 4 2-15,-1 3 2 0,0 1 4 0,-6 3 2 0,8 0 2 0,-8-4 0 16,-8 8 2-16,8-4 0 0,-6-1 1 0,0 5 1 0,-1-4-2 15,1 0-1-15,-1 4-2 0,-6-4-2 0,1-1 0 0,4-2-4 0,-11 3-2 16,6-4-2-16,0 0-3 0,0 1-2 0,-6-4-3 0,5-5-3 16,-5 5-4-16,-1-8-4 0,8 4-4 0,-8-7-5 0,0-1-4 0,7 2-6 15,-7-9-7-15,8 4-8 0,-8-4-8 0,1-3-12 0,5-1-13 0,-5-3-12 16,6 0-14-16,0-3-19 0,-7 3-24 0,8-8-37 0,-8 5-46 16,0-5-59-16,7 5-67 0,-7-4-49 0,1-1-42 0,0 0-34 0,-1 1-30 15,1 3-18-15,-1-3-9 0,1 4 0 0,-1-1 6 0,6 0 17 16,2 1 21-16,-1-1 38 0,6 0 46 0,-6 4 60 0,13-7 66 0</inkml:trace>
  <inkml:trace contextRef="#ctx0" brushRef="#br0" timeOffset="6282.62">3060 10104 0 0,'7'0'116'0,"0"-4"55"0,-1 4 9 0,-6 0 10 16,6 0 11-16,-6 4 20 0,7-4 23 0,-7 0 27 0,0 3 28 15,7 1 8-15,-7-4-1 0,6 4-2 0,-6 3-2 0,7-4 2 16,-7 5 6-16,6-1 3 0,0 4 4 0,1 0 0 0,0 4-4 0,-1-1-10 16,-6 5-15-16,6-1-19 0,-6 4-21 0,8 0-19 0,-8 0-18 15,0 3-27-15,-8 5-30 0,8-5-24 0,-6 5-20 0,0-1-12 0,-1-3-9 16,7 3-8-16,-7-3-7 0,1-4-8 0,0 3-7 0,-1-6-8 15,1-1-7-15,6 1-7 0,-7-8-6 0,7 0-5 0,0-4-6 0,-7-4-6 16,7 1-4-16,0-4-4 0,0 0-4 0,7 0-2 0,-7-7-2 16,7 0-3-16,-1-4-2 0,1 0-1 0,-1-8-1 0,7 1-4 0,0-8-3 15,1 1-3-15,-2-5-3 0,1 1-2 0,7-4 0 0,-8 0-1 16,2 3 1-16,-1-3-1 0,0 4 2 0,0 4-1 0,0 3 1 0,-6 0 2 16,-1 4 2-16,0 3 2 0,1 4 4 0,0 0 2 0,-7 4 2 15,6 3 1-15,-6 0 1 0,0 0-1 0,0 4 0 0,0 4-1 0,6 0 1 16,-6 0 1-16,0-1 1 0,0 4 1 0,0 1-1 0,0 3 3 15,0 4 1-15,0-5 5 0,0 9 4 0,0-5 4 0,0 8 6 0,0-4 4 16,-6 4 3-16,6 1 3 0,0-2 2 0,-6 2 0 0,6-1 0 16,0-4 0-16,0 0-2 0,0-3-2 0,0 0-1 0,0-4-4 15,0 0-2-15,6-4-4 0,0 0-2 0,1-4-3 0,-1 2-4 0,1-5-2 16,0-5-1-16,5 2 0 0,2 0 0 0,-1-5 0 0,0-3 2 0,0 0 0 16,7 0 1-16,-8-7 0 0,8 3-1 0,-7 0 0 0,7-3 0 15,-1 0-1-15,-6 3 0 0,0-3 0 0,7 7-2 0,-14-3 1 16,8 3 0-16,-2-1-1 0,-6 5 0 0,1 0 0 0,0-1-1 0,6 5 2 15,-13 3 1-15,6-4 3 0,0 4 4 0,2 4 4 0,-2-4 5 16,0 3 3-16,-6 1 2 0,6 0 6 0,1 3 7 0,0-4 6 0,-7 8 6 16,6-3 4-16,1 3 3 0,-7 0-31 0,6 0-25 0,-6 3 0 15,7 1 0-15,-7 0 0 0,0 0 0 0,7 3 0 0,-7 0 0 16,0-3 0-16,0 3 0 0,0 1 0 0,0-2 0 0,0-2 0 0,0 4 0 16,0-5 0-16,0-3 0 0,0 4 0 0,0-4-1 0,0 0-180 15,0-3-40-15,0-1-56 0,0-3-66 0,6-1-68 0,-6 1-72 16,0-4-55-16,0 0-46 0,6-4-13 0,-6 1 3 0,6-5 14 0,2 1 21 15,-2-5 24-15,7-2 26 0,-7-1 38 0,8-3 40 0,-2-4 57 0,2 0 64 16</inkml:trace>
  <inkml:trace contextRef="#ctx0" brushRef="#br0" timeOffset="6583.44">4025 10290 119 0,'0'11'188'0,"0"0"15"16,0 1 15-16,0 2 23 0,-8-3 24 0,8 4 27 0,0 3 25 0,0-3 33 15,0 3 37-15,0 0 3 0,8 0-10 0,-8 5-18 0,0-5-19 16,0 0-12-16,6 4-8 0,-6-4-11 0,6 1-12 0,1-1-19 15,-7-3-24-15,7 0-23 0,6-1-26 0,-7-3-30 0,0 0-35 0,8-4-33 16,-2 1-37-16,2-5-19 0,-1 1-16 0,6-4-7 0,-6-4-5 16,7-3-4-16,-7 0-3 0,6-4-1 0,0 0-3 0,1-4 0 0,-6-3-2 15,5-1-1-15,-6 1-2 0,6-4 0 0,-5 0-2 0,-2 0-1 16,-5 0 1-16,-1 0-1 0,1 0 0 0,0 0 1 0,-7 4 1 0,0-1 3 16,0 1-1-16,-7 0 1 0,-6 4 0 0,6-5 2 0,-5 4-2 15,-8 4 0-15,7-3 0 0,-7 3-1 0,8 0-2 0,-8 0-1 16,0 4-2-16,1-1-2 0,-1 5-5 0,0 3-5 0,8-4-8 0,-8 8-14 15,7-4-18-15,0 3-25 0,0 5-28 0,-7-1-42 0,14 0-47 16,-7 4-66-16,0 0-74 0,6 0-64 0,1 0-59 0,0 0-38 0,6 3-29 16,0-3-10-16,0 0-2 0,0 0 11 0,6 1 15 0,7-5 24 15,0-3 27-15,0-1 41 0,7 1 49 0,-1-4 65 0,7-4 134 0</inkml:trace>
  <inkml:trace contextRef="#ctx0" brushRef="#br0" timeOffset="6899.65">4715 10155 0 0,'13'-4'169'0,"-6"0"134"0,-1 1 44 0,0 3 47 15,0 0 49-15,-6-4 37 0,0 4 32 0,0 0 27 0,0 0 27 16,0 0 22-16,0 0 21 0,0 0-33 0,-6 0-61 0,0 4-61 16,6-1-60-16,-6 1-46 0,-1 0-41 0,0-1-46 0,-6 1-48 0,7 0-40 15,-8 3-173-15,2 1 0 0,-2-1 0 0,8 4 0 0,-7 0 0 16,0 0 0-16,0 0 0 0,1 3 0 0,-2 1 0 0,8-4 0 16,-1 4 0-16,0-1 0 0,1 1 0 0,-1-1 0 0,7-3 0 0,0 4 0 15,0 0 0-15,7 0 0 0,-1-1 0 0,1-3 0 0,0 4 0 16,5-1 0-16,2 1 0 0,-8-3 0 0,14 2 0 0,-7-3 0 15,-1 4 0-15,2-4 0 0,-2 0 0 0,2-1 0 0,-1 5 0 0,-7-4 0 16,8 0 0-16,-8 0 0 0,0 0 0 0,0 0 0 0,2 4 0 0,-2-4 0 16,-6 0 0-16,0 3 0 0,0-3 0 0,-6 4 0 0,-2 0 0 15,2-1 0-15,0 1 0 0,-7-1 0 0,0 2 0 0,0-2 0 16,-1 1 0-16,-4-1 0 0,-2 1 0 0,0-1 0 0,1-3 0 0,-7 0 0 16,6 4 0-16,-6-8-324 0,0 4-308 0,0-3-51 0,0-4-25 15,0-1-7-15,6 1 3 0,-5-4 12 0,11 0 21 0,-6-4 28 0,7 1 37 16,1-4 48-16,12-5 52 0,-7 1 94 0,7 0 147 0</inkml:trace>
  <inkml:trace contextRef="#ctx0" brushRef="#br0" timeOffset="7466.92">5398 9679 114 0,'8'-8'172'0,"-2"1"15"15,7 0 18-15,0-1 20 0,0 1 24 0,-1 3 20 0,8-3 22 16,0 3 17-16,-1 1 17 0,1-4-17 0,0 2-29 0,5 5-5 0,-5-3 13 16,6 3 6-16,-6 0 1 0,-1 3-6 0,1-3-11 0,-1 5-14 15,1-2-15-15,0 1-16 0,-2-1-18 0,2 1-15 0,-7 0-14 0,1-1-18 16,-2 5-20-16,-5-5-27 0,6 1-30 0,-7 3-17 0,1-3-12 0,0 0-5 15,-7-1-1-15,6 5-6 0,-6-5-4 0,-6 5-4 0,6-1-2 16,-7 0-3-16,0 0-2 0,1 4-3 0,-7 0-2 0,0 0-3 16,0 4-2-16,0 0-4 0,0-4-2 0,-7 4-5 0,0 3-4 0,1-4-2 15,-1 5-1-15,2-5-3 0,-2 5 1 0,0-4-2 0,7-1 1 16,-7 1-1-16,8-4-2 0,-2 0 0 0,8 0-2 0,-1-4 0 16,1 0-1-16,6 1 1 0,0-5-1 0,0 1 0 0,6 0-1 0,1 3 2 15,6-4-1-15,-6-3 0 0,5 4 1 0,2 0 0 0,-2-4 2 0,8 3 2 16,-1-3 0-16,1 0 1 0,-7-3 0 0,7 3-2 0,0-4 1 15,-2 0-3-15,2 1-1 0,0-1-8 0,-1 1-9 0,-5-1-15 16,5-3-15-16,-6 3-25 0,0-3-26 0,1 3-40 0,-2-3-46 0,-6 3-64 16,1-3-73-16,0-1-63 0,-7 1-57 0,6 3-37 0,-6-3-29 15,-6-1-9-15,6 2 1 0,-7-2 12 0,0 0 12 0,1 1 23 16,0 0 26-16,-8 0 40 0,8-4 45 0,-7 3 65 0,0 1 126 0</inkml:trace>
  <inkml:trace contextRef="#ctx0" brushRef="#br0" timeOffset="7699.61">5718 9730 0 0,'-7'-8'39'0,"0"5"175"0,1-5 25 0,0 5 25 15,0 3 27-15,-8 0 27 0,8 0 26 0,-1 0 35 0,1 3 36 0,-1 1 33 16,0 3 30-16,1 1-22 0,0 3-46 0,0 0-36 0,-8 0-31 16,8 4-21-16,-1 3-21 0,0 0-21 0,-6 4-22 0,7 0-23 15,0 0-24-15,6 0-32 0,-7 0-34 0,0 4-33 0,7-8-31 0,0 4-19 16,0 0-14-16,7-3-9 0,0-5-7 0,-1 4-6 0,0-7-5 16,7 4-4-16,1-4-5 0,-2 0-3 0,8-4-2 0,0 0-2 0,-1 1 0 15,7-5-1-15,-6 1 0 0,5 0-2 0,1-4 1 0,1 3-5 16,-1-6-4-16,0 3-9 0,0 0-10 0,1-4-16 0,-9 0-15 0,9 4-24 15,-1-3-26-15,-6-1-39 0,-1 0-47 0,1 1-60 0,-2-1-68 16,-4 1-58-16,-1-1-53 0,0 0-44 0,-6 1-37 0,-1 3-13 16,-6-4 1-16,0 4 9 0,0-4 13 0,-6 4 20 0,-1 0 27 0,1 0 37 15,-8 0 46-15,2 4 61 0,-2-4 68 0</inkml:trace>
  <inkml:trace contextRef="#ctx0" brushRef="#br0" timeOffset="7932.84">5522 10308 153 0,'-26'16'205'0,"1"-2"23"0,5-3 22 0,0 0 20 0,7 0 19 15,1 0 14-15,-2-4 12 0,8 1 13 0,6-1 13 0,-7 0-13 16,14-3-30-16,-7 0-8 0,12-1 4 0,-4 4 0 0,4-3 0 0,8 0-7 16,-1-1-13-16,7-3-9 0,0 4-12 0,7-4-5 0,-1-4-4 15,1 4-7-15,6-3-8 0,7-5-18 0,-7 1-19 0,7 0-30 0,-1 0-35 16,1-1-26-16,5-3-20 0,-4 4-15 0,-2-4-11 0,-7 4-9 16,9-1-9-16,-9 1-12 0,1-1-12 0,-5 2-17 0,-9 1-21 0,7-1-20 15,-12 1-24-15,7 2-31 0,-15-1-34 0,8 0-44 0,-14 1-47 16,8 3-59-16,-8-4-65 0,1 1-52 0,-7-1-44 0,0 0-33 15,0 1-27-15,-7-5-14 0,1 5-6 0,-1-1 7 0,0-3 16 0,-5-1 27 16,-2 1 31-16,2 0 43 0,-2-1 46 0,-5 1 60 0,-1 0 64 16</inkml:trace>
  <inkml:trace contextRef="#ctx0" brushRef="#br0" timeOffset="8266.19">6108 10169 12 0,'-19'-3'154'0,"-7"-1"23"0,12 0 21 0,-4 4 24 16,4-3 27-16,1 3 22 0,1 0 23 0,4 3 19 0,-4-3 20 16,6 4-5-16,6 0-15 0,-8 3-1 0,8 1 6 0,0 2 9 0,8 5 8 15,-8 4-2-15,0-1-5 0,6 7-13 0,0 1-16 0,0 4-15 16,2 2-13-16,-2 1-11 0,0 4-11 0,1-1-10 0,6 5-11 0,-6 3-19 15,-7-4-24-15,6 4-23 0,0 0-20 0,0 0-13 0,-6 0-10 16,0 0-7-16,0 0-5 0,8-3-43 0,-8-1-64 0,0 0 0 16,-8-7 0-16,8-1 0 0,0 2 0 0,0-9 0 0,0-3 0 0,0-3 0 15,0-1 0-15,0-6 0 0,0-6 0 0,0 1 0 0,0-2 0 0,-6-2 0 16,0-6 0-16,6 3 0 0,-6-5 0 0,-8-2 0 0,8 1 0 16,-7-3 0-16,-7-2 0 0,8-4-77 0,-8 1-44 0,0-4-5 15,-5 3-4-15,5-6 2 0,0 2 2 0,-6-3 10 0,7 0 10 0,-1 0 13 16,1 0 16-16,-1 4 13 0,0 0 15 0,1-1 10 0,5 1 10 15,2 3 9-15,-2 0 9 0,8 8 5 0,-7-4 5 0,7 4 3 0,6 0 1 16,-7 3 2-16,14 0 3 0,-7 4 1 0,6 0 1 0,1 0 3 16,-1 0 0-16,8 0 1 0,-2 0-1 0,8 4-1 0,-7-4 0 0,7 4 1 15,6-4 0-15,-1 0-1 0,1-4-1 0,0 4-4 0,1-4-11 16,5-3-16-16,1-1-21 0,-1-2-47 0,7-1-60 0,-7-4-79 16,8 1-89-16,-7-5-77 0,6 1-71 0,-7-4-37 0,1 0-18 0,-1 0-8 15,1-4-5-15,-1 4 3 0,-6-4 5 0,7 1 14 0,-7-1 20 16,0 1 45-16,7-4 59 0,-13 2 78 0,5-2 238 0</inkml:trace>
  <inkml:trace contextRef="#ctx0" brushRef="#br0" timeOffset="9232.69">6890 9722 318 0,'0'-3'404'0,"0"3"40"0,0 0 21 0,0 0 16 0,0 0 14 15,0 0 16-15,7 0 16 0,-7-4 16 0,6 4 16 0,-6 0 0 16,6 0-8-16,2 0-75 0,4 0-108 0,1 0-79 0,0-4-67 15,0 4-30-15,1 0-15 0,4 0-9 0,2-3-8 0,0 3-12 0,-7 0-14 16,13-4-134-16,-7 4 0 0,1 0 0 0,0 0 0 0,-1 0 0 16,1 4 0-16,-8-4 0 0,8 3 0 0,-6 1 0 0,-2 0 0 0,1-1 0 15,1 1 0-15,-2 0 0 0,-6-1 0 0,8 1 0 0,-14 0 0 16,6-1 0-16,1 1 0 0,-7 0 0 0,0 0 0 0,0-1 0 16,0 1 0-16,0 0 0 0,-7-1 0 0,1 1 0 0,0 0 0 0,-2-1 0 15,2 5 0-15,-6-5 0 0,-2 5 0 0,1-1 0 0,1-3 0 16,-8 3 0-16,0-4 0 0,1 5 0 0,-1-1 0 0,0-3 0 0,1 3 0 15,-7 0 0-15,6-3-21 0,1 3-96 0,-7 1 6 0,12-5 8 16,-4 1 10-16,4 0 12 0,1-1 12 0,0 1 13 0,6-1 13 0,1-3 9 16,6 0 12-16,0 5 6 0,0-5 4 0,0 3 2 0,6 1 3 15,1-4 0-15,0 4 1 0,-1-1 0 0,1 0 0 0,5 2 1 0,-4-2 1 16,4 1 1-16,2 3 2 0,-8-3 1 0,7 3 0 0,-7-3-1 16,8 3-5-16,-8-3-6 0,6 3-11 0,-4-3-13 0,-2 3-15 0,0-3-19 15,1 3-22-15,-1-3-29 0,-6-1-33 0,0 1-38 0,0-1-41 16,0 1-49-16,0-4-52 0,0 4-38 0,0-1-30 0,-6 1-18 15,-1 0-9-15,1-4-1 0,6 3 4 0,-14 2 14 0,8-2 18 0,0 0 32 16,-7 1 38-16,0 4 49 0,0-5 52 0,-1 5 64 0,2-1 70 16,-2 0 59-16,-5 1 57 0,6-1 51 0,-6 0 47 0,5 4 41 0,-5 0 40 15,6 0 35-15,-6 0 33 0,5 4 39 0,2-1 43 0,-2 1 24 16,1 0 13-16,1 3 6 0,-2 0-1 0,8 1-5 0,-8 3-10 16,2 3-13-16,5-2-16 0,1 2-18 0,-8 4-19 0,8-3-24 0,-6 3-23 15,4 5-38-15,2-5-44 0,-7-1-30 0,7 6-22 0,-1-5-20 16,0 1-15-16,1-5-16 0,0 1-14 0,6-4-43 0,-7-4-28 0,7-3 0 15,0-1 0-15,0-2 0 0,0-6 0 0,7 2 0 0,-1-4 0 16,0-4 0-16,1-4-40 0,6 1-13 0,-6-5-3 0,5-2-5 16,2-6-3-16,5 2-1 0,-6-5-2 0,6 1 3 0,1-8 3 0,0 5 7 15,-7-5 7-15,7 4 6 0,-1-4 7 0,0 1 5 0,1-1 1 0,-1 0 5 16,1 0 3-16,0 1 3 0,-1 3 4 0,-5-4 4 0,4 4 4 16,2 1 1-16,0 2 4 0,-7-3 0 0,7 4 0 0,-1-1 0 15,1 5 0-15,-1-1 1 0,0 1 3 0,-5 3 1 0,5-1 4 0,1 2 2 16,0 6 3-16,-1-4 5 0,-6 8 7 0,6-3 4 0,-5 3 7 15,5 3 5-15,-6 1 6 0,6 4 7 0,-12-1 3 0,6 4 5 16,0 0 3-16,0 0 1 0,-6 3 1 0,5 1 1 0,-5 3-3 0,0 1-1 16,-1-5-33-16,0 9-32 0,-6-6 0 0,7 2 0 0,-7 3 0 0,7 0 0 15,-7-4 0-15,0 8 0 0,0-7 0 0,0 2 0 0,0 1 0 16,-7 0 0-16,7 0 0 0,-7-4 0 0,7 4 0 0,-6 1 0 0,6-5 0 16,-6-4 0-16,6 5 0 0,-7-5 0 0,0-3 0 0,7 4 0 15,-6-8 0-15,0 4 0 0,-1-4 0 0,1-3-133 0,-1 1-40 0,0-3-33 16,1-2-38-16,-7 0-38 0,6 0-42 0,-5-2-38 0,5-3-38 15,-6 1-25-15,0 1-16 0,-1-4-7 0,2 3 4 0,-8-3 6 16,7-1 11-16,-7-3 13 0,8 4 12 0,-8-4 24 0,1 4 28 0,-1-4 42 16,0-4 49-16,-6 4 60 0,7 0 63 0,-1-4 52 0,1 4 47 15,-1 0 39-15,0 0 33 0,2 4 32 0,-2-4 32 0,7 4 35 16,-7 3 35-16,8-3 36 0,-2 3 34 0,8 4 19 0,-1-3 11 0,1-2 1 16,-1 5-8-16,0 0 2 0,7 0 6 0,0 0 7 0,0-3 9 0,7 3-4 15,0-3-11-15,-1 3-19 0,1-4-20 0,5 4-23 0,2-4-23 16,-2 1-19-16,2 3-16 0,5-4-11 0,1 0-9 0,0 1-17 15,-1-1-21-15,1 0-23 0,-2 1-26 0,2 3-17 0,0-4-12 0,-1 0-14 16,1 4-15-16,0 0-26 0,-7-3-29 0,6 3-43 0,-6 0-47 16,1 0-55-16,-8 0-59 0,7 0-48 0,-7 0-41 0,1 3-38 15,-7-3-36-15,7 4-22 0,-7-4-12 0,0 0-1 0,0 4 7 0,-7-1 21 16,7 1 28-16,-7 3 41 0,1-3 45 0,-1 0 55 0,1 3 59 16</inkml:trace>
  <inkml:trace contextRef="#ctx0" brushRef="#br0" timeOffset="9382.86">7085 10594 66 0,'-12'8'181'0,"4"-1"15"0,-4 1 12 0,6-5 9 0,-1 5 12 0,0-5 7 15,1 1 6-15,-1 0 6 0,7-4 3 0,-6 3-19 0,6-3-32 16,6 4-27-16,-6-4-28 0,7 3-18 0,-1-3-15 0,1 4-12 16,6-4-10-16,-1 4-11 0,2-4-9 0,-1 0-9 0,0 0-7 0,0 0-10 15,0 0-12-15,6 0-27 0,-5-4-34 0,-1 4-40 0,-1-4-38 16,2 1-38-16,-2-1-34 0,2-3-39 0,-1 3-39 0,-7 1-21 16,8-5-10-16,-8 0-5 0,0 1-1 0,0 0 4 0,2-4 7 0,-2 4 18 15,0-1 26-15,-6-3 30 0,7 4 54 0</inkml:trace>
  <inkml:trace contextRef="#ctx0" brushRef="#br0" timeOffset="9532.74">7280 10448 183 0,'-6'0'223'0,"6"0"22"0,-6 3 21 0,0 1 18 16,-1 0 18-16,0 7 17 0,7-4 18 0,-6 1 20 0,-1 3 21 15,7 3-15-15,-6 0-34 0,6 1-30 0,0 0-30 0,-6 3-20 0,6 2-18 16,0-7-17-16,-8 6-15 0,8-1-17 0,0 0-15 0,0 1-19 16,-6-5-17-16,6 5-31 0,0-8-37 0,0 3-49 0,0-2-53 15,0-6-63-15,0 2-70 0,0-4-63 0,-6-1-63 0,6 1-58 0,0-4-57 16,-7 0-28-16,7 0-14 0,-7 0-6 0,1-4-4 0,6 1 10 15,-6-4 14-15,-1 2 29 0,1-1 35 0,-1-6 51 0,0 5 58 0</inkml:trace>
  <inkml:trace contextRef="#ctx0" brushRef="#br0" timeOffset="9800.04">6532 9946 147 0,'-7'0'219'0,"7"4"12"16,-6-4 7-16,6 0 5 0,0 0 2 0,0 0 9 0,0 0 14 0,0 0 15 15,0 3 18-15,0 1-16 0,6 0-31 0,-6-1-28 0,7 1-29 16,-1 3-22-16,1 1-19 0,0-1-9 0,-1 0-5 0,0 4-2 16,1 0-1-16,0 1-10 0,5-2-12 0,-5 1-21 0,-7 0-26 0,6 4-38 15,1-4-41-15,0 0-56 0,-7 0-59 0,0 0-52 0,0 0-46 16,0 0-38-16,0 0-36 0,0-4-31 0,0 4-30 0,0-3-13 0,-7 2-8 15,7-2 3-15,-7-1 7 0,1 1 19 0,-1-1 26 0,1 0 42 16,0 0 47-16,-8 1 42 0,8-1 164 0</inkml:trace>
  <inkml:trace contextRef="#ctx0" brushRef="#br0" timeOffset="10249.49">6493 10298 144 0,'0'0'158'0,"0"3"9"16,0 1 6-16,0-4 12 0,0 3 17 0,0 1 16 0,0 0 20 0,6-4 12 16,-6 3 5-16,7 2-14 0,-7-2-27 0,6 0-15 0,-6 5-12 15,7-5-2-15,-1 2 1 0,1 2 0 0,-1 0-4 0,-6 0-7 0,7 0-15 16,0 1-17-16,-7 3-19 0,6-4-17 0,-6 4-18 0,6 0-15 15,-6 0-15-15,0 0-10 0,7 0-12 0,-7 1-8 0,0-2-9 16,0 5-5-16,0-4-5 0,0 0-3 0,0-1-3 0,0 2 0 0,0-1 0 16,0 0-1-16,0 0-4 0,-7-4-1 0,7 4 0 0,0-4 0 15,0 4 2-15,0 1 0 0,0-5-1 0,-6 4 1 0,6-4-1 0,0 4 2 16,-6-4 1-16,6 4 1 0,-7 0 0 0,0-3 2 0,7 3 2 0,-6 0 1 16,-1-4 0-16,1 4-1 0,-1-4 0 0,1 5 0 0,-1-1 0 15,1-1 0-15,0-2 0 0,-8 3-3 0,8 3-1 0,-1-3 0 16,-6 0 0-16,7 0-1 0,-7 4 0 0,7-4-1 0,-8 3 1 0,8-3-1 15,-8 4 1-15,8 0 4 0,-7-4 7 0,7 4 9 0,-1-1 14 16,0-3 16-16,1 0 17 0,0 0 17 0,-1 0 16 0,7 0 13 0,0-4 10 16,0 1 8-16,0-1 7 0,0 1 7 0,0-2 7 0,7 2 6 15,-1 0 6-15,7-1 2 0,-6-3 0 0,6 3 0 0,6 0 0 16,-6 0-1-16,7 1 0 0,6-1 2 0,-1 0 5 0,2 1 4 0,-1 3 6 16,0-4-6-16,6 4-178 0,1 1 0 0,-1-6 0 0,1 6 0 15,-1-2 0-15,1 1 0 0,0 0 0 0,-1 0 0 0,1 0 0 0,0 0 0 16,0 0 0-16,-1 0 0 0,1-4 0 0,-1 4 0 0,-6-3 0 15,13-1 0-15,-13 0 0 0,7-4 0 0,-1 5 0 0,1-4 0 16,-1-4 0-16,1 4 0 0,-7-8 0 0,7 4 0 0,-7-4 0 0,0 1 0 16,-1-2 0-16,1 2 0 0,-6 0 0 0,0-5 0 0,5 1-89 15,-5 3-239-15,0-3-28 0,-1 0-48 0,1-1-55 0,0 1-56 0,-1 0-56 16,1 0-15-16,-1 3 5 0,0-3 14 0,1 3 19 0,-1-3 21 16,1 3 21-16,0 0 22 0,-1 1 22 0,1-1 38 0,0 0 48 15,-1 1 67-15,1 0 210 0</inkml:trace>
  <inkml:trace contextRef="#ctx0" brushRef="#br0" timeOffset="16350.04">10882 1934 101 0,'-6'-4'106'0,"-1"1"6"0,1-1 7 16,6 0 9-16,-6 4 8 0,-1-3 9 0,0-1 8 0,7 1-10 16,-6 3-17-16,0-4-2 0,6 0 2 0,-8 1 7 0,8 3 9 15,-6-4 9-15,6 0 8 0,-6 4 7 0,6-3 6 0,0-1 4 0,-7 4 6 0,7-4 5 16,0 4 7-16,0-3 10 0,0 3 12 0,-6 0 12 0,6 0 11 16,0 0 5-16,0 0-3 0,0 0-6 0,0 0-6 0,0 0-9 0,0 0-8 15,0 0-11-15,0 0-11 0,0 0-15 0,0 0-16 0,0 0-21 16,0 0-22-16,0 0-23 0,0 0-25 0,0 0-13 0,0 0-9 0,0 0-6 15,6 3-3-15,-6-3-2 0,7 0-1 0,-1 0 0 0,0 0 0 0,8 0 2 16,-8 0 2-16,8 0 2 0,-2 0 1 0,1 0 3 0,1 0 0 16,-2 0 3-16,8 0 0 0,-1 0 0 0,1 0 1 0,-6 0 2 0,4 0 2 15,2 0 0-15,-1 0 2 0,7 0-1 0,-6-3 0 0,0 3-2 16,6 0-1-16,-7 0-2 0,8-5 0 0,-1 5-4 0,0 0-1 0,-1-3-2 16,1 3-1-16,1 0-5 0,-1 0-1 0,0 0-5 0,0 0-1 0,-1 0-2 15,2 0-3-15,-1 0-22 0,0 0-1 0,0 0 0 0,7 3 0 16,-7-3 0-16,0 0 0 0,-1 5 0 0,9-5 0 0,-9 0 0 0,1 3 0 15,7-3 0-15,-7 4 0 0,7-4 0 0,-7 0 0 0,6 4 0 16,1-4 0-16,-7 0 0 0,6 0 0 0,1 0 0 0,-1 0 0 0,-5 3 0 16,5-3 0-16,1 0 0 0,-1 0 0 0,-6 4 0 0,7-4 0 0,-7 0 0 15,7 4 0-15,-7-4 0 0,0 0 0 0,7 3 0 0,-7-3 0 16,-1 4 0-16,1-4 0 0,7 4 0 0,-7-1 0 0,0-3 0 0,0 4 0 16,7-4 0-16,-7 3 0 0,0 1 0 0,-1-4 0 0,9 4 0 15,-9-1 0-15,1 1 0 0,1-4 0 0,-1 4 0 0,0-1 0 0,0-3 0 16,-1 4 0-16,8 0 0 0,-7-4 0 0,-6 3 0 0,6-3 0 0,0 4 0 15,1 0 0-15,-2-4 0 0,-5 3 0 0,6 1 0 0,-7 0 0 16,1-4 0-16,6 3 0 0,-6 1 0 0,-1 0 0 0,1-1 0 0,-8 1 0 16,8-4 0-16,0 3 0 0,-1 1 0 0,1 0 0 0,-8-1 0 15,8 1 0-15,-7-4 0 0,7 4 0 0,0-1 0 0,-8 2 0 0,1-5 0 16,7 3 0-16,-8-3 0 0,8 4 0 0,-6-4 0 0,-1 3 0 0,-1-3 0 16,8 0 0-16,-7 4 0 0,0-4 0 0,0 0 0 0,1 0 0 0,-2 0 0 15,2 0 0-15,-2 0 0 0,-5 0 0 0,6 0 0 0,0 0 0 16,-1 0 0-16,-4 0 0 0,4-4 0 0,2 4 0 0,-8 0 0 0,7 0 0 15,-7 0 0-15,8 0 0 0,-2-3 0 0,-5 3 0 0,6 0 0 16,-6 0 0-16,-1 0 0 0,7 0 0 0,-6 0 0 0,-1 0 0 0,0 0 0 16,8-4 0-16,-8 4 0 0,1 0 0 0,-1 0 0 0,1 0 0 0,-7 0 0 15,6 0 0-15,1 0 0 0,-7 0 0 0,6 0 0 0,-6 0 0 16,0 0 0-16,0 0 0 0,0 0 0 0,0 0 0 0,6 0 0 0,-6 0 0 16,0 0 0-16,0 0 0 0,0 0 0 0,0 0 0 0,0 0 0 15,0 0 0-15,0 0 0 0,0 0 0 0,0-3 0 0,0 3 0 0,0 0 0 16,0 0 0-16,0 0 0 0,0 0 0 0,0 0 0 0,0 0 0 0,0 0 0 15,0 0 0-15,0 0 0 0,0 0 0 0,0 0 0 0,0 0 0 16,0 0 0-16,0 0 0 0,0-5 0 0,0 5 0 0,0-3 0 0,-6-1 0 16,6 4 0-16,-6-4 0 0,-1 1 0 0,7-1 0 0,-6-3 0 15,-1 3 0-15,1-3 0 0,-7 3 0 0,7-3 0 0,-2 3 0 0,-4-3 0 16,5 0 0-16,-6 3 0 0,7-3 0 0,-7 3 0 0,6-3 0 0,-6-1 0 16,0 5 0-16,6-4 0 0,-5-1 0 0,5 5 0 0,-6-5 0 15,6 1 0-15,-5 3 0 0,4-4 0 0,-4 1 0 0,6 4 0 0,-8-1 0 16,8-3 0-16,-7 3 0 0,7-3 0 0,-8 3 0 0,8-3 0 0,0 3 0 15,-8-3 0-15,8 3 0 0,-1-3 0 0,1 3 0 0,-8-3 0 16,8 3 0-16,0 1 0 0,-1-5 0 0,0 5 0 0,1-1 0 0,0 0 0 16,6 1 0-16,-7-1 0 0,1 0 0 0,6 1 0 0,-7 3 0 0,7-4 0 15,0 4 0-15,-7-4 0 0,7 4 0 0,0 0 0 0,0 0 0 16,0 0 0-16,0 0 0 0,0 0 0 0,0 0 0 0,7 4 0 0,-7-4 0 16,0 4 0-16,7-1 0 0,-1 1 0 0,1 3 0 0,-1-3 0 15,7 3 0-15,0 1 0 0,0 2 0 0,0-2 0 0,0 3 0 0,1-4 0 16,4 4 0-16,-4 0 0 0,5-4 0 0,-5 4 0 0,4 1 0 0,2-1 0 15,-6 0 0-15,-1-4 0 0,6 4 0 0,-6 0 0 0,7 0 0 16,-7 0 0-16,-1-4 0 0,2 4 0 0,-2-4 0 0,2 4 0 0,-1 0 0 16,0-4 0-16,0 1 0 0,-1 3 0 0,-4-4 0 0,4 1 0 15,-5-1 0-15,-1 0 0 0,1-3 0 0,6 3 0 0,-7 1 0 0,1-5 0 16,0 5 0-16,-7-5 0 0,6 1 0 0,0 0 0 0,-6-1 0 0,7 1 0 16,-7-1 0-16,7 1 0 0,-7 0 0 0,0-1 0 0,0-3 0 15,0 4 0-15,0 0 0 0,0-4 0 0,0 3 0 0,-7 1 0 16,0 0 0-16,7 3 0 0,-6-3 0 0,-7 3 0 0,0 4 0 0,0-3 0 15,-7 3 0-15,0 3 0 0,1 1 0 0,-7-1 0 0,-6 1 0 0,-1 3 0 16,1 1 0-16,-1-5 0 0,-7 4 0 0,2 1 0 0,-1-1-67 0,0 1-422 16,-1-1-97-16,-5-3-58 0,6-1-35 0,7-3-8 0,-8 0 8 15,7-4 17-15,-5-3 23 0,11 0 32 0,-5-4 35 0,6-4 41 16,0-3 43-16,0-1 70 0,0-3 86 0</inkml:trace>
  <inkml:trace contextRef="#ctx0" brushRef="#br0" timeOffset="17365.59">12218 930 0 0,'0'0'115'0,"-6"0"37"16,6 0 11-16,0 0 13 0,0 0 13 0,0 0 16 0,0 0 15 0,0 0 17 15,0 0 19-15,0 0-9 0,0 0-21 0,0 0-11 0,0 0-8 0,0 0-3 16,0 0-2-16,0 0 4 0,0-3 8 0,0 3 13 0,0 0 14 15,6-4 7-15,-6 4 1 0,6 0-5 0,0 0-8 0,1-4-10 0,6 4-10 16,-6 0-8-16,5 0-9 0,2-3-8 0,-2 3-8 0,8 0-13 16,-7 0-14-16,7-4-21 0,0 4-25 0,-8 0-17 0,8 0-15 0,-1 0-9 15,1 4-7-15,0-4-3 0,-1 0-4 0,1 0-4 0,6 0-2 0,-7 0-4 16,1 0-2-16,0 0-3 0,5 0-2 0,-5 0-3 0,0 0-5 16,-1 0-2-16,1 0-4 0,-8 0-1 0,8-4-3 0,-7 4-2 0,0 0-3 15,0 0-3-15,0 0-1 0,0 0-2 0,-7-4-2 0,2 4-1 0,-2 0-1 16,0 0 0-16,1 0-1 0,-7 0-2 0,6 0 0 0,-6 0-4 0,0 0-5 15,0 0-6-15,0 0-6 0,0 0-8 0,0 0-8 0,0 0-9 16,-6 0-8-16,6 0-12 0,-7 4-12 0,7-4-14 0,-6 0-12 0,6 0-15 16,-6 4-15-16,-2-4-13 0,-4 0-9 0,5 3-9 0,0-3-11 0,-5 4-3 15,5 0-3-15,-6-1 3 0,0 1 4 0,0 0 6 0,0-1 10 16,0 1 12-16,7 0 12 0,-8-1 16 0,2 4 16 0,-2-3 13 0,8 0 14 16,-7-4 14-16,6 4 17 0,1-1 12 0,-1 1 11 0,1-4 10 0,0 3 10 15,-2 1 10-15,2-4 9 0,6 4 11 0,-6-4 10 0,6 3 13 16,0-3 15-16,-7 4 11 0,7 0 12 0,-7-4 11 0,7 4 9 0,0-1 8 15,-6 5 8-15,6-5 5 0,-6 5 4 0,6-1-1 0,-7 0 0 0,7 4-4 16,-6-3-3-16,-1 2-8 0,7 5-10 0,-7-3-7 0,1 2-7 0,6 0-7 16,-6 1-7-16,6 0-6 0,-7 0-7 0,7 3-6 0,-7-4-6 15,7 5-5-15,-6-1-4 0,6 0-4 0,0 0-5 0,0-3-2 0,-6 7-3 16,6-3-2-16,0-1-3 0,-7 0-3 0,7 0-3 0,0 1-2 0,0-1-2 16,-6 0-3-16,6 1-1 0,0-4-2 0,-7 3-1 0,7 0-2 15,0-3-1-15,-7-1-2 0,7 5-2 0,0-9-1 0,-6 6-2 0,6-2 0 16,-6-3-3-16,6 0-6 0,0 0-7 0,-8 0-8 0,8 0-9 0,-6-4-10 15,6 1-12-15,0-1-11 0,-6-3-14 0,6 3-17 0,0-4-18 16,-6 1-23-16,6 0-26 0,-7-4-27 0,7 0-26 0,-7 3-29 0,7-3-28 16,-6 0-26-16,-1-3-25 0,7 3-17 0,-6 0-14 0,0 0-5 0,-2-4-5 15,2 4 2-15,0-4 4 0,0 4 9 0,-1-3 10 0,0 3 10 16,1-4 8-16,-1 1 26 0,1 3 30 0,-1-4 32 0,0 0 32 0,1 1 27 16,0-1 24-16,0 4 18 0,-2-4 63 0</inkml:trace>
  <inkml:trace contextRef="#ctx0" brushRef="#br0" timeOffset="17649.34">12120 1641 25 0,'-7'0'111'0,"1"0"11"16,-1 0 12-16,1 0 12 0,-1 0 12 0,0 0 14 0,7 4 14 0,-6-4-2 16,0 0-8-16,0 0 0 0,6 0 6 0,-8 0 7 0,8 0 8 0,0 0 3 15,0 0 2-15,0 0-2 0,0 0-1 0,0 0-4 0,0 0-3 16,0 0-3-16,0 0 0 0,0 0 6 0,0 0 9 0,8 0 8 16,-8 0 4-16,6 0 0 0,0 3-1 0,7-3-1 0,-6 0 0 0,6 4 0 15,0-4 0-15,6 4 1 0,-5-4-3 0,5 3-2 0,1 1-6 16,0-4-15-16,-2 4-22 0,2-1-18 0,-1-3-17 0,1 4-12 0,0-4-10 15,6 4-8-15,-7-4-9 0,1 3-8 0,-1-3-8 0,7 4-7 16,-6-4-5-16,0 3-5 0,-1-3-7 0,1 4-13 0,-1-4-40 0,1 4 0 0,-1-4 0 16,-6 0 0-16,7 3 0 0,-1-3 0 0,-5 0 0 0,-2 4 0 15,2-4 0-15,-2 0 0 0,2 0 0 0,-8 4 0 0,7-4 0 16,-7 0 0-16,1 0 0 0,0 0 0 0,-1 0 0 0,-6 0-87 0,6 0-57 0,-6 0-50 16,0 0-60-16,0 0-86 0,0 0-103 0,0 0-72 0,-6 0-61 15,0 0-24-15,-1 0-8 0,0 0 6 0,1 0 13 0,-7 3 19 16,7-3 22-16,-8 4 28 0,2-4 29 0,-2 4 50 0,2-1 59 0</inkml:trace>
  <inkml:trace contextRef="#ctx0" brushRef="#br0" timeOffset="68482.78">21381 2784 57 0,'0'0'111'0,"0"4"8"0,0-4 8 0,0 0 12 16,0 0 11-16,0 0 14 0,6 0 13 0,-6 0-2 0,0 0-8 15,0 0-3-15,0 0 4 0,0 0 7 0,0 0 11 0,0 0 9 16,0 0 9-16,0 0 11 0,0 0 8 0,0 0 18 0,0 0 19 0,0 0 11 15,0 0 3-15,0 0-1 0,0 0-7 0,0 0-10 0,0 0-10 0,0-4-13 16,0 0-10-16,0 4-13 0,7-7-12 0,-7 3-11 0,7-3-14 16,-7 0-23-16,6 0-28 0,0-5-18 0,2 1-13 0,-2 0-9 15,7 0-7-15,-7-3-6 0,7-5-4 0,0 1-3 0,1 0-2 0,-8 0-2 16,13-4-2-16,-6-1-3 0,0-2 0 0,1-1-3 0,5 1-3 16,-6-1-2-16,0-4-3 0,7 5 0 0,0-4 0 0,-8-1-2 0,1 5-1 15,7-4-1-15,-8-1-2 0,8 4 0 0,-7-3 0 0,0 4 1 0,7-5 0 16,-7 4 0-16,0 1-1 0,0-1 1 0,6 1-2 0,-5 3-1 15,-2-4-1-15,2 4-1 0,-2 0-1 0,2 0-9 0,-8 0-22 0,7 4 0 16,1-4 0-16,-2 3 0 0,1-3 0 0,-6 4 0 0,6-4 0 16,-1 4 0-16,-4 0 0 0,4 3 0 0,-6-3 0 0,8 3 0 0,-8 0 0 15,1 0 0-15,-1 1 0 0,1 3 0 0,6 0 0 0,-7 0 0 16,-6 4 0-16,6-1 0 0,2 1 0 0,-8 3 0 0,6 1 0 0,-6-5 0 16,0 5 0-16,0 3 0 0,6-4 0 0,-6 1 0 0,0 3 0 0,0 0 0 15,0 0 0-15,0 0 0 0,0 0 0 0,0 0 0 0,0 0 0 16,0 0 0-16,0 0 0 0,0 3 0 0,7-3 0 0,-7 4 0 0,7-1 0 0,-7 5 0 15,6-1 0-15,1 0 0 0,-1 4 0 0,0 0 0 0,1 4 0 16,0 0 0-16,-1 3 0 0,0 0 0 0,8 4 0 0,-8 0 0 16,7 4 0-16,-7 3 0 0,8-3 0 0,-8 3 0 0,8 4 0 0,-8 0 0 15,0 4 0-15,7-1 0 0,-6 1 0 0,0 3 0 0,-1 0 0 0,6 1 0 16,-4-1 0-16,-2 4 0 0,0 0 0 0,1 0 0 0,-1 0 0 16,1-4 0-16,0 0 0 0,5 1 0 0,-12-1 0 0,7-3 0 15,6 0 0-15,-13-5 0 0,6 1 0 0,1-4 0 0,0 1 0 0,-1-1 0 16,1-4 0-16,-1-2 0 0,0 2 0 0,1-3 0 0,-7 1 0 0,7-5 0 15,-1 0 0-15,-6 0 0 0,6-3 0 0,-6 0 0 0,8-1 0 16,-8-3 0-16,0 0 0 0,6-3 0 0,-6 2 0 0,0-5 0 16,0 2 0-16,0-3 0 0,0-1 0 0,0-3 0 0,-6 0-106 0,6 0-343 15,-8 0-96-15,8-3-58 0,-6-1-43 0,0 0-10 0,-1-4 3 16,0 2 14-16,1-1 20 0,0-5 22 0,-7 5 26 0,6-4 32 16,-6 0 35-16,7 0 60 0,-8-4 74 0</inkml:trace>
  <inkml:trace contextRef="#ctx0" brushRef="#br0" timeOffset="69049.86">21589 2425 0 0,'0'7'87'0,"0"-3"63"16,-6-1 13-16,6 1 19 0,0-4 21 0,-6 4 25 0,6-4 26 0,0 4 26 16,0-4 28-16,0 0 6 0,0 0-4 0,0 0 11 0,0 0 15 0,0 0 7 15,0 0 0-15,0 0-4 0,0 0-5 0,0 0-13 0,0 0-18 16,0 0-18-16,0 0-19 0,6 0-15 0,0 0-15 0,1 0-18 0,6 3-21 15,0-3-28-15,1 4-31 0,4-4-17 0,2 3-8 0,7 1-5 16,-9-4-4-16,15 8-1 0,-7-8 2 0,0 3-1 0,7 1-3 0,-1 3-7 16,1-3-11-16,-7 0-8 0,7-1-8 0,-1 1-4 0,1 3-7 0,-7-3-41 15,6 0-15-15,-5 3 0 0,5-4 0 0,-6 1 0 0,-7 0 0 16,7 3 0-16,1-3 0 0,-7-1 0 0,-2 1 0 0,2 0 0 16,0-1 0-16,-7 1 0 0,0 0 0 0,0-4 0 0,0 3 0 0,0 1-19 15,-6-4-119-15,-1 4-46 0,0-4-53 0,1 3-73 0,-7-3-81 16,0 0-82-16,0 0-83 0,0 0-37 0,0 0-15 0,0 4 2 0,0 0 11 15,-7 0 19-15,7-4 22 0,-6 3 26 0,0-3 29 0,-1 4 46 16,1 0 51-16,-8-1 73 0,8 0 189 0</inkml:trace>
  <inkml:trace contextRef="#ctx0" brushRef="#br0" timeOffset="70399.21">22924 2491 0 0,'0'0'25'16,"0"-4"171"-16,-6 4 28 0,6 0 22 0,-6-3 19 0,-1 3 18 15,7 0 16-15,-6 0 18 0,6 0 19 0,-7-4 30 0,7 4 35 0,0 0-16 16,0 0-39-16,0 0-20 0,0 0-10 0,0 0-13 0,0 4-16 0,7-1-11 15,-1-3-9-15,1 4-10 0,-1 3-11 0,8-3-12 0,-2 0-15 0,8 3-24 16,-1-3-30-16,1 3-25 0,0 0-22 0,-1-3-16 16,7 3-14-16,0-3-12 0,0 3-11 0,0 0-11 0,-7-3-9 0,8 0-8 15,-8-1-5-15,8 5-7 0,-8-5-4 0,7 1-6 0,-6-4-4 16,-1 4-13-16,-6 0-14 0,6-4-18 0,-5 3-19 0,-2-3-27 0,2 0-28 16,-1 0-41-16,-7 0-49 0,7 0-70 0,-13 0-80 0,0 0-73 0,0 0-69 15,0 0-38-15,0 0-24 0,0 0-2 0,-7 0 6 0,1 0 12 16,-7 4 17-16,0-4 25 0,0 4 27 0,0-1 40 0,-6 0 48 0,-1 2 69 15,1 2 182-15</inkml:trace>
  <inkml:trace contextRef="#ctx0" brushRef="#br0" timeOffset="70582.67">22924 2784 141 0,'-6'4'167'0,"0"-4"8"0,6 3 9 0,0-3 17 0,0 0 19 0,6 0 25 16,0 3 26-16,-6-3 22 0,14 5 17 0,-2-5-8 0,-5 3-23 15,6-3-2-15,6 4 4 0,-5 0 4 0,6-1-1 0,-1 1-4 16,1-4-5-16,6 7-15 0,-7-3-20 0,1-1-25 0,6 1-26 0,0 0-27 15,-7-1-28-15,7 1-50 0,0 0-57 0,-6-1-86 0,5-3-95 16,2 4-87-16,-7-4-85 0,6-4-55 0,0 4-39 0,-1-3-22 0,1-5-9 16,1 5-5-16,-1-5-2 0,0 1 0 0,0 0 4 0,0 0 23 15,-7-1 32-15,7 0 58 0,-6 2 68 0</inkml:trace>
  <inkml:trace contextRef="#ctx0" brushRef="#br0" timeOffset="70965.67">24013 2487 226 0,'-8'4'261'0,"2"0"16"16,0-1 11-16,6 5 14 0,-7-1 17 0,1 0 37 0,-1 0 44 0,0 4 32 15,1 0 26-15,0 4-12 0,0 0-35 0,-2 3-44 0,2-4-52 16,-7 9-35-16,7-5-28 0,-1 0-16 0,0 4-9 0,1 0-12 0,-7 4-16 16,13-4-33-16,-7 0-43 0,1 0-30 0,6 0-25 0,-6 0-16 15,6 0-12-15,0-4-9 0,6 4-5 0,0-3-4 0,1-1-4 0,0-4-1 16,-1 1-1-16,7-4-1 0,0 4-2 0,0-7-1 0,7 2-3 0,-1-7 0 15,1 5-2-15,0-8-2 0,-2 4 0 0,9-8-3 0,-7 1 1 16,6-2-1-16,-1-1 0 0,1-1 1 0,-6-5 0 0,6 1 0 16,1 0 0-16,-9-4-1 0,9 1 1 0,-7-1-1 0,-2 0 0 0,9-3 0 15,-7 4 0-15,-8-5 1 0,8 4 2 0,0-3 0 0,-7 0 0 16,-1 3 0-16,2-3 1 0,-2 0-1 0,2 0 1 0,-1 2 0 16,-7-6 0-16,7 4 0 0,-6 0 1 0,-1 0 0 0,0-4 0 0,-6 4 0 15,0-4 1-15,0-1 0 0,0 5 2 0,-6 0-1 0,0 0 1 0,-1-1 0 16,-6 5-1-16,0-1 1 0,1 0-1 0,-8 4-1 0,-6 4-2 15,6-1-6-15,-6 5-10 0,-7-1-16 0,0 4-21 0,1 0-38 16,-1 4-47-16,-5 3-79 0,-1 0-94 0,-7 1-84 0,7 3-82 0,0 0-39 16,7 4-21-16,-8-4-9 0,7 0-4 0,8 3 5 0,-1-3 6 0,6 0 16 15,7-4 19-15,0 1 36 0,6-1 45 0,7-3 79 0,0-4 212 16</inkml:trace>
  <inkml:trace contextRef="#ctx0" brushRef="#br0" timeOffset="109182.45">1360 12023 144 0,'0'0'229'0,"0"0"17"0,0 0 10 16,-6 0 6-16,6 0 2 0,0 0 3 0,0 0 4 0,0 0 6 15,0 0 9-15,6-4-15 0,1 1-26 0,0 3-23 0,6-4-21 0,-7 4-14 16,14-4-10-16,-8 1-4 0,8 3 0 0,0-4 1 0,-1 4-1 0,7-4 1 16,-6 4 1-16,7 0-3 0,-2 0-5 0,1 0-9 0,0 0-10 15,7 4-17-15,-7-4-20 0,0 4-19 0,0-4-18 0,-7 3-11 0,7 1-8 16,1 0-3-16,-8-1 1 0,0 1-2 0,1 0 0 0,-7 3-2 16,0-3-2-16,0-1-1 0,1 4-4 0,-2-2 0 0,-5 2 0 0,-1 0 2 15,1 1 0-15,-7 3 2 0,7-4-1 0,-7 4-1 0,0 0-2 0,-7 3-1 16,0 1-1-16,1 0-1 0,-1 3-2 0,1 1-4 0,-8-1-2 0,2 0-5 15,-1 0-4-15,-7 4-4 0,7-3-2 0,-6-1-2 0,-1 4-3 16,1-5-1-16,5 3-1 0,-6-2-2 0,2 0 2 0,4 0 3 0,-5-3 4 16,5-4 4-16,2 4 5 0,-1-8 2 0,6 4 2 0,1-3 1 15,-1-5-2-15,1 1 0 0,6 0-2 0,0-1-1 0,0-3 0 0,0 0-3 16,0 0-1-16,6 0-4 0,-6 0-5 0,7 0-3 0,6-3-5 0,-6 3-2 16,5-4-4-16,2 4 1 0,5-4-1 0,1 1 1 0,-2-5 2 15,2 5-4-15,0-5-2 0,-1 4-8 0,1-3-10 0,6 0-14 0,-6-4-16 16,-1 3-20-16,1 1-19 0,-1 0-34 0,1-4-41 0,-8 4-55 15,8-1-65-15,-6-3-65 0,-1 8-69 0,-7-5-50 0,7 1-43 0,-6 3-14 16,5-3-3-16,-5 2 7 0,-7 5 14 0,7 0 18 0,-7 0 18 0,0 0 34 16,0 5 39-16,0-1 58 0,-7 3 63 0</inkml:trace>
  <inkml:trace contextRef="#ctx0" brushRef="#br0" timeOffset="109599.83">1660 12763 0 0,'-32'15'166'16,"6"0"53"-16,-7-1 21 0,7-3 25 0,6-3 28 0,-5-1 36 0,-1 0 39 15,6-3 30-15,1-4 26 0,-1 0 3 0,6-4-9 0,-5 0-32 0,6 1-44 16,-6-8-34-16,5 4-29 0,2-4-21 0,-2-4-18 0,1 0-25 0,-6-3-28 16,6-1-34-16,0-3-41 0,0-3-28 0,0-1-26 0,0-3-15 0,6-4-12 15,-5 0-9-15,-2-4-5 0,8 1-5 0,-1-5-4 0,1-3-3 0,-1 1 1 16,7-2-2-16,0-2 0 0,0 3-1 0,0-3 1 0,7 3-2 0,6-4 1 16,-1 3-1-16,2-2-1 0,-1 4 1 0,6-2 0 0,1 5 0 15,6-4 0-15,0 8 2 0,0-1-2 0,0 0 2 0,7 4 0 0,-1 4 1 16,7 0 3-16,-6 3 0 0,13 4 1 0,-8 4 0 0,1 3 1 0,7 4 1 15,-1 0-1-15,2 7 2 0,-2 1 0 0,1 3 3 0,-1 7 2 16,1 1 4-16,-1 2 5 0,-5 5 6 0,-1 3 6 0,0 4 7 16,-1 5 7-16,-5-2 5 0,-1 4 4 0,2 4 5 0,-9 0 6 0,1 4 6 15,0-1 6-15,-6 1 4 0,-1-1 3 0,1 5 4 0,-7-5 2 0,0 4 2 16,0-3 1-16,-7 4 5 0,2-5 3 0,-2 4 5 0,-6-4 4 16,0 2-55-16,-6 2-62 0,-2 0 0 0,2 1 0 0,-7-1 0 0,-7 0 0 15,8 1 0-15,-8-5 0 0,-6 4 0 0,0 1 0 0,0-4 0 16,0-1 0-16,0-3 0 0,-7 3 0 0,7-6 0 0,-6-1 0 0,-1-3 0 15,7-4 0-15,-6-4 0 0,-1 0 0 0,7-3 0 0,-7-4 0 0,7-3 0 16,-6-1 0-16,5-3 0 0,1-4 0 0,1 0 0 0,-1-4 0 16,0 4 0-16,-1-7-218 0,7 2-154 0,2-1-77 0,4-2-63 0,-5-3-58 15,5 0-29-15,8 0-17 0,0 0 3 0,0 0 14 0,6-3 19 0,0-1 22 16,0 0 25-16,6 1 26 0,0-1 43 0,7 0 48 0,0-3 74 16,0 3 99-16</inkml:trace>
  <inkml:trace contextRef="#ctx0" brushRef="#br0" timeOffset="110133.06">2780 12097 0 0,'6'3'265'0,"-6"-3"57"16,0 0 29-16,0 4 25 0,0-4 18 0,0 4 19 0,0-1 19 0,0-3 17 16,0 4 16-16,-6-4 14 0,6 3 12 0,0-3-46 0,0 4-74 15,0 0-59-15,0 3-49 0,0 1-29 0,-6 2-20 0,6 1-13 0,0 4-11 16,-6-1-11-16,6 5-13 0,-7-1-12 0,0 4-12 0,1 0-9 15,-1 4-11-15,1-1-9 0,0-2-11 0,-2 2-11 0,-4 5-13 0,6-5-10 16,-1 1-12-16,0-4-8 0,1 0-10 0,-1 0-6 0,1-4-30 0,-1 0-2 16,7-6 0-16,0-2 0 0,0 1 0 0,0-3 0 0,0-4 0 15,7-4 0-15,-1-4 0 0,1 0 0 0,6-7-12 0,0 0-9 16,-1-4-3-16,2 1-2 0,5-8-3 0,1-4 0 0,0 0 1 0,-1 1 1 16,1-5 3-16,-1 5 2 0,0-4 2 0,1 3 1 0,-7 4-1 0,1 0 3 15,4 4 1-15,-4-1 2 0,-8 8 2 0,7 0 2 0,-6 4 2 16,0 3 3-16,5 1 1 0,-6 3 1 0,2 0 1 0,-2 3 1 15,0 5 3-15,1-1 3 0,0 4 2 0,-1 0 4 0,1 0 1 0,-7 4 4 16,6-1 2-16,0 1 2 0,1 4 1 0,-7-5 1 0,7 4 1 0,-7 1 0 16,6-5-1-16,0 4-1 0,-6-3-1 0,7 0-3 0,0-1-3 15,-7 1-2-15,6-4-3 0,1 0-2 0,-1-3-2 0,7-1-2 0,-6 0 0 16,-1-3-1-16,8 0-2 0,-2-4-1 0,1-4 0 0,0 0 0 16,0-3-1-16,7-4 0 0,-7 0-1 0,6 0-1 0,1-4-1 15,-1-3 1-15,-5 3 0 0,5-3 0 0,-6 3-1 0,0 1-1 0,1-1 1 16,-2 4 0-16,1 0 0 0,-6 0-1 0,-1 3 1 0,1 1 1 15,-1 3 0-15,0 1 2 0,2 3 2 0,-8 0 1 0,6 0 4 0,-6 3 2 16,6 1 4-16,-6 0 4 0,0 4 2 0,7-1 2 0,-7 0 2 16,6-1 1-16,-6 10 1 0,0-5-8 0,0 0-15 0,0 4 0 15,0 0 0-15,0-1 0 0,0 0 0 0,0 1-7 0,0 0-74 0,0 0-40 16,7-4-44-16,-7 0-69 0,0-4-80 0,6 4-78 0,-6-8-78 16,7 1-58-16,-1-4-51 0,1 0-20 0,6-4-8 0,0 1 6 15,0-4 15-15,0-4 24 0,0 0 26 0,0-4 37 0,1 0 43 0,-2-3 64 16,1-1 81-16</inkml:trace>
  <inkml:trace contextRef="#ctx0" brushRef="#br0" timeOffset="110416.52">3757 12254 182 0,'0'0'273'0,"0"4"32"0,-6-1 25 0,6 1 31 0,-6 0 35 0,6 3 27 15,0 0 27-15,-8 1 19 0,8 2 17 0,0 1-11 0,0 0-26 16,0 4-43-16,8 0-52 0,-8 3-38 0,0 1-30 0,6-1-21 0,0 4-16 16,1-4-26-16,-1 4-30 0,1 0-24 0,6-3-25 0,-7-1-18 15,8 0-16-15,-8 1-14 0,7-5-11 0,0-3-12 0,0 3-10 16,0-6-11-16,0 0-12 0,7-5-9 0,-7-3-9 0,7 0-7 0,-8-3-3 15,8-5-3-15,-1 0-2 0,-5-2 0 0,-2-5 1 0,2 1-1 16,5-5-1-16,-12 1 0 0,6 0-1 0,-7-1 2 0,0 1 3 0,1-1 3 16,0 1 4-16,-7 0 5 0,0 3 4 0,0 1 3 0,-7-1 2 15,0 0 0-15,1 3-10 0,0-1-21 0,-7 1 0 0,-1 5 0 16,2-4 0-16,-8 4 0 0,7 0 0 0,-7-1 0 0,0 5 0 0,8-1 0 16,-8 0 0-16,1 1 0 0,5 3 0 0,2 0-98 0,-8 0-43 15,7 3-54-15,7-3-64 0,-8 0-85 0,2 4-95 0,4 0-72 0,2-1-58 16,6 1-26-16,-6 3-10 0,6-3 5 0,6-1 9 0,-6 1 18 15,6 0 22-15,2 3 27 0,4-3 33 0,2-4 51 0,-1 3 65 0</inkml:trace>
  <inkml:trace contextRef="#ctx0" brushRef="#br0" timeOffset="110715.97">4539 12122 0 0,'13'-7'319'0,"-7"0"90"0,1 3 43 0,-1 0 30 0,-6 1 23 15,7-1 22-15,-7 4 20 0,0 0 26 0,-7 0 25 0,7 0 21 16,0 4 17-16,-6-4-38 0,-1 0-68 0,1 3-94 0,0-3-107 0,-1 4-64 15,0 0-40-15,-5-1-84 0,5 1-141 0,-6 3 0 0,0-3 0 16,0 7 0-16,0-4 0 0,-1 4 0 0,2 0 0 0,-1 3 0 0,0-3 0 16,6 5 0-16,-5-2 0 0,4 4 0 0,2-3 0 0,6 3 0 15,0-3 0-15,0 3 0 0,6-3 0 0,2 3 0 0,-2 1 0 0,0-1 0 16,7 0 0-16,0 0 0 0,0 1 0 0,1-1 0 0,-2 0 0 16,1-3 0-16,0 4 0 0,0-1 0 0,-6-4 0 0,6 1 0 15,-7 4 0-15,1-5 0 0,0 1 0 0,-1-1 0 0,-6 1 0 0,0 0 0 16,0-1 0-16,-6 1 0 0,-1 0 0 0,0 3 0 0,1-4 0 15,-7 1 0-15,6 0 0 0,-6-1 0 0,0 1 0 0,-6 0 0 0,5-4 0 16,-5 4 0-16,6-4 0 0,-6-4 0 0,-1 4 0 0,0-4-72 16,1-3-284-16,-1 3-89 0,8-7-91 0,-8 4-58 0,7-8-43 0,0 0-12 15,0 1 2-15,7-5 12 0,-2-3 19 0,8-3 27 0,-6-1 32 16,12 1 37-16,-6-5 40 0,8 1 69 0,-2 3 84 0</inkml:trace>
  <inkml:trace contextRef="#ctx0" brushRef="#br0" timeOffset="111050.9">5203 11836 162 0,'0'-11'216'0,"-6"0"15"0,6 5 9 0,0-2 17 15,0 4 16-15,0 4 30 0,0 0 33 0,0 0 37 0,6 4 36 16,1-4-11-16,-7 3-39 0,13 2-27 0,-7 1-23 0,1-2-22 16,5 3-21-16,2 4-12 0,-1-3-7 0,0 3-14 0,0-1-18 0,0 1-28 15,0 4-33-15,0-3-39 0,0 2-41 0,0-3-35 0,7 0-33 16,-8 0-44-16,2 0-48 0,-1 0-66 0,0 0-72 0,0-3-59 15,7 2-55-15,-8-3-51 0,1 1-50 0,7-5-26 0,-7 5-13 0,6-5-3 16,1 1 1-16,-1 0 10 0,1-1 16 0,0 1 32 0,-1-4 41 16,7 0 58-16,0-4 66 0</inkml:trace>
  <inkml:trace contextRef="#ctx0" brushRef="#br0" timeOffset="111399.21">6011 11946 0 0,'6'-3'139'0,"1"-1"187"0,-7 0 67 0,0 1 44 0,0 3 34 15,0 0 27-15,0 0 24 0,0 0 17 0,-7 0 18 0,7 0 13 16,-6 0 14-16,-1 0-31 0,7 0-54 0,-12 3-70 0,4-3-79 0,2 4-68 15,-6 0-67-15,-2-1-43 0,1 1-34 0,-7 4-28 0,8-1-25 0,-8 0-24 16,1 0-24-16,-1 5-21 0,0-6-22 0,-6 5-22 0,7 0-21 16,-7 0-18-16,6 4-18 0,-6-4-17 0,7 0-16 0,-7 0-19 15,6 4-22-15,1-4-29 0,-7 3-35 0,6-3-39 0,1 4-38 0,-1 0-34 16,0-1-32-16,1-2-15 0,-1 1-8 0,0 3 3 0,8-2 10 16,-1-3 12-16,0 4 14 0,0-4 19 0,7 0 19 0,-2 0 33 15,2 0 37-15,0 0 46 0,-1-4 49 0,0-3 53 0,7 4 50 0,-6-5 46 16,6 1 40-16,0-1 38 0,0 1 35 0,0 0 37 0,0-4 38 15,6 2 38-15,1-2 38 0,0 5 24 0,-1-5 18 0,0 0 10 0,8 0 5 16,-1 0-1-16,6 0-4 0,0-5-10 0,1 5-15 0,0-2-21 16,6-6-27-16,0 5-31 0,0-4-35 0,6-1-35 0,-6-3-37 0,7 3-25 15,-1-2-17-15,1-1-14 0,-7 0-11 0,7 0-15 0,-7 0-19 16,0 0-22-16,0 3-23 0,1-3-34 0,-9 4-37 0,2-5-44 16,-7 5-48-16,1 4-53 0,-2-5-54 0,-6 5-48 0,2-1-49 0,-2 1-38 15,-6 3-33-15,0 0-9 0,0 0 1 0,-6 0 11 0,-2 3 17 16,-4 1 28-16,6-1 34 0,-8 2 40 0,1 1 47 0,0 1 51 0,0 5 92 15</inkml:trace>
  <inkml:trace contextRef="#ctx0" brushRef="#br0" timeOffset="111582.83">5562 12371 0 0,'-26'15'10'0,"-7"0"218"0,7 0 43 15,6-5 36-15,-6 1 32 0,13-4 26 0,-7 4 21 0,8-3 16 16,5-5 12-16,0 1 13 0,7 0 14 0,0-4-21 0,0 4-39 0,7-4-37 16,6 0-37-16,1-4-36 0,-2 4-39 0,8-4-31 0,5 0-29 15,2 1-21-15,-1-1-19 0,6-3-12 0,1-1-11 0,7 5-12 16,-2-8-14-16,1 3-14 0,0 2-14 0,1-2-12 0,-1-3-9 0,-7 4-14 15,7 3-15-15,-7-3-18 0,1 3-20 0,-7 0-33 0,0 4-39 0,-6-3-53 16,-1 3-58-16,1 0-60 0,-7 0-62 0,0 0-56 0,-6 3-53 16,-7-3-32-16,6 0-23 0,-6 0-4 0,0 4 3 0,-6 0 10 15,-1-1 15-15,1 1 29 0,-1 0 36 0,0-4 50 0,1 0 56 0,-8 3 59 16,8-6 199-16</inkml:trace>
  <inkml:trace contextRef="#ctx0" brushRef="#br0" timeOffset="111785.21">5828 12198 18 0,'-6'-7'340'0,"0"4"58"0,-1 3 42 0,7 0 24 0,-7 0 20 16,1 3 15-16,-1 2 15 0,7-3 13 0,-6-2 17 0,6 9 14 16,-6-2 15-16,-2 0-48 0,2 4-79 0,-6 4-84 0,4-1-86 0,-4 5-53 15,-1 2-36-15,-1 6-22 0,-4 2-16 0,-2 0-15 0,0 4-14 16,1 0-14-16,-7 0-15 0,6 0-43 0,1 3-48 0,-7 1 0 16,6-4 0-16,-6 0 0 0,7 0-43 0,-1-4-67 0,0 1-32 0,7-5-44 15,-7 1-49-15,8-4-65 0,-2-4-71 0,8-3-70 0,0-4-66 16,-1-4-43-16,7 0-31 0,7-7-5 0,-1 0 10 0,0-7 18 0,8 3 22 15,-2-7 26-15,2 0 26 0,5-3 40 0,1 3 47 0,0-4 64 16,-1 1 71-16</inkml:trace>
  <inkml:trace contextRef="#ctx0" brushRef="#br0" timeOffset="111932.51">5594 12745 0 0,'19'-4'34'0,"-5"0"149"0,5 4 51 0,-6 0 64 0,0 4 69 15,1 0 46-15,-2 0 35 0,1-1 25 0,0 4 18 0,6 1 1 0,-5-1-8 16,-2 1-12-16,2-1-16 0,-1 4-14 0,7 0-16 0,-8 0-35 16,8 0-41-16,0 0-58 0,-7 3-62 0,7-3-43 0,5 4-35 0,-5 0-23 15,0 0-18-15,6-1-16 0,-7 1-17 0,7-1-25 0,0 1-34 16,-6 0-36-16,5-1-39 0,1-3-51 0,-6 4-56 0,-1-4-79 15,7-3-90-15,-6 2-79 0,0-2-76 0,-7-1-47 0,7-3-36 0,-1-1-13 16,-6 1-6-16,0-4 9 0,7-4 15 0,-8 4 24 0,2-3 26 16,5-1 43-16,1 0 49 0,0-3 74 0,-1 3 85 0</inkml:trace>
  <inkml:trace contextRef="#ctx0" brushRef="#br0" timeOffset="112399.34">6597 11921 0 0,'6'-4'115'0,"1"4"148"0,-7 0 36 0,7 4 34 0,-7-2 34 0,0 7 33 16,0 2 35-16,6 4 25 0,-6-1 20 0,0 5 16 0,6 2 14 16,-6 5-34-16,0 3-57 0,7 1-49 0,-7 2-43 0,0 5-33 15,0 0-29-15,0 3-28 0,7 0-28 0,-7 0-28 0,0 1-30 0,6 3-21 16,-6-8-14-16,6 5-13 0,8-4-10 0,-8-1-7 0,7-3-8 0,1 0-6 15,-2-4-4-15,8-3-5 0,-1 0-5 0,7-5-4 0,-6-2-6 16,13-1-5-16,-7-3-3 0,0-4-6 0,7 0-16 0,-1-4-18 16,1 1 0-16,-1-8 0 0,7 3 0 0,-13-6 0 0,7 3 0 0,-1-4 0 15,-6 0 0-15,0-3-52 0,-7 0-25 0,1-1-16 0,0 1-15 0,-1 0-17 16,-5-1-16-16,-2 1-23 0,1 0-26 0,-6-5-37 0,0 5-43 16,-1 0-48-16,0-4-53 0,-6 4-38 0,0-4-32 0,0 3-31 15,0-3-29-15,0 0-7 0,0-3 3 0,0 3 10 0,-6-4 14 0,6 0 21 16,-6 1 25-16,6-5 38 0,-7 5 45 0,7-5 56 0,-7 1 62 15</inkml:trace>
  <inkml:trace contextRef="#ctx0" brushRef="#br0" timeOffset="112582.37">7138 12008 213 0,'-20'-7'286'0,"7"3"27"0,0 1 16 0,0 3 14 16,7 0 10-16,-8 0 17 0,8 3 21 0,0 1 18 0,6 0 16 0,-7-1-18 15,7 5-35-15,0-1-50 0,7 0-58 0,-1 1-49 0,-6-1-48 16,12 4-26-16,-4-3-16 0,-2 3-16 0,7-4-14 0,0 0-28 15,0 1-33-15,7-5-41 0,-8 1-44 0,8 0-41 0,-1-1-39 0,1-3-44 16,0 0-47-16,6 0-39 0,-7 0-35 0,7-3-30 0,-6 3-29 16,6-4-28-16,-7 0-27 0,1 4-7 0,6-3 2 0,-13 3 19 0,7-4 24 15,-1 4 29-15,-6 0 30 0,0 0 41 0,1 0 44 0,-8 0 37 16,0 0 97-16</inkml:trace>
  <inkml:trace contextRef="#ctx0" brushRef="#br0" timeOffset="112832.63">7528 12097 40 0,'-6'-4'154'0,"-1"4"25"0,1 0 23 0,0 4 21 0,-2-4 21 15,-4 0 20-15,-1 0 20 0,0 3 18 0,0 1 15 0,-1 0-14 16,-5-1-29-16,0 1-28 0,6 3-25 0,-7-3-21 0,0 3-17 0,1-3-18 15,-7 0-19-15,6 3-19 0,1-4-20 0,-1 1-20 0,0 3-22 16,1-3-15-16,0 0-15 0,-1-1-10 0,1 4-9 0,-1-2 5 0,0 1 13 16,1-1 16-16,-1 2 20 0,8 0 12 0,-2-3 11 0,-5 3 8 15,13-3 5-15,-8 3 2 0,8-3 4 0,6-1 1 0,-6 1 5 0,6 0 3 16,0-1 5-16,6 1-4 0,0 0-8 0,8-1-14 0,-2 1-15 16,1-4-12-16,7 4-11 0,0-1-7 0,-1 1-4 0,7-4-3 0,-6 4-1 15,6-4-3-15,-1 0-5 0,1 0-5 0,1 0-6 0,-1 0-8 16,0 0-12-16,0-4-14 0,-7 4-14 0,1-4-17 0,0 4-19 15,-1 0-25-15,-6-3-30 0,0-1-39 0,0 0-41 0,-6 1-52 0,6-1-56 16,-7 0-49-16,-6 1-46 0,7-1-37 0,-7-3-32 0,0-1-11 16,0-3 2-16,0 4 10 0,-7-5 14 0,7 2 23 0,0-1 29 0,-6-4 37 15,-1 1 42-15,7 3 51 0,-6-4 71 0</inkml:trace>
  <inkml:trace contextRef="#ctx0" brushRef="#br0" timeOffset="113116.41">7294 11906 97 0,'-14'-3'204'0,"8"-5"24"0,-6 8 23 16,5 0 26-16,0 0 26 0,7 8 32 0,-6-1 35 0,6 0 28 0,-7 4 26 15,7 4-13-15,0 0-30 0,0 3-28 0,0 0-28 0,0 4-20 16,0 3-20-16,0 1-16 0,0 4-15 0,0-1-19 0,0 0-21 16,0 4-25-16,0-4-26 0,0 4-24 0,-6 0-21 0,6 0-12 0,0-1-8 15,0 2-6-15,-6-5-7 0,6 4-8 0,-8-3-10 0,8-4-7 16,-6-1-7-16,6-3-7 0,0 0-6 0,-6-4-6 0,6-3-8 0,-7-4-5 16,7 0-4-16,0 0-7 0,-7-7-5 0,7 3-2 0,-6-3-3 15,0-1-2-15,-1-3-1 0,1 0-2 0,-1 4 1 0,0-4-1 0,1 0-1 16,-7-4-1-16,6 4-1 0,-5 0 0 0,5-3-1 0,0-1-1 15,-6 4-1-15,7-4-3 0,0 1-3 0,6-1-3 0,-8 1-2 0,8-1-1 16,0 0-3-16,8-4 0 0,-8 5-2 0,6-5-4 0,7 2-8 16,0-2-11-16,0-3-16 0,7 0-24 0,-8 0-28 0,8 0-49 15,6-4-58-15,-7 1-64 0,8-1-63 0,-1 1-60 0,0-1-57 0,7-4-27 16,-7 1-13-16,0 3-1 0,6-3 4 0,-6 4 11 0,7-5 14 0,-8 5 25 16,2-1 30-16,5-4 52 0,-6 5 63 0</inkml:trace>
  <inkml:trace contextRef="#ctx0" brushRef="#br0" timeOffset="113716.02">8010 12027 21 0,'0'-4'335'0,"6"-3"57"0,-6 3 40 0,0 4 28 16,0-4 22-16,0 4 19 0,-6 0 17 0,0 0 16 0,6 0 14 0,-6 0 16 15,-2 0 12-15,-4 0-50 0,5 0-85 0,1 4-86 0,-8-4-90 16,8 4-56-16,-6-4-38 0,-2 3-27 0,1 1-23 0,0 0-19 16,0-1-17-16,0 1-16 0,-6 0-16 0,5 3-15 0,1-4-16 0,-6 5-17 15,6 0-18-15,-7-1-16 0,1 0-15 0,5 4-14 0,-4 0-14 16,4-3-13-16,1 2-11 0,-7 1-12 0,14 1-12 0,-7-2-11 0,0 1-11 15,7 0-13-15,-1 1-14 0,0-1-15 0,1 0-14 0,6-1-9 16,0 1-8-16,0-3 0 0,0 3 5 0,0 0 8 0,6 0 10 0,-6 3 12 16,7-3 12-16,0 0 12 0,-1 0 12 0,-6 4 15 0,6-4 16 15,1 4 23-15,0-4 25 0,-1 3 32 0,-6 1 32 0,6-1 31 0,-6 5 30 16,7-5 23-16,0 5 20 0,-7-1 16 0,0-3 12 0,0 7 9 16,0-4 11-16,0 0 7 0,0 1 8 0,0 3 4 0,0-4 6 0,-7 1-4 15,0 2-9-15,7-2-15 0,-6-1-18 0,0-3-18 0,-1 3-18 16,7-4-13-16,-7 5-12 0,1-8-10 0,0 4-9 0,6-4-8 15,-7 0-7-15,7-4-7 0,-7 0-7 0,7 1-6 0,0-5-7 0,0 1-5 16,0-1-6-16,0-3-3 0,7 0-5 0,0-3-3 0,-1-1-5 0,0-3-3 16,8 0-3-16,-8-1-4 0,14-3-3 0,-7 0-3 0,7-3-2 15,-2-1-3-15,2-4-2 0,-1 5-1 0,1-4-1 0,6-1-1 16,-6-3 0-16,-1 4 0 0,7 0 2 0,-6-1 2 0,-1 1 1 0,-5-4 1 16,5 7 4-16,-6-3 0 0,6 0 2 0,-11 3-3 0,4 1-4 15,2-1-12-15,-8 0-14 0,7 4-16 0,-7 0-17 0,1 0-16 16,0 4-15-16,-7-4-15 0,6 4-14 0,-6 3-18 0,6-3-21 0,-6 3-20 15,0 4-18-15,0-4-13 0,0 4-8 0,-6 0 6 0,6 0 11 16,-6 0 17-16,6 0 18 0,-7 4 18 0,0 0 18 0,1 3 22 0,-1-3 23 16,7 3 33-16,-12 1 37 0,4-2 47 0,2 2 47 0,0 3 45 15,6 0 41-15,-6 0 35 0,-2 0 30 0,2 4 32 0,0-1 28 0,6 1 22 16,-7 3 16-16,7 0 11 0,-6 1 6 0,6-1-2 0,0 4-5 16,-7 4-13-16,7-1-17 0,0 1-15 0,0-1-16 0,-7 5-17 15,7 3-16-15,0-4-21 0,0 8-24 0,0-4-17 0,0 4-16 0,0-1-14 16,0 4-11-16,0 0-12 0,0 1-11 0,0-1-10 0,0 0-11 15,-6 1-9-15,6-1-11 0,0 4-12 0,0-7-13 0,0 0-18 0,-6-1-18 16,6-3-21-16,0 0-24 0,-6-4-29 0,6-3-34 0,0-4-54 16,-8 0-64-16,8-4-74 0,-6 0-78 0,0-3-65 0,6 0-54 0,-7-1-24 15,7-6-10-15,-6-1 5 0,-1 1 9 0,7-5 17 0,0-3 19 16,0 0 28-16,-7-3 32 0,7-1 54 0,0-3 63 0</inkml:trace>
  <inkml:trace contextRef="#ctx0" brushRef="#br0" timeOffset="127949.69">15507 4078 0 0,'0'-4'1'0,"0"-4"112"0,-7 1 9 15,7 0 10-15,0 3 11 0,-7-3 19 0,7-1 21 0,0 5 27 16,-6-1 31-16,6 0 8 0,0 0-2 0,-6 4 14 0,6-3 20 0,0 3 13 16,-8-5 13-16,8 5 3 0,0 0 2 0,0 0-5 0,0 0-6 15,0 0-14-15,0 0-18 0,0 0-24 0,0 0-30 0,0 0-28 0,0 0-28 16,0 0-27-16,0 5-27 0,0-2-21 0,8-3-14 0,-8 4-8 15,6 0-5-15,7 0 3 0,-6 3 3 0,6 1 3 0,-1-1 4 16,2 0 5-16,5 4 4 0,1 4 2 0,0-1 4 0,-2 1 0 0,9 3 0 16,-1 0-1-16,0 5 2 0,7-1-3 0,-7 3-2 0,6 1-6 15,1-1-7-15,-1 4-6 0,1 1-7 0,-7 3-5 0,6-4-8 0,1 4-4 16,0 0-6-16,-7 4-4 0,6-4-3 0,-6 0-5 0,7 4-4 16,-7-5-5-16,-1 1-2 0,-5 0-2 0,6-4-1 0,1 5-1 15,-8-5 0-15,0-4-1 0,1 1 0 0,-7-4-3 0,7 3-2 0,-8-6-8 16,2 0-10-16,-1-1-13 0,-7 1-13 0,0-5-18 0,8-3-16 15,-14 3-23-15,6-7-24 0,0 5-39 0,-6-5-49 0,0 1-66 0,0-1-77 16,0-4-62-16,0-3-57 0,0 0-33 0,-6 0-22 0,6 0-3 16,-6 0 7-16,0-3 13 0,-2-1 14 0,2-4 22 0,0 2 23 0,-1-2 39 15,1 0 49-15,6-6 65 0,-7 3 128 0</inkml:trace>
  <inkml:trace contextRef="#ctx0" brushRef="#br0" timeOffset="128266.27">16613 4095 0 0,'8'-10'141'0,"-2"-1"40"0,-6 3 29 0,6-3 31 0,-6 8 33 15,0-1 30-15,-6 1 32 0,0-1 31 0,6 4 34 0,-8 0-3 16,2 4-21-16,-7-1-15 0,7 4-12 0,-8-3-12 0,-4 7-12 0,-2 0-18 15,0 0-21-15,-6 7-25 0,-7 0-25 0,0 1-24 0,-5 7-24 16,-1-1-25-16,-7 5-24 0,-6-1-15 0,0 7-11 0,0 1-7 16,-7 3-4-16,0 1-7 0,1-1-5 0,0 4-9 0,-1 0-8 0,0-1-7 15,1 2-8-15,5-5-12 0,2 0-15 0,5 1-22 0,1-5-29 16,-2-3-29-16,15-4-32 0,-1 1-53 0,1-8-64 0,12 0-82 0,-6-4-87 16,13 0-74-16,1-7-65 0,4 0-33 0,2-3-16 0,0-1-3 15,6-3 4-15,0-4 13 0,0 0 18 0,0-4 22 0,6 0 26 0,0-3 48 16,-6 0 59-16,8-4 77 0,-2 0 265 0</inkml:trace>
  <inkml:trace contextRef="#ctx0" brushRef="#br0" timeOffset="141349.67">18242 3363 94 0,'-13'-7'127'0,"-1"-4"4"0,8 0 5 0,-7 0 9 16,0-4 13-16,7 4 13 0,-7-4 17 0,-1 0 9 0,8-3 6 15,0 0-10-15,-7 0-20 0,6-1-2 0,1-3 7 0,-1 0 8 0,1 0 9 16,-1-4 11-16,7 5 10 0,-7-5 7 0,7-4 7 0,0 5-1 16,-6-4-3-16,12 3-11 0,-6-3-14 0,0 0-14 0,7-1-13 0,0 1-13 15,-1 0-13-15,1-1-10 0,-1 1-11 0,7-1-10 0,-6 1-16 0,5 0-14 16,2 0-17-16,-1 0-13 0,0-1-11 0,0 1-6 0,7-4-7 15,-8 4-3-15,8-1-4 0,-1 1-3 0,1 0-2 0,0-1-1 16,5 1-2-16,1 4 0 0,1-1-3 0,-1 0 0 0,0 0-1 0,6 5-2 16,-5-1 0-16,5-1-2 0,1 5 0 0,-1 0 0 0,7 3-2 15,-7 4 1-15,8 0 0 0,-7 0 0 0,6 8-2 0,-1-1 0 0,1 4 0 16,1 0 0-16,-1 0 0 0,6 7 0 0,-5 1-1 0,-1-1 1 16,-1 4-1-16,8 0 0 0,-7 3 0 0,0 1 0 0,7 3-1 0,-7 5 0 15,0-5-1-15,1 7 0 0,-2 1-1 0,1 3 0 0,0 0 0 0,-6 5 0 16,6 2 0-16,-12 1-2 0,5 3 0 0,-7 1 0 0,1-1-1 15,-6 4 1-15,0 0 1 0,-7-4-1 0,-1 4 1 0,2-3 1 0,-8 2 0 16,-6-3 2-16,7-3 1 0,-7 4 3 0,-7-5 6 0,7 1 7 16,-6-4 8-16,-8 0 7 0,2 0 6 0,-1 0 8 0,0-4 7 0,-7 0 7 15,7-3 6-15,-7 0 7 0,-5-1 6 0,5-3 4 0,0 0 2 16,-6 0-1-16,1-3-2 0,-1-1-5 0,-7-4-5 0,7 5-6 16,-7-2-8-16,1-1-6 0,-8-2-7 0,1 1-8 0,0 0-7 0,1-1-8 15,-8-3-8-15,0 4-9 0,-6-4-12 0,0 3-15 0,0-2-14 0,0-1-15 16,-7-4-13-16,7 0-14 0,-7 0-13 0,1-3-12 0,6 0-14 15,-7-1-15-15,0-6-15 0,7 3-28 0,1-4-35 0,-2 0-31 16,1-3-32-16,7 0-29 0,-8 0-31 0,8-4-24 0,-1-1-21 0,7 2-19 16,0-1-17-16,0-4-18 0,0 4-19 0,6-3-1 0,1-2 8 15,6 3 25-15,-1-6 34 0,1 0 35 0,7 1 39 0,-1 0 40 16,8 0 43-16,-8-4 37 0,14-4 133 0</inkml:trace>
  <inkml:trace contextRef="#ctx0" brushRef="#br0" timeOffset="142982.89">22456 4078 0 0,'0'-4'8'0,"6"4"123"15,1-4 3-15,-7 4 7 0,6 0 8 0,1 0 10 0,-7 0 14 16,6 0 18-16,0 0 23 0,2 4 8 0,-2 0 1 0,0-4 1 16,7 7 0-16,-6-4 11 0,6 4 17 0,0 1 16 0,-6-1 19 0,5 0 9 15,2 4 5-15,-2 0-1 0,1 4-5 0,1-1-12 0,-2 2-16 0,2 2-18 16,5 0-19-16,-6 0-19 0,0 4-20 0,7 4-22 0,-8-1-24 16,2 1-20-16,-1 4-17 0,-1-1-13 0,8 4-8 0,-6 0-6 15,-2 4-7-15,1 0-5 0,-6-1-7 0,6 4-5 0,-7 0-6 0,8 4-6 16,-8 0-8-16,0 0-5 0,1 0-6 0,-7 4-4 0,7-4-3 15,-7 3-3-15,0-3-4 0,0 0-2 0,0-3 0 0,0 2-1 0,0-2 2 16,0-4 0-16,-7-1 0 0,7 1 2 0,0 0 1 0,-7-5 0 16,7-2 1-16,-6-1-1 0,6 1 2 0,-6-5 1 0,6 1 0 15,-7-1 2-15,7-3 0 0,-7 0-1 0,7-4 1 0,-6 1-2 0,6-4 0 16,-6 3-1-16,6-7 0 0,-7 3 0 0,7-3-1 0,-7 0-2 16,7 0-2-16,-6 0 0 0,6 0-2 0,-7-3-2 0,7-1 0 0,0-4-3 15,0 5 0-15,-6-5 0 0,6 2-2 0,0-2 1 0,-6-3 0 16,6 4-2-16,0-4 1 0,0 0-1 0,-7 0 0 0,7 0-1 15,-7 0 0-15,7-4-1 0,-6 4 0 0,0-3-1 0,-2-2 0 0,8 2-2 16,-6-5-1-16,0 1-1 0,-1 0-2 0,1 0-2 0,-1-4-4 16,0 0 0-16,1 0-1 0,-6 0-2 0,4-4 0 0,2 1-1 0,-7-1 0 15,7-3-1-15,-8-1 2 0,8 1-1 0,-6-1 1 0,4-2 1 16,-4-1 3-16,5 3 2 0,-6-3 2 0,6 1 2 0,-5-2 1 0,5 5 0 16,-6-4 4-16,7 4 0 0,-1-1 0 0,-6 1 2 0,6-1 1 15,1 2 0-15,-7 2 1 0,6 4 0 0,1-4 1 0,0 4 1 0,6 4-1 16,-8-4 1-16,8 4 2 0,-6 3 0 0,6 0-1 0,0 1 0 15,-6 3 1-15,6 0 0 0,0 0-1 0,0 0 1 0,6 0 0 0,-6 3 1 16,0 1 3-16,6 3 1 0,-6 1 3 0,8-1 2 0,-2 4 1 16,0 0 3-16,7 3 1 0,-6 5 1 0,6-1 3 0,-7 1 0 15,8 2 2-15,-2 1 0 0,2 4 0 0,-8-1 0 0,7 5-2 0,0-4-2 16,0 3-2-16,1 0-3 0,-2-3-2 0,1 3-2 0,0 1-1 0,0-5-1 16,1 1-4-16,-8-1 0 0,6 1-2 0,2-4 0 0,-1 4-1 15,-7-4-1-15,8 0 0 0,-2 0 0 0,-5-4 1 0,6 4 1 16,-7-4 0-16,7 1 1 0,-6-5 0 0,0 5 0 0,5-9 1 0,-5 5 0 15,6-4-1-15,-7-4 1 0,8 4 1 0,-8-3-1 0,7-5 0 16,-7 5-1-16,8-5 0 0,-2-3-2 0,2 0-1 0,-8 0-10 0,13-3-10 16,-5-1-23-16,-2-3-26 0,8-4-40 0,0-4-45 0,-1 0-74 15,1-3-87-15,6-4-84 0,0 0-84 0,0-7-51 0,0 3-38 0,6-3-18 16,1-4-8-16,-1 0 2 0,1 0 10 0,0 0 20 16,0 0 25-16,6 0 40 0,0 4 46 0,-7-4 72 0,7 4 88 0</inkml:trace>
  <inkml:trace contextRef="#ctx0" brushRef="#br0" timeOffset="149532.34">25634 1971 28 0,'0'-4'149'0,"-7"0"12"0,7 1 12 0,0 3 19 0,-6-4 20 0,6 4 23 16,0 0 23-16,-6-4 22 0,6 4 22 0,0 0-13 0,0 0-30 15,0 0-4-15,0 0 11 0,0 4 7 0,0 0 7 0,0 3 3 0,0-3 0 16,0 7-8-16,0-1-10 0,0 5-13 0,0 4-12 0,-8 3-9 0,8 3-8 15,0 1-5-15,-6 7-5 0,0 4-15 0,-1 3-23 0,1 4-12 16,-1 4-10-16,-6 6-7 0,1 1-5 0,-2 8-2 0,-5-1-2 0,-1 4-5 16,0 3-7-16,1 5-10 0,-7-1-13 0,6 0-10 0,-6 0-10 15,0 5-8-15,1-5-9 0,-1 0-10 0,-1-4-53 0,1 1-2 16,6-4 0-16,-5-3 0 0,5-5 0 0,8 0-38 0,-8-6-46 0,6-5-23 16,1-3-23-16,1 1-29 0,4-9-31 0,2-3-46 0,0-1-53 15,0-5-57-15,-1-5-60 0,0 0-41 0,7-8-32 0,0 1-27 0,-6-1-24 16,6-6-4-16,0-1 6 0,0-3 14 0,0-4 20 0,0 0 26 15,0-4 30-15,0-3 45 0,0-1 54 0,0-2 58 0,6-5 62 0</inkml:trace>
  <inkml:trace contextRef="#ctx0" brushRef="#br0" timeOffset="150482.18">25601 2296 0 0,'6'0'91'0,"2"-3"5"0,-2-1 7 0,0 1 9 16,-6-1 10-16,7 0 5 0,0 1 2 0,-1-1-2 0,1 0-5 0,-7 1 1 15,6-1 2-15,0 0 5 0,1 1 5 0,-7-1 9 0,7 0 7 16,-7 1 8-16,6-1 9 0,0 0 6 0,-6 1 7 0,7-5 3 0,-7 5 4 15,7-1 6-15,-1 1 4 0,-6 3 9 0,0-4 9 0,7 0 4 16,-7 1-2-16,6 3-3 0,-6-4-6 0,0 4-8 0,0 0-8 0,0 0-10 16,0 0-7-16,0 0-9 0,0 0-6 0,0 0-11 0,0 0-10 15,0 0-13-15,0 0-15 0,0 0-10 0,0 0-7 0,0 0-6 0,-6 0-3 16,6 4-3-16,0-4-2 0,0 0-4 0,-7 0-5 0,7 0-5 16,0 3-4-16,0-3-6 0,-6 0-4 0,6 0-5 0,0 4-5 0,-7-4-3 15,7 4-3-15,-7-4-3 0,1 3-2 0,0 1-3 0,-1-1-3 0,0 1-2 16,1 3 1-16,-7 1 3 0,7-1 0 0,-8 0 3 0,2 4 1 15,-8 0 2-15,7 4 1 0,-7-1 1 0,0 2 2 0,1-2 0 16,0 1-1-16,-1 3 0 0,-6 0 1 0,0 0-2 0,6 1-1 0,-6-1-2 16,0 0-3-16,1-3-3 0,-1 4-4 0,6-1-2 0,-7-4-2 0,9 1-4 15,-2 3-1-15,0-7-4 0,1 4-1 0,-1-4-3 0,7 0-1 16,0 0-4-16,6-3-5 0,-5-1-9 0,4 0-9 0,8-4-14 0,-6 1-13 16,6 0-14-16,-6 0-15 0,6-4-15 0,0 0-14 0,0 0-12 15,6 0-10-15,-6 0-11 0,6 0-12 0,-6-4-15 0,8 4-17 16,-2-4-19-16,0 0-23 0,1-3-22 0,6 4-22 0,0-4-19 0,-7-1-16 15,8-3-8-15,-2 4-4 0,2-4 1 0,-1 0 3 0,-1 0 5 0,8 0 8 16,-6 0 14-16,-2 0 20 0,1-4 26 0,1 4 31 0,-2-3 33 16,2 3 35-16,-2 0 33 0,-5-4 31 0,6 4 22 0,0 0 18 0,-7 0 12 15,8 0 8-15,-8 0 5 0,7 0 6 0,-6 0 3 0,6 0 3 16,-7 0 7-16,0 4 6 0,1-4 9 0,6 0 11 0,-7 4 11 16,1-1 12-16,0-3 11 0,-1 3 13 0,7 1 11 0,-6-4 14 0,-1 4 11 15,7 0 10-15,-7-4 8 0,2 3 8 0,4 1 4 0,1 0 1 16,-6-1 0-16,6 1-1 0,-1 0 0 0,-4 0 1 0,4-1 2 0,2 5 2 15,-1-5 0-15,-7 5 1 0,7-1-4 0,-6 0-7 0,-1 1-4 16,7-1-6-16,-6 4-3 0,-1-4-3 0,-6 4-2 0,7 4 1 0,-1-4-4 16,1 4-7-16,-1-1-8 0,-6 5-5 0,7-2-7 0,-1 6-7 0,0-1-2 15,2 3 1-15,-2 5 1 0,-6-1 3 0,6 4 2 0,1 3-2 16,-1 1-3-16,-6 0-5 0,7 3-4 0,-1 0-3 0,1 5-3 0,-7-5-4 16,6 4-5-16,0-4-4 0,-6 4-6 0,8-3-4 0,-2-1-5 15,0 0-5-15,-6 0-5 0,7 0-3 0,0 1-4 0,-7-4-4 0,6-1-3 16,0 1-3-16,1-1-4 0,-7 1-2 0,6-4-2 0,1 0-2 15,0 0-3-15,-7-4-2 0,6 1-8 0,0-1-8 0,-6 1-10 16,7-5-12-16,0 1-13 0,-7-4-14 0,6 3-20 0,-6-3-22 0,6 0-41 16,-6 0-49-16,0-3-63 0,0-1-69 0,0 4-58 0,0-8-52 0,0 5-37 15,-6-1-30-15,6 0-8 0,-6-2 1 0,-1 2 8 16,0-4 13-16,-5 5 16 0,5-5 24 0,-6 1 39 0,0 0 50 0,0-4 61 16,0 3 70-16</inkml:trace>
  <inkml:trace contextRef="#ctx0" brushRef="#br0" timeOffset="168282.03">9091 15591 0 0,'0'0'70'0,"0"0"24"0,0 0 3 0,0 0 3 0,0 0 3 0,0 0 5 15,6 0 4-15,-6 0-6 0,0 0-14 0,0 0-5 0,8 0-3 0,-8 0 3 16,6-3 5-16,-6 3 8 0,6-4 7 0,-6 4 12 0,7-4 13 16,-7 1 13-16,6-1 13 0,1 0 11 0,-7 1 11 0,7-1 7 15,-1 4 5-15,0-4 5 0,1 1 5 0,0-1 3 0,-1 1 0 0,0-1 3 16,1 4 5-16,0-4-5 0,-1 4-6 0,1-3-10 0,5 3-8 16,-4-4-11-16,-2 4-11 0,6 0-10 0,-5-4-7 0,6 4-12 0,0 0-12 15,1 0-11-15,-8 0-12 0,6 0-12 0,2-3-11 0,5 3-10 16,-5 0-4-16,-2-4-6 0,2 4-4 0,5-4-2 0,1 4-1 0,-8-3-2 15,8-1-2-15,0 0-2 0,-1 1-4 0,1-5 1 0,0 5-2 16,5 0 2-16,-5-5-2 0,0 4 3 0,6-4 2 0,-7 1 2 16,7 3-1-16,-6-3 2 0,5 3 0 0,1-3 1 0,-6 0-1 0,6 3-1 15,1-3 2-15,-1 3-3 0,-1 1 0 0,1-1-2 0,7 0-1 0,-7-3-3 16,0 4-1-16,7-1-2 0,-1 0-2 0,-6 0-3 0,7 1-4 16,-1-1-2-16,1 4-2 0,-1-4-3 0,1 1-2 0,-1 3-3 15,1-4-1-15,-1 1-1 0,1 3-1 0,-1 0-3 0,2 0-1 0,-9 0-2 16,8 0-1-16,-7 3-1 0,6-3 1 0,-5 0 2 0,5 4 4 15,-6-4 4-15,7 3 4 0,-1-3 2 0,1 0 2 0,-1 0 2 16,1 0-1-16,7 0 1 0,-8-3 0 0,7 3 1 0,0-4-1 0,7 1 2 16,-7-1 0-16,-1 0-2 0,9 0-3 0,-2 1-3 0,1-1-3 15,-1-4-1-15,1 5-2 0,5-5 0 0,-4 1 3 0,-2 0 0 0,7-1 1 16,0 1 3-16,0 0 0 0,-6 0 1 0,6 3 1 0,6-3-1 16,-5-1 0-16,-1 1 1 0,7 3 0 0,-8-2 0 0,8 1-18 0,-7-2-2 15,7 3 0-15,-7-3 0 0,7 4 0 0,-1-1 0 0,-6 1 0 16,7-1 0-16,-7 0 0 0,7 0 0 0,0 1 0 0,-2-2 0 15,2 5 0-15,0-3 0 0,0-1 0 0,6 4 0 0,-7-3 0 0,1-2 0 16,6 2 0-16,0 3 0 0,-6-3 0 0,6 3 0 0,-7-4 0 16,7 0 0-16,0 4 0 0,1-3 0 0,0-1 0 0,-1 4 0 0,0-4 0 15,0 4 0-15,6-3 0 0,-6 3 0 0,1-4 0 0,-1 0 0 16,6 1 0-16,-6 3 0 0,0-4 0 0,0 4 0 0,8-4 0 0,-8 1 0 16,6-1 0-16,-6 4 0 0,0-4 0 0,7 4 0 0,-7-3 0 15,0 3 0-15,0-4 0 0,7 4 0 0,-6 0 0 0,-1 0 0 16,0 0 0-16,0 0 0 0,6 0 0 0,-6 0 0 0,0 0 0 0,1 4 0 15,-1-4 0-15,0 3 0 0,0-3 0 0,0 4 0 0,0-4 0 0,0 4 0 16,0-4 0-16,0 0 0 0,1 3 0 0,5-3 0 0,-6 0 0 16,7 4 0-16,-7-4 0 0,7 0 0 0,-7 0 0 0,6 0 0 15,-6 0 0-15,8 0 0 0,-2 0 0 0,0 0 0 0,2 0 0 0,-8 0 0 16,6 0 0-16,0 0 0 0,2 0 0 0,-2 0 0 0,0 0 0 16,2 0 0-16,-2 0 0 0,-6 0 0 0,6 0 0 0,2 0 0 0,-2 0 0 15,-6 0 0-15,7 4 0 0,0-4 0 0,-1 0 0 0,-6 3 0 16,7-3 0-16,-7 4 0 0,6-4 0 0,-5 4 0 0,6-4 0 0,-7 0 0 15,6 3 0-15,-6-3 0 0,6 4 0 0,-6 0 0 0,8-4 0 16,-8 3 0-16,6 1 0 0,-6-4 0 0,7 4 0 0,-7-1 0 16,7-3 0-16,-7 3 0 0,7 2 0 0,-1-5 0 0,-6 3 0 0,7 1 0 15,0-4 0-15,-7 3 0 0,6 2 0 0,1-5 0 0,-6 3 0 16,5 1 0-16,-6-4 0 0,6 4 0 0,2-4 0 0,-8 4 0 16,6-1 0-16,0 1 0 0,-5-1 0 0,6 1 0 0,-1-1 0 0,-6 1 0 15,7 0 0-15,-7-1 0 0,0 2 0 0,7-2 0 0,-7-3 0 0,7 3 0 16,-7 1 0-16,6 0 0 0,-6-4 0 0,8 3 0 0,-8-3 0 15,6 4 0-15,-6-4 0 0,0 4 0 0,0-4 0 0,7 3 0 16,-7-3 0-16,0 4 0 0,0-4 0 0,0 4 0 0,0-4 0 0,0 3 0 16,0 1 0-16,1-4 0 0,-1 4 0 0,0-1 0 0,-6 1 0 0,6-1 0 15,-6 1 0-15,0-4 0 0,6 7 0 0,-7-3 0 16,1-4 0-16,6 4 0 0,-6-1 0 0,-2 2 0 0,2-2 0 0,0 0 0 16,0 2 0-16,-1-2 0 0,1 1 0 0,0-1 0 0,-1 1 0 0,1 0 0 15,0 0 0-15,-1-1 0 0,0 1 0 0,1-1 0 0,0 1 0 16,-1 0 0-16,1-1 0 0,0 1 0 0,0 0 0 0,-1 0 0 0,1-1 0 15,-8 1 0-15,8 3 0 0,-6-3 0 0,5-1 0 0,1 1 0 16,-8 3 0-16,2-3 0 0,5-1 0 0,-5 1 0 0,6 3 0 16,-8-3 0-16,8-1 0 0,-7 1 0 0,1 4 0 0,-2-5 0 0,8 1 0 15,-7-4 0-15,1 4 0 0,-2 0 0 0,8-4 0 0,-7 3 0 16,0-3 0-16,6 5 0 0,-5-5 0 0,-1 0 0 0,-1 3 0 0,8-3 0 16,-6 0 0-16,-1 3 0 0,-1-3 0 0,2 4 0 0,-7 0 0 15,5-4 0-15,2 3 0 0,-7 1 0 0,5 0 0 0,-5-1 0 16,6 1 0-16,-6 0 0 0,6 3 0 0,-7-3 0 0,0 3 0 0,2-3 0 15,5 3 0-15,-7-4 0 0,1 5 0 0,-1-5 0 0,-6 5 0 16,7-5 0-16,-1 1 0 0,-5 3 0 0,5-3 0 0,-6 3 0 0,7-4 0 16,-7 2 0-16,0 2 0 0,7-4 0 0,-7 2 0 0,7-2 0 15,-7 1 0-15,-1 0 0 0,9-2 0 0,-9 3 0 0,1-1 0 16,0-4 0-16,-7 3 0 0,8 1 0 0,-7-1 0 0,6 1 0 0,-7-4 0 16,1 4 0-16,-1-4 0 0,1 3 0 0,-7 2 0 0,0-2 0 15,0-3 0-15,0 3 0 0,1-3 0 0,-8 4 0 0,0 0 0 0,0-1 0 16,1-3 0-16,0 4 0 0,-7-4 0 0,0 4 0 0,0-1 0 0,0-3 0 15,0 4 0-15,-7-4 0 0,7 4 0 0,-6-4 0 0,0 3 0 16,-1-3 0-16,0 0 0 0,2 4 0 0,-8-4 0 0,6 0 0 16,-6 4 0-16,0-4 0 0,6 0 0 0,-6 0 0 0,0 0 0 0,0 0 0 15,0 0 0-15,0 0 0 0,0 0 0 0,0 0 0 0,-6 0 0 16,6 0 0-16,0 0 0 0,-6 0 0 0,6 0 0 0,-8 0 0 16,2 0 0-16,0 0 0 0,-1-4 0 0,0 4 0 0,-6-4 0 0,7 1 0 15,-7 3 0-15,0-8 0 0,-7 8 0 0,7-7 0 0,1 3 0 0,-8 1 0 16,0-5 0-16,7 5 0 0,-6-5 0 0,0 1 0 0,5 3 0 15,-6-3 0-15,1 0 0 0,-1 0 0 0,8-4 0 0,-8 3 0 16,1 1 0-16,-1-1 0 0,6-3 0 0,-4 4 0 0,4-4 0 0,-5 4 0 16,5-4 0-16,2 0 0 0,-8 4 0 0,7-4 0 0,0 0 0 15,-6 0 0-15,5 3 0 0,2-3 0 0,-1 4 0 0,-7-4 0 0,6-1 0 16,2 5 0-16,-8-4 0 0,7 4 0 0,1-4 0 0,-8 0 0 16,7 4 0-16,0-4 0 0,-7 0 0 0,7 4 0 0,1-4 0 0,-2 3 0 15,-5 1 0-15,5-4 0 0,2 3 0 0,6 1 0 0,-8-4 0 16,1 4 0-16,0 0 0 0,6-4 0 0,-5 3 0 0,5 1 0 15,-6 0 0-15,7-1 0 0,-1 2 0 0,-6-2 0 0,6 0 0 0,1 1 0 16,-8 0 0-16,8 0 0 0,0 3 0 0,0 0 0 0,-2-4 0 16,2 5 0-16,0-1 0 0,-1 1 0 0,1-2 0 0,-1 2 0 15,7 3 0-15,0-3 0 0,-7 3 0 0,7 0 0 0,0-4 0 0,0 4 0 16,0 0 0-16,0 0 0 0,0 0 0 0,0 0 0 0,0 0 0 16,0 0 0-16,0 0 0 0,0 4 0 0,7-4 0 0,-7 0 0 0,7 3 0 15,-1-3 0-15,1 3 0 0,-1 2 0 0,0-2 0 0,2 4 0 16,4-2 0-16,2 2 0 0,-2 1 0 0,1-1 0 0,1 0 0 0,-2 4 0 15,8-3 0-15,-1 2 0 0,-5 1 0 0,6 0 0 0,-2-4 0 16,2 8 0-16,-1-4 0 0,1 0 0 0,0 0 0 0,6 4 0 0,-7-4 0 16,1 3 0-16,-1 1 0 0,1-4 0 0,0 4 0 0,-1-1 0 15,1 1 0-15,-1-1 0 0,-6 5 0 0,7-4 0 0,-1-1 0 16,1 1 0-16,0 0 0 0,-8-1 0 0,8 1 0 0,-7-1 0 0,7-3 0 16,-8 0 0-16,2 4 0 0,5-4 0 0,-6-1 0 0,0 2 0 0,-7-1 0 15,8-4 0-15,-1 4 0 0,-7-3 0 0,0 3 0 0,8-4 0 16,-8 0 0-16,-6-3 0 0,6 3 0 0,2 1 0 0,-8-5 0 0,0 1 0 15,6-1 0-15,-6 1 0 0,0 0 0 0,0-4 0 0,0 3 0 0,0-3 0 16,-6 4 0-16,6-4 0 0,-8 4 0 0,2-4 0 0,0 3 0 16,-8-3 0-16,2 4 0 0,-1 0 0 0,-13 0 0 0,6 3 0 0,-13-3 0 15,1 3 0-15,-7 0 0 0,0 4 0 0,-13 1 0 0,-1-2 0 16,-5 1 0-16,-7 7 0 0,0-3 0 0,-7 3 0 0,-6 5 0 0,0-1 0 16,-1-1 0-16,2 1 0 0,-8 4-446 0,6-4-122 0,-6 3-65 15,8-2-21-15,-8-1 4 0,0 3 14 0,1-3 17 0,5 0 20 0,-5 0 18 16,0 0 18-16,5 0 19 0,-6-3 22 0,7-1 26 0,-6-4 82 15,6 1 148-15</inkml:trace>
  <inkml:trace contextRef="#ctx0" brushRef="#br0" timeOffset="170932.06">10478 9733 0 0,'0'-7'27'0,"0"0"87"16,0-1 4-16,0 5 7 0,0-5 7 0,0 5 9 0,0-1 9 16,0 1 11-16,0 3 13 0,0-4-7 0,0 4-17 0,0 0-3 0,0 0 2 15,0 0 10-15,0 0 14 0,0 0 18 0,0 0 19 0,0 4 25 16,0-4 28-16,0 3 13 0,0-3 10 0,7 4 1 0,-7-1-2 15,0 5-6-15,7-5-9 0,-7 5-13 0,0-5-12 0,0 5-13 0,6 3-15 16,-6-4-17-16,0 4-18 0,7 0-26 0,-7 0-32 0,0 4-20 16,0-4-15-16,6 3-10 0,-6 1-9 0,0 0-6 0,-6 3-5 0,6-3-5 15,0 3-3-15,0 1-4 0,0-5-5 0,-7 8-3 0,7-4-3 16,0 1-2-16,-6 2-1 0,6 1-2 0,0-3 0 0,-7 3-1 16,7 4 0-16,-7-5-2 0,7 1-2 0,0 4-1 0,-6-4-2 0,6 4-1 15,0-1-1-15,-6-3 0 0,6 4 0 0,0-1 1 0,0 2 0 16,-7-2 0-16,7 1 0 0,0 3 0 0,0 0 1 0,-7-3-1 0,7 3 1 15,0 0-1-15,-6 1-1 0,6 3-1 0,0-4-1 0,-6 0-2 16,6 1-2-16,0-1-3 0,0 1-1 0,-7-1-3 0,7 0 0 0,0 0-3 16,0-3-1-16,0 4-2 0,0-1-1 0,7 0 2 0,-7 0 0 15,0-3 0-15,0 3 0 0,6-3 0 0,-6 3 1 0,0-3 0 0,6 3 2 16,-6-4 1-16,0 6 1 0,7-3 2 0,-7 1 2 0,0 1 2 16,7-2 1-16,-7 3 1 0,0-2 1 0,0 0 2 0,6 4 3 0,-6-3 0 15,0-1 1-15,6 4 0 0,-6-4-2 0,7 3-1 0,-7 3-1 16,7-7-1-16,-7 5 0 0,0 0-2 0,6 0-2 0,1 0-2 15,-7-4-1-15,6 4-1 0,-6 0-2 0,7-3-2 0,-7-1-1 0,6 4 0 16,-6-4-1-16,7 4 0 0,-1-3 1 0,-6 3-2 0,6-4 1 0,2 4-2 16,-2-4 1-16,-6 0 0 0,6 4-2 0,1 0 2 0,-7-4 0 15,6 5-2-15,1-5-1 0,-7 4 0 0,6 0 0 0,-6-4 0 16,7 4 0-16,-1 0 0 0,-6-3 0 0,6 3 0 0,2-4 0 0,-8 4 0 16,6 0 0-16,0-4 0 0,-6 4 0 0,7 0 0 0,0-4 0 15,-7 4 0-15,6 0 0 0,1-3 0 0,-7 2 0 0,6-2 0 0,0 3 0 16,-6-1 0-16,7-2 0 0,-7 3 0 0,7 0 0 0,-7 0 0 15,6 0 0-15,-6-4 0 0,6 4 0 0,-6 4 0 0,0-5 0 16,7 2 0-16,-7-1 0 0,0 0 0 0,0-1 0 0,7 2 0 16,-7-1 0-16,0-1 0 0,0 1 0 0,0 0 0 0,0 1 0 0,0-2 0 15,0 1 0-15,0 4 0 0,0-4 0 0,0 4 0 0,0-5 0 16,0 1 0-16,6 4 0 0,-6-4 0 0,0 0 0 0,0 0 0 0,0 0 0 16,0 0 0-16,0 0 0 0,7-4 0 0,-7 0 0 0,0 5 0 15,6-5 0-15,-6 0 0 0,0 0 0 0,6 5 0 0,-6-5 0 0,0 0 0 16,7 0 0-16,-7 1 0 0,7-1 0 0,-7 0 0 0,0 1 0 15,6 2 0-15,-6-2 0 0,0-1 0 0,0 1 0 0,6 2 0 0,-6-2 0 16,0 3 0-16,0-4 0 0,0 4 0 0,0-4 0 0,0 0 0 16,0 5 0-16,0-5 0 0,0 0 0 0,0 4 0 0,0-4 0 0,0 1 0 15,0-1 0-15,0 0 0 0,0 1 0 0,0-5 0 0,0 5 0 16,0 0 0-16,0-5 0 0,8 4 0 0,-8 1 0 0,0-5 0 16,0 4 0-16,0-3 0 0,6-1 0 0,-6 5 0 0,0-4 0 0,0 3 0 15,6-3 0-15,-6-1 0 0,0 1 0 0,0 0 0 0,7-4 0 0,-7 4 0 16,0-1 0-16,6-3 0 0,-6-1 0 0,0 1 0 0,7 3 0 15,-7-2 0-15,0-1 0 0,0 1 0 0,6-2 0 0,-6 1 0 16,0 0 0-16,7 0 0 0,-7 0 0 0,0 0 0 0,6 0 0 0,-6 0 0 16,0-3 0-16,6 3 0 0,-6-4 0 0,0 4 0 0,0-4 0 15,0 4 0-15,0-4 0 0,0 4 0 0,0 0 0 0,0 0 0 0,0 0 0 16,0 1 0-16,0-2 0 0,0 1 0 0,0 0 0 0,0 0 0 0,0 0 0 16,0 0 0-16,0-3 0 0,0 2 0 0,0 1 0 0,0-3 0 15,0 3 0-15,-6-4 0 0,6 4 0 0,0-4 0 0,0 0 0 16,0 1 0-16,0 3 0 0,0-4 0 0,0 1 0 0,0 2 0 0,0-2 0 0,0-1 0 15,0 0 0-15,0 1 0 0,0-1 0 0,0 0 0 0,0 1 0 16,0 3 0-16,6-4 0 0,-6 0 0 0,0 0 0 0,0 1 0 16,0-1 0-16,0 4 0 0,0-3 0 0,0-1 0 0,8 0 0 0,-8 0 0 15,0 1 0-15,0-1 0 0,0 1 0 0,0-5 0 0,0 4 0 0,0-3 0 16,6 0 0-16,-6-1 0 0,0-3 0 0,0 0 0 0,0 0 0 0,0 1 0 16,0-5 0-16,0 0 0 0,0 0 0 0,0-3 0 0,0 0 0 15,0-1 0-15,0-3 0 0,0 0-48 0,-6 0-134 0,6-3-49 0,-8-1-58 16,8-3-70-16,-6-4-76 0,0-1-59 0,6-6-52 0,-7 0-26 15,1-4-12-15,-1-4 2 0,1-3 11 0,-1-4 19 0,7 0 20 0,-6-7 27 16,0-4 30-16,6 0 48 0,-8-4 59 0,8-3 70 0,0 0 157 0</inkml:trace>
  <inkml:trace contextRef="#ctx0" brushRef="#br0" timeOffset="172316.08">10551 9686 77 0,'0'0'93'0,"0"0"7"0,0 0 7 0,0 0 0 0,0-4-2 16,0 4-2-16,0 0-4 0,0 0-1 0,0 0-4 0,0-3-2 16,6 3-1-16,-6 0 1 0,0-4 1 0,0 4 6 0,0 0 5 15,0 0 8-15,0-4 7 0,0 4 10 0,0 0 13 0,0 0 12 0,0 0 12 16,0 0 13-16,0 0 14 0,0 0 13 0,0 0 15 0,0 0 13 16,0 0 11-16,0 0 5 0,0 4 0 0,-6-4-4 0,6 0-6 0,0 4-10 15,-8-1-11-15,8 1-10 0,0 0-13 0,-6 3-12 0,6 0-10 16,-6 0-14-16,-1 4-14 0,1 0-15 0,-1 4-15 0,1 0-11 15,-7 0-7-15,6-1-4 0,-6 5-5 0,0 2-3 0,0-2-3 0,0 3-1 16,0-1 1-16,-6 6-5 0,-1-2-2 0,7 1-6 0,-7 3-6 0,0 1-3 16,2-1-4-16,-9 0-4 0,7 0-4 0,2 0-2 0,-2 1-1 15,0-1-3-15,1 0-4 0,-1 1-4 0,0-5-5 0,1 1-4 16,5-1-3-16,2-2-4 0,-1-1-1 0,0-4-4 0,0-3-1 0,7-1-2 16,-2 1-2-16,2-4-2 0,0 0-3 0,6-4-6 0,-6 1-7 15,6-5-10-15,0 1-11 0,0 0-13 0,-8-1-15 0,8-3-14 0,0 0-17 16,0 0-16-16,8 0-16 0,-8-3-26 0,6-1-27 0,0 0-44 15,-6-3-50-15,6-4-52 0,8 0-53 0,-8 0-35 0,1-4-27 0,6 1-20 16,-6-1-16-16,5-3-12 0,2-1-9 0,-8 1 4 0,7-1 12 16,0 1 21-16,0 0 27 0,1 0 42 0,-2-1 52 0,1 1 54 0,0 4 59 15</inkml:trace>
  <inkml:trace contextRef="#ctx0" brushRef="#br0" timeOffset="172865.38">10583 9708 0 0,'0'-4'40'0,"0"0"53"0,0 4 8 0,0-3 8 0,6-1 9 16,-6 1 10-16,0 3 11 0,0-4-4 0,7 0-9 0,-7 4-5 0,0-3-4 15,0 3 5-15,6-4 6 0,-6 4 9 0,0 0 12 0,0-4 9 16,0 4 10-16,0 0 7 0,0 0 8 0,0 0 11 0,6 0 13 0,-6 4 16 16,8-4 18-16,-8 0 10 0,6 0 3 0,-6 4 1 0,6-4-5 15,-6 3-7-15,7 1-11 0,-7-4-10 0,7 4-10 0,-7-1-10 0,6 1-11 16,-6-1-15-16,7-3-18 0,-1 4-21 0,-6 0-24 0,6-1-15 15,-6 1-11-15,7 3-5 0,0-3-5 0,-1 0-1 0,0 3-2 16,-6-3 0-16,7 3 2 0,0 1-2 0,-1-1-1 0,7 4-1 0,-7-4 2 16,1 4-1-16,6 0 0 0,-7 0-1 0,8 0 0 0,-8 4 0 15,7-4-1-15,0 3-1 0,0 1 0 0,1 4-1 0,-2-5-2 0,2 4-1 16,-2 1 0-16,1-1-4 0,1 0-4 0,-2 4-2 0,2-4-27 16,-2 5-29-16,8-5 0 0,-7 4 0 0,-7 0 0 0,14 0 0 15,-7 0 0-15,0-4 0 0,0 4 0 0,1-3 0 0,-2-1 0 0,1 0 0 16,0-3 0-16,0 3 0 0,7-3 0 0,-7-1 0 0,0 1 0 15,0-4 0-15,0 4 0 0,6-4 0 0,-5 3 0 0,-2-3 0 0,8 0 0 16,-7 0 0-16,1-3 0 0,-2 2 0 0,-6-2 0 0,8 3 0 16,-1-4 0-16,-7 0-171 0,1 1-44 0,0-4-69 0,-1 3-81 0,0-3-81 15,0-1-83-15,-6 1-46 0,0 0-31 0,0-1-5 0,0 1 4 16,0 0 18-16,0-1 23 0,-6 5 25 0,0-5 28 0,0 5 38 16,-1-1 43-16,0 0 69 0,-6 0 81 0</inkml:trace>
  <inkml:trace contextRef="#ctx0" brushRef="#br0" timeOffset="175515.89">8734 9847 0 0,'0'0'148'0,"-8"0"30"0,8 0 14 16,-6 4 20-16,0-4 22 0,-1 3 28 0,1 1 31 0,-1 0 37 0,0 3 40 15,1-3 7-15,0 3-9 0,-1 4-12 0,7 0-15 0,-7 0-14 16,1 4-16-16,0-1-9 0,-1 1-8 0,0 3-13 0,1 1-15 16,-1 2-24-16,7 1-25 0,-6 1-35 0,6 2-36 0,0 1-27 0,0-1-25 15,0-3-14-15,0 4-11 0,0 0-7 0,6-1-4 0,-6 1-7 16,7-4-4-16,-1 0-5 0,1 0-5 0,6 0-4 0,-7 0-2 0,8-4-1 15,-2 1-1-15,-5-5-2 0,6 4-1 0,-6-3 0 0,5 0-1 16,2 0 1-16,-1-4 1 0,0 3-1 0,-7-3 0 0,7-3 1 0,1 2 1 16,-2-2 0-16,2-1 0 0,-2-3 0 0,1 3 0 0,1-3 1 15,5-1 1-15,-6-3 0 0,0 0 1 0,0 0 1 0,6 0-2 0,-5-3 2 16,-2-5-1-16,8 5 2 0,-1-8-2 0,-5 0-1 0,6-1-1 16,-1-2-2-16,1 0-2 0,-2-5 0 0,2 1-3 0,0-4-1 15,-1 0-4-15,1 0-1 0,0-4-2 0,-1 0-2 0,1 4-1 0,-1-3-1 16,1-1-1-16,-7 1-1 0,6-4 0 0,-5 6-1 0,5-6 0 0,1 3-1 15,-8 1-1-15,2-1-1 0,5-3 2 0,1 4-2 16,-8-2-1-16,8 2 1 0,-7-1-1 0,7-3-2 0,-7 4 1 0,6-1-1 16,-5 0 0-16,-2 0-6 0,1 5-6 0,7-1-10 0,-14 3-11 0,8-3-13 15,-2 7-14-15,-5-3-19 0,0 4-20 0,5 3-26 0,-5 0-28 16,-7 3-44-16,6 1-51 0,1 0-69 0,-7 3-83 0,0 4-65 0,0 0-62 16,0 0-24-16,-7 7-6 0,7-3 5 0,-6 7 9 0,-1-4 17 15,-5 8 18-15,5-4 27 0,-6 3 28 0,7 5 42 0,-8-1 51 16,8-3 72-16,-7 7 245 0</inkml:trace>
  <inkml:trace contextRef="#ctx0" brushRef="#br0" timeOffset="177282.1">26767 16317 177 0,'0'3'195'0,"6"-3"19"16,-6 4 17-16,0-4 28 0,0 4 33 0,8-4 41 0,-8 3 47 16,6-3 26-16,0 0 17 0,1 0-16 0,-7 4-32 0,13-4-24 15,-7 0-21-15,1 0-16 0,-1 0-14 0,8 0-13 0,-8 4-11 0,7-4-23 16,-6 0-24-16,5 0-37 0,1 4-40 0,7-4-29 0,-7 3-20 15,6 1-13-15,-6-4-9 0,7 4-8 0,0-1-7 0,-1 1-5 0,7 0-4 16,-6-1-4-16,0 5-7 0,5-5-6 0,-5 1-6 0,6-1-7 16,-7 1-5-16,7 3-5 0,0-3-5 0,-6-4-6 0,7 4-6 0,-2-1-8 15,1-3-9-15,-6 0-9 0,6 0-11 0,-7 0-9 0,1 0-12 0,0-3-9 16,6 3-10-16,-13-4-12 0,6 0-11 0,-6 1-19 0,0-1-22 16,0 0-26-16,0 1-27 0,-6-4-36 0,-1 3-40 0,1-3-37 15,-1 3-36-15,-6-3-28 0,6 3-24 0,-6-3-25 0,0-1-23 0,0 1-5 16,0-1 5-16,0 1 13 0,-6 3 20 0,6-7 27 0,0 4 31 0,-6 0 42 15,6-1 46-15,-7 1 47 0,7 0 112 0</inkml:trace>
  <inkml:trace contextRef="#ctx0" brushRef="#br0" timeOffset="177615.28">27490 15899 76 0,'-7'4'204'0,"1"-4"27"0,0 3 21 0,-1 1 30 16,1-1 31-16,-1 2 44 0,0 2 49 0,1 0 35 0,0 1 28 15,-2 3-8-15,-4 3-24 0,6 1-24 0,-8 3-24 0,8 4-22 0,-7 0-17 16,-7 4-11-16,8-1-10 0,-2 5-17 0,-5 3-20 0,-1 3-36 0,0-3-42 16,8 7-27-16,-8-3-22 0,1 4-14 0,-1-1-13 0,7 0-10 15,-7 1-8-15,8-1-10 0,-2 0-108 0,2-4-2 0,-2 1 0 16,8-4 0-16,-1 0 0 0,1 0 0 0,6-7 0 0,0 0 0 0,0-4 0 15,6-1 0-15,1-6 0 0,6 0 0 0,-6-4 0 0,5 0 0 0,2-4 0 16,5-3 0-16,1-1 0 0,0-3 0 0,-2-3 0 0,9-1 0 16,-1-3 0-16,-7-4-104 0,14 3-52 0,-8-6-24 0,2 3-26 0,-1-4-42 15,0 1-48-15,-6-5-55 0,5 4-63 0,-5-3-48 0,6 3-41 16,-6-3-26-16,-7 0-16 0,7 3 2 0,-1 1 12 0,-6-5 16 0,0 4 18 0,-1 1 24 16,2-1 30-16,-1 0 44 0,0 4 51 0,-6-3 65 0,5-1 118 15</inkml:trace>
  <inkml:trace contextRef="#ctx0" brushRef="#br0" timeOffset="188682.08">10758 15353 27 0,'0'0'37'0,"0"0"-4"16,0 0-6-16,0 0-4 0,0 0-4 0,0 0-3 0,0 0-2 0,0 0-1 15,0 0-2-15,0 0-1 0,0 0-2 0,0 0-1 0,0 0-1 16,0 0-1-16,0 0-1 0,0 0 1 0,0 0-2 0,0 0 0 0,0 0-1 16,0 0 3-16,0 0 2 0,0 0 5 0,0 0 7 0,0 0 7 15,0 0 3-15,0 0 4 0,0 0 1 0,0 0 1 0,0 0 1 0,8 0 1 16,-8 0 2-16,0 0 2 0,0 0 2 0,0 0-1 0,0 0 0 16,6 0-4-16,-6 0-4 0,0 0-5 0,0 0-3 0,0 0-1 15,0 4 1-15,0-4-1 0,0 0 1 0,0 0 0 0,6 0 1 0,-6 4 0 16,0-4 0-16,0 0 1 0,0 0 2 0,0 4-1 0,0-4 1 15,0 0-1-15,0 3 0 0,0-3 0 0,0 0-2 0,7 4 0 16,-7-4 0-16,0 0-1 0,0 0 1 0,0 0-2 0,0 0 0 0,0 0 1 16,0 0-2-16,0 0 1 0,0 0-1 0,0 0 2 0,0 0-1 15,0 0 1-15,0 0 1 0,0 0-1 0,0 0 1 0,0 0 0 0,0 0-1 16,0 0 0-16,0 0-2 0,0 0-1 0,0 0-2 0,0 0-1 16,0 0-2-16,0 0-1 0,0 0-2 0,0 0-2 0,0 0-1 0,0 0 0 15,0 0-3-15,0 0 0 0,0 0-2 0,0 0 0 0,0 0-1 16,0 0-1-16,0 0 0 0,0 0-1 0,0 0 0 0,0 0 0 0,0 0 0 15,0 0-1-15,0 0 1 0,0 0-2 0,0 0 1 0,0 0-1 16,0 0-1-16,0 0 0 0,0 0 0 0,0 0 0 0,0 0 0 16,0 0 0-16,0 0-1 0,0 0 0 0,0 0 0 0,0 0 0 15,0 0 1-15,0 0-1 0,0 0-1 0,0 0 1 0,0 0-1 0,0 0 0 16,0 0 1-16,0 0-1 0,0 0 1 0,0 0-1 0,0 0 0 16,0 0 1-16,0 0 0 0,0 0-1 0,0 0 1 0,0 0 0 0,0 0 0 15,0 0 0-15,0 0 0 0,0 0-1 0,0 0-1 0,0 0-2 16,0 0 0-16,0 0-7 0,0 0-10 0,0 0-12 0,0 0-11 0,0 0-14 15,0 0-14-15,0 0-16 0,-7 0-17 0,7 0-23 0,0 3-25 16,-6-3-12-16,0 4-5 0,6-4-3 0,-8 4 1 0,2-4 6 16,0 3 8-16,6-3 12 0,-7 4 12 0</inkml:trace>
  <inkml:trace contextRef="#ctx0" brushRef="#br0" timeOffset="200649.11">10811 15437 0 0,'0'0'26'0,"0"0"3"0,0 0-3 15,0 0-1-15,0 0 0 0,0 0-1 0,0 0 1 0,0 0-1 16,0 0 1-16,0 0 0 0,0 0 2 0,0 0 2 0,0 0 1 15,0 0 1-15,0 0-1 0,0 0 2 0,0 0 1 0,0 0 0 0,0 0 1 16,0 0 0-16,0 0 1 0,0 0-2 0,0 0 1 0,0 0-1 16,0 0 0-16,0 0-2 0,0 0 0 0,0 0-2 0,0 0-1 0,0 0-3 15,0 0-1-15,0 0-3 0,0 0-1 0,0 0-3 0,0 0-1 16,0 0-1-16,0 0-2 0,0 0 0 0,0 0-2 0,0 0 1 16,0 0-1-16,0 0 1 0,0 0-1 0,0 0 0 0,0 0 2 0,0 0-1 15,0 0 0-15,0 0 1 0,0 0 0 0,0 0 0 0,0 0 1 0,0 0 0 16,0 0 0-16,0 0 1 0,0 0 1 0,0 0 0 0,0 0 0 15,0 0-1-15,0 0 1 0,0 0 0 0,0 0 0 0,0 0 0 16,0 0 1-16,0 0 0 0,0 0 1 0,0 0 0 0,0 0 1 0,0 0 0 16,0 0-2-16,0 0 2 0,0 0-1 0,0 0 0 0,0 0 3 15,0 0 0-15,0 0 5 0,0 0 3 0,0 0 2 0,0 0 4 16,0 0 4-16,0 0 2 0,0 0 2 0,0 0 2 0,0 0 2 0,0 0 2 16,0 0 0-16,0 0 3 0,0 0 1 0,0 0-1 0,0 0 1 15,0 0-2-15,0 0 0 0,0 0-1 0,0 0-1 0,0-3-1 0,0 3-1 16,0 0 1-16,0 0 0 0,0 0 1 0,0 0-2 0,0 0-2 15,0 0 0-15,0 0-3 0,0 0-2 0,0 0-2 0,0 0-4 0,0 0-3 16,0 0-4-16,0 0-3 0,0 0-3 0,0 0-3 0,0 0-4 16,0 0-2-16,0 0-2 0,0 0 0 0,0 0-1 0,0 0 1 15,0 0 3-15,0 0 1 0,0 0 2 0,0 0 4 0,0 0 3 0,0 0 4 16,0 0 4-16,0 0 4 0,0 0 3 0,0 0 5 0,0 0 3 0,0 0 2 16,0 0 3-16,0 0-2 0,0 0 0 0,0 0-3 0,0 0-2 15,0 0-1-15,0 0-2 0,0 0-1 0,0 0-1 0,0 0-1 16,0 0-2-16,0 0 0 0,0 0-1 0,0 0 0 0,0 0 1 0,0 0 1 15,0 0 2-15,0 0 2 0,0 0 3 0,0 0 1 0,0 0 2 16,0 0 2-16,0 0 0 0,0 0 1 0,0 0 2 0,0 0 0 16,0-4 2-16,0 4 2 0,0 0 1 0,0 0 1 0,0 0 0 0,0 0 0 15,0 0-1-15,0 0-1 0,0 0-4 0,0 0-2 0,0 0-3 16,0 0-2-16,0 0-3 0,0 0-5 0,0 0-4 0,0 0-5 0,0 0-5 16,0 0-3-16,0 0-5 0,0 0-1 0,0 0 0 0,0 0-2 15,0 0-2-15,0 0 0 0,0 0 0 0,0 0 1 0,0 0-1 0,0 0 3 16,0 0 0-16,0 0 2 0,0 0 0 0,0 0 2 0,-7 0 1 15,7 0-1-15,0 0 1 0,0 0 1 0,0 0 2 0,0 0 0 16,0 0 1-16,0 0-1 0,0 0 0 0,0-4-1 0,0 4-1 0,0 0-1 16,0 0-2-16,0 0-1 0,0 0-1 0,0-3 0 0,0 3-1 0,-6 0-1 15,6 0 0-15,0 0-2 0,0-4 0 0,0 4-2 0,0 0-1 16,0 0 0-16,0 0 0 0,0 0 0 0,0 0 0 0,0 0 0 16,0 0 0-16,0-3 0 0,0 3-2 0,-7-4 0 0,7 4-1 0,0-4-2 15,-6 4 1-15,6-3-1 0,0-1 0 0,-7 4 0 0,7-3 2 16,0-1 1-16,0 4 1 0,-6-4 1 0,6 4 1 0,0-4 1 15,0 4-1-15,-6-3 1 0,6 3-1 0,0-4 1 0,0 4 0 0,-8-4 0 16,8 4 0-16,0-3 0 0,0 3-1 0,0 0-2 0,-6-4-1 0,6 1-2 16,0 3-1-16,0-4 0 0,0 4 0 0,0-4-1 0,0 4 2 15,0 0 0-15,0 0-1 0,0 0 2 0,0-4-1 0,0 4 0 16,0-3 0-16,0-1 0 0,0 4 1 0,0 0 0 0,0-3 1 0,-6-2 0 16,6 5 1-16,0-3-1 0,0 0-1 0,0 3 2 0,0-5 1 15,0 2 0-15,0 3 0 0,0-4 0 0,0 0 2 0,0 4 1 0,0-3-1 16,0 3 0-16,0 0 1 0,0-4-1 0,0 4 1 0,0 0 0 15,0 0-1-15,0-4-1 0,0 4-1 0,0 0-1 0,0-3 0 16,0 3-1-16,0-4-1 0,0 4 0 0,0-3-2 0,0 3 0 0,0-4 0 16,0 0-1-16,0 1-2 0,0 3 1 0,0-4-1 0,0 0 1 15,0 1 0-15,0-1 1 0,0 0-1 0,0 1 0 0,0 3 1 0,0-4 0 16,0 0 0-16,6 1 2 0,-6 0 0 0,0-2 1 0,0 2 2 16,0-1 1-16,6 0 0 0,-6 1 1 0,0-1 0 0,0 1 0 15,8-1 0-15,-8 1 0 0,0-5 3 0,6 4-2 0,-6 1 1 0,0-5 0 16,0 4 0-16,6 1 1 0,-6-5-2 0,0 5 2 0,7-5 0 15,-7 5 2-15,6-5 2 0,-6 5 2 0,0-5 1 0,7 1 1 0,-7 0 0 16,0-1 0-16,6 5 1 0,-6-4 1 0,7-1 1 0,-7 1-1 16,0 0 0-16,6 3-1 0,-6-3-1 0,0-1-2 0,6 5-1 15,-6-5-2-15,0 1-2 0,8 3 0 0,-8-3 0 0,0 3-2 0,6-4 0 16,-6 5-1-16,0-4-2 0,0-1-1 0,6 5 0 0,-6-4 1 16,0 2 2-16,0-1-1 0,7-2 2 0,-7 5 0 0,0-5 2 0,0 1-1 15,7 0 1-15,-7 3 0 0,0-3-1 0,0 0 1 0,0-1 2 0,6 4 0 16,-6-3 2-16,0 4 1 0,0-5 0 0,0 5 2 0,0-5-2 15,6 4 2-15,-6-3-2 0,0 3 1 0,0 2 0 0,0-7 0 16,0 6 1-16,0-1-2 0,7-3 0 0,-7 3-1 0,0-4-2 0,0 5 0 16,0-4-1-16,0 3-1 0,0 0-1 0,0-3 0 0,6 0-1 15,-6 0 1-15,0-1-1 0,0 5 2 0,0-4-1 0,0-1 1 16,7 1 1-16,-7-1 1 0,0 1-1 0,0-1 0 0,0 1 0 0,7 0-1 16,-7-1 0-16,0 1 0 0,0 0 0 0,0-1 0 0,6 1 1 0,-6 0-1 15,0 0 0-15,0-1 0 0,0 1 1 0,6-1-2 0,-6 5 0 16,0-8 2-16,0 4-1 0,0-1 0 0,7 1-1 0,-7-1 1 15,0 2-1-15,7-1 0 0,-7-2-1 0,6 2 0 0,-6-4-1 0,0 3 0 16,6 5 1-16,-6-4-1 0,0 0-1 0,7-1 1 0,-7 1 0 16,0 0 0-16,6-1 1 0,-6 1 1 0,0 0-1 0,7 0 1 0,-7 3 0 15,0-3-1-15,0-1 2 0,7 5-1 0,-7-5 0 0,0 1-1 16,0 3 0-16,6-2-1 0,-6 1-2 0,0-2 1 0,6-1-1 0,-6 5-1 16,0-5 1-16,0 1-2 0,8 3 0 0,-8-3-1 0,6 0 0 15,-6-1-1-15,6 4 1 0,-6-2-1 0,0-2-1 0,6 1 1 16,1-4-1-16,-7 4 0 0,7-1 0 0,-7-2 0 0,6 2-1 0,1 0 2 15,-7-3 0-15,6 4-1 0,0-4 1 0,-6 4 0 0,8-4 1 16,-2 4 0-16,-6-1 2 0,6-3-1 0,0 4 1 0,-6-4 1 0,7 4 0 16,0-5 0-16,-1 6 1 0,-6-5 0 0,7 3 0 0,-1-3-1 15,1 4 1-15,-7-4-8 0,7 3 0 0,-1-3 0 0,0 0 0 0,-6 4 0 16,7-4 0-16,0 0 0 0,-1 0 0 0,0 0 0 0,-6 0 0 16,7 0 0-16,-1 4 0 0,1-4 0 0,0 0 0 0,-1 0 0 15,-6 0 0-15,6 0 0 0,2 0 0 0,-2 4 0 0,0-4 0 0,-6 3 0 16,6-3 0-16,1 4 0 0,0-4 0 0,-7 4 0 0,6-5 0 0,1 6 0 15,-1-6 0-15,-6 5 0 0,6-4 0 0,2 3 0 16,-8-2 0-16,6 2 0 0,0-3 0 0,0 4 0 0,-6-4 0 0,7 4 0 16,0-4 0-16,-1 3 0 0,-6 1 0 0,7-4 0 0,-1 3 0 0,-6-3 0 15,7 4 0-15,0-4 0 0,-7 4 0 0,6-4 0 0,0 4 0 16,0-4 0-16,-6 0 0 0,8 3 0 0,-2-2 0 0,0-1 0 16,-6 0 0-16,7 3 0 0,-1-3 0 0,1 0 0 0,0 0 0 0,-7 4 0 15,6-4 0-15,0 0 0 0,0 0 0 0,-6 0 0 0,8 4 0 16,-2-4 0-16,0 0 0 0,-6 3 0 0,7-3 0 0,0 4 0 0,-7-4 0 15,6 3 0-15,1 2 0 0,-7-6 0 0,6 5 0 0,-6-1 0 16,6-2 0-16,1 2 0 0,-7 1 0 0,7 0 0 0,-1-4 0 0,0 3 0 16,-6 1 0-16,7-4 0 0,0 4 0 0,-1-4 0 0,1 0 0 0,-1 4 0 15,0-4 0-15,1-1 0 0,-7 1 0 0,7 4 0 0,-1-4 0 16,0 0 0-16,2 0 0 0,-2 0 0 0,0 4 0 0,1-4 0 16,-1 4 0-16,1-4 0 0,-1 0 0 0,-6 3 0 0,7-3 0 0,-1 0 0 15,0 4 0-15,2-1 0 0,-2-3 0 0,0 4 0 0,1-4 0 16,0 0 0-16,-1 4 0 0,1-4 0 0,-1 0 0 0,0 4 0 15,1-4 0-15,0 0 0 0,-1 3 0 0,0-7 0 0,1 8 0 0,6-3 0 16,-6-2 0-16,-1 1 0 0,0 0 0 0,8 0 0 0,-8 0 0 16,0 0 0-16,8 0 0 0,-8 1 0 0,1-1 0 0,6 0 0 0,-7 0 0 15,1 3 0-15,5-3 0 0,-4 0 0 0,-2 0 0 0,7 4 0 16,-6-4 0-16,-1 0 0 0,0 4 0 0,7-4 0 0,-6 3 0 16,0-3 0-16,-1 4 0 0,0 0 0 0,1-4 0 0,6 3 0 0,-7 1 0 15,1-4 0-15,-1 3 0 0,1 1 0 0,0 0 0 0,-1-1 0 16,0-2 0-16,2 2 0 0,4 1 0 0,-6-4 0 0,1 4 0 0,0-1 0 15,-1 1 0-15,1-4 0 0,5 4 0 0,-4-4 0 0,-2 4 0 16,0-5 0-16,0 5 0 0,8-4 0 0,-8 4 0 0,1-4 0 0,-1 4 0 16,8-5 0-16,-8 5 0 0,0-4 0 0,1 4 0 0,0-4 0 15,5 4 0-15,-5-1 0 0,-1 1 0 0,1 0 0 0,0-1 0 16,-1 1 0-16,0-1 0 0,2 1 0 0,-2 0 0 0,0-1 0 0,0 1 0 16,1 0 0-16,0-1 0 0,-1 2 0 0,1-2 0 0,-1 1 0 15,8-1 0-15,-8 1 0 0,0 0 0 0,0-1 0 0,1 1 0 0,0 0 0 16,-1-2 0-16,1 3 0 0,-1-1 0 0,8 0 0 0,-8-1 0 15,0 0 0-15,0 1 0 0,2 0 0 0,-2 0 0 0,0-1 0 0,1 5 0 16,6-5 0-16,-6 1 0 0,-1 0 0 0,0-1 0 0,0 1 0 16,2 0 0-16,-2 3 0 0,0-3 0 0,1-1 0 0,0 1 0 0,-1 0 0 15,7 0 0-15,-7-1 0 0,1 0 0 0,0 1 0 0,-1 0 0 16,7 0 0-16,-6-1 0 0,-1 1 0 0,1 0 0 0,-1-1 0 0,7 1 0 16,-6 0 0-16,-1 0 0 0,0-1 0 0,2 1 0 0,4 0 0 15,-5-1 0-15,-1 1 0 0,1 0 0 0,6-1 0 0,-7 0 0 0,0 1 0 16,2 0 0-16,-2 0 0 0,7 3 0 0,-6-3 0 0,-1-1 0 15,1 1 0-15,-1 0 0 0,0 0 0 0,8-1 0 0,-8 5 0 16,0-5 0-16,1 1 0 0,0 4 0 0,6-5 0 0,-7 4 0 0,0-3 0 16,1 3 0-16,0-3 0 0,5 0 0 0,-4 3 0 0,-2-3 0 15,7 0 0-15,-7 2 0 0,7-2 0 0,-6 0 0 0,-1 3 0 0,8-3 0 16,-8-1 0-16,7 1 0 0,-7 0 0 0,7 0 0 0,-6-1 0 16,6 1 0-16,-6 0 0 0,-1-1 0 0,7 2 0 0,-6 1 0 15,-1-2 0-15,0 0 0 0,1 3 0 0,-1-3 0 0,1 0 0 0,0 3 0 16,-1-3 0-16,0 3 0 0,2-4 0 0,-2 5 0 0,0-5 0 15,0 5 0-15,-6-1 0 0,7-3 0 0,0 3 0 0,-1 0 0 0,1 1 0 16,-1-1 0-16,-6 0 0 0,6-3 0 0,2 3 0 0,-2 1 0 16,-6-4 0-16,6 3 0 0,1 0 0 0,-1 1 0 0,1-5 0 15,-1 5 0-15,-6-1 0 0,7 0 0 0,-1 1 0 0,1-1 0 0,0-3 0 16,-1 3 0-16,-6 4 0 0,6-4 0 0,1 1 0 0,0 0 0 16,-1-5 0-16,-6 4 0 0,6 0 0 0,1 0 0 0,-1 1 0 0,1-1 0 15,-7 0 0-15,7 0 0 0,-1 1 0 0,0-1 0 0,-6 1 0 16,8 3 0-16,-2-4 0 0,0 0 0 0,-6 1 0 0,6-1 0 0,1 1 0 15,0-1 0-15,-7 0 0 0,6 1 0 0,-6-1 0 0,7 0 0 16,-1 1 0-16,-6 3 0 0,6-4 0 0,-6 1 0 0,8-1 0 16,-8 0 0-16,6 4 0 0,-6-4 0 0,6 1 0 0,-6-1 0 0,0 0 0 15,6 1 0-15,-6 3 0 0,7-4 0 0,-7 1 0 0,7-1 0 0,-7 4 0 16,0-4 0-16,6 1 0 0,1-1 0 0,-7 0 0 0,6 1 0 16,-6 3 0-16,0-5 0 0,6 2 0 0,-6 0 0 0,8-2 0 15,-8 5 0-15,6-3 0 0,-6-1 0 0,6 1 0 0,-6-1 0 0,6 0 0 16,-6 4 0-16,8-4 0 0,-8 1 0 0,6-1 0 0,-6 1 0 15,6-1 0-15,-6 4 0 0,7-4 0 0,-7 1 0 0,6-1 0 0,-6 4 0 16,0-4 0-16,7 4 0 0,-7-3 0 0,7 3 0 0,-7-4 0 16,6 0 0-16,-6 4 0 0,6-3 0 0,-6-1 0 0,6 4 0 0,2-4 0 15,-8 4 0-15,6-3 0 0,-6-1 0 0,6 4 0 0,-6-4 0 16,7 4 0-16,0-3 0 0,-7 3 0 0,0-4 0 0,6 4 0 16,-6-3 0-16,7 3 0 0,-1 0 0 0,-6-4 0 0,6 4 0 0,-6-4 0 15,7 4 0-15,-7-3 0 0,7 3 0 0,-1-4 0 0,-6 4 0 16,6 0 0-16,-6-3 0 0,7 3 0 0,-7 0 0 0,7-4 0 15,-7 4 0-15,0 0 0 0,6-4 0 0,-6 4 0 0,7 0 0 0,-7-4 0 16,6 4 0-16,-6-3 0 0,6 3 0 0,-6 0 0 0,8-4 0 16,-8 4 0-16,6-4 0 0,-6 4 0 0,6-4 0 0,-6 4 0 0,0-3 0 15,6 3 0-15,2-5 0 0,-8 5 0 0,6 0 0 0,-6-3 0 16,6 3 0-16,1-3 0 0,-7 3 0 0,6-4 0 0,1 4 0 0,-7-4 0 16,0 4 0-16,7-3 0 0,-7 3 0 0,6 0 0 0,-6-4 0 15,0 4 0-15,6 0 0 0,-6 0 0 0,0 0 0 0,0-4 0 16,6 4 0-16,-6 0 0 0,0 0 0 0,0 0 0 0,8 0 0 0,-8-3 0 15,0 3 0-15,6 0 0 0,-6 0 0 0,0 0 0 0,6-4 0 16,-6 4 0-16,0 0 0 0,0 0 0 0,7-4 0 0,-7 4 0 16,0 0 0-16,0 0 0 0,7 0 0 0,-7 0 0 0,0 0 0 0,6 0 0 15,-6 0 0-15,0-3 0 0,0 3 0 0,0 0 0 0,0 0 0 0,7 0 0 16,-7 0 0-16,0 0 0 0,0 0 0 0,6-4 0 0,-6 4 0 0,0 0 0 16,6 0 0-16,-6 0 0 0,0 0 0 0,0 0 0 0,0 0 0 15,0-4 0-15,0 4 0 0,7 0 0 0,-7 0 0 0,0 0 0 16,0 0 0-16,0 0 0 0,0 0 0 0,0 0 0 0,0 0 0 0,7 0 0 15,-7 0 0-15,0 0 0 0,0 0 0 0,0 0 0 0,0 0 0 16,0 0 0-16,0 0 0 0,0 0 0 0,0 0 0 0,0 0 0 16,0 0 0-16,0 0 0 0,0 0 0 0,0 0 0 0,0 0 0 0,0 0 0 15,0 0 0-15,0 0 0 0,0 0 0 0,0 0 0 0,0 0 0 16,0 0 0-16,0 0 0 0,0 0 0 0,0 0 0 0,0 0 0 0,0 0 0 16,0 0 0-16,0 0 0 0,0 0 0 0,0 0 0 0,0 0 0 15,0 0 0-15,0 0 0 0,0 0 0 0,0 0 0 0,0 0 0 0,0 0 0 16,0 0 0-16,0 0 0 0,0 0 0 0,0 0 0 0,0 0 0 15,0 0 0-15,0 0 0 0,0 0 0 0,0 0 0 0,0 0 0 0,0 0 0 16,0 0 0-16,0 0 0 0,0 0 0 0,0 0 0 0,0 0 0 16,0 0 0-16,0 0 0 0,0 0 0 0,0 0 0 0,0 0 0 0,0 0 0 15,0 0 0-15,0 0 0 0,0 0 0 0,0 0 0 0,0 0 0 16,0 0 0-16,-7 4 0 0,7-4 0 0,-7 0 0 0,1 4 0 16,-7-4 0-16,7 3-505 0,-14 1-202 0,6 0-25 0,-4 3 1 0,-2-3 13 15,1-1 20-15,-1 1 23 0,0 0 26 0,1-4 33 0,5 0 39 16,2 0 47-16,-2-4 50 0,8 0 93 0,6-3 201 0</inkml:trace>
  <inkml:trace contextRef="#ctx0" brushRef="#br0" timeOffset="202232.09">10472 11272 19 0,'6'0'107'0,"-6"-4"13"0,0 1 15 0,7 3 12 0,-7-4 12 15,7 4 7-15,-7 0 4 0,0 0 0 0,6 0-4 0,-6 0 0 0,7 0 0 16,-7 0 0-16,6 0 2 0,-6 0-6 0,7 0-8 0,-7 4-10 15,6-4-12-15,1 0-12 0,-7 0-11 0,6 0-13 0,0 3-10 0,-6-3-13 16,8 0-13-16,-2 0-12 0,0 4-12 0,1-4-22 0,-1 0-28 16,1 0-27-16,-1 0-27 0,7 0-21 0,-7 0-18 0,2 0-19 15,-2 0-18-15,0 0-16 0,1 0-16 0,0-4-13 0,-1 4-13 0,7 0-13 16,-7 0-15-16,1 0 1 0,0 0 5 0,-1 0 15 0,0 0 17 0,1 0 18 16,6 4 17-16,-6-4 16 0,-1 4 18 0</inkml:trace>
  <inkml:trace contextRef="#ctx0" brushRef="#br0" timeOffset="202381.58">10837 11272 0 0,'6'0'35'0,"8"-4"38"0,-8 1 2 16,0-1-4-16,7 4-6 0,-6-4-6 0,0 1-7 0,5-1-1 16,-5 1 2-16,0 3-5 0,-1-4-6 0,7 4-8 0,-7-4-6 0,1 4-5 15,0 0-2-15,-1 0-2 0,0 4-1 0,2-4-1 0,-2 0-1 16,0 4 0-16,-6-4-1 0,6 3-4 0,1 1-4 0,0-4-11 16,-1 3-13-16,-6 1-21 0,7 0-28 0,-1-4-13 0,0 3-6 0,-6 1-6 15,8-4 0-15,-8 4-1 0,6-1 0 0,-6-3-1 0,6 4 1 16</inkml:trace>
  <inkml:trace contextRef="#ctx0" brushRef="#br0" timeOffset="202549.33">11221 11342 0 0,'7'0'54'0,"-7"-4"39"0,6 4 5 0,1 0 0 16,-1-3 1-16,-6 3-4 0,6-4-9 0,2 4-9 0,-2-4-12 15,0 4-11-15,0-4-10 0,-6 1-9 0,7-2-8 0,0 5-12 0,-1-3-12 16,1 0-19-16,-1-1-17 0,1 0-22 0,0 1-23 0,-1-1-11 15,0 0-7-15,0 1-2 0,2-1-1 0,-2 0 0 0,0 4-1 0,1-3-1 16,-1 3 22-16</inkml:trace>
  <inkml:trace contextRef="#ctx0" brushRef="#br0" timeOffset="202716.31">11521 11309 64 0,'6'0'97'0,"0"3"2"0,-6-3 3 15,7 3-4-15,-7-3-5 0,7 0-6 0,-7 0-2 0,6 0-9 16,0 5-9-16,-6-5-13 0,8-5-12 0,-2 5-11 0,0 0-9 0,1 0-8 15,-1-3-7-15,1 3-12 0,-1-3-12 0,1-1-12 0,5 0-14 16,-4 1-13-16,-2 3-15 0,7-4-13 0,-6 0-12 0,-1 4-4 16,7-3-3-16,-7 3-2 0,1-4 0 0,6 4 0 0,0 0 3 0</inkml:trace>
  <inkml:trace contextRef="#ctx0" brushRef="#br0" timeOffset="202849.07">11905 11290 26 0,'13'4'84'0,"-7"-4"4"0,8 4 4 0,-8-4-1 0,7 0-3 0,0 0-4 16,-6 3-7-16,5-3-4 0,2 0-4 0,-8 0-5 0,7 0-7 15,0 0-7-15,0 0-9 0,1 0-7 0,-8-3-7 0,6 3-6 16,2 0-6-16,-1 0-5 0,-7-4-4 0,8 4-4 0,-2 0-2 0,-5-4-8 16,6 4-11-16,-7 0-12 0,1-3-15 0,6 3-18 0,-6-4-20 15,5 4-11-15,-4 0-8 0,4-4-4 0,1 4-1 0,-6 0-1 16,6-3 0-16,-1 3 0 0,2 0 2 0</inkml:trace>
  <inkml:trace contextRef="#ctx0" brushRef="#br0" timeOffset="203015.76">12498 11276 0 0,'12'3'18'0,"-5"-3"69"0,0 0 7 0,-1 0 5 0,1 0 4 16,-1 0 0-16,7 0-5 0,-6 4-5 0,-1-4-4 0,0 0-8 0,2 0-8 16,4 0-6-16,-5 0-8 0,-1 0-6 0,1 0-8 0,6 0-8 15,-7 0-5-15,0 0-6 0,8 0-6 0,-8 0-5 0,1 0-6 0,0 0-4 16,6 0-3-16,-7 0-6 0,0 0-5 0,8 0-10 0,-8 0-11 16,0 0-12-16,8 0-14 0,-8 4-14 0,7-4-19 0,-7 0-11 15,1 3-13-15,6-3-5 0,1 0-3 0,-8 4-2 0,7-4 1 0,-7 0 2 16,7 4 5-16</inkml:trace>
  <inkml:trace contextRef="#ctx0" brushRef="#br0" timeOffset="203432.84">13013 11283 14 0,'6'0'71'0,"-6"-4"6"0,0 4 6 0,6 0-2 0,0 0-3 16,-6-3-4-16,7 3-5 0,-7 0-6 0,7 0-7 0,-7 0-7 16,6-4-6-16,1 4-3 0,-1 0-4 0,-6-4-2 0,6 4-5 0,2 0-3 15,-2-3-6-15,0 3-4 0,1-4-6 0,-1 4-3 0,1-4-3 16,6 1-2-16,-7 3 0 0,1-4-2 0,0 1-1 0,-1-1-1 0,0 4 1 15,1-4-4-15,0 1-2 0,-1 3-2 0,0-4-5 0,1 4-4 16,-1-4-3-16,1 4-3 0,0 0-1 0,-1 0-2 0,-6-3-2 0,6 3-1 16,2 0 1-16,-8 0-2 0,6 0 0 0,-6 0 2 0,6 0 2 0,0 0 3 15,-6 0 3-15,7 0 3 0,0 0 4 0,-1 0 3 16,-6 0 2-16,7 0 3 0,-1-4 2 0,0 4 0 0,2-4 2 0,4 4 0 16,-6-3 0-16,1 3 0 0,0-4 1 0,-1 4 0 0,1 0 1 0,-1-4 0 15,0 4 1-15,8 0 2 0,-8 0 4 0,0-3 6 0,2 3 9 16,-2 0 6-16,-6-3 7 0,6 3 6 0,1 0 6 0,-1-5 4 15,1 5 5-15,0 0 6 0,-7 0 7 0,6 0 4 0,0 0 8 0,0-3 3 16,-6 3 0-16,8 0-1 0,-2 0-5 0,-6 0-4 0,6 0-4 16,1 0-4-16,0 0-2 0,-7 0-5 0,6 3-5 0,1-3-5 15,-7 0-5-15,6 0-7 0,0 0-8 0,1 0-4 0,0 0-6 0,-1 5-4 16,-6-5-4-16,6 0-4 0,1 0-4 0,0 0-2 0,-1 0-4 0,1 0-2 16,-1 3-3-16,0-3-7 0,2 0-8 0,-2 0-9 0,0 0-8 15,0 0-8-15,2 3-7 0,-2-3-8 0,0 0-9 0,1 0-8 16,6 0-8-16,-6 0-7 0,-1 0-8 0,0 4-6 0,0-4-8 0,8 0-6 15,-8 0-6-15,1 0-3 0,0 0 1 0,-1 0 4 0,1 4 6 16,-7-4 8-16,6 0 7 0,0 0 9 0,1 0 84 0</inkml:trace>
  <inkml:trace contextRef="#ctx0" brushRef="#br0" timeOffset="203633.12">13774 11217 0 0,'0'0'35'0,"0"0"26"0,0 0 1 0,0 0 0 16,0 0-1-16,0 0-9 0,0 0-15 0,0 0-13 0,0 4-11 0,0-4-6 16,0 0-1-16,0 0-3 0,6 0-1 0,-6 4-1 0,0-4 0 15,0 0-1-15,0 3 0 0,0 1-2 0,0-4-3 0,0 0-15 16,0 0-19-16,0 4-11 0,-6-1-5 0,6 1-3 0,0 0-2 0,0-1-1 16,-6-3-1-16</inkml:trace>
  <inkml:trace contextRef="#ctx0" brushRef="#br0" timeOffset="203799.4">13729 11422 55 0,'-7'11'113'0,"7"-4"8"15,-7 1 10-15,7 3 12 0,0-3 11 0,0-2 11 0,-6 2 12 0,6 0-5 16,0-1-16-16,0-3-14 0,0 3-16 0,0 0-10 0,0-3-6 0,0 3-7 16,0-3-6-16,6 3-8 0,-6-3-8 0,0 3-13 0,0-3-14 15,0 3-26-15,0 0-34 0,0 0-34 0,0 1-37 0,0-1-41 16,0 0-47-16,0 1-22 0,0 3-12 0,0-4-7 0,0 4-2 0,0 0-2 15,0 0-1-15,0 0 1 0,0-3 2 0,0 6 15 0,0-3 30 16</inkml:trace>
  <inkml:trace contextRef="#ctx0" brushRef="#br0" timeOffset="204132.53">13722 12045 103 0,'-7'15'124'0,"7"3"12"0,-6-3 12 0,6 0 17 0,0 3 17 0,-6-3 20 15,6-1 21-15,-7 1-1 0,7-5-12 0,0 6-10 0,-6-2-10 16,6-3-8-16,-7 0-7 0,7 4-8 0,0-4-8 0,-7 0-10 0,7-4-13 15,-6 4-17-15,6 0-15 0,-6 0-21 0,6 0-22 0,-8-3-18 16,8 2-19-16,0 0-15 0,-6-1-18 0,6 2-19 0,0-4-21 0,-6 4-25 16,6-4-25-16,0 1-22 0,0-1-19 0,-6 1-17 0,6-2-17 15,0 2-15-15,0-1-13 0,6 0-11 0,-6-3-9 0,0 3-3 0,0 1 2 16,0-1 12-16,6 1 18 0,-6-1 20 0,0 0 24 0,0 1 23 16,0-1 25-16,6 4 23 0,-6 0 25 0,0-4 21 0,0 4 23 0,0 0 19 15,0 0 18-15,0 4 15 0,0-4 13 0,0 3 12 0,0-2 12 16,0 2 9-16,-6-3 11 0,6 4 7 0,0-1 6 0,0-3 5 15,0 4 2-15,0-1 5 0,-6-3 5 0,6 4 5 0,0 0 4 0,0 0 5 16,0-4 7-16,0 3 0 0,0 1-1 0,-6-4-7 0,6 0-6 16,0 3-10-16,0-3-8 0,0 0-12 0,0-3-12 0,0 3-14 15,0 0-13-15,0-4-22 0,0 1-27 0,0 3-33 0,0-4-34 0,0 0-32 16,0 0-28-16,0-3-23 0,0 3-20 0,0 1-19 0,0-1-19 16,0 0-20-16,0-3-21 0,0 3-15 0,0 1-12 0,6-1 2 0,-6 0 12 15,0 0 19-15,0 1 23 0,0-1 20 0,0 0 23 0,6 5 19 16,-6-5 107-16</inkml:trace>
  <inkml:trace contextRef="#ctx0" brushRef="#br0" timeOffset="204265.49">13664 13250 82 0,'0'19'95'0,"0"-5"5"0,0 1 4 16,0 0 4-16,0-5 3 0,0 6-7 0,0-5-10 0,6 0-16 15,-6-1-16-15,0 1-10 0,0 0-8 0,0 0-7 0,0-3-8 16,0 3-4-16,6 0-3 0,-6-1-6 0,0 1-4 0,0 0-4 0,0-3-5 16,0 3-8-16,0 0-12 0,7 0-14 0,-7-4-17 0,0 4-21 15,0-3-22-15,0 3-11 0,7-4-7 0,-7 0-4 0,0 0-3 0,0 1 1 16,6-1-1-16,-6-3 2 0,7 3-1 0</inkml:trace>
  <inkml:trace contextRef="#ctx0" brushRef="#br0" timeOffset="204649.33">13735 13877 0 0,'0'14'30'15,"-6"-3"102"-15,6 4 13 0,-7-4 15 0,7 4 17 0,-7-4 20 16,7 4 21-16,-6-5 18 0,6 5 18 0,-6-4-11 0,6 0-26 0,0 0-19 15,0 0-18-15,0 0-14 0,-7 0-11 0,7-3-12 0,7 3-12 0,-7-4-17 16,0 0-17-16,0 0-21 0,0 1-21 0,6-1-29 0,-6 0-30 16,0 1-28-16,0-1-26 0,6-3-21 0,-6 3-21 0,0-3-16 15,0 3-15-15,0-3-11 0,0-1-12 0,7 4-9 0,-7-3-10 0,0 0-9 16,0 4-6-16,0-5 4 0,0 5 10 0,0-5 14 0,0 0 19 16,0 5 20-16,0-4 18 0,0-1 12 0,0 5 14 0,-7-5 11 0,7 4 11 15,0-3 10-15,0 4 11 0,0-1 10 0,0 0 12 0,0 1 10 16,-6-1 9-16,6 0 9 0,0 0 7 0,0 1 6 0,0-1 6 0,-6 4 7 15,6 1 9-15,0-5 8 0,-7 4 8 0,7 0 8 0,0 0 7 16,0 0 6-16,-6-5 5 0,6 9 3 0,0-4 0 0,-7 0-1 16,7 0 0-16,0 0-4 0,-7 0-5 0,7 0-5 0,0 1-8 0,0-1-7 15,-6 0-7-15,6-1-10 0,0-2-7 0,-6 3-10 0,6-4-8 16,0 4-10-16,-8-4-14 0,8 1-16 0,0-2-22 0,0-1-18 16,0 2-17-16,-6 0-19 0,6 0-18 0,0-3-21 0,0 3-23 0,0-2-14 15,0 1-11-15,0-2-5 0,0 0-1 0,0 3 1 0,0-3 5 0,6 0 13 16,-6-1 16-16,0 5 16 0,0-5 128 0</inkml:trace>
  <inkml:trace contextRef="#ctx0" brushRef="#br0" timeOffset="204816.43">13696 14815 89 0,'0'3'102'16,"0"5"7"-16,0-1 5 0,0-3 9 0,0 3 6 0,-6-4 1 16,6 5-4-16,0-4-11 0,0 3-14 0,0-3-13 0,0 3-8 15,0-2-7-15,0 1-6 0,0-3-4 0,0 1-4 0,0 3-8 0,0-2-6 16,0-2-8-16,0 0-7 0,0 2-9 0,0-2-9 0,0 1-12 15,0-1-14-15,6-3-14 0,-6 4-13 0,0-4-12 0,0 4-13 0,0-4-12 16,7 4-14-16,-7-4-14 0,0 3-15 0,0 1-13 0,0-1-12 16,6-3-4-16,-6 4-2 0,0 3 7 0,0-3 8 0,0 0 10 15,0-1 10-15</inkml:trace>
  <inkml:trace contextRef="#ctx0" brushRef="#br0" timeOffset="-212829.43">11814 11503 102 0,'6'-3'194'0,"-6"3"27"0,0 0 27 0,-6-4 36 0,6 8 38 16,-7-4 40-16,1 0 42 0,6 3 28 0,-7 1 22 0,1-4-18 0,6 3-35 15,-6 5-30-15,-2-5-26 0,2 5-21 0,0-1-18 0,-1 0-22 16,-6 4-21-16,7 0-31 0,-1 0-34 0,-6 3-36 0,6 5-38 0,-5-3-25 16,5 5-17-16,-6-3-12 0,0 4-8 0,0 4-5 0,0-1-4 15,-1 1-3-15,2 4-4 0,-8-5-5 0,7 4-4 0,-7 0-5 0,8 1-4 16,-8-1-3-16,7 1-5 0,-7-1-3 0,8 0-2 0,-2-4-4 16,2 5-3-16,-1-4-9 0,-1-1-10 0,2-3-14 0,-2 0-15 0,2 1-18 15,5-5-18-15,-6-4-36 0,6 1-45 0,1-4-61 0,0 0-71 16,-2-7-65-16,2-1-60 0,6-3-49 0,-6-3-42 0,6-1-15 15,0-7-2-15,0 0 6 0,6-7 12 0,0 0 16 0,-6-1 17 0,8-7 36 16,4 1 44-16,-5-1 61 0,6 1 71 0</inkml:trace>
  <inkml:trace contextRef="#ctx0" brushRef="#br0" timeOffset="-212531.15">11742 11496 35 0,'0'-4'160'0,"6"1"19"0,-6-1 21 0,7 0 31 15,-7 4 36-15,0 0 38 0,0 4 38 0,7-4 37 0,-1 4 38 16,-6-1-5-16,6 1-25 0,2 0-17 0,-2 3-12 0,0 0-11 16,1 0-9-16,-1 5-12 0,1-2-14 0,6 1-24 0,-7 4-31 0,0-1-31 15,8 5-35-15,-8-1-32 0,1 4-34 0,6 0-21 0,-7 4-16 16,1-1-12-16,6 5-10 0,-6-4-6 0,-1 3-7 0,0 0-7 0,1 0-7 16,6 4-5-16,-7-3-5 0,1-1-5 0,-1-3-6 0,1 3-4 15,0-4-4-15,-1 1-2 0,0 0-2 0,2-4-5 0,-2 0-7 16,0 0-9-16,0-4-10 0,1 1-14 0,-7-6-14 0,7 3-17 0,-1-5-17 15,1 0-25-15,-7-4-30 0,6 0-33 0,-6-3-37 0,6 0-46 16,-6-1-53-16,0-3-43 0,0 0-37 0,0 0-29 0,-6 0-27 0,6-3-17 16,-6 3-12-16,6-4 2 0,-7-3 11 0,1 3 22 0,-1 0 27 15,0-3 32-15,1 0 37 0,0-1 47 0,0 1 52 0,-8-5 45 0,8 5 172 16</inkml:trace>
  <inkml:trace contextRef="#ctx0" brushRef="#br0" timeOffset="-212297.32">11592 11917 0 0,'-13'4'39'16,"7"-2"186"-16,-8 3 32 0,8-1 27 0,0-1 23 0,-1 1 26 15,7 0 31-15,-7-1 32 0,7 1 31 0,0 0 24 0,0-4 21 0,7 4-25 16,-7-4-47-16,7 0-37 0,-1 3-32 0,0-3-27 0,8 4-23 16,-1-4-20-16,-7 0-17 0,14 3-25 0,-8-3-25 0,2 0-30 0,6 0-30 15,-1 0-24-15,1 0-19 0,-1 0-14 0,1 0-13 0,-1 0-10 16,0 0-11-16,1 0-9 0,0 0-12 0,5 0-17 0,-5 0-23 0,0 0-25 15,-1 0-30-15,1 4-50 0,0-4-60 0,-8 0-80 0,8 0-88 16,-7 0-76-16,1 4-68 0,-2-4-34 0,1 3-18 0,0-3-7 0,-6 4-3 16,-1 0 10-16,0 0 15 0,2 2 22 0,-8-2 26 0,6 0 47 15,-6 3 60-15,0-3 78 0,6 3 251 0</inkml:trace>
  <inkml:trace contextRef="#ctx0" brushRef="#br0" timeOffset="-206148.03">13664 11217 23 0,'0'0'82'0,"6"4"2"0,-6-4 5 0,0 4 3 0,0-4 2 0,0 0-6 16,0 0-13-16,0 3-11 0,0-3-12 0,0 0-7 0,0 0-7 16,0 0-4-16,6 0-6 0,-6 0-4 0,0 0-1 0,0 0-3 15,0 0-2-15,0 0-1 0,0 0-1 0,0-3-2 0,0 3-1 0,0 0-2 16,0 0 1-16,0 0-2 0,7 3 0 0,-7-3 0 0,0 0 1 16,0 0-2-16,0 0 0 0,7 0-1 0,-7 0-2 0,0 0-1 15,6 4-2-15,-6-4 0 0,0 0-1 0,0 0 3 0,7 0 1 0,-7 0 2 16,0 0 2-16,0 0 2 0,6 0 3 0,-6 0 3 0,0 0 2 0,0 0 4 15,0 0 1-15,6 0 3 0,-6 0 1 0,0 0 2 16,0 0 3-16,0 0 0 0,0 4 0 0,0-4 2 0,0 0 2 0,7 0 3 16,-7 3 2-16,0-3 4 0,0 0 5 0,0 4 5 0,0-4 5 0,0 4 7 15,0-4 8-15,0 3 8 0,-7 1 9 0,7-4 7 0,0 3 9 16,0 1 5-16,0-4 5 0,-6 4 4 0,6-1 6 0,0-3-1 16,0 4 1-16,0-4-3 0,0 0-1 0,0 0-7 0,0 0-4 0,0 0-8 15,0 0-8-15,0 0-10 0,0 0-9 0,0 0-7 0,0 0-7 0,0 0-8 16,0 0-6-16,0 0-7 0,0 0-5 0,0 0-4 0,0 0-5 15,0 0-4-15,0 0-3 0,0 0-3 0,0 0-2 0,0-4 0 16,0 4-2-16,0-3-1 0,6 3-3 0,-6-4-1 0,0 4 0 0,7-4-1 16,-7 1-3-16,0 3-1 0,7-4 1 0,-7 4 3 0,0-3 5 15,0 3 3-15,6-4 4 0,-6 4 2 0,0 0 2 0,0-4 3 0,0 4 2 16,6 0 0-16,-6 0 1 0,0 0 2 0,0 0 3 0,0 0 0 16,0 0 1-16,0 0-1 0,0 0-1 0,0 0-1 0,0 0-1 0,7 0-1 15,-7 0-1-15,0 4 1 0,0-4-1 0,0 0 0 0,0 0 1 16,7 4 0-16,-7-4 1 0,0 3 1 0,0-3-1 0,0 4-1 15,0-4-2-15,0 0-2 0,0 3 1 0,0 1-2 0,0-4-2 0,0 4 0 16,0-4 0-16,-7 3 0 0,7-3-1 0,0 4-1 0,0-4 0 16,0 0-1-16,0 0 2 0,0 0-1 0,0 0 2 0,0 0 0 15,0 0-1-15,0 0 2 0,0 0-1 0,0 0-1 0,0 0-1 0,0 0 0 16,0 0-2-16,0 0-1 0,0 0-1 0,0 0-2 0,0 0-2 16,0 0-2-16,0-4-3 0,0 4-2 0,7-3-2 0,-7 3-2 15,0-4-1-15,0 4 0 0,0-4-2 0,6 4 0 0,-6-3-2 0,0 3 1 16,0 0-1-16,0-4 0 0,0 1-1 0,7 3 1 0,-7 0 0 0,0 0 0 15,0 0 1-15,0 0 0 0,0 0-1 0,0 0 1 0,0 0-1 16,0 0 2-16,0 0 0 0,0 0 1 0,0 0 1 0,0 0 0 16,0 0 2-16,0 0 0 0,0 0 2 0,0 0 2 0,0 0 0 0,0 0 2 15,0 0 2-15,0 0 2 0,0 0 0 0,0 0 0 0,0 3 0 16,0-3-1-16,0 0 0 0,0 0-1 0,0 0 0 0,0 0-1 0,0 4 1 16,0-4-1-16,0 0-1 0,0 0-1 0,0 3-2 0,0-3-1 15,0 0-1-15,0 0 0 0,0 0 0 0,0 0 0 0,0 0 2 0,0 0 0 16,0 0-1-16,0 0 1 0,0 0 0 0,0 0-1 0,0 0 1 15,0 0-1-15,0 0 0 0,0 0-1 0,0 0-1 0,0 0-3 0,0 0-4 16,0 0-9-16,0 0-13 0,0-3-21 0,0 3-27 0,0 0-49 16,-7-4-59-16,7 4-74 0,-6 0-77 0,-1-3-68 0,0 3-59 0,7 0-29 15,-6 0-16-15,0 0-4 0,-1 0 0 0,0 0 5 0,7 0 11 16,0 0 21-16,0 0 26 0,0 0 47 0,0 0 58 0</inkml:trace>
  <inkml:trace contextRef="#ctx0" brushRef="#br0" timeOffset="-185031.2">13468 564 13 0,'7'-4'111'0,"-7"4"6"0,0-4 7 0,0 4 8 0,0-3 9 0,0-1 9 16,0 4 10-16,0-3 3 0,0-1-3 0,0 0-3 0,0 4-7 15,0-4 3-15,0 1 9 0,6 3 10 0,-6-4 10 0,0 4 13 0,0-3 11 16,0 3 14-16,0 0 13 0,0 0 12 0,0-4 8 0,0 4 1 0,0 0-5 15,0 0-8-15,0 0-9 0,0 0-12 0,0 0-14 0,0 0-13 0,0 0-14 16,0 0-15-16,0-4-15 0,0 4-17 0,0 0-17 0,7 0-18 0,-7 0-15 16,0 0-9-16,0 0-7 0,0 0-3 0,6 0-4 0,-6 4-3 0,0-4-2 15,6 0-1-15,-6 0-1 0,0 4 0 0,7-4 0 0,-7 0 1 0,0 3-1 16,0-3-2-16,7 4 0 0,-7-1 0 0,6-3 0 0,-6 4-1 0,0 4 1 16,6-5 0-16,-6 1 0 0,7 3 0 0,-7 0 3 0,0 1-2 0,7-1 0 15,-7 1 0-15,0 3 1 0,0-4-2 0,6 4 0 0,-6 0-2 16,0 4-3-16,0-5-4 0,0 6-2 0,7-2-2 0,-7 0-2 0,0 1-3 15,0-1-5-15,0 5-3 0,6-4-2 0,-6 3-3 0,0-3-3 0,0 3-3 16,6 0-2-16,-6 0-2 0,0 1-1 0,8-1 0 0,-8 4-2 0,0-3 0 16,6 3-1-16,-6-4-1 0,0 4 0 0,0-4-1 0,6 4 1 15,-6-3-2-15,0-1 2 0,0 4-2 0,0-4 1 0,6 0 0 0,-6-3-1 16,0 4 0-16,0-1 0 0,0-4 0 0,0 5-2 0,0-5 0 16,8 1 2-16,-8 0 0 0,0-1-1 0,0 1 0 0,0-4 0 0,0 4 0 15,0-4 1-15,0 3 0 0,0-3 0 0,0 0-2 0,0-3 2 0,0 3 0 16,0-1 1-16,0-2-1 0,0-1 1 0,0 4-1 0,0-4 1 0,0 1 0 15,0-1-2-15,-8 0 1 0,8 1 0 0,0-1 0 0,0-3-1 0,0 3 1 16,0-3 0-16,0 3 1 0,0 1-1 0,0-5 0 0,-6 1 0 16,6-1-1-16,0 1 0 0,0 0 1 0,0-1 0 0,0-3 0 0,0 4-2 15,0-4 1-15,0 0 0 0,0 0 0 0,0 4 0 0,0-4-1 16,0 0 1-16,0 0 0 0,0 0 0 0,0 3-1 0,0-3 1 0,0 0 0 16,0 0-2-16,0 0 2 0,0 0 0 0,0 0 1 0,-6 4-1 0,6-4 0 15,0 0 0-15,0 0 1 0,0 0-1 0,0 0 0 0,0 0 1 16,0 0-1-16,0 0 1 0,0 0 0 0,0 0 0 0,0 0-1 0,0 0 3 15,0 0-1-15,0 0-3 0,0 0 0 0,0 0 0 0,0 0 0 16,0 0 0-16,0 0 0 0,0 0 0 0,0 0 0 0,0 0 0 0,0 0 0 16,-6 0 0-16,6-4 0 0,0 1 0 0,-8 3 0 0,8-4 0 0,-6 0 0 15,0 1 0-15,-1-1 0 0,1-3 0 0,6 0 0 0,-14-1 0 16,8 1 0-16,0-4 0 0,-1 4 0 0,0-5 0 0,-5 2 0 0,5-5 0 16,-6 0 0-16,6 4 0 0,-5-3 0 0,4-1 0 0,-4 0 0 15,6 4 0-15,-8-3 0 0,8-1 0 0,-7 0 0 0,7 0 0 0,-8 1 0 16,8 3 0-16,-8-4 0 0,8 4 0 0,-7 0 0 0,7 0 0 0,-1 0 0 15,0 4 0-15,1 0 0 0,0 0 0 0,6-1 0 0,-6 1 0 16,-2 3 0-16,8 0 0 0,-6-3 0 0,6 7 0 0,0-4 0 0,0 1 0 16,-6 3 0-16,6 0 0 0,0 0 0 0,0 0 0 0,0 0 0 0,0 0 0 15,0 0 0-15,0 0 0 0,0 0 0 0,0 0 0 0,0 0 0 0,0 0 0 16,0 0 0-16,0 0 0 0,6 0 0 0,-6 3 0 0,0-3 0 16,0 4 0-16,6 0 0 0,-6 3 0 0,8-3 0 0,-8 3 0 0,6 1 0 15,0-1 0-15,-6 4 0 0,6-4 0 0,1 4 0 0,0 0 0 0,-1 0 0 16,1 0 0-16,-1 0 0 0,0 0 0 0,2 0 0 0,-2 0 0 0,0-4 0 15,-6 4 0-15,14 0 0 0,-14 0 0 0,6 0 0 0,0 0 0 0,1-3 0 16,-1 3 0-16,1-4 0 0,0 4 0 0,-1 0 0 0,0-4 0 16,0 4 0-16,8-4 0 0,-14 5 0 0,6-5 0 0,1 0 0 0,0 1 0 15,-1-1 0-15,1-3 0 0,-1 3 0 0,0-3 0 0,1 3 0 16,-7-3 0-16,7-1 0 0,-1 1 0 0,0-1 0 0,1-3 0 0,0 4 0 16,-7-4 0-16,6 4 0 0,1-4 0 0,-1 0 0 0,0 0 0 0,2 0 0 15,4-4 0-15,-6 0 0 0,8 4 0 0,-8-7 0 0,7 4 0 16,1-5 0-16,4 1 0 0,-4-4 0 0,6 4 0 0,-1-8 0 0,1 4 0 15,6-8 0-15,-7 5 0 0,7-4 0 0,0-1 0 0,0 1-37 16,1-4-66-16,-2 3-25 0,1-3-30 0,0 1-46 0,0-5-54 0,1 4-73 16,-1 0-84-16,0-3-59 0,-1 2-47 0,-5 1-29 0,6 0-20 0,-6 0 0 15,-1 1 9-15,1-1 15 0,-7 3 18 0,0 1 26 0,0 3 27 0,0-3 48 16,-6 3 53-16,5 1 73 0,-12 3 143 0</inkml:trace>
  <inkml:trace contextRef="#ctx0" brushRef="#br0" timeOffset="-178148">13481 3692 0 0,'0'0'42'0,"0"0"59"0,0 0 8 0,0-3 10 0,0 3 10 16,0-4 11-16,0 4 11 0,0 0 10 0,-6 0 11 0,6-4 13 0,0 4 12 15,0 0 17-15,0 0 14 0,0-4 22 0,0 4 23 0,0 0 19 16,-7 0 17-16,7 0 7 0,0-3 5 0,0 3-5 0,0 0-8 0,0 0-14 15,0 0-18-15,0 0-21 0,0 0-23 0,0 0-23 0,0 0-24 16,0 0-25-16,0 0-26 0,7 0-21 0,-7 0-18 0,0 0-8 16,6-4-3-16,1 4 0 0,5-3 1 0,-5-1 1 0,6 4 0 0,7-3 4 15,-7-1 1-15,7 0 5 0,-2 1 3 0,2-1 0 0,7 0 2 16,-1 4-3-16,0-3-4 0,-1-1-7 0,1 4-8 0,1-4-8 0,-1 1-9 16,0 3-6-16,0 0-6 0,-1 0-6 0,2 0-5 0,-1 0-6 15,-6 0-7-15,6 3-5 0,-7-3-4 0,1 4-5 0,0-4-3 0,-1 4-2 16,0-4-2-16,0 0 0 0,-5 3-3 0,5-3-2 0,-6 4-5 15,0-4-11-15,1 0-12 0,-2 0-15 0,-5 4-16 0,6-4-16 0,-7 0-16 16,7 0-20-16,-6-4-22 0,0 4-40 0,-1-4-48 0,0 4-67 16,1-3-76-16,-7-1-67 0,7 0-62 0,-7 1-36 0,0-1-24 0,0-3-3 15,-7 3 7-15,7 0 12 0,-7 1 14 0,1-1 18 0,0-4 22 16,-8 5 38-16,8 3 50 0,-7-3 66 0,0-2 76 0</inkml:trace>
  <inkml:trace contextRef="#ctx0" brushRef="#br0" timeOffset="-177897.48">13976 3345 74 0,'0'-4'212'15,"-6"0"27"-15,-1 1 26 0,7-1 22 0,-7 4 22 0,1-4 27 16,6 4 26-16,-6 0 29 0,6 0 28 0,0 0-5 0,0 0-21 0,-7 4-26 16,7 0-26-16,0-1-27 0,0 5-25 0,0-1-21 0,0 4-16 15,7 0-16-15,-7 3-19 0,0 5-19 0,0-1-23 0,0 4-23 0,6 1-25 16,-6 2-16-16,0 4-16 0,0 0-11 0,0 0-11 0,0 5-8 15,-6 2-9-15,6-3-8 0,0 4-7 0,-7-4-13 0,7 3-16 0,-7 1-22 16,7-5-24-16,-6 3-36 0,-1-7-42 0,7 2-72 0,-6-1-88 16,6-4-92-16,0-2-96 0,-7-1-48 0,7-4-24 0,0 0-13 15,0-3-4-15,0-4 2 0,-6-4 9 0,6-3 15 0,0-4 19 0,0 0 31 16,0 0 38-16,0-4 69 0,-7-3 142 0</inkml:trace>
  <inkml:trace contextRef="#ctx0" brushRef="#br0" timeOffset="-176764.69">10804 3755 0 0,'0'0'12'16,"0"0"97"-16,-6 0 9 0,6 0 12 0,0 0 12 0,0 0 16 15,0 0 18-15,0 0 15 0,0 0 14 0,0 0 8 0,0 0 4 0,0 0 9 16,-7 0 12-16,7 0 14 0,0 0 18 0,0 0 13 0,0 0 13 16,0 0 4-16,0 0 0 0,0 0-7 0,0 0-11 0,0 0-15 15,0 0-19-15,0 0-22 0,0 0-21 0,0 0-20 0,0 0-21 0,0 0-19 16,0 0-19-16,7 0-18 0,-7 0-16 0,6 0-9 0,7 4-6 16,-7-4-2-16,8 0-1 0,-8 0 1 0,8 0 3 0,-2 3 3 0,8-3 2 15,-7 0 2-15,7 0-1 0,-1 0 0 0,1 4-3 0,-8-4-3 16,8 0-2-16,0 0-5 0,-1 0-6 0,1 0-5 0,-1 0-5 0,1-4-6 15,0 4-7-15,-1 0-5 0,0 0-7 0,1 0-6 0,-1-3-5 16,1 3-3-16,-7 0-5 0,7 0-9 0,-8 0-13 0,2 0-19 16,-2 0-21-16,2-4-27 0,-1 4-30 0,0 0-60 0,-6 0-73 0,5-4-86 15,-6 4-95-15,2 0-64 0,-2 0-52 0,0 0-25 0,-6 0-13 16,0 0 1-16,0 0 8 0,0 0 14 0,-6 4 20 0,6 0 25 0,-6-4 30 16,-2 3 59-16,2 1 72 0</inkml:trace>
  <inkml:trace contextRef="#ctx0" brushRef="#br0" timeOffset="-123047.58">26715 2806 41 0,'0'0'268'0,"0"0"43"15,0 0 35-15,0 0 32 0,0 0 31 0,0 0 22 0,0 0 19 16,0 0 16-16,0 0 12 0,0 4 1 0,0-4-7 0,0 0-44 0,0 0-62 16,0 0-56-16,0 0-53 0,0 3-34 0,7-3-25 0,-1 0-22 15,1 4-20-15,6-4-16 0,0 0-11 0,-1 0-11 0,8 4-9 0,0-4-8 16,5 0-7-16,2 0-6 0,-1 0-4 0,6-4-4 0,1 4-5 0,-1 0-8 16,1 0-9-16,-1 0-9 0,2 0-10 0,-2 0-8 0,1-4-6 15,-1 4-5-15,1 0-4 0,-1 0-3 0,1 0-3 0,-7 0-4 0,7 0-3 16,-7-3-11-16,-1 3-12 0,1 0-19 0,0-4-19 0,-6 4-23 15,-1 0-21-15,1-4-34 0,-7 1-37 0,0 3-68 0,-6-5-83 0,6 2-80 16,-13-4-81-16,6 3-49 0,-6-3-32 0,0 3-10 0,-6-3 5 16,-1 3 12-16,1-3 17 0,-7 0 21 0,-1-1 20 0,2 4 34 0,-8-3 38 15,1 0 68-15,-1-1 81 0</inkml:trace>
  <inkml:trace contextRef="#ctx0" brushRef="#br0" timeOffset="-122864.29">26917 2538 0 0,'-13'-3'79'0,"0"-1"156"0,6 4 22 0,-5 0 20 15,5 0 17-15,0 4 32 0,7-1 38 0,-6 5 33 0,6 3 31 0,-6 0 21 16,6 0 15-16,0 4-32 0,0-1-56 0,0 8-44 0,0-4-37 16,0 4-27-16,0 4-19 0,0-4-18 0,0 4-16 0,0-1-30 0,6 0-38 15,-6 2-33-15,6 2-31 0,-6-7-22 0,7 4-18 0,-7-1-23 16,7-3-27-16,-1-4-41 0,0 1-49 0,1-1-65 0,6-3-75 0,-6-5-67 16,5 2-64-16,2-1-52 0,-2-4-45 0,1-3-23 0,1-4-13 15,6 0-3-15,-2-4-1 0,-4 1 12 0,5-5 16 0,1-3 33 16,0-3 42-16,-1-1 60 0,1 0 73 0</inkml:trace>
  <inkml:trace contextRef="#ctx0" brushRef="#br0" timeOffset="-122414.4">27334 2700 0 0,'7'-11'153'0,"-7"3"150"15,0 1 46-15,0 3 39 0,0 1 32 0,0-1 24 0,-7 0 18 0,7 4 13 16,0 0 10-16,0 0 8 0,-7 4 8 0,7-4-37 0,-6 4-60 0,6-1-61 16,-7 5-63-16,7-1-50 0,-6 4-42 0,-1 0-34 0,-6 3-31 15,7 1-20-15,-8 0-18 0,2 3-11 0,-1 4-9 0,-7-3-9 0,8 2-9 16,-8 1-14-16,0 4-17 0,-6-4-21 0,7 0-20 0,-1 0-20 15,-7 0-23-15,9 0-35 0,-9 1-42 0,7-2-50 0,-6-2-54 0,0 2-52 16,1-2-52-16,-1-1-38 0,6 0-27 0,-6-3-15 0,-1 4-7 16,8-5 1-16,-7 1 4 0,0-1 10 0,7 0 13 0,-1-2 30 15,0-1 38-15,1-1 53 0,0-2 60 0,-1-1 66 0,7-3 66 16,-1 3 51-16,2-3 43 0,5-4 36 0,-6 0 33 0,7 0 31 0,-1 5 29 16,7-5 26-16,-6-5 22 0,6 5 19 0,0 0 13 0,0 0 14 15,0 0 12-15,6-4 13 0,-6 4 17 0,7-3 15 0,-1-1 15 0,7 0 2 16,0 1-3-16,1-1-7 0,5 0-9 0,1-3-9 0,6 3-7 0,0 1-7 15,6-4-9-15,-5 3-11 0,11-3-14 0,-5 2-21 0,6 2-24 16,0 0-26-16,0 3-24 0,6 0-13 0,-6 3-9 0,1 0-8 16,5 2-8-16,-6 2-8 0,1 0-7 0,-1 4-6 0,-7 0-4 0,7 4-5 15,-13-1-4-15,7 1-3 0,-7 0-3 0,-6 3-1 0,6-3-1 16,-13 3-1-16,6 0-2 0,-6-4-3 0,-7 5-3 0,8-1 1 16,-14 1-2-16,6-1 1 0,1-3-2 0,-7 3-1 0,0 0-2 0,-7-3-2 15,7 0-4-15,-6-1-3 0,-1 2-3 0,0-2-5 0,1 1-8 0,-7-4-13 16,6 0-17-16,-5-4-22 0,-1 0-24 0,-7 1-30 0,6-5-30 15,-4-3-53-15,-2 0-61 0,1-3-74 0,-1-1-78 0,0-3-68 16,1-4-63-16,-7-4-27 0,6 0-11 0,1 0 5 0,-7-3 12 0,6-4 18 16,0 0 23-16,1 0 27 0,-1-3 29 0,1-1 52 0,6 0 61 15,-6 1 72-15,5-1 269 0</inkml:trace>
  <inkml:trace contextRef="#ctx0" brushRef="#br0" timeOffset="-122265.25">27002 3249 57 0,'0'0'203'0,"-6"3"28"0,-2 5 27 0,2 3 32 0,6 0 38 15,-6 7 41-15,-1-3 42 0,7 4 28 0,-7 3 21 0,1-1-8 0,6 1-26 16,-7 4-32-16,1-1-36 0,0 5-29 0,-1-1-21 0,-6 1-23 15,7-1-21-15,-8 4-29 0,8 4-35 0,-7-5-39 0,0 5-41 0,0-4-29 16,-1 4-22-16,2-1-24 0,-1-3-23 0,0 4-36 0,0-8-39 16,7 1-64-16,-2-1-77 0,-4-4-80 0,12-3-84 0,-7 1-64 15,7-1-55-15,0-7-27 0,0-1-13 0,7 0-7 0,-7-3-3 0,6-3 9 16,8-1 13-16,-8-4 27 0,0-3 33 0,7 0 58 0,0 0 71 16</inkml:trace>
  <inkml:trace contextRef="#ctx0" brushRef="#br0" timeOffset="-121664.31">28623 2689 0 0,'7'-11'124'16,"-7"0"143"-16,0 3 35 0,7 5 25 0,-7-5 17 0,0 8 21 0,6-4 27 16,-6 4 20-16,0 0 18 0,0 0 15 0,0 0 11 0,0 0-34 15,0 4-60-15,0 4-47 0,0-1-44 0,0 0-30 0,-6 4-22 0,6 4-13 16,0-1-9-16,-7 8-16 0,7 1-19 0,-7 2-15 0,1 1-17 16,-1 3-12-16,1 0-10 0,0 5-11 0,-2-1-10 0,2-4-8 15,0 4-11-15,-7-4-14 0,6 1-18 0,1-1-22 0,-1-4-25 0,1 1-24 16,-1-4-24-16,7 0-31 0,-7 0-30 0,7-7-45 0,0 3-49 15,0-7-58-15,0-1-59 0,0 2-42 0,0-9-31 0,0 5-19 0,7-5-9 16,0-3 1-16,-1 0 8 0,-6-3 13 0,7-1 18 0,-1-3 23 16,1-1 28-16,0 1 43 0,-1-4 49 0,0 0 61 0,0 0 66 0,2 0 56 15,-2-3 48-15,-6 3 46 0,6 0 45 0,1-4 41 0,-7 4 41 16,6 0 34-16,-6 4 34 0,7-4 30 0,-7-1 29 0,7 5 23 0,-1-4 16 16,0 4 8-16,0-1 4 0,2 1-6 0,4 0-15 0,-5 0-21 15,6 3-24-15,0-3-30 0,0 3-31 0,0 1-30 0,0-2-29 0,0 2-29 16,6 3-30-16,-5-3-20 0,6 3-18 0,-8 0-12 0,8 0-11 15,-1 0-13-15,-5 3-15 0,5-3-26 0,-6 3-32 0,0-3-50 16,0 0-56-16,0 5-62 0,0-5-64 0,-6 3-59 0,-1 1-54 0,-6-4-31 16,0 0-19-16,0 4-9 0,-6-1-5 0,-1 1 4 0,0 0 9 15,-5 3 23-15,-2-4 28 0,-5 1 46 0,-1 3 56 0,0 1 59 16,1-5 241-16</inkml:trace>
  <inkml:trace contextRef="#ctx0" brushRef="#br0" timeOffset="-121165.02">28252 3242 0 0,'-19'10'122'0,"5"2"132"0,2-1 21 0,-2 1 20 16,1 1 22-16,7 2 37 0,-7 0 44 0,6 0 30 0,1 3 23 16,0 0 16-16,6 0 13 0,-7 4-39 0,7-4-64 0,-7 5-52 15,7-1-49-15,0 0-28 0,0-4-21 0,0 0-19 0,7 4-23 0,-7-7-35 16,7 3-44-16,-7-3-31 0,6 0-23 0,0-4-16 0,1 0-13 16,0 0-10-16,5-4-7 0,-5-4-7 0,-1 4-4 0,8-7-4 0,-8 4-3 15,0-4-2-15,8 0-1 0,-8-4-1 0,0 1-1 0,8-4-1 16,-8 0 1-16,7-1 0 0,-7-3 2 0,8 0 0 0,-8 1 2 0,7-2 1 15,0 1 4-15,-6-4 2 0,6 4 3 0,0 0 0 0,7 1 1 16,-8-1 1-16,8-1 1 0,-1 2-1 0,1-1 1 0,6 0 0 16,-7 0 1-16,14 3 0 0,-7-2 1 0,6 2 0 0,-5 0-1 0,5 1 0 15,1 1 1-15,-7 1 2 0,6 2-1 0,-5-1 1 0,-1 0-1 0,-6 1 1 16,5 3 1-16,-12 0 0 0,6 0 2 0,-5 0 2 0,-1 3 2 16,0-3 2-16,-7 4 3 0,1-4 1 0,-1 4 0 0,-6-4 3 15,7 3 5-15,-7 2 4 0,0-3 4 0,-7 6 2 0,1 0 1 0,-1-5-1 16,1 9-2-16,-7-6-1 0,0 5-3 0,-1 0-1 0,2 4-4 15,-8-4-1-15,1 4-2 0,-1-1-4 0,0 4-5 0,-5-2-7 16,5-2-8-16,-6 5-5 0,0-5-9 0,7 1-5 0,-7-1-5 0,6 0-3 16,-7 1 0-16,9-4-2 0,-2 0 1 0,7 0-1 0,-1-3-1 15,2-1-4-15,-2 1-3 0,8-5-2 0,6 1-1 0,-6 0 2 16,6-4 4-16,0 0 6 0,6 0 3 0,-6 3 2 0,6-3 2 0,1 0 0 16,6 0 1-16,0 0 2 0,-6 0 2 0,6 0 4 0,0 0 6 0,6 0 3 15,-5-3 6-15,-2 3 3 0,8 0 0 0,-7 0 1 0,-1 0-1 16,2 0 1-16,-1-4-1 0,0 4 0 0,0 0-3 0,0-4-8 15,-6 4-9-15,-1 0-26 0,0 0-32 0,-6-3-63 0,0 3-75 0,0-5-73 16,0 2-66-16,-6 0-49 0,0-1-38 0,-8 0-19 0,2 4-9 0,-8-4-5 16,7 1 1-16,-7 3 5 0,-6 0 9 0,1 0 25 0,-1 0 31 15,-1 3 62-15,-5 1 76 0</inkml:trace>
  <inkml:trace contextRef="#ctx0" brushRef="#br0" timeOffset="-120830.68">27998 3835 94 0,'-13'11'268'0,"0"-3"37"16,6-2 29-16,1 6 36 0,0-4 36 0,-1 3 28 0,7-4 23 0,-7 4 19 15,7 0 17-15,0 0-7 0,0 3-15 0,0-3-42 0,0 4-54 16,0-1-48-16,0 1-46 0,0 0-34 0,7 0-26 0,-7-4-33 0,0 3-37 16,7 1-27-16,-7 0-22 0,0-5-19 0,6 5-16 0,-6-4-11 15,0 0-10-15,0-4-12 0,0 4-10 0,0-3-17 0,0-1-21 0,0 1-21 16,0-1-22-16,0 0-27 0,0-3-29 0,6 0-44 0,-6-4-49 16,0 3-54-16,7-3-54 0,-7 0-41 0,6 0-31 0,1 0-20 15,6-3-14-15,-7-1-4 0,14 0 2 0,-7 1 8 0,7-5 11 0,0 0 22 16,6 2 26-16,-1-6 43 0,1 1 49 0,7 0 53 0,-7-3 59 0,6 3 48 15,-5 0 44-15,-1 0 36 0,0 4 30 0,0-4 32 0,-1 3 34 16,-5 1 39-16,0 4 45 0,-1-1 45 0,1 4 46 0,-7 0 42 16,0 4 42-16,0-1 23 0,0 4 17 0,0 1 5 0,0-1 0 0,0 4-4 15,0 0-8-15,-6 3-14 0,6 1-17 0,-7-4-29 0,8 4-33 16,-8 0-41-16,0-1-43 0,7-3-42 0,-6 4-40 0,0-4-32 16,-1 0-27-16,0 0-27 0,0-4-31 0,8 0-33 0,-8 1-35 0,1-5-47 15,0 1-51-15,-1-4-61 0,1 0-66 0,5 0-59 0,-5-4-54 16,0 1-42-16,5-1-32 0,-5-3-12 0,6-1-2 0,-6-2 9 0,-1 2 15 15,7-3 24-15,-6 0 28 0,-1 0 40 0,0-3 47 0,2 3 59 16,-2-4 95-16</inkml:trace>
  <inkml:trace contextRef="#ctx0" brushRef="#br0" timeOffset="-120680.68">28832 4070 204 0,'0'-7'270'0,"-7"3"48"15,7 0 50-15,-6 1 37 0,0 3 31 0,6 0 20 0,-8 0 13 0,8 3 9 16,0-3 5-16,-6 0-30 0,6 0-48 0,0 4-47 0,0-4-46 0,0 4-49 16,0-1-47-16,0 1-50 0,0 0-48 0,0 0-40 0,6 3-35 15,-6-4-32-15,0 1-28 0,8 3-39 0,-8-3-44 0,6-1-55 16,0 1-60-16,-6 0-56 0,7-4-52 0,-1 3-50 0,1-3-50 0,-1-3-27 15,7 3-19-15,-7-4-6 0,8 4 1 0,-1-4 9 0,0 1 13 0,6-5 30 16,-5 5 40-16,5-1 52 0,0 1 61 0</inkml:trace>
  <inkml:trace contextRef="#ctx0" brushRef="#br0" timeOffset="-120548.02">29164 4095 0 0,'13'8'153'0,"-6"-1"56"16,-1 0 35-16,0 4 39 0,1 0 39 0,-7-3 40 0,6 3 40 16,1-4 27-16,-7 4 20 0,7 0-7 0,-7-3-20 0,0 2-30 15,6-2-36-15,-6 3-30 0,6-4-27 0,-6 0-30 0,0-3-35 0,8 3-39 16,-8 1-41-16,6-5-49 0,-6 1-54 0,0 3-56 0,6-7-56 0,-6 4-63 15,0-4-67-15,6 3-69 0,-6-3-69 0,0 0-55 0,0-3-47 16,7 3-23-16,-7-4-13 0,7-3-5 0,-1 0 0 0,1-1 6 16,-7 1 13-16,6-4 29 0,8-4 36 0,-8 4 52 0,0-7 60 0</inkml:trace>
  <inkml:trace contextRef="#ctx0" brushRef="#br0" timeOffset="-120297.08">29476 3139 0 0,'-6'-7'204'16,"6"3"68"-16,0 1 17 0,-6-1 28 0,6 4 31 0,0 4 35 15,0-1 39-15,0 1 25 0,0-1 20 0,0 5 10 0,0 3 5 0,0-3-43 16,0 2-68-16,0 5-53 0,0 0-47 0,0-1-26 0,0 5-17 16,0-5-26-16,-8 4-30 0,8 4-37 0,0-3-36 0,-6-1-26 0,0 4-22 15,6-4-22-15,0 1-23 0,-6-5-27 0,6 5-30 0,0-5-45 16,0-3-54-16,0 1-65 0,0-1-71 0,0-4-60 0,0-4-51 0,0 1-44 15,6 0-40-15,0-4-18 0,0 0-9 0,-6-4 3 0,8 0 11 16,4 1 17-16,-5-4 23 0,6-4 40 0,-6-1 50 0,5-2 63 16,-4-1 70-16</inkml:trace>
  <inkml:trace contextRef="#ctx0" brushRef="#br0" timeOffset="-120064.68">29614 3256 209 0,'6'-14'268'16,"0"-1"46"-16,1 1 45 0,-7 3 40 0,6 0 39 0,1 0 25 16,-7 0 23-16,7 4 16 0,-1-5 15 0,0 5-20 0,0-1-37 0,2 1-40 15,-2 4-43-15,7-5-40 0,-6 5-39 0,6-5-40 0,6 4-40 16,-6 1-36-16,7-1-33 0,-1 1-25 0,7 3-18 0,-6-4-14 0,6 0-13 15,-1 4-12-15,9-3-10 0,-9 3-8 0,1 0-6 0,1 0-6 16,-1 0-4-16,6 3-4 0,-6-3-5 0,1 4-1 0,-2 0-3 0,-5-1-2 16,6 4-3-16,0 1-1 0,-7-1-1 0,1 1 1 0,0 2 0 15,-1 1 1-15,1 0 1 0,0 4 0 0,-8 0 0 0,1 0-2 0,0 2 1 16,0 2-1-16,-6-1-1 0,0 1-2 0,-1 3 1 0,0 0 0 16,-6-4-2-16,6 4-5 0,-12-4-5 0,6 4 0 0,-6-3 0 0,6 0 0 15,-13-1 0-15,6 0-9 0,-6 0-34 0,7 0-24 0,-8-3-27 0,2 0-42 16,-2-1-48-16,-5 1-76 0,6-4-91 0,-6 0-86 0,5-4-83 15,-5 1-45-15,6-1-28 0,-6 1-8 0,-1-5 1 0,7-3 12 16,-7 0 14-16,7 0 25 0,-6-3 26 0,5-1 41 0,-5 0 47 16,0 0 76-16,6-3 138 0</inkml:trace>
  <inkml:trace contextRef="#ctx0" brushRef="#br0" timeOffset="-119865.1">29776 3458 57 0,'-20'-11'244'0,"8"-4"37"0,-8 1 36 0,7 3 37 0,0 0 35 15,6 0 27-15,1 0 19 0,0 3 16 0,6 1 12 0,0 0-8 0,0 0-19 16,6-1-36-16,0 5-45 0,1-5-46 0,6 5-43 0,-6-1-37 15,12 0-32-15,-6 1-35 0,7-1-34 0,-1 4-25 0,7 0-21 0,-6 0-15 16,6 0-11-16,-1 0-11 0,9 4-9 0,-9 3-9 0,1-3-7 16,1 3-9-16,-1 0-8 0,0 4-14 0,0-3-18 0,-7 2-26 15,1 1-29-15,-1 0-47 0,-6 0-51 0,0 0-62 0,-6-3-67 0,0 3-53 16,-1-1-48-16,-6 1-38 0,0 1-35 0,0-1-14 0,-6 0-4 0,-1 0 8 16,-6 0 12-16,6 0 23 0,-6-1 28 0,0 2 45 0,1-1 51 15,-8-1 61-15,0-2 109 0</inkml:trace>
  <inkml:trace contextRef="#ctx0" brushRef="#br0" timeOffset="-119714.65">29783 3634 0 0,'-27'4'75'0,"8"-4"163"16,0-4 29-16,-1 4 21 0,13 0 17 0,-5-4 17 0,4 4 16 0,2 0 27 16,6 0 36-16,0 0 25 0,6-3 21 0,2 3-29 0,-2 0-56 0,7 0-46 15,-6 3-42-15,12-3-33 0,-6 4-28 0,6-4-20 0,8 4-16 16,-8-1-16-16,8 1-16 0,-2 0-27 0,1-1-35 0,0 1-26 16,0 0-23-16,1-1-21 0,-1 1-21 0,-7-4-31 0,7 3-34 0,-6-3-50 15,-1 0-58-15,1 0-61 0,-8-3-63 0,2-1-61 0,5 1-59 16,-6-5-29-16,-6 1-15 0,6 0-6 0,0-4-3 0,-7 0 7 0,1 0 10 15,6-4 25-15,-7 4 33 0,1-4 46 0,-1-3 57 0</inkml:trace>
  <inkml:trace contextRef="#ctx0" brushRef="#br0" timeOffset="-119464.39">30342 2923 0 0,'0'-14'130'0,"-6"3"147"0,0 3 34 0,0 1 29 0,-2 3 29 0,2 0 27 15,-7 8 29-15,7-4 22 0,-8 8 18 0,2-5 15 0,-2 8 12 16,2 0-32-16,-2 4-54 0,1-1-50 0,-6 8-48 0,0 0-30 15,-1 5-21-15,0 2-15 0,1 3-14 0,-1 5-14 0,1-1-16 0,-1 5-10 16,-6 3-9-16,6 3-9 0,1-2-9 0,6 2-10 0,-6 1-11 16,5 0-17-16,1-1-123 0,7-3 0 0,0 0 0 0,6 0 0 0,0-4 0 15,0-3 0-15,6 0 0 0,0-1 0 0,1-7 0 0,6 1 0 16,6-4 0-16,-5-1 0 0,5-7 0 0,1 1 0 0,0-1 0 0,-1-7-40 16,0 0-201-16,0 0-79 0,8-8-88 0,-8 1-84 0,8 0-83 15,-1-4-38-15,-1-4-12 0,1 0 0 0,-6 1 9 0,6-1 18 16,7-3 20-16,-7-1 28 0,0 1 30 0,7 0 46 0,-1 0 53 0,7-1 78 15,0 1 191-15</inkml:trace>
  <inkml:trace contextRef="#ctx0" brushRef="#br0" timeOffset="-119098.46">30870 2883 2 0,'0'-4'279'0,"0"0"39"0,0 4 31 16,0-3 33-16,7 3 32 0,-1-4 26 0,1 4 22 0,5-4 17 15,2 4 15-15,5 0 13 0,1 0 10 0,0 0-53 0,6 0-85 0,6 0-62 0,-5 0-47 16,5 4-35-16,1-4-25 0,-1 4-29 0,-6-4-30 0,7 3-22 16,-1 1-20-16,1 0-15 0,-1 0-16 0,1-1-10 0,-7 5-11 0,-1-5-9 15,9 1-9-15,-9 0-7 0,-5-1-7 0,6 1-10 0,-6-1-11 0,-7 1-13 16,7 0-15-16,-8-4-15 0,1 4-17 0,-6-4-19 0,-1 0-18 16,1 0-35-16,-7 0-44 0,0 0-60 0,0 0-68 0,-7-4-58 0,1 4-55 15,-8 0-42-15,8-4-37 0,-14 4-20 0,8-4-10 0,-8 1 4 16,1 3 7-16,-1 0 14 0,0 0 19 0,-5 0 32 0,5-4 45 0,-6 4 60 15,-7 0 68-15</inkml:trace>
  <inkml:trace contextRef="#ctx0" brushRef="#br0" timeOffset="-118881.02">30987 2912 0 0,'-6'4'6'0,"-7"-1"141"0,6 5 17 0,1-1 29 0,-1 4 33 16,1 0 42-16,6 4 45 0,-7-1 48 0,1 1 47 0,6 7 19 16,-7-3 4-16,1 6-5 0,0 1-10 0,-8-1-7 0,8 4-4 0,-7 5-3 15,0-1-4-15,-6-1-16 0,-1 10-25 0,0-6-31 0,1 4-39 16,-1-1-42-16,-6 6-43 0,0-5-31 0,-1 0-24 0,9 1-19 0,-9-4-16 15,1 3-15-15,6-4-15 0,-5-3-14 0,5 1-14 0,0-2-15 16,1-2-18-16,6-1-20 0,-6-4-24 0,5-2-24 0,2-5-28 0,5 5-28 16,-6-9-31-16,6 0-48 0,7-3-57 0,-6-4-63 0,6 1-69 15,6-1-58-15,1-3-53 0,-1-4-42 0,8 0-38 0,-8 0-9 0,14-4 4 16,-1-3 14-16,1-1 20 0,0-2 26 0,-2-1 27 0,9-4 46 16,-1 0 56-16,-6 1 64 0,5 0 68 0</inkml:trace>
  <inkml:trace contextRef="#ctx0" brushRef="#br0" timeOffset="-118731.79">30786 3755 108 0,'0'-12'212'0,"0"6"28"0,6-6 31 0,-6 5 33 0,7 3 38 15,-1 0 36-15,7-3 36 0,0 4 24 0,7 3 15 0,-1-4-18 16,1 0-37-16,6-3-37 0,0 3-34 0,0 0-32 0,0 1-29 0,6-1-29 16,2 1-28-16,-2-4-34 0,1 3-35 0,-8 0-37 0,8 1-38 15,0-5-23-15,-8 5-16 0,8-1-14 0,-7 0-12 0,0 1-21 0,0-1-21 16,-6 1-31-16,5 3-36 0,-11-4-51 0,6 0-57 0,-8 0-56 16,1 1-56-16,1-1-50 0,-8 4-51 0,0-4-24 0,1 0-13 0,0 1-2 15,-7 0 4-15,0 3 13 0,0-8 18 0,-7 4 30 0,7 0 36 0,-7-3 49 16,7 3 57-16</inkml:trace>
  <inkml:trace contextRef="#ctx0" brushRef="#br0" timeOffset="-118364.52">31352 3341 0 0,'-6'7'69'0,"6"1"87"0,-6 2 9 16,6 5 18-16,-8 0 24 0,8-1 32 0,-6 5 34 0,6 2 34 0,-6 2 34 15,-1-1 17-15,7 3 7 0,-6 5-9 0,-1-5-17 0,0 5-11 0,1 3-7 16,0-1-4-16,-8-2-3 0,8 7-15 0,-7-4-21 0,0-1-31 15,6 1-32-15,-5 0-34 0,-2 0-34 0,8 0-32 0,-7-3-31 16,0-1-23-16,6 0-18 0,-6 1-14 0,7-4-11 0,-1-1-12 0,-5 0-11 16,4-3-11-16,2-4-10 0,0 1-11 0,-1-1-11 0,1 1-12 0,-1-5-10 15,-6-3-10-15,13 0-10 0,-12 0-7 0,4-4-2 0,2 1-2 16,0-1 1-16,-1 0 6 0,0 1 5 0,1-5 9 0,-7 1 9 0,7 4 20 16,-1-5 26-16,-6 1 25 0,7 0 23 0,-1-4 20 0,0 3 18 15,1 1 10-15,6-4 7 0,-7 4 5 0,7-4 3 0,-6 3 1 0,6-3-1 16,6 0 2-16,-6 0 1 0,7 4-7 0,-1-4-14 0,1 0-12 15,6 0-12-15,-7 0-9 0,14-4-7 0,-7 4-6 0,7-3-2 0,6 3-4 16,-7-8-2-16,7 5-2 0,0-1-1 0,0-3-7 0,1-1-6 0,-1 4-10 16,-1-2-7-16,-5-2-11 0,6 4-12 0,-6-3-15 0,-1 3-20 15,1-3-23-15,-8 3-25 0,8-3-28 0,-7 3-29 0,1 1-29 0,-8-1-33 16,6 0-30-16,-4 1-28 0,-2-1-23 0,-6 4-21 0,6-4-22 16,-6 1-21-16,0-1-7 0,7 1 3 0,-7-1 16 0,0 0 21 0,0 0 25 15,0 1 29-15,0-5 30 0,0 5 34 0,0-4 34 0,0 3 31 16</inkml:trace>
  <inkml:trace contextRef="#ctx0" brushRef="#br0" timeOffset="-118165.02">31423 3923 0 0,'0'0'114'0,"0"0"42"0,0 0 8 0,8 0 18 0,-8 5 21 16,0-2 29-16,6 0 29 0,-6 1 24 0,6 0 23 0,-6-1-2 15,0 5-17-15,7-5-16 0,-1 5-18 0,-6-1-14 0,7 0-10 0,-7 0-10 16,0 1-8-16,7-1-17 0,-7 3-25 0,6-2-36 0,-6-4-42 0,0 4-47 15,0-1-49-15,6-3-54 0,-6 3-58 0,0-3-50 0,0-1-45 16,0 1-43-16,0 0-40 0,0-4-30 0,0 0-28 0,0 0-13 0,0 0-5 16,0 0 6-16,0 0 12 0,0 0 19 0,0 0 27 0,7-4 35 15,-7 4 42-15,7-4 35 0,-7 4 163 0</inkml:trace>
  <inkml:trace contextRef="#ctx0" brushRef="#br0" timeOffset="-117598.58">32127 3165 231 0,'-6'-11'330'0,"-1"3"39"0,1 1 28 16,-1 3 18-16,1 1 10 0,6-1 8 0,-7 1 6 0,7 3 8 0,0-4 5 15,-6 4-12-15,6 0-23 0,0 0-65 0,0 0-84 0,0 0-64 16,0 0-55-16,0 0-36 0,0 0-28 0,0 0-16 0,0 4-11 0,0-1-7 16,0 1-7-16,0-1-7 0,6 1-4 0,-6 3-13 0,0 1-15 15,7 3-20-15,-7-4-23 0,0 4-34 0,0-3-38 0,0 3-44 0,6 0-42 16,-6-5-44-16,0 6-43 0,0-1-30 0,0-4-27 0,0 4-21 16,0 0-20-16,0 0-16 0,0-4-12 0,-6 4-6 0,6 1-2 0,-7-1 21 15,1-4 31-15,6 4 40 0,-6 0 40 0,-2 0 53 0,2-4 57 0,0 4 51 16,-1 0 45-16,0-4 38 0,1 1 33 0,0 3 32 0,-1-4 30 15,7 0 33-15,-6 0 31 0,-1 1 25 0,7 0 20 0,-7-5 21 0,1 5 21 16,6-1 9-16,0 0 6 0,-6 0-5 0,6-3-7 0,-7 3-6 16,7 1-8-16,0-1-8 0,0 0-8 0,-7 0-11 0,7 1-10 0,-6-1-14 15,6 1-15-15,-6 2-19 0,6-2-20 0,-7 3-20 0,0-3-22 0,7 2-22 16,-6 1-21-16,-1 1-27 0,1 2-28 0,0-3-30 0,-2 4-30 16,2-5-27-16,0 5-25 0,-1 0-22 0,7-5-20 0,-6 5-19 0,-1 0-17 15,1 0-17-15,-1-4-17 0,1 3-2 0,0 1 4 0,6-4 15 16,-8 4 20-16,2-4 28 0,0 3 28 0,-1 0 25 0,0-2 62 0</inkml:trace>
  <inkml:trace contextRef="#ctx0" brushRef="#br0" timeOffset="-117448.04">31750 3982 0 0,'-7'11'64'0,"-6"0"55"0,6 3 13 0,1-2 19 16,0-1 20-16,-2 3 30 0,2-3 35 0,0 4 27 0,0-4 20 15,-1 3 23-15,0-3 23 0,7 0 13 0,0 0 8 0,-6 0 1 0,6 1 0 16,6-6-6-16,-6 2-7 0,0 0-14 0,7-5-12 0,0 5-27 16,-1-5-29-16,6 1-34 0,2-4-34 0,-1 3-38 0,0-6-42 0,6 3-28 15,1-7-25-15,6-1-22 0,0 1-21 0,-7-5-29 0,14-2-34 0,-7-1-50 16,7-3-58-16,-1 0-64 0,-6 0-67 0,7-4-53 0,-7 0-44 15,7 3-39-15,-7-3-36 0,-6 0-16 0,5 4-5 0,1-4 4 0,-6 4 11 16,0-4 22-16,-8 4 28 0,8-2 43 0,-7 3 51 0,0-2 60 16,0 5 101-16</inkml:trace>
  <inkml:trace contextRef="#ctx0" brushRef="#br0" timeOffset="-117231.35">32374 3531 25 0,'0'0'258'0,"0"-4"32"0,0 4 20 0,0 0 27 0,0 0 29 16,0 0 34-16,0 0 36 0,7-3 26 0,6-1 21 0,-6 4 6 0,5-3 0 15,2-1-44-15,-1 4-64 0,6-4-52 0,-6 1-45 0,7 3-27 16,0-4-20-16,-1 4-26 0,-6-4-27 0,6 4-34 0,1 0-36 0,0 0-27 16,-7 0-20-16,7 0-15 0,-2 0-13 0,-4 0-12 0,5 0-15 0,-5-3-16 15,4 3-15-15,-4 0-18 0,-1 0-17 0,0-4-20 0,0 4-22 0,-7-4-34 16,8 1-42-16,-8-1-53 0,7 0-58 0,-6-2-53 0,-1 2-52 0,-6-4-39 16,7 0-34-16,-1 1-20 0,-6-4-17 0,0 4 2 0,0 0 9 15,6-1 16-15,-6-3 19 0,0 4 33 0,-6 0 42 0,6-4 53 0,0 3 56 16,0 1 54-16,0-4 186 0</inkml:trace>
  <inkml:trace contextRef="#ctx0" brushRef="#br0" timeOffset="-117064.39">32785 3209 0 0,'-7'-11'161'0,"7"4"43"16,-6-1 27-16,0 1 28 0,-1 0 29 0,7 3 25 0,-7 1 26 15,1 3 29-15,6-5 33 0,0 5 3 0,0 5-14 0,-7-5-17 0,7 3-20 16,0 4-20-16,0-3-21 0,0 3-21 0,-6 4-20 0,6 0-25 0,0 0-24 16,0 4-25-16,-6 3-24 0,6-3-29 0,0 3-32 0,-8 0-22 0,8 1-20 15,-6 3-14-15,6-4-12 0,-6 0-13 0,6 1-12 0,-6-1-16 0,-1 0-18 16,7 0-20-16,-7 2-23 0,7-6-34 0,-6 0-41 0,-1 1-57 15,7-4-63-15,-6 0-56 0,0 0-54 0,6 0-51 0,-8 0-49 0,2 0-23 16,-6-3-9-16,4 2 2 0,2-2 9 0,-7-1 15 0,0 4 19 0,0-7 32 16,1 3 39-16,-2 0 56 0,1 1 63 0</inkml:trace>
  <inkml:trace contextRef="#ctx0" brushRef="#br0" timeOffset="-116514.46">32309 3714 56 0,'-12'4'189'0,"5"0"24"0,-6 3 24 0,7-3 27 0,-1 0 30 15,7-1 35-15,0 5 42 0,-7-8 34 0,14 3 30 0,-7 1-2 0,7 0-23 16,-1-1-21-16,7 1-18 0,-6 0-18 0,5-4-14 0,8 3-16 15,-1 1-17-15,1-4-20 0,6 3-24 0,1-3-32 0,-1 0-39 0,-1 4-31 16,8-4-28-16,0 0-23 0,-8 0-17 0,8 0-14 0,-7 4-13 0,0-4-10 16,-6 0-11-16,6 3-9 0,-7-3-8 0,7 0-5 0,-13 4-5 15,7-4-4-15,0 0-2 0,-8 4-4 0,2-4-2 0,5 0-2 0,-6 3 0 16,-6-3 0-16,5 0-1 0,2 0 1 0,-8 0-1 0,1 0 2 0,-1 0 0 16,1 0 6-16,-7 0 5 0,7 0 8 0,-7 0 7 0,0 0 8 15,0 0 7-15,0 0 7 0,0 0 4 0,-7 4 2 0,7-4 1 0,-7 0 1 16,7 4 0-16,-13-4-1 0,7 0-15 0,0 3-44 0,-8-3 0 0,1 4 0 15,-6 0 0-15,6-1 0 0,-7 5 0 0,0-1 0 0,-6-3 0 0,7 3 0 16,-7 3 0-16,0-2 0 0,7 4 0 0,-7-5 0 0,-1 4 0 16,7 0 0-16,2 0 0 0,-2-3 0 0,0 2 0 0,7 1 0 0,0 0 0 15,0 0 0-15,0 0 0 0,6 0 0 0,1 0 0 0,6 0 0 16,-7 0 0-16,7 0 0 0,0 4 0 0,7-4 0 0,-7 0 0 0,6 0 0 16,1 3 0-16,6-3 0 0,-7 0 0 0,8 0 0 0,-2 0 0 0,2 4 0 15,-1-8 0-15,-1 4 0 0,2 0 0 0,5 0 0 0,-6-4 0 0,0 1-1 16,7-1-30-16,-8 1-10 0,2-5-11 0,-1 1-9 0,0-1-11 0,0 1-10 15,-1-4-13-15,2-4-13 0,-1 4-16 0,0-3-19 0,0-4-19 16,0 3-31-16,-6-4-38 0,5 1-44 0,-5 0-46 0,6-4-40 0,-6 4-36 0,-1-4-23 16,0 3-16-16,1-3-11 0,0 4-5 0,-1-1 0 0,-6 1 5 15,6 3 8-15,-6 1 12 0,8-1 31 0,-8 0 41 0,6 1 57 16,-6 3 63-16,0 0 61 0,6 3 61 0,-6 1 50 0,0 0 42 0,0 3 43 16,7 0 41-16,-7 1 43 0,0-1 45 0,0 4 42 0,6-3 43 0,-6 3 36 15,7 0 31-15,-7-1 29 0,7 5 25 0,-1-4 13 0,0 0 7 0,0 4-2 16,2-4-4-16,-2 3-14 0,0 1-14 0,7-4-23 0,-6 4-27 0,0-1-28 15,-1 1-28-15,7 3-29 0,-6-3-30 0,-1 3-32 0,7-3-32 16,-6 3-25-16,-1-3-20 0,1 2-14 0,-1 3-11 0,7-5-16 0,-6 2-17 0,-7-1-25 16,6-2-27-16,0 0-40 0,2 1-43 0,-8-1-65 0,0-2-75 0,0-1-72 15,0 0-69-15,0-4-42 0,-8 0-28 0,2 1-14 0,6-1-7 0,-6 0 2 16,-8-3 8-16,8 0 15 0,0-4 21 0,-7 0 35 0,-1 0 38 16,2-4 64-16,-2 0 129 0</inkml:trace>
  <inkml:trace contextRef="#ctx0" brushRef="#br0" timeOffset="-114914.75">26096 4725 39 0,'0'-7'178'0,"0"0"21"0,0-1 18 15,0 5 28-15,0-1 33 0,0 1 43 0,0-1 48 0,0 4 38 16,0 0 34-16,0 0-4 0,0 0-22 0,0 0-19 0,0 0-15 0,0 4-18 16,0-1-18-16,0-3-15 0,0 4-14 0,0 3-21 0,0-3-26 15,0 3-35-15,-6 5-38 0,6 1-28 0,0 3-26 0,0 2-15 0,-7 4-12 16,7 3-8-16,0 5-5 0,-6-1-4 0,6 4-2 0,0 0-1 16,0 4-1-16,0 0-3 0,0-1-3 0,0 1-5 0,0-5-9 0,0 5-34 15,0 0-40-15,6-4 0 0,-6 3 0 0,0-3 0 0,0-3 0 16,0-1 0-16,7 0 0 0,-7-3 0 0,0 0 0 0,0-1 0 15,6-6 0-15,-6 3 0 0,7-8 0 0,-7 1 0 0,7-1 0 0,-1-3 0 16,0-3 0-16,1-1 0 0,6-3 0 0,0-1 0 0,0-6 0 16,6-1 0-16,-5-3 0 0,12-4 0 0,-1 0 0 0,1-7 0 0,1-4 0 15,5 0 0-15,1-7 0 0,5-1 0 0,-4 1 0 0,5-8 0 16,0 4 0-16,-1-3 0 0,2-1 0 0,-7 0 0 0,6 1 0 0,-7-4 0 16,1 6 0-16,-1-2 0 0,-6 3 0 0,7-4 0 0,-13 4 0 15,6 0 0-15,-7 4 0 0,1 0 0 0,-1-1 0 0,-6 4 0 16,6 1 0-16,-12 3 0 0,6 0 0 0,-7 0 0 0,8 3 0 0,-14 5 0 15,6 0 0-15,-6-1 0 0,0 4 0 0,0 0 0 0,0 3 0 0,-6 1-303 16,6 0-82-16,-6 3-66 0,-2-1-67 0,2 3-49 0,0 4-40 16,-1-2-12-16,0 9 4 0,1-2 17 0,-1 0 23 0,1 4 24 15,0 4 28-15,6-4 34 0,-7 4 37 0,7-1 57 0,0 1 68 0</inkml:trace>
  <inkml:trace contextRef="#ctx0" brushRef="#br0" timeOffset="-114648.16">27243 5019 0 0,'0'0'28'0,"0"4"232"0,-7-4 47 0,7 3 36 0,0-3 35 15,0 3 31-15,-7-3 33 0,7 0 25 0,0 5 21 0,-6-5 16 16,6 0 14-16,-6 3-21 0,6-3-39 0,0 4-50 0,-6-1-56 0,-2 1-43 16,2 3-38-16,0 1-32 0,-1-1-29 0,0 4-26 0,-6 4-27 0,1-1-22 15,-2 4-17-15,-5 1-15 0,-1 3-13 0,8 0-10 0,-14 4-9 16,6-1-9-16,-7 1-9 0,9 0-7 0,-9 3-10 0,1 0-5 15,6-3-6-15,-6 3-5 0,1 0-6 0,5-3-9 0,-6 0-10 0,6-1-13 16,7 1-13-16,-7-4-20 0,8-4-22 0,-1-3-28 0,6 0-31 16,1-4-46-16,-1-4-53 0,7 0-65 0,0-7-70 0,0-3-61 15,7-1-57-15,-1-7-42 0,1 0-34 0,6-8-9 0,-1 1 3 0,8-4 12 16,0-3 18-16,-1-5 26 0,1 1 29 0,6-4 46 0,-7 4 52 16,7-4 65-16,0 0 70 0</inkml:trace>
  <inkml:trace contextRef="#ctx0" brushRef="#br0" timeOffset="-114431.08">27145 5052 175 0,'7'-8'241'0,"-1"1"32"15,0-1 31-15,1 2 40 0,-7 2 45 0,6 0 32 0,1 4 25 16,0-4 20-16,-1 8 13 0,0-4-20 0,2 4-38 0,-2 0-37 16,0-1-34-16,7 5-30 0,0 2-30 0,-6 1-25 0,5 0-23 0,2 4-37 15,-8 3-42-15,7 0-28 0,-6 4-23 0,-1 0-16 0,7 4-13 16,-6 4-10-16,-7-5-9 0,7 4-9 0,-7 1-8 0,6-1-7 16,-6 0-7-16,0 1-6 0,0 2-6 0,0-2-4 0,0-1-4 0,-6 1-5 15,6-1-4-15,0 0-9 0,0-3-10 0,6 0-11 0,-6-1-15 16,0-3-14-16,0-4-16 0,0 1-24 0,0-1-25 0,0-4-38 0,0-3-45 15,0 1-58-15,0-5-64 0,0 0-53 0,0-3-48 0,0 0-40 16,0-4-38-16,0 0-11 0,-6 0 2 0,-1-4 9 0,0 0 14 0,1 1 21 16,-1-1 23-16,1-3 40 0,-8 0 43 0,8-1 59 0,0 0 63 15</inkml:trace>
  <inkml:trace contextRef="#ctx0" brushRef="#br0" timeOffset="-114231.66">27002 5418 0 0,'-14'-15'7'16,"2"1"216"-16,-2 3 41 0,1 0 35 0,1 3 31 0,5 1 37 15,0 0 36-15,-5 3 26 0,12 4 17 0,-7-3 14 0,7 3 11 0,0-4-26 16,0 4-43-16,0-4-38 0,7 4-36 0,-1 0-35 0,7 0-35 16,-6 0-33-16,12 0-29 0,-6 0-33 0,6 0-37 0,1 0-24 15,0 0-19-15,5 0-12 0,1 0-11 0,1 0-13 0,-1 0-14 0,0 0-23 16,0 0-27-16,1 0-43 0,-2 0-51 0,-5 0-75 0,6 0-86 0,-7 0-86 16,1 0-86-16,0-3-43 0,-2 3-22 0,-4 0-11 0,-1 0-5 15,0 0 0-15,0-4 1 0,-7 0 14 0,8 4 17 0,-8-3 36 16,0-5 47-16,1 4 71 0,0-3 181 0</inkml:trace>
  <inkml:trace contextRef="#ctx0" brushRef="#br0" timeOffset="-112698.48">27797 5019 1 0,'0'0'282'0,"-8"0"51"0,2 0 47 15,6 0 31-15,-6 4 20 0,6-4 18 0,0 0 15 0,-7 0 13 0,7 0 15 16,0 0 13-16,0 0 14 0,0 0-48 0,7 0-77 0,-7 0-59 16,6 0-49-16,0 0-41 0,8 3-42 0,-8-3-21 0,14 0-14 15,-7 0-14-15,-1 0-9 0,8 0-12 0,0 3-12 0,-1-3-10 0,7 0-12 16,-6 5-15-16,6-5-12 0,-7 0-11 0,7 3-11 0,-6-3-8 16,7 4-7-16,-1-4-9 0,-7 3-10 0,1-3-14 0,6 4-19 0,-7-4-22 15,1 0-22-15,-8 4-27 0,8-4-26 0,-7 0-40 0,0 3-46 16,0-3-67-16,1 0-78 0,-8 0-76 0,0 0-73 0,0 0-48 0,-6 0-36 15,0 0-9-15,0 0 5 0,-6 4 14 0,6-4 19 0,-6 0 22 16,-8 4 26-16,2-1 37 0,-1 1 45 0,-7 0 66 0,0-1 79 16</inkml:trace>
  <inkml:trace contextRef="#ctx0" brushRef="#br0" timeOffset="-112497.7">27888 5242 0 0,'-20'11'63'0,"0"0"200"16,7-4 48-16,0 1 39 0,0-5 33 0,1 1 26 0,4 0 25 15,2 0 17-15,0-4 14 0,6 3 12 0,0-3 14 0,0 0-25 16,0 0-47-16,0 0-45 0,6 0-44 0,8 0-43 0,-8 0-40 0,7 0-32 15,0 4-25-15,0-4-23 0,7 0-20 0,-8 3-14 0,8-3-11 16,-1 0-12-16,1 4-11 0,-7-4-12 0,6 3-12 0,1-3-12 0,-7 5-12 16,7-5-13-16,-1 3-12 0,-6-3-20 0,6 4-24 0,-5-4-27 15,-1 0-28-15,0 0-43 0,6 4-51 0,-5-4-75 0,-2 0-88 0,2-4-85 16,-2 4-83-16,1 0-44 0,1-4-24 0,-2 1-10 0,8 3-2 16,-7-5 9-16,0-2 17 0,6 4 21 0,-5-4 23 0,5 3 41 15,-6-4 47-15,7 1 73 0,-1 0 158 0</inkml:trace>
  <inkml:trace contextRef="#ctx0" brushRef="#br0" timeOffset="-111364.64">28754 4795 145 0,'-7'-3'208'16,"7"-1"28"-16,-7 4 27 0,7-4 26 0,-6 4 26 0,6 4 31 0,-6-4 35 15,6 0 27-15,-7 4 26 0,7 3-18 0,0-3-42 0,0 6-24 16,0 1-16-16,0 4-19 0,-7 0-24 0,7 3-21 0,0 4-22 0,0 4-19 15,0 3-19-15,0-3-25 0,0 6-27 0,0 2-19 0,0-1-19 16,-6 3-8-16,6-2-6 0,0 2-3 0,0 1-4 0,-6-1-1 16,6 1 0-16,0 0 1 0,0-1 1 0,0-3-1 0,0 0-3 0,0 0-3 15,0-4-5-15,0 1-4 0,0-5-5 0,6 1-6 0,-6-4-6 16,6-4-34-16,1 1-33 0,0-5 0 0,-1 1 0 0,0-1 0 0,1-6 0 16,0 3 0-16,6-8 0 0,-7 5 0 0,7-5 0 0,0-3 0 15,7-3 0-15,-7-1 0 0,6-3 0 0,8-4 0 0,-1 0 0 0,-1-4 0 16,8-7 0-16,-7 0 0 0,6-4 0 0,8-3 0 0,-7 0 0 15,5-4 0-15,1 0 0 0,0-4 0 0,-5 1 0 0,4 3 0 16,-5-4 0-16,-1 4 0 0,1 0 0 0,-7 0 0 0,7 0 0 0,-15 4 0 16,9-1 0-16,-14 5 0 0,6-1 0 0,-5 4 0 0,-2 1 0 15,-5-2 0-15,6 5-28 0,-6 3-119 0,-7-2-20 0,6 1-25 16,-6 2-27-16,0-1-46 0,0 4-56 0,0-3-59 0,0 3-58 0,0 0-49 16,-6 3-45-16,6-3-17 0,0 7-3 0,-7-3 8 0,1 4 13 0,6 3 17 15,-7 3 20-15,7-3 28 0,-7 7 32 0,7 1 53 0,-6-1 65 16</inkml:trace>
  <inkml:trace contextRef="#ctx0" brushRef="#br0" timeOffset="-110981.91">29691 5440 0 0,'0'-4'28'0,"0"4"210"0,0 0 42 15,0 0 35-15,0 0 29 0,0 0 38 0,0 4 38 0,-6-4 30 16,6 4 25-16,-6 0 21 0,6-1 18 0,-8 5-19 0,2-5-40 0,0 8-41 16,0 0-39-16,-1 4-35 0,-6-1-32 0,6 1-25 0,-5 3-24 15,-2 4-30-15,-6 0-33 0,8-3-24 0,-1 6-22 0,-7-3-16 0,8 0-13 16,-8 0-14-16,7 0-9 0,-1 0-11 0,2 0-61 0,-8 0-26 16,14-4 0-16,-8 4 0 0,1-4 0 0,7 1 0 0,0-1 0 0,-2 1 0 15,2-5 0-15,6 5 0 0,0-5 0 0,0-3 0 0,6 4 0 16,2-4 0-16,4-4 0 0,-5 4 0 0,6-4 0 0,6-3 0 15,-5 3 0-15,5-3 0 0,1-4 0 0,6 0 0 0,-7 0 0 0,7 0 0 16,0-4 0-16,0 4 0 0,1-3 0 0,-1-1 0 0,-7 0 0 0,1 1 0 16,-1 3 0-16,0-4 0 0,-5 4 0 0,-1-4 0 0,-1 4 0 15,2 0 0-15,-8 0 0 0,0 0-112 0,2 0-67 0,-8 0-49 16,6-3-58-16,-6 3-75 0,0 0-85 0,0 0-65 0,0 0-56 0,0 0-22 16,0 0-4-16,0 0 9 0,0 0 13 0,0 0 19 0,0 0 21 15,0-4 26-15,6 0 28 0,1-3 49 0,-1 3 59 0,1-3 81 16,-1 0 274-16</inkml:trace>
  <inkml:trace contextRef="#ctx0" brushRef="#br0" timeOffset="-110180.87">30291 5513 0 0,'6'0'150'0,"1"0"51"16,-7 0 15-16,6 0 20 0,-6 0 22 0,6 0 40 0,2 0 49 0,-2 0 42 16,0 0 41-16,7 0 8 0,-6 0-7 0,6 0-24 0,0 4-29 15,6-4-27-15,-5 4-22 0,5-1-15 0,1-3-10 0,-2 4-16 0,2 0-19 16,7 3-37-16,-7-4-45 0,5 5-42 0,1-5-39 0,-6 5-25 16,6-1-17-16,-7 0-12 0,7 1-10 0,-6-5-8 0,0 5-6 0,5-1-6 15,-5-3-7-15,0 3-9 0,-7-3-15 0,-1 0-18 0,8-1-20 0,-6-3-31 16,-8 4-37-16,7-4-58 0,-7 0-70 0,1-4-72 0,-1 4-77 15,1-3-54-15,-1-1-46 0,-6-3-21 0,0 3-11 0,6-3 1 16,-6-1 7-16,-6 1 14 0,6-1 16 0,0 1 29 0,0-4 37 0,-6 4 56 16,-1-4 70-16</inkml:trace>
  <inkml:trace contextRef="#ctx0" brushRef="#br0" timeOffset="-109964.71">30727 5253 121 0,'0'4'207'0,"-6"3"25"0,6 0 24 0,-7 4 40 16,7 1 45-16,-7 2 44 0,1 5 42 0,6-1 29 0,-6 0 22 0,-2 8-18 16,2-1-35-16,0 5-29 0,-7-1-25 0,0 4-22 0,0 3-21 15,-1-3-20-15,-4 8-20 0,4-5-36 0,-5 5-44 0,5-1-43 0,-4-3-40 16,4 3-29-16,-5-4-22 0,5 1-16 0,2 0-15 0,-8-1-20 0,14-3-25 16,-8-3-28-16,8-1-30 0,-7-3-53 0,7-1-61 0,6-6-80 15,-8-1-87-15,8 0-75 0,0-3-69 0,0 0-33 0,8-8-17 16,-8 4-7-16,6-4 0 0,0-3 9 0,1 0 13 0,6-4 21 0,0 0 25 15,-1-4 47-15,2 0 57 0,-1-3 77 0,7 0 253 0</inkml:trace>
  <inkml:trace contextRef="#ctx0" brushRef="#br0" timeOffset="-109181.47">31593 5176 0 0,'-6'0'48'0,"-1"-3"108"0,0 3 6 0,1-4 3 0,0 4 0 15,0-4 1-15,-2 0 1 0,2 1 2 0,6 3 1 0,-6-4-7 0,6 4-14 16,-7-4-28-16,7 4-39 0,0-3-22 0,0 3-15 0,0 0-9 15,0 0-4-15,0 0-3 0,0 0-1 0,0 0 0 0,0 0-1 0,0 0 3 16,0 0 4-16,0 0 10 0,0 0 14 0,7 0 13 0,-7 0 13 0,0 3 17 16,6-3 20-16,-6 4 22 0,0-4 23 0,6 4 27 0,-6-1 31 15,0-3 18-15,0 4 14 0,8 0 9 0,-8-4 3 0,0 4-4 0,0-1-12 16,0 1-8-16,0-4-10 0,0 4-12 0,0-1-13 0,0-3-15 16,-8 4-16-16,8-4-19 0,0 4-23 0,0-4-11 0,0 3-8 0,0-3-4 15,-6 0-5-15,6 0-2 0,0 4-4 0,0-4-2 0,0 0-4 0,0 0-3 16,0 0-4-16,-6 0-3 0,6 0-5 0,0 4-4 0,0-4-4 0,0 3-1 15,0-3-3-15,0 4-1 0,0 0-12 0,0 3-56 0,-7 4 0 16,7-4 0-16,0 8 0 0,0-1 0 0,0 1 0 0,0 3 0 0,-6 5 0 16,6-2 0-16,0 5 0 0,-7 0 0 0,0 3 0 0,7 1 0 0,-6 2 0 15,0 1 0-15,-1 0 0 0,0 4 0 0,-5-4 0 0,5 3 0 16,-6 1 0-16,6-1 0 0,-5 1 0 0,4 0 0 0,-4-1 0 0,6 1 0 16,-2-4 0-16,2 0 0 0,0 0 0 0,-1 0 0 0,7-3 0 15,0-5 0-15,0 4 0 0,0-3 0 0,7-4 0 0,-1 0 0 0,0-4 0 16,2 1 0-16,4-1 0 0,2-3 0 0,-2-4 0 0,8 0 0 15,-1-4 0-15,7-4 0 0,-6 1 0 0,7-4 0 0,-2 0 0 0,7-7 0 16,2 0 0-16,-2-4 0 0,1 0 0 0,-1-8 0 0,1 1 0 0,6 0 0 16,-7-5 0-16,1-2 0 0,-1 3 0 0,1-4 0 0,-1 1 0 15,1-4 0-15,-7 3 0 0,6-4 0 0,-5 5 0 0,-1-4 0 0,-6-1 0 16,5 4 0-16,-5-3 0 0,0 4 0 0,-1-5 0 0,0 1 0 16,-6 3 0-16,7-3 0 0,-7 3 0 0,0-3 0 0,0 7 0 0,0-3 0 15,-6-1 0-15,5 0 0 0,-4 4 0 0,4 4 0 0,-6-4 0 0,1 4 0 16,0 3 0-16,-1-4-85 0,1 5-78 0,-1-1-17 0,0 4-16 0,2 4-35 15,-8 0-48-15,6-4-58 0,-6 7-62 0,0 0-56 0,0 4-48 0,0 0-27 16,0 0-14-16,-6 4 0 0,6 3 8 0,-8 1 15 0,2 3 17 0,0 0 21 16,-1 3 22-16,1 4 44 0,-1 1 53 0,0-1 66 0,1 1 137 15</inkml:trace>
  <inkml:trace contextRef="#ctx0" brushRef="#br0" timeOffset="-108814.93">32212 6161 117 0,'-6'5'195'0,"-1"1"18"0,0-2 14 0,1 4 26 16,-1-1 30-16,1 0 33 0,-1 1 36 0,1 3 35 0,6-4 33 16,-7 0-11-16,7 1-32 0,-6 3-31 0,0-4-27 0,6 4-22 0,0-4-18 0,0 0-14 15,-8 4-12-15,8-3-23 0,0-1-28 0,0 1-34 0,0-1-35 16,0 4-34-16,8-4-31 0,-8 1-20 0,6-1-13 0,-6-3-7 15,6 3-5-15,1 0-4 0,-1-3-2 0,1 3-2 0,6-3-3 0,-7-1-1 16,8-3-1-16,-8 4-1 0,7 0-2 0,0-4-1 0,0 0-2 0,0-4-2 16,0 4 0-16,0-4 0 0,0 1 0 0,0-1-1 0,0-3-2 0,0 3 0 15,1-3 1-15,-2 0 0 0,-6 3-1 0,8-3 0 0,-1-4 2 0,-7 3-1 16,8 1 1-16,-8 0-1 0,0-5 0 0,1 5 0 0,0-4-1 16,-1 4 1-16,0-1-1 0,1-2-1 0,-7 2 0 0,0-3-4 0,0 4-7 15,0 0-7-15,0-4-10 0,0 3-19 0,0 1-21 0,-7-4-27 0,1 4-31 16,6-5-40-16,-6 6-45 0,-1-2-42 0,-6 0-41 0,7 1-38 15,-2 4-35-15,-4-5-33 0,5 5-33 0,-6-1-12 0,6 0-3 0,-5 1 12 16,6 3 19-16,-8 0 26 0,1 0 30 0,7 3 40 0,-8-3 43 0,2 4 42 16,5 0 42-16</inkml:trace>
  <inkml:trace contextRef="#ctx0" brushRef="#br0" timeOffset="-82298.06">25875 6792 0 0,'-7'-4'21'0,"1"0"104"0,0 1 10 16,-1-1 15-16,0 4 14 0,7-3 23 0,-6 3 25 0,-8 0 26 16,14 0 25-16,-6 0 5 0,0 0-8 0,-1 0 1 0,1 3 3 0,-1 1 10 15,1-1 12-15,-1 5 2 0,1-1-1 0,0 4-4 0,-2 0-7 16,2 0-14-16,0 7-19 0,-1 1-19 0,1 2-20 0,-1 5-20 0,1 4-20 16,6-1-18-16,-7 4-16 0,7 0-17 0,-6 4-19 0,6-1-10 15,-7 2-7-15,7 1-7 0,0-2-7 0,0 2-6 0,0 2-2 16,0 0-6-16,0-5-3 0,7 1-3 0,-7-1-4 0,6 1-2 0,1-8-4 15,-1 4-3-15,1-7-2 0,6 4-1 0,-1-8 2 0,2-1 0 16,-1-2 1-16,0-5 3 0,6 1 2 0,-5-4 2 0,5-8 4 0,7 4 2 16,-6-7 4-16,6-3 3 0,6-1 1 0,-5-3 2 0,5-7 1 15,1-1-1-15,-1-3-4 0,7-4-3 0,-7-4-2 0,7 0-5 16,7-3-4-16,-7-4-5 0,0 0-5 0,7-4-5 0,-7-3-5 0,7 0-3 16,-1 0-5-16,1-1-1 0,-7 1-3 0,0 0-1 0,0 0 0 0,0-1-1 15,-6 1-1-15,-1 3-6 0,1 0-9 0,-7 1-13 0,-7 7-12 16,7-4-14-16,-12 7-15 0,5 0-20 0,-6 4-22 0,-6 4-37 15,-1 0-43-15,0 3-58 0,-6 0-61 0,0 5-58 0,-6-1-53 0,0 7-42 16,-1-3-37-16,0 7-16 0,1 0-7 0,-7 0 7 0,0 3 10 16,0 5 18-16,7 3 21 0,-14-1 36 0,13 1 45 0,-6 4 56 15,0 0 63-15</inkml:trace>
  <inkml:trace contextRef="#ctx0" brushRef="#br0" timeOffset="-82065.25">27008 7147 77 0,'0'5'178'0,"0"-3"24"0,0 2 28 16,0 3 35-16,-6-3 35 0,6 4 40 0,-6-1 41 0,-2 4 27 0,2-4 23 16,0 8-17-16,-1-4-35 0,0 3-27 0,-6 5-22 0,1-1-17 15,-2 5-13-15,2-2-20 0,-8 1-25 0,1 4-30 0,-1-1-34 16,0 1-37-16,1 2-41 0,-7 3-25 0,6-2-22 0,-6 0-15 0,7 0-9 16,-7 5-8-16,6-5-6 0,-6 0-4 0,7 0-6 0,-1 0-8 15,0-2-10-15,7-2-13 0,1-3-16 0,-2 0-30 0,1-4-35 16,7-3-44-16,-1-4-44 0,7-4-49 0,0-3-52 0,7-4-43 0,-1-4-38 15,1-3-43-15,-1-4-45 0,8-4-17 0,-2-3-6 0,8-4 5 16,-1-4 10-16,1-3 26 0,0-4 34 0,5-3 41 0,1-1 46 0,1 0 49 16,-1-3 49-16</inkml:trace>
  <inkml:trace contextRef="#ctx0" brushRef="#br0" timeOffset="-81864.5">26962 7195 88 0,'0'-11'151'0,"7"4"25"16,-7-1 29-16,7 4 35 0,-7 4 40 0,0 0 43 0,6 0 48 0,-6 8 23 15,6-4 10-15,2 7-5 0,-2 0-15 0,0 3-12 0,0 1-10 16,1 3-9-16,0 0-7 0,-1 4-19 0,1 4-23 0,-1 0-31 15,0 3-34-15,2 0-42 0,-2 0-41 0,0 4-32 0,-6 1-24 0,6-2-18 16,2 1-14-16,-2 4-11 0,-6-4-9 0,6 0-7 0,-6 0-7 0,7-1-5 16,-7 3-5-16,6-7-8 0,-6 2-7 0,7-5-12 0,-7 1-12 15,7 0-13-15,-7-8-14 0,6 4-19 0,-6-8-19 0,6 1-32 16,-6-4-37-16,0 0-44 0,0-4-49 0,0 0-51 0,0-3-54 0,0-4-44 16,0 0-36-16,-6 0-28 0,6-4-24 0,-6 1-5 0,-1-1 4 15,0-3 15-15,1 0 17 0,-1-4 30 0,-5 3 35 0,4-6 46 16,-4 3 46-16,-2-4 52 0,2 1 125 0</inkml:trace>
  <inkml:trace contextRef="#ctx0" brushRef="#br0" timeOffset="-81664.98">26754 7645 39 0,'-19'-14'169'0,"6"7"28"0,-1-4 30 0,8 3 35 15,-7 5 34-15,6-5 31 0,1 8 25 0,0-4 25 0,6 1 25 0,-7 3-9 16,7 0-27-16,7-4-17 0,-7 4-11 0,6 0-14 0,0 0-13 16,1 0-22-16,0 0-26 0,5 0-28 0,2 4-31 0,-1-4-24 15,0 0-24-15,0 0-23 0,7 0-22 0,-1 3-18 0,0-3-16 0,0 4-12 16,1-4-12-16,0 3-8 0,-1 2-7 0,1-2-10 0,6 0-11 15,-7 2-20-15,1-2-22 0,0 1-44 0,-1 0-54 0,1-1-73 0,0 1-87 16,-2-4-80-16,-4 4-76 0,5-4-40 0,-5 3-18 0,5-3-11 16,-6 4-3-16,0-4 0 0,0 3 3 0,0-3 15 0,-7 0 17 15,8 0 39-15,-8 4 51 0,0-4 73 0,1 0 217 0</inkml:trace>
  <inkml:trace contextRef="#ctx0" brushRef="#br0" timeOffset="-80131.44">27881 6707 0 0,'0'0'19'16,"0"0"48"-16,0 0 4 0,0 0-2 0,0 0-5 0,0 0-4 16,0-3-2-16,0 3-2 0,0 0-2 0,-7 0-4 0,7 0-4 15,0 0-4-15,0 0-3 0,0 0-2 0,0 0-3 0,0 0-3 0,0 0-4 16,0 0-4-16,0 0-3 0,0 0-4 0,0 0-2 0,-6 0-1 16,6-4-3-16,0 4 0 0,0 0-3 0,0 0-2 0,0 0-2 0,0 0 0 15,0-4-1-15,0 4 1 0,0 0 3 0,-6 0 4 0,6 0 3 16,0 0 3-16,0 0 1 0,0 0 4 0,0 0 1 0,0 0 4 0,0 0 3 15,0 0 3-15,0 0 3 0,0 0 4 0,0 0 4 0,0 0 2 16,0 0 0-16,0 0 2 0,0 0 2 0,0 0 1 0,-8 0 3 0,8 4 4 16,0-4 3-16,0 0 8 0,0 0 7 0,-6 0 10 0,6 0 10 15,0 0 11-15,0 0 10 0,0 0 12 0,0 0 11 0,0 0 11 16,0 0 9-16,0 0 10 0,0 0 10 0,0 0 12 0,0 0 11 0,0 0 7 16,0 0 5-16,0 0-2 0,-6 0-4 0,6 0-8 0,0 0-8 15,0 0-11-15,0 0-10 0,0 0-10 0,0 0-10 0,0 0-8 16,0 0-11-16,0 0-14 0,0 0-16 0,0 0-13 0,0 0-12 0,0 0-7 15,0 0-7-15,0 0-6 0,0 0-2 0,0 0-6 0,0 0-2 16,0 0-5-16,0 0-5 0,0 0-2 0,0 0-2 0,0 0-3 0,6 0-1 16,-6 4-1-16,0-4-1 0,6 3 0 0,2-3 2 0,-8 4 2 15,6 0 1-15,0 3 3 0,1-2 2 0,0 1 3 0,5-2 4 0,-5 7 2 16,6-4 1-16,0 1 3 0,0 3 1 0,0 3 2 0,6-3 3 16,1 4 1-16,0-1-1 0,-1 5-1 0,7-5-1 0,-6 4 0 15,6 1 2-15,0-1-2 0,-7 0-1 0,7 1-2 0,1-1-2 0,-1 4-2 16,0-4-1-16,-1 1-3 0,1-1-4 0,-6 1-3 0,7-2-3 15,-9-1-2-15,9 1-4 0,-7-2-3 0,-2 0-2 0,2 3-2 16,7-3-6-16,-15 0-14 0,8-4 0 0,0 3 0 0,-1 1 0 0,-5-4 0 16,4 4 0-16,-4-4 0 0,-1 0 0 0,0-1 0 0,0 1 0 0,-1 0 0 15,-4-3 0-15,4 4 0 0,-5-2 0 0,0-3 0 0,-1 1 0 16,-6-1 0-16,7 0 0 0,-1 1 0 0,-6-1 0 0,0-4 0 16,0 5 0-16,0-4 0 0,0-1 0 0,-6 4 0 0,-1-3 0 0,7 0 0 15,-13 3 0-15,6-3 0 0,-5 3 0 0,4 0 0 0,-10 1 0 16,4-1 0-16,-5 1 0 0,-1-1 0 0,-6 1 0 0,0 2 0 0,0-2 0 15,0 3 0-15,-6-4 0 0,-1 4 0 0,1-1 0 0,-8 2 0 16,1 2 0-16,0-3 0 0,1 0 0 0,4 4 0 0,-5-4 0 0,0 4 0 16,1-4 0-16,5 0 0 0,1-4-127 0,5 4-120 0,1-4-50 15,6 1-63-15,1-1-73 0,6-3-55 0,0-1-46 0,7 1-30 0,-1 0-17 16,0-1 2-16,7 1 13 0,0-4 19 0,0 0 22 0,0 0 23 16,7 0 22-16,0 0 43 0,-1 0 52 0,0-4 68 0,1 1 95 0</inkml:trace>
  <inkml:trace contextRef="#ctx0" brushRef="#br0" timeOffset="-79264.92">29385 6986 0 0,'-6'-4'104'0,"0"-3"47"16,6 3 15-16,-7 0 19 0,0 4 19 0,7-3 24 0,0 3 26 0,0 0 32 16,-6 0 36-16,6 3 15 0,0 1 5 0,0 4 3 0,0-1 3 15,0 4-1-15,0 3 0 0,0 2-4 0,0 2-5 0,0 4-8 16,0 3-10-16,-7 0-15 0,7 5-16 0,-6 0-22 0,6 3-26 0,-7-1-29 16,0 1-31-16,1 0-17 0,6 0-12 0,-6 0-7 0,0 4-6 0,6-4-4 15,-8-4-5-15,8 4-5 0,0-4-5 0,0 4-6 0,0-7-3 16,0 4-47-16,8-9-64 0,-8 5 0 0,6-4 0 0,6 0 0 15,-5-4 0-15,6 1 0 0,-6-1 0 0,13-3 0 0,-8-4 0 0,2 3 0 16,5-6 0-16,-6 2 0 0,6-2 0 0,-5-5 0 0,5 1 0 16,1-4 0-16,0-4 0 0,-2 4 0 0,2-7 0 0,7 0 0 15,-1-4 0-15,-7-4 0 0,13-3 0 0,-6 0 0 0,7-5 0 0,-1 1 0 16,1-7 0-16,-1 0 0 0,8 0 0 0,-1-8 0 0,0 4 0 16,0-4 0-16,-7-2 0 0,8 1 0 0,-1-2 0 0,0 4 0 0,0-5 0 15,-6 1 0-15,-1 3 0 0,1-3 0 0,-1 4 0 0,-5-1 0 16,-2 0 0-16,1 4 0 0,-6 4 0 0,0-4 0 0,-1 7 0 0,1 1 0 15,-8-1 0-15,2 4 0 0,-2 3 0 0,-5 1 0 0,0 4 0 16,-1-1 0-16,1 0-148 0,-1 4-39 0,-6 0-14 0,0 4-36 0,6 0-45 16,-6 3-62-16,0 0-72 0,0 4-56 0,-6-3-47 0,6 6-23 15,-6-3-12-15,-1 8 2 0,1-5 10 0,-1 8 16 0,0 0 18 0,1 0 20 16,0 0 22-16,-8 8 43 0,8-5 54 0,0 4 73 0,-1-2 177 0</inkml:trace>
  <inkml:trace contextRef="#ctx0" brushRef="#br0" timeOffset="-78831.31">30284 7796 0 0,'0'7'164'0,"0"-3"27"0,-7-1 28 0,7 5 35 0,0-1 37 15,-6 0 41-15,6 0 47 0,0 1 33 0,-6-1 27 0,6 0-8 0,0 4-23 16,-6-3-22-16,6 3-18 0,0 0-18 0,-8-5-18 0,8 6-22 16,0-1-25-16,-6-3-30 0,6 2-34 0,0 1-39 0,0 0-46 0,0 0-31 15,0-3-26-15,6 2-16 0,-6 2-12 0,0-2-8 0,8 1-6 0,-2 1-5 16,-6-5-5-16,6 4-4 0,0 0-3 0,1-4-5 0,0 5-2 16,-1-5 0-16,1 4-3 0,-1-4 0 0,8 1-1 0,-8-2-2 0,0-2 0 15,7 3 0-15,-6-3-1 0,6 0 1 0,-7-1 0 0,8-3 0 16,-2 4 0-16,-6-4-1 0,8-4-1 0,-1 1-1 0,0-1 0 0,0 0-1 15,-1-3 0-15,2 0 0 0,6-4-2 0,-7 4 1 0,-1-4-1 16,8 0 0-16,-7-4-1 0,0 4-1 0,0-3 0 0,1 3 0 0,-2-5 0 16,2 2 1-16,-8 3 1 0,7-4-1 0,-7 4 0 0,-6-3 1 15,7 3 0-15,0 0-1 0,-7 0 0 0,0 0 1 0,-7 0-1 0,7 0-3 16,-7 0-2-16,1 3-5 0,-1-3-6 0,1 4-10 0,-8 0-9 16,2-1-14-16,-2 5-17 0,2-1-30 0,-8 0-36 0,1 1-50 0,-1-1-56 15,1 4-58-15,-7-3-62 0,6 3-57 0,-6 0-53 0,-1 3-24 16,9 1-7-16,-9-4 2 0,7 3 6 0,-6 5 12 0,7-5 16 0,-1 1 29 15,2 3 37-15,4-3 49 0,1 0 55 0</inkml:trace>
  <inkml:trace contextRef="#ctx0" brushRef="#br0" timeOffset="-77231.62">27223 8470 0 0,'6'-7'86'0,"1"-1"28"16,-7 4 11-16,7-3 15 0,-7 3 18 0,6-3 23 0,-6 3 27 0,0 1 19 16,7-5 16-16,-7 5 15 0,0-1 15 0,6 0 22 0,-6 4 25 15,0-3 17-15,0-1 13 0,0 4 5 0,0 0 2 0,0 0-4 16,0 0-8-16,0 0-13 0,0 0-20 0,0 0-25 0,-6 0-28 0,6 4-34 16,-7-1-33-16,-6 1-35 0,6 0-34 0,-5 3-25 0,-2 0-19 15,-5 4-15-15,-1 4-14 0,1-4-12 0,-7 6-13 0,0 3-13 0,-6-2-17 16,5 0-15-16,-5 4-16 0,-1 1-14 0,-6-6-12 0,6 6-19 15,1-1-21-15,-1-4-29 0,1 0-31 0,5-3-32 0,2-1-33 0,-1 1-26 16,0-4-25-16,6 0-12 0,1 0-9 0,5-3 5 0,2-1 7 16,-2-3 10-16,1-1 12 0,7 1 16 0,-1-1 21 0,7-3 28 15,-6 4 31-15,6-4 33 0,0 0 34 0,0 0 31 0,0 0 30 0,6 4 36 16,-6-4 39-16,7 3 37 0,-1-3 37 0,1 4 38 0,5 0 41 16,-4-4 30-16,4 3 22 0,2 1 19 0,5 0 15 0,1-1 14 15,-1 1 9-15,7 0 10 0,0-1 9 0,7 1-6 0,-1-4-13 0,1 4-21 16,6-1-25-16,0-3-29 0,0 0-33 0,7 4-23 0,-1-4-17 15,1 0-14-15,-1 0-12 0,2 0-9 0,4 0-9 0,-5 0-10 16,-1 0-12-16,1 0-11 0,-7 0-11 0,6 0-8 0,-5 0-7 0,-1 0-8 16,0 0-5-16,-7 0-6 0,1 0-5 0,-7 0-5 0,0 0-6 0,0 0-8 15,-7 0-12-15,1 4-15 0,-6-4-14 0,-2 0-18 0,1 0-17 16,-6 3-19-16,-1-3-23 0,-6 0-40 0,0 0-51 0,0 0-74 16,0-3-84-16,-6 3-76 0,-7 0-71 0,6 0-37 0,-5-4-18 0,-8 4-2 15,6 0 8-15,-5-4 14 0,-7 4 15 0,6 0 18 0,1-3 20 16,-7 3 40-16,0-4 52 0,0 4 72 0,-1-4 151 0</inkml:trace>
  <inkml:trace contextRef="#ctx0" brushRef="#br0" timeOffset="-77014.48">27229 8657 0 0,'-6'0'62'0,"0"0"167"0,0 3 23 0,-8-3 31 0,8 7 34 0,-1-3 43 16,-6 3 45-16,6 1 31 0,1-1 23 0,-7 4 16 0,6 0 13 0,1 4-31 15,-7 0-53-15,6-1-42 0,1 8-38 0,-7-4-23 0,7 8-19 16,-8 0-26-16,2 3-32 0,-2 0-41 0,1 4-44 0,0 4-32 15,-6-4-21-15,5 7-16 0,-5-3-12 0,-1-1-11 0,8 1-9 0,-8 3-12 16,0-7-12-16,7 4-14 0,-6-4-15 0,12-4-16 0,-5-3-18 16,4 0-26-16,2-5-26 0,0-2-50 0,-1-5-58 0,7 1-64 15,0-7-66-15,7-5-60 0,-7 0-55 0,6-3-33 0,8-3-24 0,-8-8-5 16,7 0 3-16,0-7 10 0,6-1 13 0,-5-2 22 0,5-9 27 16,7 1 47-16,-6-4 58 0,6 0 64 0,0-4 155 0</inkml:trace>
  <inkml:trace contextRef="#ctx0" brushRef="#br0" timeOffset="-76797.71">27568 8474 0 0,'14'-4'5'0,"-8"4"198"0,0 4 26 0,1-1 34 0,-7 8 38 0,0 0 49 15,6 4 54-15,-12 3 35 0,6 4 25 0,0 0 18 0,-7 7 15 0,7-3-25 16,-6 3-45-16,0 4-35 0,-2 0-26 0,2 0-22 0,0 0-19 16,-1 4-29-16,1-1-32 0,-1 1-46 0,1 3-51 0,-1-3-33 15,1 3-24-15,-1 1-18 0,0-1-14 0,1 4-14 0,0-4-9 0,-1 0-11 16,0 1-8-16,7-5-12 0,-6 5-16 0,6-5-17 0,0 1-20 15,-6-4-22-15,6 0-22 0,0-4-32 0,0-3-36 0,0-1-60 16,0 1-73-16,6-7-75 0,-6-1-75 0,0-4-56 0,6 1-49 0,-6-4-18 16,7-4-3-16,0-3 6 0,-7 0 11 0,12-4 17 0,-5-4 19 15,0 0 29-15,6-7 35 0,0 0 60 0,0-3 73 0</inkml:trace>
  <inkml:trace contextRef="#ctx0" brushRef="#br0" timeOffset="-76498.05">28193 8517 0 0,'0'0'251'16,"0"0"69"-16,0-3 36 0,0 3 33 0,7-4 29 0,0 0 25 15,5 1 24-15,2-5 17 0,-2 5 15 0,8-1 17 0,-1-3 15 0,7 0-45 16,1-1-74-16,-1 5-62 0,6-5-53 0,1 0-40 0,-1 1-31 15,7 0-29-15,-6 3-28 0,7-3-24 0,-8 3-21 0,7-3-17 16,-7 3-14-16,1-3-16 0,-1 3-16 0,1 1-12 0,-1-1-12 0,1 0-14 16,-7 1-14-16,0-1-18 0,0 4-22 0,-6-4-24 0,-1 1-27 0,1-1-40 15,-7 0-48-15,0 4-76 0,0-3-89 0,-7-1-87 0,2 1-85 16,-2-5-43-16,-6 5-20 0,0-6-7 0,0 7 2 0,-6-6 9 0,-2 5 17 16,2-1 19-16,-7-4 26 0,0 5 36 0,-6-1 47 0,5 0 76 15,-12 4 186-15</inkml:trace>
  <inkml:trace contextRef="#ctx0" brushRef="#br0" timeOffset="-76297.65">28460 8429 145 0,'-20'18'274'0,"2"1"46"16,-2 3 43-16,7 0 38 0,-7-4 34 0,14 5 25 0,-7 2 22 15,0 0 18-15,6-2 15 0,1 6-9 0,-8-4-21 0,8 5-37 16,0 3-44-16,0 0-45 0,-2 0-46 0,2 3-39 0,0-3-38 0,-1 8-33 16,-6-5-32-16,6 4-25 0,-5-3-20 0,-2 4-19 0,2-1-14 0,-2 0-16 15,1-3-15-15,1 3-14 0,-8 0-14 0,7-3-20 16,-7-4-20-16,8 0-23 0,-2 0-25 0,-6 0-29 0,8-7-29 0,-8-1-45 15,7 1-52-15,1-4-72 0,-8-4-81 0,6 0-77 0,1-3-73 0,7-4-40 16,-7 0-25-16,6-3-4 0,1-1 6 0,0-4 14 0,6-3 16 16,-7-3 26-16,7-1 26 0,0-4 43 0,0-3 52 0,7 0 71 15,-1-3 148-15</inkml:trace>
  <inkml:trace contextRef="#ctx0" brushRef="#br0" timeOffset="-76130.66">28154 9279 0 0,'20'-7'55'0,"-7"-4"89"16,7 4 12-16,0-1 20 0,-2 1 23 0,2 0 30 0,7 3 30 15,-2-3 28-15,8 3 28 0,-8 0 2 0,8 1-6 0,-1-1-12 0,2 0-13 16,5 1-11-16,-7-4-9 0,1 3-11 0,6 0-10 0,-7 4-21 16,1-3-23-16,-1-2-31 0,-6 2-32 0,7 3-44 0,-1-4-46 0,-5 4-57 15,-1-4-63-15,0 4-59 0,-6-3-59 0,-1 3-45 0,1 0-38 16,-1-3-42-16,0 3-44 0,-6-4-21 0,1 4-10 0,-8 0-4 16,8-4 0-16,-8 4 13 0,0-4 19 0,-6 4 35 0,7-3 40 0,-7-5 45 15,0 5 45-15</inkml:trace>
  <inkml:trace contextRef="#ctx0" brushRef="#br0" timeOffset="-75698.15">28799 8770 140 0,'-13'-3'202'0,"0"6"23"0,-6-3 27 0,5 8 35 16,2 2 39-16,-2 5 42 0,2 0 47 0,-1 3 28 0,6 4 20 0,-6 0-18 16,-1 4-37-16,8 3-27 0,0 0-20 0,-7 4-17 0,6 0-15 15,1 0-18-15,-1 4-19 0,-5-1-32 0,4 1-35 0,2 0-40 16,0-1-45-16,0 1-27 0,-1-1-20 0,7-2-15 0,-7 2-14 0,1-3-11 15,6 0-11-15,0-3-7 0,-7-1-9 0,7 0-7 0,0-3-8 16,0-5-9-16,0 6-11 0,0-9-10 0,0 4-11 0,-6-4-12 0,6-3-12 16,0-1-11-16,-7 1-11 0,7-1-11 0,-7-3-11 0,1 1-12 15,0-1-9-15,-8-4-16 0,8 4-16 0,-7-4-8 0,-7 1-5 0,8-1 1 16,-8-3 4-16,0 3 8 0,1-4 8 0,-7 5 13 0,6-5 12 0,-6 5 12 16,1-5 11-16,-8 1 13 0,7 0 15 0,0-1 35 0,-7 1 46 15,7-4 35-15,0 4 27 0,0-1 22 0,7 1 20 0,-1 0 17 16,0-4 14-16,7 3 9 0,1-3 4 0,-2 4 2 0,8-4 3 0,-1 4 6 15,7-4 9-15,0 0-14 0,7 3-19 0,-1-3-12 0,8 0-10 16,-2 0-8-16,8 4-12 0,5-4-10 0,2-4-9 0,-1 4-8 16,6 0-3-16,7 0-2 0,-5-3-2 0,4 3-6 0,1-4-10 0,0 4-7 15,1-4-7-15,5 4-7 0,-6 0-6 0,0-3-7 0,0 3-3 16,6 0-5-16,-12 0-4 0,7-4-8 0,-8 4-10 0,1 0-14 16,-1 0-18-16,1 0-19 0,-7 0-20 0,0 0-24 0,-1 0-27 0,-5 0-47 15,0 0-56-15,-1 0-69 0,-5 0-74 0,-2 0-61 0,2-4-56 16,-8 1-37-16,7-1-28 0,-7 4-6 0,1-7 5 0,-7 3 14 0,0 0 16 15,7-3 23-15,-7 0 25 0,-7-1 46 0,7 1 55 0,-7 0 69 16,7 0 74-16</inkml:trace>
  <inkml:trace contextRef="#ctx0" brushRef="#br0" timeOffset="-75497.41">28721 9469 0 0,'-7'-3'119'0,"1"0"161"0,0-1 46 16,-1 0 35-16,7 0 31 0,-6 4 26 0,6 0 23 0,-7 0 20 15,7 0 19-15,0 4 16 0,7-4 14 0,-7 4-32 0,6 0-56 0,-6-1-55 16,13 0-52-16,-7 5-47 0,1 0-41 0,0-5-34 0,5 5-29 16,2-1-26-16,-8 4-23 0,7-4-21 0,0 4-19 0,-6-4-24 15,5 4-25-15,-4-3-29 0,4-1-32 0,-5 0-46 0,6 1-50 0,-7-1-78 16,1 0-90-16,-1 0-87 0,0-2-85 0,2-2-42 0,-8 0-22 16,6 2-10-16,0-2-6 0,-6 1 6 0,0-4 10 0,0 0 18 0,0 0 21 15,0 0 36-15,0 0 47 0,0 0 73 0,0 0 188 0</inkml:trace>
  <inkml:trace contextRef="#ctx0" brushRef="#br0" timeOffset="-12832.04">10882 4649 0 0,'-6'3'105'0,"-1"1"35"0,1-4 14 0,0 0 14 16,-1 4 18-16,0-4 21 0,7 0 26 0,-6 0 25 0,0 0 26 0,6 0-6 16,0 0-19-16,0 0-1 0,0 0 11 0,0 0 7 0,0 0 9 15,-8-4-1-15,8 4-4 0,0 0-8 0,0 0-9 0,0 0-18 16,0 0-19-16,8 0-18 0,-2 0-18 0,-6 0-14 0,6 4-13 0,1-4-16 16,6 0-16-16,-7 3-13 0,7-3-13 0,7 0-5 0,-7 4-2 15,6-4-2-15,1 4 0 0,-1-4 0 0,1 3 1 0,6-3-2 16,1 4-5-16,-2-4-3 0,1 4-2 0,0-4-4 0,7 4-1 0,-1-4-4 15,-6 0-2-15,7 3-4 0,-1-3-4 0,1 0-2 0,-1 0-2 16,8 4-1-16,-7-4-3 0,6 0-1 0,-1 0 0 0,-5 3-2 0,7-3-3 16,5 0-3-16,-6 0-3 0,0 0-2 0,7 0-13 0,0 4-31 15,-8-4 0-15,8 3 0 0,0-3 0 0,-8 0 0 0,9 4 0 0,-9 0 0 16,7-1 0-16,-5-3 0 0,-1 4 0 0,0 0 0 0,-7-1 0 16,7 2 0-16,1-5 0 0,-1 3 0 0,0-3 0 0,-1 3 0 15,2-3 0-15,-1 0 0 0,0 0 0 0,7 0 0 0,-7-3 0 0,7 3 0 16,-7-3 0-16,6 3 0 0,-5 0 0 0,-2-5 0 0,1 5 0 15,0 0 0-15,-6 0 0 0,-1 0 0 0,2 0 0 0,-2 0 0 0,-7 0 0 16,8 5 0-16,-13-5 0 0,6 0 0 0,0 3 0 0,-7-3 0 16,1 0 0-16,0 3 0 0,-1-3 0 0,-6 4 0 0,6-4 0 0,-5 0 0 15,-2 0 0-15,2 0 0 0,-1 0 0 0,-1 0 0 0,-4 0 0 16,4 0 0-16,-6 0 0 0,2 0 0 0,-2 0 0 0,-6 0 0 0,6 0 0 16,-6 0 0-16,7 0 0 0,-7 0 0 0,0 0 0 0,0 0 0 15,0 0 0-15,0 0 0 0,0 0 0 0,0 0 0 0,0 0 0 0,0 0 0 16,0 0 0-16,0 0 0 0,0 0 0 0,0 0 0 0,-7 0 0 15,7 0 0-15,-6-4 0 0,6 4 0 0,-6 0 0 0,-2 0 0 16,2-3 0-16,0 3 0 0,0 0 0 0,-2-3 0 0,2 3 0 0,0-5 0 16,-1 5 0-16,-6-3 0 0,6 3 0 0,-5-4 0 0,6 0 0 15,-8 1 0-15,8-1 0 0,-7 0 0 0,-1 1 0 0,2-4 0 16,-2 3 0-16,2-3 0 0,-2 3 0 0,1-3 0 0,-6-1 0 0,6-3 0 16,0 4 0-16,0-4 0 0,0 4 0 0,0-4 0 0,0 0 0 0,-1 4 0 15,2-1 0-15,-1-3 0 0,6 4 0 0,-6-1 0 0,7 1 0 16,-8 3 0-16,8-3 0 0,0 3 0 0,-1 1 0 0,7 0 0 15,-7-2 0-15,7 5 0 0,-6-3 0 0,6 3 0 0,0 0 0 0,0 0 0 16,0 0 0-16,0 0 0 0,0 0 0 0,0 0 0 0,0 0 0 16,0 0 0-16,0 3 0 0,6 2 0 0,1-2 0 0,0 0 0 15,-1 1 0-15,0 3 0 0,8 1 0 0,-2 3 0 0,2-4 0 0,-1 4 0 16,-1-3 0-16,2 3 0 0,5-2 0 0,-6 3 0 0,0-1 0 16,7 0 0-16,-7 0 0 0,6 0 0 0,-6-3 0 0,1 3 0 15,6-1 0-15,-8-2 0 0,1 3 0 0,0 0 0 0,0-4 0 0,1 4 0 16,-2-3 0-16,1-1 0 0,0 0 0 0,-6 1 0 0,5-1 0 0,-4 0 0 15,4 1 0-15,-6-1 0 0,2 0 0 0,-2-3 0 0,0 3 0 16,1 1 0-16,-1-5 0 0,-6 1 0 0,7 3 0 0,0-3 0 0,-7 3 0 16,6-3 0-16,-6 0 0 0,0-1 0 0,0 1 0 0,0 0 0 15,0-1 0-15,0 0 0 0,0 5 0 0,-6-4 0 0,-1 0 0 0,0 3 0 16,-6 0 0-16,7 1 0 0,-8-1 0 0,-4 0 0 0,-2 4 0 16,0 1 0-16,1-2 0 0,-7 1 0 0,-1 0 0 0,-5 0 0 15,6 0 0-15,0 0 0 0,-7 0 0 0,7 0 0 0,-7 0-316 0,8 0-193 16,-1 0-94-16,0-4-44 0,-1 4-20 0,8-3 0 0,0-1 12 15,-8 0 20-15,14 0 24 0,-6 1 30 0,5-5 33 0,-5 2 37 16,6 1 40-16,0-2 69 0,7-4 87 0</inkml:trace>
  <inkml:trace contextRef="#ctx0" brushRef="#br0" timeOffset="1584.49">17317 3964 78 0,'0'3'153'0,"0"-3"12"0,0 0 14 0,0 0 19 0,-7 4 21 0,7-4 23 16,0 0 26-16,0 0 18 0,0 0 16 0,0 0-6 0,0 0-15 15,0 0-4-15,0 0 3 0,0 0 0 0,7 0 0 0,-7-4-5 16,0 4-8-16,7 0-12 0,-1 0-13 0,-6 0-18 0,7 0-16 0,-1-3-16 16,0 3-14-16,8 0-17 0,-8 0-17 0,7 0-15 0,0 0-15 15,0 0-10-15,1 0-6 0,5-4-4 0,0 4-1 0,-6 0-4 16,7 0-4-16,0 0-5 0,-1-4-6 0,1 4-6 0,0 0-8 0,-8 0-7 16,8-3-5-16,-1 3-7 0,1-4-5 0,-8 4-6 0,8 0-4 0,-7-4-5 15,7 4-4-15,-8 0-3 0,8 0-3 0,-7 0-4 0,1 0 0 16,-8 0-9-16,7 0-9 0,0 4-13 0,-7-4-16 0,1 4-20 15,0-4-24-15,-1 0-42 0,1 3-51 0,-1-3-70 0,-6 0-81 0,0 0-77 16,6 0-75-16,-6 0-38 0,0 4-18 0,0-4-5 0,0 0 4 0,0 0 9 16,0 0 15-16,0 0 20 0,7-4 22 0,-7 1 41 0,0-5 51 15,7 1 71-15,-7 0 217 0</inkml:trace>
  <inkml:trace contextRef="#ctx0" brushRef="#br0" timeOffset="2268.55">19817 3839 77 0,'0'4'224'0,"-6"-4"35"0,0 0 33 15,0 3 34-15,-1-3 36 0,7 0 30 0,-7 0 28 0,7 0 20 16,-6 0 16-16,6 0-9 0,0 0-23 0,0 0-28 0,0 0-32 0,6 0-28 16,1 0-28-16,0 0-25 0,-1-3-20 0,6 3-26 0,2 0-27 15,-1-4-23-15,0 4-20 0,6-4-14 0,7 1-10 0,-6 3-10 16,0-4-11-16,5 4-9 0,2-4-10 0,-1 4-8 0,0 0-9 0,0 0-9 15,0 0-11-15,-7 0-8 0,8 4-8 0,-8 0-9 0,8-1-7 16,-8 1-7-16,0 0-7 0,0-1-20 0,1 1 0 0,0 3 0 0,-1-4 0 16,-5 1 0-16,5 0 0 0,-6 3 0 0,0-2 0 0,0-2-4 15,0-3-49-15,-7 4-19 0,8 0-22 0,-8-4-25 0,1 0-27 0,-1 0-41 16,1 0-49-16,-1 0-73 0,-6-4-82 0,7 4-78 0,-7-4-72 16,0 4-31-16,0-3-9 0,0-2 6 0,-7-2 11 0,1 3 18 0,6-3 20 15,-13 4 25-15,6-5 26 0,1 5 41 0,-8-5 49 0,2 1 72 16,-2 0 215-16</inkml:trace>
  <inkml:trace contextRef="#ctx0" brushRef="#br0" timeOffset="2486.41">20163 3506 0 0,'-7'0'33'0,"7"0"181"0,-6 0 24 0,0 3 19 0,-1-3 17 0,7 4 26 15,-6 0 28-15,6-1 38 0,-7 4 46 0,7 1 28 0,0-1 23 16,0 4-24-16,0 0-45 0,-7 4-36 0,7 3-29 0,0 1-22 0,0 3-19 15,0 0-14-15,-6 3-13 0,6 0-23 0,0 5-29 0,-6 0-37 16,6 2-44-16,-7 1-28 0,7 0-23 0,0 0-18 0,-7 0-14 0,7 4-18 16,0-4-20-16,0-4-22 0,-6 4-23 0,6-4-36 0,0 1-39 15,6-5-68-15,-6 1-79 0,0 0-83 0,0-4-83 0,7-4-49 0,-7 0-33 16,0 0-15-16,7 1-8 0,-7-5 5 0,6 1 7 0,-6-4 14 16,0 0 17-16,6-3 31 0,-6-1 36 0,0-3 64 0,0-4 80 15</inkml:trace>
  <inkml:trace contextRef="#ctx0" brushRef="#br0" timeOffset="4968.85">18450 1176 0 0,'0'0'60'0,"-6"-4"42"0,0 4 9 0,6-3 12 16,-8 3 13-16,2-5 17 0,0 2 18 0,6 0 8 0,-7 3 2 15,7-4 11-15,0 0 17 0,-6 0 18 0,6 1 19 0,0-1 20 0,0 0 20 16,0 1 12-16,0-1 10 0,0 0-1 0,0 1-4 0,0-1-7 16,0 0-10-16,0 4-15 0,0-3-17 0,0-1-19 0,0 0-21 0,0 4-20 15,0 0-21-15,0 0-24 0,0 0-24 0,0 0-17 0,0 0-14 0,0 0-12 16,0 0-9-16,0 0-10 0,0 0-6 0,0 0-5 0,0 0-4 0,0 0-2 15,0 4-2-15,6 0-2 0,-6-1-3 0,0 1-2 0,0 3 2 0,7 1 2 16,-7-1 4-16,6 0 2 0,-6 5 3 0,6-1 3 0,2 3 3 0,-2-3 1 16,0 7-1-16,1-3-2 0,0 3-3 0,-1-3-2 0,7 4-1 15,0 2-2-15,0-2-4 0,0-1-4 0,0 4-6 0,0 0-2 0,7-4-2 16,0 4-2-16,-2 0-4 0,2 4-2 0,-1-4-3 0,1 0-2 16,6 3-3-16,-6 1 0 0,5-1-2 0,2 1 0 0,-1 0-2 0,-6 3 1 15,6-3 0-15,-7-1-2 0,7 1-2 0,-6 0-4 0,-1-1-6 16,1 1-9-16,0 0-12 0,-8-5-11 0,1 6-16 0,1-9-14 0,-2 4-18 15,-6 0-16-15,8-4-15 0,-8-4-20 0,-6 5-25 0,7-4-38 16,0-4-50-16,-7 3-56 0,0-6-62 0,0 3-44 0,-7-4-37 0,7 0-30 16,-7-3-24-16,1 3-4 0,-8-3 5 0,8-4 11 0,-6 0 13 0,-2 0 19 15,1 0 22-15,7-4 40 0,-8-3 48 0,2 0 61 0,-1-1 66 16</inkml:trace>
  <inkml:trace contextRef="#ctx0" brushRef="#br0" timeOffset="5268.39">19115 1176 36 0,'6'-4'167'0,"-6"1"23"0,0-2 25 0,0 5 26 15,0-3 30-15,0 3 30 0,0 0 31 0,0 0 36 0,0 0 36 16,0 0-3-16,0 0-22 0,-6 0-18 0,6 0-16 0,0 0-16 0,-7 3-16 15,0 2-18-15,1-2-22 0,-7 1-25 0,0 3-25 0,0 0-27 0,-7 4-28 16,0 4-32-16,-5 0-33 0,-1 3-22 0,0 4-19 0,-13 0-11 16,6 4-9-16,-6-1-4 0,0 5-5 0,0-1-3 0,0 0-3 0,-1 4-3 15,-5-4-4-15,7 4-5 0,-2 0-7 0,1 1-11 0,-6-2-11 0,5 1-14 16,8-4-15-16,-7 4-21 0,6-3-22 0,1-4-42 0,-1-1-48 16,7 1-60-16,0-4-69 0,6-4-54 0,-5 1-50 0,11-1-35 0,-5-4-32 15,6-3-8-15,0 4-1 0,6-8 7 0,0 4 12 0,1-3 18 16,0-5 22-16,6 1 39 0,0-4 48 0,0 0 62 0,0 0 112 0</inkml:trace>
  <inkml:trace contextRef="#ctx0" brushRef="#br0" timeOffset="16717.8">22169 5444 7 0,'7'-4'103'0,"-7"0"8"0,0 0 10 0,0-3 10 0,0 3 12 15,0-3 15-15,0 4 14 0,-7-5 10 0,7 1 6 0,0 0 13 16,-6 3 15-16,6-3 23 0,0-1 26 0,-7 5 22 0,7-5 21 0,-7 1 9 16,1 3 3-16,6-3-2 0,-6 0-3 0,-1 3-13 0,0-3-14 15,1 0-17-15,0 2-15 0,-7-2-21 0,6 0-22 0,0 4-28 16,-5-5-32-16,4 1-28 0,-4 3-26 0,6-3-16 0,-8 3-10 0,1 0-7 16,7-3-6-16,-14 3-2 0,8 1-2 0,-2-1-5 0,-5 4-7 15,-1-4-3-15,8 4-5 0,-15 0-1 0,7 0-4 0,-6 4-2 16,0 0-3-16,1-1-1 0,-1 1-2 0,-7 0-2 0,7 3-2 0,-7 0-4 15,1 1 0-15,-1 3-2 0,1-4-1 0,-1 4-3 0,0 0-1 16,0 0-1-16,1 0 0 0,-1 0 1 0,1 0 1 0,-1 4 1 0,1-4 0 16,6 3 1-16,-1 1 3 0,-5-1-1 0,7-2 0 0,5 6 0 15,-6-3 1-15,-1-1 2 0,8 1 1 0,-7 3 1 0,6 0-2 0,0 1 1 16,2-1-2-16,-2 1-1 0,1-1-1 0,5 4 1 0,-5 0 0 0,6 0 1 16,0 0 0-16,-1 0 0 0,2 4-1 0,-2-5 0 0,8 5-1 15,0 0-2-15,-7-1 0 0,6-3 0 0,7 4-1 0,-7 0 0 16,1-1 0-16,6-3-2 0,-6 4-2 0,6-4-1 0,0 0-2 0,0 0 1 15,0 0-1-15,6 0 1 0,-6-4-1 0,6 4 0 0,1-3 0 16,0 2-1-16,-1-2 1 0,1-1 0 0,-1 0 2 0,8 1 0 16,-2-5 1-16,1 4 1 0,0-3 2 0,7 0 0 0,-1 3 0 0,1-3 1 15,-1-4-1-15,7 3 0 0,0-3 1 0,1 0 0 0,-1 4 1 0,0-4-1 16,6-4-1-16,-5 4 0 0,5-4-1 0,1 5-1 0,-1-5-2 16,1 4 0-16,-1-4 1 0,1 1-1 0,-1-5 0 0,1 4 0 15,-1 1 1-15,1-4-1 0,6-1 0 0,-7-3 0 0,2 4 1 0,-2-4 0 16,7 0 1-16,-7 0 0 0,1-4 0 0,-1 4 1 0,1-3-1 15,-1-1 1-15,-5-4 0 0,5 5 0 0,-6-1 1 0,1-3-1 16,-9 0 0-16,9 0-1 0,-7-1 0 0,-2 1 1 0,9-5 0 0,-14 5 0 16,6-4 0-16,1 0-1 0,0 0 0 0,-7-3 0 0,6-1-1 0,-6 1 0 15,7-5 0-15,-7 1 0 0,7 0 1 0,-8-1-1 0,2-3-1 16,5 0-1-16,-6-3 0 0,0 3-1 0,-7-4 0 0,8-4 0 16,-2 5 0-16,-5-4 0 0,6-4-2 0,-6 4 1 0,-1-1 0 0,0-3 0 15,1 4-1-15,-7-4-1 0,7 3 1 0,-7 1-1 0,0 0-1 16,-7 3-5-16,0 1-5 0,1-4-9 0,0 3-12 0,-7 4-14 15,-1-4-19-15,2 4-21 0,-8-3-20 0,0 3-35 0,-5-1-39 0,-1 1-64 16,-7 4-76-16,0 0-73 0,1 0-68 0,-1-1-49 0,1 5-38 0,-8-1-13 16,8 4 0-16,-7-4 11 0,6 4 15 0,7 0 18 0,-6 4 22 15,5-4 33-15,1 0 39 0,7 4 63 0,-1-4 77 0</inkml:trace>
  <inkml:trace contextRef="#ctx0" brushRef="#br0" timeOffset="35118.57">25236 4627 0 0,'0'-4'22'0,"0"-1"75"0,0 5 6 16,0-2 7-16,8 2 10 0,-8-4 10 0,0 4 11 0,0-3 0 15,6 3-4-15,-6-4-5 0,6 4-2 0,-6 0 0 0,0 0 1 16,6-4 5-16,-6 8 9 0,0-4 10 0,8 0 13 0,-8 4 7 0,6-4 4 16,-6 3 6-16,6 1 4 0,-6 3 3 0,7-3 4 0,-1 3 4 15,-6 0 3-15,7 4 4 0,0-3 2 0,-7 3-2 0,6 4-7 0,0-5-11 16,0 8-14-16,-6-2-11 0,8 2-10 0,-8 0-10 0,6 4-12 0,0-4-10 16,-6 8-11-16,0-4-11 0,7 0-13 0,-7 4-10 0,6-1-10 15,-6 1-7-15,0 3-4 0,0-4-3 0,0 5 0 0,0-1-2 16,0 1-2-16,0-5-2 0,0 8-3 0,-6-7-1 0,6 7-2 0,-7-4-2 15,7 0-2-15,-6 1-2 0,0-1-3 0,-2 4-2 0,2-4-3 16,6 0-2-16,-6 1-1 0,0 3-1 0,-1-4-1 0,0 0 1 16,1 1-1-16,-1-1-1 0,1 1 1 0,0-1 0 0,-2-4 1 0,2 5-1 15,0-1 3-15,6-3 0 0,-6 3 1 0,-2 0-2 0,2-3 1 16,6 3-3-16,-6 1-1 0,-1-1-1 0,1-4 0 0,6 5-3 16,-7-5-1-16,0 4 0 0,1-3-1 0,0 4-2 0,6-5-2 0,-6 4 0 15,-2-3-2-15,2 0 1 0,0 0-1 0,-1-1 2 0,0 1-1 0,1 0 0 16,-1-1 0-16,1-3-1 0,0 0 0 0,-2 4 0 0,2-4 0 15,0-1 0-15,0-2 0 0,-1 3-1 0,0 0 0 0,1 0-1 16,-1-4-1-16,1 4 1 0,0-4-1 0,-2 5 1 0,2-5 0 0,6 0 0 16,-6 1-1-16,0-5 0 0,-2 4 0 0,2-3 0 0,6 0 0 0,-6 0 0 15,-1-1 0-15,1-3 0 0,6 4 0 0,-7-4 0 0,7 3 0 16,-7-6 0-16,7 3-1 0,-6 0 0 0,6 0 0 0,0-4-2 16,-6 0 1-16,6 0 0 0,0 1-1 0,-6-5-1 0,6 5 0 15,0-4 0-15,0 0-1 0,0-1 1 0,-8 1 0 0,8-1 0 0,0-3-1 16,0 0 0-16,0 0 1 0,0 0 1 0,0 0 1 0,0 0 2 0,0 0 2 15,0 0 1-15,0 0 0 0,0 0 2 0,0-3-1 0,-6 3 1 16,6-4-1-16,0-3-2 0,-6 3 1 0,6-4 0 0,-7 2-1 16,1-1-3-16,6-5-2 0,-7 1-3 0,0-4-4 0,7 1-3 0,-6-5-3 15,0 5-4-15,-1-8 0 0,0 4-2 0,7-5 0 0,-6 5-1 16,0-4 1-16,-1 0-1 0,7 0 1 0,-7 0 0 0,1 4 2 0,-1-1 1 16,7 1 1-16,-6 4 3 0,0-1 2 0,6 4 1 0,-7 0 3 15,0 3 1-15,7 1 0 0,-6 4 2 0,6-5 2 0,-6 8-1 16,6-3 0-16,-8-1 0 0,8 4 0 0,0 0 0 0,0 0-1 0,0 0 1 15,-6 4 0-15,6-4 0 0,0 3-1 0,0 1 0 0,0 3 1 0,-6-3-1 16,6 7-1-16,0-4 1 0,0 4 0 0,0 0 1 0,0 4 1 16,0-1 1-16,0 1 4 0,0 0 3 0,6 3 4 0,-6 1 2 15,6-5 4-15,-6 5 1 0,8-1 1 0,-8 4 3 0,6-4 3 0,0 1 3 16,1-1 3-16,-7 0 2 0,7 0 1 0,-1 1 1 0,0-1-1 16,1 0-3-16,-1 0-2 0,1-2-1 0,0-2-2 0,-1 1-3 15,7-1-1-15,-6-3-2 0,5-3-4 0,-5 2-1 0,6-2-3 0,0-1-3 16,1-3-3-16,-2-1-1 0,8-3-1 0,-7-3-1 0,7-1-2 15,-2 1-1-15,2-9 1 0,7 2-1 0,-9-1 1 0,9-4-8 0,-1-3-7 16,0 3-13-16,0-4-15 0,1-2-18 0,-1 2-19 0,-1-3-22 16,1 0-23-16,-6 4-38 0,6-4-46 0,-7 4-64 0,1-4-76 0,6 0-67 15,-7 4-64-15,1-4-46 0,0 3-34 0,6-3-10 0,-7 4 2 16,1-1 14-16,6 1 16 0,-7 4 21 0,1-5 22 0,6 4 37 16,-7 1 44-16,1 0 66 0,0-1 75 0</inkml:trace>
  <inkml:trace contextRef="#ctx0" brushRef="#br0" timeOffset="42068.53">13820 11327 8 0,'0'0'57'0,"0"0"-3"0,0 0-5 0,0-4-5 16,0 4-4-16,0 0-3 0,0 0-2 0,0 0-2 0,0 0 0 0,0 0-3 16,0 0 0-16,0 0-2 0,0 0-2 0,0 0-3 0,0 0-1 0,0 0-2 15,0 0-1-15,0 0-2 0,0 0 0 0,0 0-2 0,0 0 1 16,0 0 0-16,0-3 1 0,0 3 0 0,0 0 2 0,0 0 1 15,0 0 2-15,-6-5 1 0,6 5 1 0,0 0-1 0,0-3 2 0,0 3 0 16,0 0 1-16,0-3 1 0,-8 3 0 0,8-4 0 0,0 4 0 16,0-4 0-16,0 4 0 0,0-3-1 0,0 3-2 0,-6-4-1 0,6 4-1 15,0-4 0-15,0 4 0 0,0 0 3 0,0-3 0 0,-6 3 2 16,6-4 0-16,0 4 0 0,0 0 1 0,0 0 1 0,0-4 0 0,-7 4 2 16,7 0 1-16,0 0 1 0,0-3 2 0,0 3 1 0,0 0 0 15,0 0 1-15,0-4 1 0,0 4-1 0,0 0 1 0,-7 0 1 16,7 0 1-16,0 0 1 0,0 0 2 0,0 0 1 0,0 0 1 0,0 0 3 15,0 0 2-15,0 0 3 0,0 0 3 0,0 0 4 0,0 0 3 0,0 0 5 16,0 0 6-16,0 0 5 0,0 0 6 0,0 0 6 0,0 0 6 16,0 0 5-16,0 0 3 0,0 0 2 0,0 0 1 0,0 0 2 15,0 0 1-15,0 0 1 0,0 0-3 0,0 0-1 0,0 0-1 0,0 0-4 16,0 0-2-16,0 0-2 0,0 0-1 0,0 0 0 0,0 4 2 16,0-4 2-16,0 0 3 0,0 0-3 0,0 0-3 0,0 0-4 15,0 0-3-15,0 0-4 0,0 0-4 0,0 0-3 0,0 0-4 0,0 0-5 16,0 0-4-16,0 0-6 0,0 0-7 0,0 0-6 0,0 0-8 15,0 0-3-15,0 0 1 0,0 0-1 0,0 0-1 0,0 0 0 0,0 3 0 16,0-3-1-16,0 0-1 0,0 0-2 0,0 0-1 0,0 0 0 16,0 0-2-16,0 0 2 0,0 0-1 0,0 4 1 0,0-4-1 0,7 4 1 15,-7-1-1-15,0-3 1 0,0 4-1 0,0 0 1 0,7-4-2 16,-7 3 1-16,0 1 1 0,0 0 1 0,6-1-2 0,-6 0 0 16,0-3-2-16,6 5-2 0,-6-2-3 0,0 1-1 0,8 0-4 0,-8-4-1 15,0 4-1-15,6-1-2 0,-6-3 0 0,6 4 0 0,-6 0-1 16,7 0 0-16,-7-1-1 0,6-3 2 0,-6 4 1 0,7-1 0 15,-7 1 3-15,0 0 1 0,6-4 2 0,-6 3 2 0,7 1 3 0,-7-1 3 16,6 1 3-16,-6 0 3 0,6-1 0 0,-6 5 1 0,8-5-1 16,-8 1 0-16,6 0 0 0,-6 3 2 0,6-3 1 0,-6 3 2 0,0-3-2 15,7-1-1-15,-7 4-2 0,6-3-2 0,-6 0-6 0,7 3-4 16,-7-3-3-16,0-1-1 0,6 5 1 0,-6-5 1 0,7 2 3 0,-1 2 0 16,-6-3 0-16,7 3-3 0,0-3-1 0,-7 3-1 0,6-4 0 15,0 5-1-15,-6-5 0 0,7 5 0 0,0-4-1 0,-1-1-1 0,-6 4-1 16,6-3-3-16,1 0-2 0,-1 3-2 0,1-3-2 0,-7 3 2 15,7-4 1-15,-1 5 1 0,0-5 2 0,2 4 0 0,-2-3 1 0,0 4 0 16,1-5 1-16,-7 5-15 0,6-4 0 0,1 4 0 0,-1-5 0 16,1 4 0-16,-1-3 0 0,-6 3 0 0,6-3 0 0,2 3 0 15,-2-3 0-15,0-1 0 0,-6 5 0 0,7-5 0 0,-1 1 0 0,1 3 0 16,-1-3 0-16,1-1 0 0,-1 1 0 0,1 0 0 0,0 3 0 16,-1-3 0-16,-6-1 0 0,6 1 0 0,1 0 0 0,0-1 0 0,-1 1 0 15,0 0 0-15,1 2 0 0,-1-1 0 0,1-2 0 0,0 1 0 16,-1 0 0-16,-6 0 0 0,6-1 0 0,1 1 0 0,0 0 0 0,-1-2 0 15,0 7 0-15,1-6 0 0,0 1 0 0,-1 0 0 16,1-1 0-16,-1 1 0 0,0-1 0 0,-6 2 0 0,8 1 0 0,-2-2 0 16,0 0 0-16,0-1 0 0,1 5 0 0,0-5 0 0,-1 5 0 0,1-5 0 15,-1 5 0-15,8-5 0 0,-8 4 0 0,0-3 0 0,0 3 0 16,2-3 0-16,-2 0 0 0,0 3 0 0,1-3 0 0,-1 4 0 0,1-5 0 16,0 4 0-16,-1-3 0 0,6 2 0 0,-4-1 0 0,-2 2 0 15,0-3 0-15,8 3 0 0,-8 1 0 0,1-4 0 0,5 3 0 16,-4-4 0-16,-2 5 0 0,6-5 0 0,-5 5 0 0,0-4 0 0,6 2 0 15,-7-2 0-15,8 3 0 0,-8-3 0 0,0 3 0 0,0-3 0 16,8 3 0-16,-8-3 0 0,1 3 0 0,-1-3 0 0,8 4 0 0,-8-5 0 16,0 1 0-16,0 0 0 0,2 3 0 0,-2-3 0 0,7-1 0 15,-7 1 0-15,1 3 0 0,0-3 0 0,-1 0 0 0,0-1 0 0,1 1 0 16,0 0 0-16,-1 3 0 0,7-4 0 0,-6 1 0 0,-1 0 0 16,1-1 0-16,-1 1 0 0,0 0 0 0,1 3 0 0,0-3 0 0,5-1 0 15,-4 1 0-15,-2 0 0 0,0-1 0 0,1 1 0 0,-1 0 0 16,1-1 0-16,6 1 0 0,-7-1 0 0,0 2 0 0,2 1 0 15,-2-1 0-15,0-3 0 0,1-2 0 0,6 5 0 0,-7 2 0 0,1-7 0 16,-1 4 0-16,1-1 0 0,0 1 0 0,5 0 0 0,-5-1 0 0,0 1 0 16,-1 0 0-16,1-1 0 0,-1 1 0 0,0 0 0 0,1-1 0 15,0-3 0-15,-1 4 0 0,0 0 0 0,2-1 0 0,-2 1 0 16,0 0 0-16,1-1 0 0,-1-3 0 0,1 4 0 0,-1 0 0 0,1-1 0 16,-7-3 0-16,6 4 0 0,0 0 0 0,2-4 0 0,-2 3 0 15,0 1 0-15,1-4 0 0,-1 3 0 0,1 1 0 0,-1-4 0 16,1 4 0-16,-7-1 0 0,6-3 0 0,0 4 0 0,2 0 0 0,-2-4 0 15,0 3 0-15,1-3 0 0,0 5 0 0,-1-5 0 0,0 3 0 16,1-3 0-16,-1 4 0 0,1-4 0 0,0 0 0 0,5 3 0 0,-5-3 0 16,0 4 0-16,5-4 0 0,-5 4 0 0,0-4 0 0,6 0 0 15,-7 2 0-15,8-2 0 0,-2 0 0 0,-6 5 0 0,8-5 0 0,-1 4 0 16,-7-4 0-16,8 0 0 0,-8 3 0 0,6-3 0 0,-4 4 0 16,4-4 0-16,-5 0 0 0,6 4 0 0,-6-4 0 0,-1 0 0 15,6 3 0-15,-4-3 0 0,-2 0 0 0,0 0 0 0,1 0 0 0,0 0 0 16,6 0 0-16,-7 4 0 0,0-4 0 0,2 0 0 0,-2 0 0 15,0 0 0-15,0 4 0 0,1-4 0 0,0 0 0 0,-1 0 0 0,1 0 0 16,-1 0 0-16,0 0 0 0,2 0 0 0,4 0 0 0,-6 0 0 16,2 0 0-16,4 0 0 0,-5 0 0 0,-1 0 0 0,8 0 0 0,-8 0 0 15,0 3 0-15,8-3 0 0,-8 0 0 0,0 0 0 0,7 0 0 16,-6 4 0-16,0-4 0 0,5 0 0 0,-5 4 0 0,0-4 0 16,5 0 0-16,-5 3 0 0,0-3 0 0,6 0 0 0,-7 4 0 0,0-4 0 15,8 0 0-15,-8 4 0 0,0-4 0 0,8 0 0 0,-8 0 0 0,1 0 0 16,6 3 0-16,-7-3 0 0,7 0 0 0,-7 0 0 0,2 0 0 0,4 0 0 15,-5 0 0-15,-1 0 0 0,7 0 0 0,-6 0 0 0,6 0 0 16,-6-3 0-16,5 3 0 0,-5 0 0 0,6 0 0 0,-6 0 0 16,5 0 0-16,-5-4 0 0,6 4 0 0,-7 0 0 0,8 0 0 0,-8 0 0 15,7 0 0-15,-6 0 0 0,-1 0 0 0,7 0 0 0,-7 0 0 0,2 0 0 16,-2 0 0-16,7 0 0 0,-7 0 0 0,1-4 0 0,6 4 0 0,-7 0 0 16,0 0 0-16,8 0 0 0,-8-3 0 0,1 3 0 0,6 0 0 15,-7-4 0-15,1 4 0 0,-1-4 0 0,1 4 0 0,0-3 0 0,-1 3 0 16,0-4 0-16,1 4 0 0,0-4 0 0,-1 4 0 0,0-3 0 15,1 3 0-15,0 0 0 0,-1-4 0 0,-6 4 0 0,7 0 0 0,-1-4 0 16,-6 4 0-16,0 0 0 0,6-3 0 0,-6 3 0 0,8 0 0 0,-8 0 0 16,6 0 0-16,-6 0 0 0,0-4 0 0,6 4 0 0,-6 0 0 15,0 0 0-15,6 0 0 0,-6 0 0 0,7 0 0 0,-7 0 0 0,7 0 0 16,-7 0 0-16,0 0 0 0,6 0 0 0,-6 0 0 0,7 0 0 16,-7 0 0-16,6 0 0 0,-6 0 0 0,0 0 0 0,6-5 0 0,-6 5 0 15,8 0 0-15,-8 0 0 0,0 0 0 0,6 0 0 0,-6 0 0 0,6 0 0 16,-6 0 0-16,6 5 0 0,-6-5 0 0,8 0 0 0,-8 0 0 0,6 0 0 15,-6 0 0-15,0 0 0 0,6 0 0 0,-6 0 0 0,0 0 0 16,0 0 0-16,7 0 0 0,-7 0 0 0,0 0 0 0,0 0 0 0,6 0 0 16,-6 0 0-16,0 0 0 0,0 0 0 0,7 4 0 0,-7-4 0 15,0 0 0-15,0 0 0 0,0 0 0 0,0 0 0 0,0 0 0 0,7 0 0 16,-7 0 0-16,0 0 0 0,0 3 0 0,6-3 0 0,-6 0 0 0,0 0 0 16,0 0 0-16,0 0 0 0,0 4 0 0,0-4 0 0,0 0 0 15,0 0 0-15,0 0 0 0,0 0 0 0,0 0 0 0,0 0 0 0,0 0 0 16,0 0 0-16,0 0 0 0,0 0 0 0,-6 0 0 0,6 0 0 15,-7-4 0-15,0 4 0 0,1 0 0 0,-1 0-745 0,1 0-134 0,-8-3 15 16,8-1 26-16,0 4 41 0,0-5 47 0,-8-1 46 0,14 2 50 16,-6-3 56-16,-1-1 57 0,7 1 91 0,0-4 105 0</inkml:trace>
  <inkml:trace contextRef="#ctx0" brushRef="#br0" timeOffset="46051.71">16581 11261 136 0,'0'-4'231'0,"0"4"33"0,0 0 29 0,7 0 29 15,-7 0 26-15,0 0 32 0,0 0 33 0,0 0 24 0,0 0 19 0,0 0-19 16,0 0-36-16,0 0-29 0,6 4-26 0,-6-4-35 0,0 0-36 16,0 4-30-16,0-1-25 0,0-3-24 0,0 4-21 0,7 3-30 15,-7-3-31-15,6 0-22 0,-6 3-17 0,6 0-14 0,-6 1-11 0,8 3-8 16,-8-4-6-16,6 4-5 0,-6 1-4 0,6-2-4 0,-6 1-6 16,0 0-13-16,6 0-14 0,-6 0-16 0,0 4-19 0,0-4-27 0,0-1-30 15,0 2-44-15,-6 3-54 0,6-4-60 0,0 0-64 0,-6 0-49 16,0-1-43-16,6 1-38 0,-8 1-37 0,8-2-13 0,-6 1 1 15,6 0 9-15,-6 0 15 0,6 0 23 0,-7 0 27 0,7 0 44 16,0 0 54-16,0-3 59 0,0 3 69 0</inkml:trace>
  <inkml:trace contextRef="#ctx0" brushRef="#br0" timeOffset="46367.53">16621 11719 48 0,'6'15'139'0,"-6"-4"18"0,0 4 20 0,6-2 26 0,-6 3 29 16,0-5 31-16,0 3 33 0,0-6 20 0,0 3 16 0,0 0 7 16,0 0 1-16,0-4-2 0,0 4-6 0,0-4-9 0,0 4-10 0,0-4-15 15,6 1-18-15,-6 3-25 0,0-5-29 0,0 6-31 0,8-4-32 16,-8 3-33-16,0 0-32 0,6-4-27 0,-6 4-27 0,0-3-16 0,0 2-12 15,0 1-11-15,0 0-13 0,6-4-14 0,-6 4-16 0,0 1-19 16,0-1-21-16,0-4-27 0,0 4-25 0,0-4-30 0,0 4-33 0,0-3-29 16,0 2-28-16,0-2-22 0,0-1-19 0,-6 1-10 0,6-1-7 15,0 4-1-15,0-8 4 0,0 8 10 0,0-4 15 0,0 1 19 16,0 0 23-16,-6-1 27 0,6 0 30 0,0 0 28 0,0 1 26 0,0-1 22 16,-8 0 18-16,8 1 17 0,0-1 16 0,0 0 16 0,-6 1 17 15,6-1 17-15,0 4 14 0,0-4 16 0,0 4 13 0,0-4 16 0,-6 4 16 16,6-3 16-16,0 3 19 0,-6 0 19 0,6 0 21 0,0 0 18 15,-8 0 21-15,8 4 13 0,0-5 9 0,0 1 4 0,0 4 1 0,-6-4-3 16,6 0-6-16,0 0-9 0,0 0-11 0,0 0-15 0,0 0-18 16,0-3-18-16,0 3-21 0,0-4-26 0,6 4-28 0,-6-4-37 15,0 0-46-15,0 1-45 0,0-1-47 0,8 0-40 0,-8-3-36 0,0 3-35 16,6-3-32-16,-6 4-26 0,0-5-26 0,6 0-11 0,-6 5-5 16,0-5 0-16,0 2 6 0,6-2 20 0,-6 1 26 0,8 0 36 15,-8-1 38-15</inkml:trace>
  <inkml:trace contextRef="#ctx0" brushRef="#br0" timeOffset="46535.61">16659 12778 0 0,'0'11'54'0,"-6"0"95"0,0-4 13 0,6 1 16 16,-8 3 15-16,2-4 18 0,6 0 20 0,-6 0 16 0,6 1 15 0,-6 3-9 15,6-4-18-15,0 0-23 0,0 1-25 0,0-1-18 0,0-3-17 16,0 3-14-16,0 1-12 0,0-1-18 0,0 0-21 0,0-3-34 16,6 3-42-16,-6 0-44 0,0-3-46 0,6 3-39 0,-6 1-36 0,0-5-35 15,6 5-32-15,-6-1-26 0,0-3-21 0,0 3-9 0,8-3-7 16,-8-1 2-16,0 5 3 0,6-5 15 0,-6 1 22 0,0-1 28 15,0 2 31-15</inkml:trace>
  <inkml:trace contextRef="#ctx0" brushRef="#br0" timeOffset="46702.06">16659 13130 0 0,'0'10'45'0,"-6"-2"85"16,6-1 10-16,0 4 11 0,-6 0 12 0,-2-4 12 0,8 5 14 0,0-5 12 16,-6 4 12-16,6-4-14 0,0 1-27 0,0 3-19 0,-6-4-19 15,6 0-11-15,0 0-11 0,0 1-10 0,0-1-9 0,0 0-12 16,0 1-11-16,0 3-22 0,0-4-25 0,0 0-28 0,0 0-29 0,0 1-26 15,0 0-23-15,0 3-19 0,0-4-17 0,0 0-18 0,0 0-17 16,6 1-22-16,-6 3-24 0,0-4-12 0,0 0-10 0,0 1 3 0,0-1 9 16,0 0 15-16,0 1 17 0,0-5 17 0,6 4 17 0</inkml:trace>
  <inkml:trace contextRef="#ctx0" brushRef="#br0" timeOffset="46868.13">16653 13602 19 0,'-6'11'85'0,"6"-3"3"16,0 2 5-16,0 2 2 0,-8-5 3 0,8 4-7 0,0-4-10 15,-6 4-13-15,6 0-12 0,0 0-10 0,0 0-6 0,0-4-7 16,0 4-5-16,-6 0-4 0,6-4-7 0,0 4-6 0,0-3-5 0,0 0-13 16,0 2-13-16,0-2-17 0,0-1-22 0,0 0-16 0,6-3-14 15,-6 3-8-15,0 1-2 0,0-1-3 0,0 0-1 0,6-3 0 0,-6 3 0 16</inkml:trace>
  <inkml:trace contextRef="#ctx0" brushRef="#br0" timeOffset="47034.82">16653 14071 0 0,'-6'8'59'16,"6"-1"67"-16,-8 4 6 0,8-4 7 0,0 0 7 0,0 1 8 15,-6-1 5-15,6-3 4 0,0 3 4 0,6 0-24 0,-6-3-35 0,0 3-23 16,0-3-16-16,0 3-11 0,8-3-9 0,-8-1-7 0,0 5-6 16,6-5-9-16,-6 2-9 0,6-2-13 0,-6 5-14 0,0-5-15 0,7 0-13 15,-7 5-14-15,0-4-14 0,0-1-17 0,6 5-16 0,-6-5-18 16,0 4-20-16,0-3-13 0,0 4-10 0,0-5-2 0,0 5 0 0,0-5 4 15,0 5 7-15,0-5 10 0,0 1 12 0</inkml:trace>
  <inkml:trace contextRef="#ctx0" brushRef="#br0" timeOffset="47201.11">16666 14383 116 0,'-7'6'134'16,"7"2"13"-16,0-1 16 0,-6 1 19 0,6-1 19 0,0 0 19 16,-6 4 20-16,6-3-5 0,0-1-18 0,0 0-14 0,-8 1-14 0,8-1-12 15,0 1-9-15,0-1-11 0,0 0-11 0,8-3-14 0,-8 3-16 16,0 0-18-16,0 1-22 0,0-5-29 0,0 5-31 0,0-1-34 0,6-3-32 15,-6 3-28-15,0-3-26 0,0 3-22 0,0-3-20 0,0 2-17 16,6-1-17-16,-6 2-16 0,0-4-16 0,0 1-18 0,0 3-16 0,0-3-2 16,7 1 3-16,-7-3 14 0,0 3 18 0,0-2 22 0,6 4 20 15,-6-7 20-15,0 4 18 0</inkml:trace>
  <inkml:trace contextRef="#ctx0" brushRef="#br0" timeOffset="47384.44">16692 14708 98 0,'0'8'134'0,"-6"-1"13"16,6 0 12-16,-7 4 14 0,7-3 15 0,0 3 16 0,-7 0 16 0,7-4-2 15,0 5-9-15,-6-5-13 0,6 4-18 0,0-4-12 0,0 0-10 0,0 4-10 16,0-4-10-16,0 0-11 0,0 1-12 0,0-1-14 0,0 1-16 16,6-5-18-16,-6 6-17 0,0-7-24 0,0 2-26 0,7-1-23 15,-7 1-25-15,0 0-22 0,0-1-19 0,0 2-20 0,7-2-16 0,-7 0-15 16,0 2-15-16,0-5-13 0,6 3-14 0,-6 1-13 0,0-1-11 16,0-3-6-16,0 4-2 0,0-4 4 0,0 4 8 0,0-4 14 15,0 4 15-15,0-4 15 0,0 3 17 0,0 1 14 0,0-4 23 0</inkml:trace>
  <inkml:trace contextRef="#ctx0" brushRef="#br0" timeOffset="47518.99">16692 14980 14 0,'0'3'102'0,"0"1"13"0,0 0 11 0,0 2 9 0,0 2 10 16,0-4 7-16,0 3 9 0,0 0-5 0,-6 0-9 0,6 1-10 16,0-4-13-16,0 3-7 0,0 1-8 0,0-5-7 0,0 2-6 0,0 1-8 15,0-2-8-15,0 0-9 0,0-1-8 0,0 1-9 0,0 0-11 16,0-1-16-16,6-3-18 0,-6 4-23 0,0 0-24 0,0-1-22 16,0-3-20-16,6 4-20 0,-6 0-18 0,0-4-20 0,0 0-21 0,0 0-16 15,0 3-17-15,0-3-7 0,6 4 0 0,-6-4 5 0,0 0 9 0,0 3 14 16,8 1 17-16,-8-4 17 0,0 0 77 0</inkml:trace>
  <inkml:trace contextRef="#ctx0" brushRef="#br0" timeOffset="47617.31">16712 15177 111 0,'0'3'113'0,"0"2"1"0,0-2 2 15,-8 1-1-15,8-1 0 0,0-3-7 0,0 5-10 0,0-5-41 16,0 0-58-16,0 0-40 0,-6 3-33 0,6-3-19 0,0 0-10 0,0 0-7 16,0 0-2-16,0 0-2 0,0 0-2 0,0 0 1 0,6-3 47 15</inkml:trace>
  <inkml:trace contextRef="#ctx0" brushRef="#br0" timeOffset="72134.19">16548 12364 0 0,'0'0'28'0,"0"0"7"0,0 0 0 0,0 0-2 16,0 0-1-16,0 0 0 0,0 0-1 0,0 0 1 0,0 0-1 0,0 0 0 16,0 0-1-16,0 0 1 0,0 0 0 0,0 0-1 0,0 0 1 0,0 0 0 15,0 0 1-15,0 0-1 0,0 0 1 0,0 0 0 0,0 0 2 16,0 0 1-16,0 0 1 0,0 0 3 0,0 0 0 0,0 0 1 15,0 0 1-15,0 0 0 0,0 0 0 0,0 0 0 0,0 0 0 0,0 0-1 16,0 0 1-16,0 0-1 0,0 0-1 0,0 0 0 0,0 0-1 16,0 0 1-16,0 0-2 0,0 0 1 0,0 0 0 0,0 0-1 15,0 0 1-15,0 0 1 0,0 0 2 0,0 0 0 0,0 0 1 0,0 0 0 16,0 0 1-16,0 0-1 0,0 0 0 0,0 0-1 0,0 0-1 0,0 0-1 16,0 0 0-16,0 0-2 0,0 0 1 0,0 0-1 0,0 0-1 15,0 0 0-15,0 0-1 0,0 0-1 0,0 0-1 0,0 0 0 16,0 0 1-16,0 0 0 0,0 0 3 0,0 0 2 0,0 0 3 0,0 0 2 15,0 0 4-15,0 0 1 0,0 0 4 0,0 0 3 0,0 0 3 16,0 0 1-16,0 0 2 0,0 0 1 0,0 0 3 0,0 0 0 16,0 0 2-16,0 0-2 0,0 0 0 0,0 0-2 0,0 0-2 0,0 0-2 15,0 0-3-15,0 0-5 0,0 0-3 0,0 0-3 0,0 0-4 16,0 0-3-16,0 0-2 0,0 0-4 0,0 0-4 0,0 0-3 16,0 0-4-16,0 0-3 0,0 0-5 0,0 0-3 0,0 0-2 0,0 0-1 15,0 0-1-15,0 0 0 0,0 0 1 0,0 0 1 0,0 0 3 16,0 0 3-16,0 0 6 0,0 0 4 0,0 0 3 0,0 0 2 0,0 0 4 15,0 0 1-15,0 0 1 0,0 0 3 0,0 0 2 0,0 0 1 16,0 0 0-16,0 0-2 0,0 0-2 0,0 0-4 0,0 0-2 0,0 0-4 16,0 0-5-16,0 0 0 0,0 0-1 0,0 0-1 0,0 0-1 15,0 0-2-15,0 0-1 0,0 0-1 0,0 0-1 0,0 0 0 0,0 0-1 16,0 0-1-16,0 0-5 0,0 0 1 0,0 0 1 0,0 0-1 16,0 0-1-16,0 0 2 0,0 0 1 0,0 0 4 0,0 0 3 0,0 0-1 15,0 0 1-15,0 0 3 0,0 0 2 0,0 0 5 0,0 0 4 16,0 0 1-16,0 0 1 0,0 0 2 0,0 0 3 0,0 0-1 0,0 0-2 15,0 0-4-15,0 0-2 0,0 0-2 0,0 0 0 0,0 0-2 16,0 0-2-16,0 0-3 0,0 0-3 0,0 0-1 0,0 0-3 16,0 0-2-16,0 0-3 0,0 0-2 0,0 0 0 0,0 0-1 0,0 0-1 15,0 0 0-15,0 0 0 0,0 0-2 0,0 0 1 0,0 0-2 16,0 0-2-16,0 0 0 0,0 0 0 0,0 0 0 0,0 0 1 0,0 0 0 16,0 0 0-16,0 0 0 0,0 0-1 0,0 0 1 0,0 0 0 15,0 0-1-15,0 0-1 0,0 0 0 0,0 0 1 0,0 0 0 16,0 0-1-16,0 0 0 0,0 0 1 0,0 0-1 0,0 0 0 0,0 0 1 15,0 0 0-15,0 0 0 0,0 0 0 0,0 4 0 0,0-4 3 16,0 3 1-16,0-3 1 0,0 0 1 0,0 4 0 0,0-4 0 0,8 0 0 16,-8 4 0-16,0-4 1 0,0 0-1 0,0 0 0 0,6 3 1 15,-6-3 0-15,0 0 0 0,0 0-2 0,0 0 0 0,0 0 1 0,6 0-2 16,-6 0 0-16,0 0 1 0,0 0 0 0,0 4 1 0,0-4 2 16,0 0 0-16,0 0 0 0,0 0 0 0,0 0 0 0,0 0 1 15,0 0 1-15,6 0-1 0,-6 0-1 0,0 0 1 0,0 0 0 0,0 0-1 16,0 0-1-16,0 0 1 0,0 0 1 0,0 0 1 0,0 0 0 0,0 0 2 15,0 0 1-15,0 0 1 0,0 0 0 0,0 0 1 0,0 0 3 16,0 0-1-16,0 0 1 0,0 0 0 0,0 0 2 0,0 0 0 16,0 0-2-16,0 0 0 0,0 0-2 0,0 0 0 0,0 0-1 0,0 0-2 15,0 0-1-15,0 0 0 0,0 0 0 0,0 0-2 0,0 0 0 16,0 0-1-16,0 0-1 0,0 0-1 0,0 0 0 0,0 0 1 16,0 0-1-16,0 0 0 0,0 0 0 0,0 0 0 0,0 0 0 0,0 0 1 15,0 0-1-15,0 0 2 0,0 0 1 0,0 0-1 0,0 0 3 16,0 0-2-16,0 0 1 0,0 0-1 0,0 0 1 0,0 0-1 0,0 0 1 15,0 0-2-15,0 0 1 0,0 0 0 0,0 0 0 0,0 0 0 16,0 0-3-16,0 0 1 0,0 0 0 0,0 0-1 0,0 0-1 0,0 0 1 16,0 0 1-16,0 0 0 0,0 0 2 0,0 0 0 0,0 0 1 15,0 0-1-15,0 0 1 0,0 0-1 0,0 0 2 0,0 0 2 16,0 0 1-16,0 0 0 0,0 0 1 0,0 0 0 0,0 0 0 0,0 0 0 16,0 0 0-16,0 0 0 0,0 0-1 0,0 0 1 0,0-4 0 15,7 4 0-15,-7-3-1 0,0-1 0 0,7 0-1 0,-7 1-1 0,6-1 0 16,1-3-2-16,-7 3-1 0,6-3 0 0,0 3-1 0,-6-3-1 15,8 0-1-15,-2 2 0 0,0-2-1 0,-6 0-1 0,6-1-1 16,2 5 1-16,-2-4-2 0,-6-1 0 0,6 1 0 0,1 0-1 0,-1 3 3 16,-6-3 0-16,7-1 1 0,0 5 0 0,-1-5 1 0,-6 1 0 15,6 3 1-15,0-3 0 0,-6 3 0 0,8-3 0 0,-2 4 0 0,-6-1 2 16,6-3 0-16,-6 2 1 0,7 2-1 0,-7 0 0 0,6-2-1 16,-6 2 0-16,7-1-2 0,-7 1 1 0,7-5 0 0,-1 5 0 0,-6-1-1 15,6 0 1-15,-6 1-1 0,7-1 2 0,0-3 0 0,-1 3 3 16,-6 0 1-16,6 1 2 0,1-5 0 0,0 5 2 0,-7-1 0 0,6-3-1 15,1 3 2-15,-7 1 0 0,6-5 1 0,0 5 2 0,1-1 1 16,-7 0 1-16,7 1-1 0,-1-5-1 0,-6 5-3 0,6-1-1 16,-6 0-1-16,8 1 0 0,-8-2 1 0,6 2 0 0,0-4 2 0,-6 3-2 15,7 0 1-15,-7 1-2 0,6-1-2 0,1-3 0 0,-1 3 0 0,-6 0-2 16,7-3-1-16,-1 3 1 0,0-2-1 0,2 2-1 0,-2-4-1 16,0 5-1-16,1-5-1 0,-1 1-1 0,1 4 0 0,0-5-1 15,-1 1-2-15,0 3 0 0,0-3-1 0,2 3 0 0,-2-3 1 0,0 3-1 16,1-3 0-16,0 3 0 0,-1-4 1 0,-6 5-2 0,7-5 0 15,-1 5 0-15,0-5 0 0,1 5 1 0,0-5-1 0,-1 5 2 0,0-4 0 16,-6 3-1-16,7 0 2 0,0 1 0 0,-1-5 1 0,-6 5 2 16,7-1 2-16,-1-3 2 0,1 3 1 0,-1 0 3 0,-6-2 1 0,7 1 0 15,-1 2 1-15,0-4 1 0,2 3 1 0,-2-3 1 0,0 3-1 16,7-3-1-16,-6-1 1 0,-1 1-1 0,1 3 1 0,5-3-1 16,-4-1-2-16,-2 1-1 0,7 0 0 0,-6-1-1 0,5 1-1 0,-5 0-1 15,6-1-2-15,-6 1 1 0,5 0-1 0,-5 0 0 0,6 3-1 16,-7-3-8-16,1-1-1 0,6 5 0 0,-6-5 0 0,5 5 0 0,-4-5 0 15,-2 5 0-15,6 0 0 0,-5-5 0 0,0 4 0 0,6 0 0 16,-7-3 0-16,8 3 0 0,-8 0 0 0,7-3 0 0,-6 3 0 16,5 1 0-16,-5-5 0 0,6 5 0 0,-6-4 0 0,5 3 0 0,2-3 0 15,-8 3 0-15,7-3 0 0,0 3 0 0,-6-3 0 0,5 3 0 16,2-3 0-16,-2 3 0 0,-5-3 0 0,6 0 0 0,0 3 0 0,1-3 0 16,-8 3 0-16,6-3 0 0,2 2 0 0,-1-1 0 0,-7 1 0 15,8-2 0-15,-8 4 0 0,6-1 0 0,-4-4 0 0,4 5 0 16,-5-1 0-16,6 1 0 0,-6-1 0 0,5-3 0 0,-5 3 0 0,6 0 0 15,-7 1 0-15,1-1 0 0,6 4 0 0,-6-7 0 0,-1 3 0 0,7 0 0 16,-6 4 0-16,-1-3 0 0,7-1 0 0,-6 0 0 0,6 1 0 16,-7-1 0-16,1 1 0 0,0-1 0 0,5 0 0 0,-6 1 0 15,2-1 0-15,4 1 0 0,-5-1 0 0,-1 0 0 0,8 4 0 0,-8-4 0 16,0 1 0-16,8-1 0 0,-8 0 0 0,0 4 0 0,1-4 0 16,0 1 0-16,-1 3 0 0,1-5 0 0,-1 5 0 0,0-3 0 0,1 3 0 15,0-3 0-15,-7 3 0 0,6-4 0 0,0 4 0 0,1-4 0 16,0 4 0-16,-1 0 0 0,1-3 0 0,-1 3 0 0,-6 0 0 0,13-4 0 15,-6 4 0-15,-1-4 0 0,0 4 0 0,2-3 0 0,-2 3 0 16,7-4 0-16,-7 4 0 0,1-4 0 0,6 4 0 0,-7-3 0 0,8-1 0 16,-8 0 0-16,7 4 0 0,-6-3 0 0,5-1 0 0,-5 0 0 15,6 4 0-15,-6-3 0 0,-1 3 0 0,7-4 0 0,-6 1 0 16,-1-1 0-16,0 4 0 0,7-4 0 0,-6 4 0 0,0-3 0 0,-1 3 0 16,0-4 0-16,2 4 0 0,-2 0 0 0,0-4 0 0,1 4 0 15,-1 0 0-15,1-3 0 0,-1 3 0 0,1 0 0 0,-7 0 0 0,6 0 0 16,0-4 0-16,2 4 0 0,-2 0 0 0,0 0 0 0,1 0 0 15,0 0 0-15,-1 0 0 0,0 0 0 0,1 0 0 0,-1 0 0 16,1 0 0-16,0 0 0 0,-7 0 0 0,6 0 0 0,0 0 0 0,1 0 0 16,0 0 0-16,-1 0 0 0,0 0 0 0,-6 0 0 0,7 0 0 15,-1 0 0-15,1 0 0 0,0 0 0 0,-7 0 0 0,6 0 0 16,0 0 0-16,-6 0 0 0,8 0 0 0,-2 0 0 0,-6 0 0 0,6 0 0 16,-6 0 0-16,6 0 0 0,-6 0 0 0,7 0 0 0,-7 4 0 0,7-4 0 15,-1 0 0-15,-6 0 0 0,7 0 0 0,-7 0 0 0,6 0 0 16,0 0 0-16,-6 0 0 0,8 0 0 0,-8 3 0 0,6-3 0 15,-6 0 0-15,6 0 0 0,0 0 0 0,-6 0 0 0,8 0 0 0,-8 0 0 16,6 0 0-16,0 0 0 0,-6 0 0 0,7 4 0 0,-1-4 0 0,-6 0 0 16,7 0 0-16,0 0 0 0,-1 0 0 0,-6 4 0 0,6-4 0 15,0 0 0-15,-6 0 0 0,8 0 0 0,-2 0 0 0,-6 0 0 16,6 0 0-16,1 3 0 0,-7-3 0 0,6 0 0 0,1 0 0 0,-7 0 0 16,7 0 0-16,-1 0 0 0,-6 0 0 0,6 0 0 0,-6 0 0 15,6 0 0-15,-6 0 0 0,8 0 0 0,-8 0 0 0,6 0 0 0,-6 0 0 16,6 0 0-16,-6 0 0 0,7 0 0 0,-7 0 0 0,7 0 0 15,-7 0 0-15,6 4 0 0,-6-4 0 0,7 0 0 0,-7 0 0 0,6 0 0 16,-6 0 0-16,0 0 0 0,6 0 0 0,-6 4 0 0,0-4 0 16,0 0 0-16,7 0 0 0,-7 0 0 0,0 0 0 0,0 0 0 15,0 0 0-15,0 0 0 0,0 0 0 0,0 0 0 0,0 0 0 0,0 0 0 16,0 0 0-16,-7 0 0 0,7 0 0 0,-6 0 0 0,0-4-477 16,-1 4-171-16,-6 0-52 0,6 0-17 0,-5 0 2 0,4 0 11 0,-4 0 20 15,6 0 26-15,-8 4 31 0,8-4 40 0,-1 3 43 0,7 1 64 16,-6-1 74-16</inkml:trace>
  <inkml:trace contextRef="#ctx0" brushRef="#br0" timeOffset="72818.34">18821 11217 112 0,'7'0'181'0,"-7"4"16"15,0-4 14-15,7 4 25 0,-7-1 28 0,0 1 33 0,0 3 35 16,6-3 38-16,-6 0 41 0,0-1-11 0,0 1-33 0,7 3-26 0,-7-3-19 16,0-1-16-16,0 5-15 0,0-5-13 0,0 5-14 0,0-5-23 15,0 5-28-15,0-1-33 0,0 0-35 0,0-4-38 0,0 5-41 0,0 0-26 16,0-1-21-16,-7 1-25 0,7-1-27 0,0 4-45 0,-6-4-53 15,6 0-66-15,-7 1-70 0,0-1-60 0,1 4-52 0,6-4-39 0,-6 1-30 16,-2 3-14-16,8-4-8 0,-6 4 1 0,6-4 0 0,0 5 14 16,-6-1 22-16,6-4 40 0,0 4 52 0,0-4 63 0,0 4 141 0</inkml:trace>
  <inkml:trace contextRef="#ctx0" brushRef="#br0" timeOffset="72968.26">18789 11672 101 0,'0'14'137'0,"0"4"7"0,0-7 9 0,0 4 12 0,0-5 16 0,0-2 16 15,0 4 20-15,0-1 3 0,0-4-5 0,0 0-19 0,6 1-28 16,-6-1-17-16,0 1-13 0,6 2-8 0,-6-6-9 0,0 3-7 0,0 0-10 15,8 1-18-15,-8-1-23 0,0 0-35 0,6 0-42 0,-6 1-41 16,0-1-42-16,0 0-36 0,0-3-35 0,0 3-30 0,0 1-31 0,0-1-16 16,0 1-6-16,0-1-3 0,0 0-2 0,0 1 6 0,0-1 8 15,0 1 16-15,0-1 23 0,0 0 26 0,0 0 146 0</inkml:trace>
  <inkml:trace contextRef="#ctx0" brushRef="#br0" timeOffset="73101.28">18795 12089 0 0,'-6'15'76'15,"0"-1"50"-15,6-3 9 0,-7 4 13 0,0-4 15 0,1 4 14 0,-1-5 14 16,7 6 10-16,-6-5 5 0,0-1-16 0,6 5-29 0,0-4-17 15,-8 0-14-15,8 0-9 0,0 0-8 0,-6 0-11 0,6-4-10 0,0 4-22 16,0 0-26-16,0-4-34 0,6 5-38 0,-6-1-37 16,0-4-35-16,0 4-38 0,0-4-37 0,0 1-22 0,8-1-17 0,-8 4-7 15,0-4-5-15,6 0-1 0,-6 1 2 0,6-1 7 0,1 4 11 0,-1-4 21 16,-6 1 22-16</inkml:trace>
  <inkml:trace contextRef="#ctx0" brushRef="#br0" timeOffset="73284.37">18776 12657 12 0,'0'7'99'0,"0"4"4"0,-7-3 4 0,7 3 5 0,0-4 6 16,-6 4 4-16,6-4 5 0,0 0-12 0,-7 4-22 0,7-3-16 16,0 3-18-16,-6-4-10 0,6 4-7 0,0 0-5 0,-6-3-4 15,6 3-4-15,0 0-4 0,-8 0-5 0,8-4-5 0,-6 4-5 0,6 0-5 16,-6 0-2-16,6 0-2 0,-6-4-2 0,6 4-1 0,-7 0-2 16,7 0-4-16,-7 0-5 0,7-3-7 0,0 2-8 0,-6-2-7 0,6 3-11 15,0-4-7-15,-7 0-9 0,7 1-10 0,0-1-12 0,-6 0-15 16,6 1-11-16,0-1-10 0,0 1-4 0,0-5 3 0,0 4 4 15,0 0 5-15,0 1 7 0,0-1 28 0</inkml:trace>
  <inkml:trace contextRef="#ctx0" brushRef="#br0" timeOffset="73435.31">18685 13218 86 0,'0'11'116'0,"0"0"8"16,-6-1 10-16,6 1 12 0,0 0 12 0,0 4 10 0,-8-4 9 0,8 0-4 16,0 0-9-16,-6 0-11 0,6 0-9 0,0 0-10 0,-6 0-7 15,6 0-8-15,0 0-9 0,0-4-8 0,-6 4-12 0,6-3-20 16,0 3-26-16,0-4-32 0,0 0-34 0,0 0-31 0,-8 1-31 0,8-1-32 15,0 0-31-15,0 1-28 0,0-1-26 0,0 1-13 0,0-1-6 16,0 0-2-16,0 1-1 0,8-1 8 0,-8 0 13 0,0 1 18 0,0-1 18 16</inkml:trace>
  <inkml:trace contextRef="#ctx0" brushRef="#br0" timeOffset="73601.23">18639 13764 73 0,'-6'7'121'0,"6"0"8"0,0 4 10 0,-7-4 8 16,7 1 9-16,0 3 11 0,-6-4 12 0,6 0-7 0,0 1-14 15,0-1-15-15,-7 0-12 0,7 4-11 0,0-7-7 0,0 7-8 0,0-8-8 16,0 5-9-16,0 0-10 0,0-2-11 0,0 2-10 0,0-1-21 16,0 1-26-16,0-5-29 0,0 5-31 0,0-5-29 0,0 5-30 15,0-1-30-15,0-3-33 0,0 3-17 0,0 0-15 0,0-3-6 0,0 3-3 16,0-3 0-16,0 3 0 0,7 0 10 0,-7 1 14 0,0-5 19 16,6 5 56-16</inkml:trace>
  <inkml:trace contextRef="#ctx0" brushRef="#br0" timeOffset="73785.24">18671 14163 66 0,'0'10'192'0,"-6"1"26"16,6 0 30-16,0 0 27 0,-6 1 27 0,6-1 29 0,0-4 32 16,-6 4 26-16,6 0 26 0,0-4-13 0,0 4-31 0,0-4-31 0,0 1-31 15,0-1-29-15,0 0-23 0,0 1-29 0,0-5-28 0,0 5-30 16,0 0-27-16,0-5-35 0,0 4-39 0,0-3-47 0,6 0-51 0,-6-1-47 16,0 1-42-16,0 0-50 0,0-1-51 0,0 1-44 0,0 0-38 15,0-4-32-15,0 3-29 0,0-3-29 0,0 4-25 0,0-4-9 0,6 4 0 16,-6-1 17-16,0 0 24 0,0 1 30 0,0 0 34 0,6 0 44 15,-6-1 49-15,0 1 43 0,0 0 165 0</inkml:trace>
  <inkml:trace contextRef="#ctx0" brushRef="#br0" timeOffset="74268.33">18679 14470 122 0,'0'7'147'0,"0"5"15"0,0-5 16 0,0 4 16 15,0 0 18-15,0-4 21 0,0 4 20 0,-8-3 3 0,8-1-7 0,0 0-10 16,0 1-12-16,-6-2-9 0,6-1-9 0,0 2-10 0,0-4-12 16,0 1-11-16,0 3-12 0,0-3-13 0,0 1-10 0,0-3-12 15,0 3-9-15,0 1-12 0,0-2-12 0,0 0-8 0,0 3-8 0,0-3-6 16,0 3-6-16,0-3-4 0,0 3-3 0,-6 0-3 0,6 1-4 0,0-1-5 15,0-3-7-15,0 3-10 0,-6 0-12 0,6 1-9 0,0-5-6 16,0 5-10-16,-8-1-12 0,8-3-13 0,0 3-13 0,0-3-17 16,0-1-19-16,0 1-22 0,-6 0-22 0,6-1-22 0,0 2-22 0,0-2-16 15,6 1-15-15,-6-1-12 0,0 1-10 0,0 0-3 0,0-1 2 16,0 1 6-16,0 4 11 0,0-5 15 0,0 4 19 0,-6 1 22 0,6-1 22 16,0-4 23-16,0 8 21 0,0-3 19 0,0-1 17 0,0 0 17 15,-6 1 18-15,6 3 19 0,0-4 19 0,-7 4 17 0,7-4 18 16,-6 5 16-16,6-6 19 0,0 6 17 0,-7-5 21 0,7 1 15 0,0-1 15 15,0 0 8-15,0 0 9 0,-7 1 3 0,7-5 1 0,0 5-3 16,0-5-7-16,0 5-8 0,0-5-10 0,0 5-12 0,0-5-16 16,0 1-17-16,0 3-20 0,-6-3-15 0,6 3-15 0,0-4-8 0,0 5-9 15,0-4-9-15,0 3-9 0,0-3-8 0,0 3-5 0,0 1-7 16,0-1-8-16,0-3-9 0,0 3-11 0,-6 0-13 0,6-3-11 0,0 3-16 16,0-3-15-16,0 3-19 0,0-3-19 0,0-1-23 0,0 1-22 15,-6 0-21-15,6-1-21 0,0 1-19 0,0-4-16 0,0 4-9 0,0-4-2 16,0 0 1-16,0 0 8 0,0 0 12 0,0 0 15 0,0 0 17 15,0 3 19-15,0-3 23 0,0 0 26 0,0 4 26 0,0 0 24 16,0-4 25-16,0 3 26 0,0 1 20 0,0-4 20 0,0 4 13 0,-8-1 11 16,8 1 9-16,0 0 8 0,0 2 7 0,0-1 6 0,-6-2 4 15,6 1 3-15,0-1-1 0,0 2-2 0,0-2-5 0,0 1-7 0,0-4-6 16,0 4-7-16,0-4-13 0,0 0-18 0,0 0-23 0,0 0-27 0,0 0-38 16,0 0-41-16,0 0-27 0,0 0-17 0,0-8-7 0,0 5-5 15,0-5-3-15,0 1-1 0,0-4 1 0,6 3 0 0,-6-6 7 16,8 3 20-16</inkml:trace>
  <inkml:trace contextRef="#ctx0" brushRef="#br0" timeOffset="76618.29">18965 11254 0 0,'0'0'76'0,"0"0"12"0,0 0 7 0,0 0 3 15,0 0 5-15,0 0-3 0,0 0-4 0,0 0-3 0,0 0-3 16,0 0-2-16,0 0-2 0,0 0 0 0,-6 0 0 0,6 0 4 0,0 0 4 16,0-4 3-16,0 4 3 0,0 0 3 0,0 0 6 0,0 0 5 15,-8 0 9-15,8 0 6 0,0 0 8 0,0 0 5 0,0-3 8 0,0 3 6 16,0 0 3-16,0 0 2 0,-6 0 0 0,6 0 0 0,0 0 1 15,0 0 1-15,0 0 3 0,0 0-1 0,0 0 0 0,0 0-4 16,0 3-4-16,0-3-5 0,0 0-5 0,0 0-8 0,0 4-7 0,0-4-6 16,-6 0-8-16,6 0-6 0,0 3-6 0,-6-3-9 0,6 4-10 15,0 0-9-15,-7-1-10 0,7 1-9 0,-7 0-6 0,7-1-7 16,-6 5-5-16,6-5-5 0,-7 1-4 0,7 3-3 0,-6-3-1 0,6 0-2 16,0-1-4-16,-7 0-1 0,7 2 0 0,0-2 0 0,0 1 0 0,-7 0 1 15,7-4 0-15,0 4 2 0,7-1 1 0,-7-3 3 0,0 4 4 16,0-4 2-16,0 4 3 0,0 0 4 0,7-1 2 0,-7-3 1 0,0 4 1 15,0-4-1-15,0 3 2 0,6 1 0 0,-6-4 2 0,0 4 1 16,0-1-1-16,7-3 0 0,-7 4 0 0,0-1 0 0,0-3 0 16,6 4 1-16,-6 0 0 0,0-1 1 0,0 5-1 0,7-5 0 0,-7 1-2 15,7 3-1-15,-7-3-2 0,6 3 2 0,-6-3-1 0,6 3 1 16,-6-3-2-16,6 3-1 0,-6-3-3 0,8 0-1 0,-8 3-2 16,6-4-1-16,0 5 1 0,1-5 0 0,-7 2 3 0,6 2 0 0,1-3 1 15,0-1-2-15,-1 5-39 0,0-5 0 0,0 1 0 0,2 3 0 16,-2-3 0-16,0-1 0 0,1 1 0 0,0 4 0 0,6-5 0 0,-7 1 0 15,0 3 0-15,1-3 0 0,0 3 0 0,-1-3 0 0,0 3 0 16,1-4 0-16,0 5 0 0,-1-5 0 0,7 4 0 0,-6-3 0 0,-1 4 0 16,1-1 0-16,-1-3 0 0,0 3 0 0,8-2 0 0,-8 1 0 15,1-2 0-15,-1 3 0 0,1-3 0 0,6 3 0 0,-7-3 0 0,0 0 0 16,8 3 0-16,-8-3 0 0,1-1 0 0,6 5 0 0,-7-5 0 16,1 1 0-16,-1 3 0 0,8-3 0 0,-8-1 0 0,0 1 0 15,1 3 0-15,0-3 0 0,-1 0 0 0,0 3 0 0,7-3 0 0,-6-1 0 16,0 5 0-16,-1-5 0 0,0 1 0 0,2 0 0 0,-2 3 0 15,0-3 0-15,1 0 0 0,-1 3 0 0,1-3 0 0,6-1 0 0,-7 5 0 16,0-5 0-16,8 4 0 0,-8-2 0 0,1 1 0 0,6-2 0 16,-7 3 0-16,1-3 0 0,6 3 0 0,-6 1 0 0,-1-5 0 0,7 5 0 15,-6-1 0-15,-1-4 0 0,0 5 0 0,7-1 0 0,-6-3 0 16,0 3 0-16,5-3 0 0,-4 4 0 0,-2-5 0 0,0 4 0 16,0-3 0-16,8 2 0 0,-8-1 0 0,1 2 0 0,-1-3 0 0,0 0 0 15,2 3 0-15,4-3 0 0,-6 0 0 0,1 3 0 0,0-4 0 16,-1 1 0-16,7 3 0 0,-6-3 0 0,0 0 0 0,5 0 0 0,-6 2 0 15,2-2 0-15,-2 0 0 0,0-1 0 0,1 1 0 0,-1 0 0 0,1-1 0 16,0 1 0-16,-1 0 0 0,0-1 0 0,0 1 0 0,2-4 0 16,-2 4 0-16,0-1 0 0,1 1 0 0,0-1 0 0,-1 2 0 0,1-2 0 15,-1 1 0-15,0 0 0 0,2-1 0 0,-2 1 0 0,0 0 0 0,0-4 0 16,1 3 0-16,0 1 0 0,-1 0 0 0,-6-1 0 0,7 1 0 16,-1 0 0-16,1-1 0 0,0 1 0 0,-1-4 0 0,0 4 0 0,0-1 0 15,-6 1 0-15,8-1 0 0,-2 1 0 0,0 0 0 0,1-4 0 16,-1 7 0-16,1-7 0 0,0 4 0 0,-1 0 0 0,6-1 0 0,-4 1 0 15,-2-1 0-15,0 1 0 0,1 0 0 0,0-1 0 0,-1 1 0 0,7 0 0 16,-7-1 0-16,1 1 0 0,6-1 0 0,-7 2 0 0,1-2 0 0,6 0 0 16,-6 2 0-16,5-3 0 0,-5 3 0 0,6-1 0 0,-7-1 0 15,8 4 0-15,-8-3 0 0,7 0 0 0,-6-1 0 0,6 1 0 0,-7 0 0 16,0-1 0-16,8 5 0 0,-8-5 0 0,8 1 0 0,-8 0 0 16,7-1 0-16,-7 5 0 0,8-5 0 0,-8 1 0 0,7 0 0 0,-6-1 0 15,-1 1 0-15,7 0 0 0,-7-1 0 0,1 1 0 0,6-1 0 0,-7 1 0 16,2 0 0-16,4-1 0 0,-5 1 0 0,-1 0 0 0,7-1 0 15,-6 2 0-15,-1-2 0 0,8 1 0 0,-8-1 0 0,0 1 0 0,8 0 0 16,-8-2 0-16,0 3 0 0,7-1 0 0,-6-1 0 0,0 1 0 16,5 0 0-16,-5-1 0 0,0 1 0 0,-1 0 0 0,0-1 0 0,1-3 0 15,6 4 0-15,-6-4 0 0,-7 4 0 0,6-1 0 0,0-3 0 16,2 4 0-16,-2-4 0 0,0 4 0 0,0-4 0 0,-6 0 0 0,7 3 0 16,-7-3 0-16,7 0 0 0,-1 0 0 0,-6 0 0 0,7 4 0 0,-7-4 0 15,6 0 0-15,-6 0 0 0,6 0 0 0,2 0 0 0,-8 0 0 16,0 3 0-16,6-3 0 0,-6 0 0 0,6 0 0 0,-6 0 0 0,6 0 0 15,-6 0 0-15,0 0 0 0,7 0 0 0,-7 0 0 0,7 0 0 0,-7 0 0 16,6 0 0-16,-6 0 0 0,7 0 0 0,-7 0 0 0,0 0 0 0,6 0 0 16,1 0 0-16,-7 0 0 0,7 0 0 0,-7 0 0 15,6 0 0-15,-6 0 0 0,6 0 0 0,0 0 0 0,-6 0 0 0,8 0 0 0,-8 0 0 16,6 0 0-16,-6 0 0 0,6 0 0 0,1 0 0 0,-7 0 0 16,6 0 0-16,-6 0 0 0,7 0 0 0,-7 0 0 0,7 0 0 0,-7 0 0 15,6 0 0-15,-6 0 0 0,0 0 0 0,6 0 0 0,-6 0 0 0,8 5 0 16,-8-5 0-16,0 0 0 0,6 0 0 0,-6 0 0 0,6 0 0 15,-6 3 0-15,6-3 0 0,-6 0 0 0,0 0 0 0,7 0 0 0,-7 3 0 16,7-3 0-16,-7 0 0 0,0 0 0 0,6 0 0 0,-6 0 0 16,7 4 0-16,-7-4 0 0,0 0 0 0,6 0 0 0,-6 4 0 0,6-4 0 15,-6 0 0-15,8 0 0 0,-8 3 0 0,0-3 0 0,6 0 0 0,-6 4 0 16,6-4 0-16,-6 0 0 0,6 4 0 0,-6-4 0 0,7 0 0 16,-7 0 0-16,0 3 0 0,7-3 0 0,-7 0 0 0,6 0 0 0,-6 0 0 15,7 4 0-15,-7-4 0 0,0 0 0 0,6 0 0 0,-6 4 0 16,0-4 0-16,7 0 0 0,-7 0 0 0,0 0 0 0,0 0 0 0,0 0 0 15,7 3 0-15,-7-3 0 0,0 0 0 0,0 0 0 0,0 0 0 0,0 0 0 16,0 0 0-16,0 0 0 0,0 0 0 0,0 0 0 0,0 0 0 16,0 0 0-16,0 0 0 0,0 0 0 0,0 0 0 0,0 0 0 0,0 0 0 15,0 0 0-15,0 0 0 0,0 0 0 0,0 0 0 0,0 0 0 0,0 0 0 16,0 0 0-16,0 0 0 0,0 0 0 0,0 0 0 0,0 0 0 16,0 0 0-16,0 0 0 0,0 0 0 0,0 0 0 0,0 0 0 0,0 0 0 15,0 0 0-15,0 0 0 0,0 0 0 0,0 0 0 0,0 0 0 16,0 0 0-16,0 0 0 0,0 0 0 0,-7 0 0 0,7 0 0 0,0 0 0 15,0-3 0-15,-7 3 0 0,7 0 0 0,0-4 0 0,-6 0 0 0,6 4 0 16,0-3 0-16,0-1 0 0,-7 0 0 0,7 1 0 0,-6-1 0 16,6 0 0-16,-7 1 0 0,7-5 0 0,-7 5 0 0,1-4 0 0,0 3 0 15,0-3 0-15,-2 3-363 0,2 0-208 0,-7 1-52 0,7-1-37 16,-8 4-8-16,2 0 7 0,6 4 13 0,-8-1 19 0,1 1 26 16,0 3 29-16,0 1 32 0,-1-1 34 0,8 4 53 0,-6 0 63 15</inkml:trace>
  <inkml:trace contextRef="#ctx0" brushRef="#br0" timeOffset="77235.09">21095 11408 0 0,'0'-4'54'0,"0"0"91"16,-7 1 17-16,7-1 19 0,0 4 23 0,0-4 27 0,0 4 30 0,0 0 30 15,0 0 31-15,0 0 12 0,0 0 3 0,0 0 1 0,0 4-1 16,-6-4-4-16,6 0-6 0,0 4-6 0,0-1-10 0,0 1-14 0,0 0-18 15,0-1-24-15,0 5-26 0,0 3-31 0,0-1-29 0,0 2-33 16,-7-2-35-16,7 6-25 0,0-2-21 0,-7 4-22 0,7-3-22 0,-6 3-33 16,0 1-37-16,-2-1-52 0,2-4-61 0,0 5-61 0,6-1-65 15,-6 1-47-15,-1-1-42 0,0 0-37 0,1-3-33 0,-1 3-16 16,1 0-7-16,6 1 4 0,-6-4 10 0,6 3 23 0,0 1 30 0,0-5 46 16,0 4 56-16,0-3 58 0,0 3 115 0</inkml:trace>
  <inkml:trace contextRef="#ctx0" brushRef="#br0" timeOffset="77385.13">20991 11997 0 0,'0'22'9'0,"6"0"119"0,-6 1 15 0,0 2 20 0,0-3 22 0,0 4 25 15,0-4 29-15,0-1 27 0,-6 2 26 0,6-1 5 0,0 0-7 0,-8-4 1 16,8 4 1-16,-6-4 0 0,6 0-1 0,-6 5-11 0,6-5-11 16,-6 0-18-16,6 4-20 0,0-4-26 0,-7 1-27 0,7-1-30 15,0 1-29-15,0-1-35 0,-7 0-39 0,7 0-49 0,0 1-52 0,-6-4-60 16,6-1-61-16,0 1-46 0,-7-5-40 0,7 6-36 0,0-5-30 16,-6-1-31-16,6 5-29 0,0-8-11 0,0 8-6 0,0-4 8 15,0 0 15-15,0 0 28 0,0 0 34 0,0 3 43 0,0-2 49 0,6 2 42 16,-6-3 162-16</inkml:trace>
  <inkml:trace contextRef="#ctx0" brushRef="#br0" timeOffset="77551.59">20945 13027 40 0,'0'19'107'0,"-7"-1"9"0,7 0 7 0,-6 0 11 0,-1 1 11 0,7 2 8 15,-7-2 8-15,7-1-8 0,-6 1-18 0,0-1-13 0,6 0-13 0,-6-3-11 16,6 3-5-16,-8 0-7 0,2-3-8 0,6 0-9 0,-6 3-7 16,6-7-11-16,0 4-13 0,-7-4-15 0,7 3-20 0,0-3-22 15,-6 0-20-15,6 0-19 0,0-3-17 0,0 3-16 0,0-1-15 0,-7-2-16 16,7-1-17-16,0 5-15 0,0-6-15 0,0 2-8 0,0-1-3 15,0 1 6-15,0 3 9 0,0-4 13 0,0 0 13 0,0 1 16 16,0-1 106-16</inkml:trace>
  <inkml:trace contextRef="#ctx0" brushRef="#br0" timeOffset="77751.65">20821 13896 77 0,'0'18'92'0,"0"0"8"15,-6-3 8-15,6 3 2 0,0 0 0 0,0-3 0 0,-7 3 0 16,7 0-3-16,0 0 0 0,-7 1 3 0,7-1 3 0,0 1 6 15,-6-5 6-15,6 5 5 0,0-1 4 0,0-4-2 0,-7 2-3 0,7-2-6 16,0 1-6-16,0-1-7 0,-6-3-9 0,6 4-8 0,0-4-9 16,0 0-12-16,0 0-12 0,0 0-19 0,0-4-20 0,0 0-24 0,-6 4-26 15,6-6-25-15,0 2-22 0,0 0-21 0,0 0-18 0,0-3-20 16,-8 3-17-16,8-3-20 0,0 0-19 0,0 3-16 0,0-3-15 16,0 2-3-16,0-2 3 0,0 4 12 0,0-1 13 0,0 0 18 0,0 1 20 15,0-1 18-15,-6 0 82 0</inkml:trace>
  <inkml:trace contextRef="#ctx0" brushRef="#br0" timeOffset="78068.05">20743 14683 0 0,'0'11'58'0,"0"0"40"0,-7 3 5 0,7-3 7 15,0 0 5-15,-6 0 3 0,6 1 1 0,0-1-7 0,0 0-7 16,0 0-10-16,-7 0-7 0,7-4-4 0,0 4-2 0,0-4-2 16,0 4 2-16,0 0 1 0,0-4 2 0,-6 4 1 0,6-2 2 0,0 0 2 15,0-1 3-15,0 0 5 0,0 3 3 0,0-4 3 0,0 0 3 0,0 4 1 16,-7-4 0-16,7 1 1 0,0-1 0 0,0 0-1 0,0 4 0 15,0-3-3-15,0-2-3 0,-7 2-7 0,7 3-6 0,0-4-6 0,0 0-6 16,0 1-5-16,0-1-5 0,-6 1-4 0,6-1-7 0,0 1-6 16,0-1-9-16,-6 0-6 0,6 1-7 0,0-1-3 0,-6 0-5 15,6 1-3-15,0-1-3 0,0 0-2 0,-8 0-2 0,8-3-3 16,0 3-3-16,0 1-2 0,-6-1-4 0,6 0 0 0,0-3 0 0,0 3 0 16,0 1-3-16,-6-5-4 0,6 4-4 0,0-2-10 0,0 2-10 15,0-3-14-15,-7 0-13 0,7 3-14 0,0-4-12 0,0 1-13 0,0 3-11 16,-6-3-11-16,6-1-9 0,0 5-10 0,-7-5-8 0,7 5-7 15,0-5-5-15,-7 5-1 0,7-5 1 0,0 5 2 0,0-5 3 0,-6 1-1 16,6 3-2-16,0-3-11 0,-6-4-14 0,6 3-2 0,0-3 0 16,0 0 7-16,0 0 8 0,0 0 10 0,0 0 10 0,0-3 10 15,-6-1 10-15</inkml:trace>
  <inkml:trace contextRef="#ctx0" brushRef="#br0" timeOffset="79550.98">20991 12390 0 0,'0'0'53'0,"0"0"24"0,0 0 3 0,0 0 1 16,0 0-4-16,0 0-6 0,0 0-6 0,0 0-6 0,0 0-5 16,0-4-3-16,0 4-4 0,0-4-1 0,0 4-2 0,0 0 0 15,0-3 0-15,0 3 1 0,0 0 3 0,0 0 2 0,0-4 4 0,0 4 4 16,0 0 5-16,0 0 7 0,0 0 4 0,0 0 6 0,0 0 6 15,0 0 4-15,0 0 7 0,0 0 4 0,0 0 7 0,0 0 4 16,0 0 3-16,0 0 4 0,0 0 3 0,0 0-1 0,0 0 0 0,0 0-1 16,0 0-2-16,0 0 0 0,0 0 2 0,0-4 3 0,6 1 2 0,-6 3 4 15,0-4 6-15,6 0 7 0,1-3 7 0,-7 2 5 0,6 3 4 16,1-6 3-16,0 1 3 0,-1-1-1 0,0 5-1 0,0-5-2 16,2 1-2-16,-2 3-8 0,0-3-6 0,1 0-11 0,0 3-13 0,-1-3-12 15,1 3-13-15,-1-3-11 0,0 3-10 0,1-3-7 0,6 0-5 16,-7 3-4-16,1-3-2 0,6-1-2 0,-6 5-3 0,5-5-1 15,-5 1-2-15,6 0 1 0,1 0 1 0,-8-1 0 0,7 0-1 0,0 1-1 16,0 0 0-16,7-4 0 0,-8 4 0 0,2-4 0 0,-1 3 0 16,6-3-2-16,-6 4-1 0,7-4-2 0,-7 0-2 0,-1 4-3 0,8-4-3 15,-6 4-1-15,5-4-1 0,-6-1-3 0,0 5-2 0,7-4-1 16,-8 4-3-16,8-4 0 0,-7 3-2 0,0-2-1 0,6 2-1 0,-5 1-1 16,-2 0-1-16,8-4 0 0,-7 3-1 0,1 1 1 0,-2 0-1 15,8-2 0-15,-7 3 1 0,7-5 2 0,-8 3-1 0,1 1 1 0,7 0-1 16,-7-4 1-16,6 3 1 0,-5-2 1 0,5 2 1 0,1 1-1 15,-8-4 1-15,8 4 0 0,-7-4 2 0,7 3 0 0,-8-2 1 0,8 2-1 16,-7 1 0-16,0 0 1 0,0-1-3 0,7 1 1 0,-8-1 0 16,2 0-1-16,-1 2 0 0,0-2-12 0,6 5-11 0,-13-5 0 15,8 5 0-15,6-1 0 0,-7-3 0 0,-1 3 0 0,2 0 0 0,-2 1 0 16,2-1 0-16,-1 1 0 0,-1-1 0 0,2 0 0 0,-2 4 0 0,2-3 0 16,-1-1 0-16,0 4 0 0,0-4 0 0,-1 1 0 0,2-1 0 15,-8 4 0-15,7-4 0 0,1 1 0 0,-2-1 0 0,2 0 0 16,-8 1 0-16,7 3 0 0,0-4 0 0,0 0 0 0,0 1 0 0,0 0 0 15,1 3 0-15,-2-5 0 0,-5 2 0 0,6 3 0 0,0-4 0 16,-7 4 0-16,8 0 0 0,-2-4 0 0,-5 4 0 0,6 0 0 16,-7-4 0-16,7 4 0 0,1 0 0 0,-8-3 0 0,7 3 0 0,-6-4 0 15,5 4 0-15,1-4 0 0,-6 4 0 0,6-4 0 0,-7 1 0 16,8 3 0-16,-8-4 0 0,7 1 0 0,0 3 0 0,-6-4 0 0,-1 0 0 16,8 4 0-16,-8 0 0 0,0-3 0 0,0 3 0 0,8-4 0 15,-8 4 0-15,1 0 0 0,-1 0 0 0,0 0 0 0,2 0 0 16,-2 0 0-16,0 0 0 0,-6 0 0 0,7 0 0 0,0-3 0 0,-1 3 0 15,0 0 0-15,1 0 0 0,-1 0 0 0,1 0 0 0,0 0 0 16,-1-4 0-16,0 4 0 0,-6 0 0 0,7 0 0 0,0 0 0 0,-1-4 0 16,0 4 0-16,-6 0 0 0,7 0 0 0,0 0 0 0,-7 0 0 15,6 0 0-15,-6 0 0 0,7 0 0 0,-7 0 0 0,6 0 0 0,-6-3 0 16,6 3 0-16,-6 0 0 0,0 0 0 0,0 0 0 0,8 0 0 16,-8 0 0-16,0 0 0 0,6 0 0 0,-6 0 0 0,6 0 0 0,-6-4 0 15,6 4 0-15,-6 0 0 0,7 0 0 0,-7 0 0 0,7 0 0 16,-7 0 0-16,0 0 0 0,6 0 0 0,-6 0 0 0,0 0 0 15,0 0 0-15,7 0 0 0,-7 0 0 0,0 0 0 0,0 0 0 0,6 0 0 16,-6 4 0-16,0-4 0 0,6 0 0 0,-6 0 0 0,0 0 0 0,8 0 0 16,-8 0 0-16,6 0 0 0,-6 0 0 0,0 0 0 0,6 0 0 15,0 3 0-15,-6-3 0 0,0 0 0 0,8 0 0 0,-8 0 0 16,6-3 0-16,-6 3 0 0,6 0 0 0,-6 0 0 0,0 0 0 0,7 0 0 16,-7-4 0-16,0 4 0 0,6 0 0 0,-6 0 0 0,0-4 0 15,0 4 0-15,0 0 0 0,0 0 0 0,0-3 0 0,0-1 0 16,-6 1 0-16,-1-1 0 0,7 0 0 0,-12 0-250 0,4 1-385 0,2 3-55 15,-6-4-20-15,-2 4-2 0,1-4 8 0,0 8 18 0,0-4 22 16,1 4 30-16,4-1 35 0,-4 1 42 0,5 4 44 0,1-1 75 16,-1 0 89-16</inkml:trace>
  <inkml:trace contextRef="#ctx0" brushRef="#br0" timeOffset="87952.71">24254 11053 122 0,'0'-5'140'0,"6"-1"17"0,-6 1 19 0,0 2 25 0,0 3 29 0,0 0 30 16,0 0 29-16,0-4 11 0,0 4-2 0,0 0 5 0,-6 4 8 16,6-4 3-16,-8 3 2 0,2 5-3 0,0 0-7 0,0-1-12 15,-2 4-16-15,-4 3-22 0,-1 1-26 0,-1 3-26 0,2 4-28 0,-8 0-23 16,0 1-24-16,1 6-24 0,-1 0-27 0,-6 0-18 0,1 4-12 16,-1 4-10-16,-7-1-6 0,7 1-4 0,-7 3-5 0,-6 5-2 0,6-5-4 15,1 3-3-15,-7 2-3 0,6-1-3 0,-6-4-3 0,7 0-3 16,6 1-3-16,-7-5-4 0,7-3-6 0,6-4-12 0,1 1-15 0,-1-8-30 15,8 0-38-15,-2-8-47 0,8 1-53 0,6-4-43 0,-7-4-40 16,14-3-33-16,-7-8-29 0,6 0-34 0,8-3-35 0,-2-3-18 0,1-5-12 16,7 0 4-16,0-7 10 0,6-4 29 0,-7 0 36 0,13-3 47 15,-6 0 53-15,1-4 43 0,5 0 39 0</inkml:trace>
  <inkml:trace contextRef="#ctx0" brushRef="#br0" timeOffset="88234.78">24266 11122 3 0,'20'-22'123'0,"-1"4"15"0,-5 0 15 0,-2 2 22 16,8 2 24-16,-7 3 23 0,-7 0 20 0,8 4 13 0,-2 3 6 0,-5 0 13 16,0 8 16-16,-1 0 14 0,1 3 13 0,-1 0 3 0,0 8 1 15,-6-1-5-15,7 9-8 0,-7-1-12 0,7 0-18 0,-7 7-16 16,0 0-18-16,0 4-17 0,0 0-19 0,6 4-30 0,-6-1-37 0,0 2-29 16,0 1-26-16,6 2-16 0,-6-1-11 0,8 0-11 0,-2 1-9 0,-6-2-7 15,6 2-9-15,1 0-5 0,-1-5-4 0,1 4-4 0,-1-3-3 16,7-4-2-16,-7 0-3 0,8 0-3 0,-8-4-2 0,1 1-6 0,6-5-6 15,0 1-11-15,-7-1-9 0,8-3-15 0,-8-3-15 0,0-1-27 16,8-3-31-16,-8 0-31 0,0-5-33 0,1-2-33 0,-1-1-33 16,-6 1-30-16,7-5-28 0,-7-3-22 0,0 0-20 0,0 0-15 15,0-3-13-15,0-5-13 0,0 1-13 0,-7-1 11 0,1-6 25 0,-1 3 28 16,1-4 29-16,-7 1 34 0,0-5 34 0,7 1 29 0,-14-1 30 16,0 2 27-16,1-2 157 0</inkml:trace>
  <inkml:trace contextRef="#ctx0" brushRef="#br0" timeOffset="88451.23">24019 11605 20 0,'-6'-3'149'0,"-8"-1"18"0,8 4 19 16,-1 0 27-16,1 0 31 0,-1 0 27 0,0 0 26 0,7 0 19 15,-6 0 17-15,6 0-18 0,0 0-34 0,0 0-19 0,0 0-8 16,6-4 3-16,-6 4 12 0,7-4-2 0,6 4-7 0,-6-3-21 0,5-1-24 16,2 4-25-16,6-3-22 0,-1-1-17 0,7 0-15 0,-6 4-10 15,5-3-7-15,1 3-11 0,7 0-12 0,-1 3-19 0,2-3-23 0,-2 4-22 16,1 0-18-16,6 3-29 0,-7-4-31 0,7 5-48 0,1-4-53 15,-8 3-59-15,1-3-62 0,-1 0-57 0,7 4-54 0,-13-5-37 16,7 4-29-16,-7 0-14 0,6 1-6 0,-5-1 3 0,-8 0 5 0,7 1 18 16,-6-1 27-16,-1 4 44 0,-6-4 50 0,6 4 58 0,-12-4 155 15</inkml:trace>
  <inkml:trace contextRef="#ctx0" brushRef="#br0" timeOffset="88801.16">25120 11558 0 0,'-8'-4'107'16,"8"1"161"-16,-6-1 40 0,0 4 31 0,6-4 30 0,-6 4 25 0,6-3 26 15,-7 3 16-15,7 0 16 0,0 0 13 0,0 0 15 0,0 0-31 16,7 0-52-16,-1 0-45 0,0 0-44 0,8 0-35 0,-2-4-33 0,1 4-25 16,7 0-25-16,6 0-20 0,0-3-20 0,1 3-16 0,-1-4-13 15,6 0-12-15,1 4-12 0,-1-4-13 0,7 1-13 0,-6-1-13 0,5 0-11 16,-5 1-10-16,7 3-7 0,-8-4-5 0,1 1-6 0,-1 3-10 16,1-4-10-16,-1 4-15 0,-6-4-16 0,1 4-17 0,-8-3-21 0,7 3-25 15,-6 0-26-15,-1 0-49 0,-6-4-61 0,0 4-69 0,0 0-73 16,-6-4-70-16,-1 4-68 0,0 0-29 0,-6 0-9 0,0 0 2 15,0 0 9-15,-6-3 14 0,0 3 20 0,-1-5 22 0,0 2 26 0,-6 0 49 16,1 3 60-16,-2-5 69 0,2 2 239 0</inkml:trace>
  <inkml:trace contextRef="#ctx0" brushRef="#br0" timeOffset="89135.12">25615 11132 0 0,'-8'-3'112'0,"8"0"154"0,0 3 30 0,0 0 32 0,-6 0 33 0,6 0 33 15,-6 0 37-15,6 3 27 0,-7 0 22 0,1 2 17 0,-1 2 14 16,1 0-34-16,-1 4-56 0,-5 0-51 0,-2 8-47 0,-5-5-34 0,6 5-25 16,-7 3-27-16,-6-1-28 0,7 1-30 0,-8 3-31 0,1 2-24 15,-6-1-21-15,-1-1-14 0,1 4-10 0,-1 1-10 0,-6-1-8 0,7 0-7 16,-1 4-9-16,-7-4-6 0,8 1-5 0,-7 3-5 0,7-4-5 16,-1-3-3-16,7 3-4 0,-7-3-3 0,7 0-3 0,0-1-2 15,7-3-2-15,-1-4-2 0,0 1-1 0,8-1 0 0,-1-4-2 0,0-3-1 16,6 4-1-16,1-7 1 0,6 3-1 0,0-4 2 0,6 0 2 0,1 1 3 15,-1-1 2-15,7 0 3 0,0 1 2 0,1-1 4 16,5 1 5-16,0-2 2 0,8 2 3 0,-1-1 2 0,0 0 0 0,-1 1 2 16,8-5-1-16,-7 5-2 0,6-5-29 0,1 4 0 0,-1-2 0 0,1 2 0 15,1-3 0-15,-9-1 0 0,1 5 0 0,0-5 0 0,0 1-65 16,1 0-48-16,-9-1-33 0,2 5-63 0,-7-5-76 0,1-3-81 16,-2 4-85-16,2 0-65 0,-2-1-56 0,-5 4-24 0,0-3-10 0,-1 0 6 15,-6-1 13-15,0 1 21 0,0 0 25 0,0-4 30 0,0 7 31 16,0 0 63-16,0-3 75 0</inkml:trace>
  <inkml:trace contextRef="#ctx0" brushRef="#br0" timeOffset="90284.88">26878 10964 0 0,'13'-3'63'0,"7"3"189"0,-14 0 36 0,7 0 33 0,-6 0 29 0,-7 3 35 16,6-3 35-16,-6 0 28 0,0 0 21 0,0 4 14 0,-6 0 12 16,6-4-34-16,-7 3-53 0,0 1-52 0,-5-1-51 0,-2 5-40 0,1-1-35 15,-6 1-33-15,0 4-27 0,-1-2-33 0,-6 0-38 0,-1 6-26 16,2-2-21-16,-8 1-15 0,0-1-11 0,1 5-6 0,-1-2-6 0,1 2-4 16,-1-1-3-16,1-2-2 0,-1 2-3 0,1 0-2 0,-1 0-2 15,7-3 1-15,0-1-2 0,7-3 0 0,-1 4-1 0,0-4-1 16,7-4-4-16,7 1-1 0,0-5-3 0,-2 5 0 0,8-4-1 0,8-1 0 15,-8-3 1-15,6 4 0 0,7 0 2 0,0-4-1 0,0 4 3 0,7-4 0 16,-1 3 1-16,7-3 3 0,0 0 2 0,0 4 4 0,7-4 2 16,-7 0 2-16,6 0 0 0,1 3 0 0,-1-3 1 0,-5 0-1 15,5 0 1-15,1 4-1 0,-1-4 0 0,-6 0 0 0,1 4-2 0,-2-4 0 16,1 0-1-16,-6 3-9 0,6-3-12 0,-13 4-15 0,7-1-17 16,-8-3-29-16,2 4-34 0,-8-4-47 0,7 4-55 0,-13-4-62 15,6 0-67-15,-6 0-59 0,0 0-55 0,0 0-26 0,-6 0-13 0,-1 0 1 16,-5-4 8-16,5 0 13 0,-6 1 16 0,7-1 29 0,-8-3 33 0,1 3 47 15,1-3 54-15</inkml:trace>
  <inkml:trace contextRef="#ctx0" brushRef="#br0" timeOffset="90484.76">26735 11195 0 0,'0'5'8'0,"-7"1"192"0,1 2 14 0,-1 3 23 16,7 3 27-16,-7 1 34 0,1 7 40 0,0-4 39 0,6 3 39 0,0 6 28 15,-7 2 21-15,7 0-24 0,-7 1-46 0,7 2-35 0,-6 6-30 16,6-2-19-16,-6 4-10 0,-1-3-17 0,7 3-24 0,-6 0-31 0,-1 1-38 15,0 3-37-15,1-4-38 0,0 0-27 0,-2-3-19 0,2 0-15 16,6-1-11-16,-6-3-15 0,-1 0-17 0,7-3-20 0,0-1-20 0,-6-4-28 16,6-2-31-16,0-2-52 0,0-6-61 0,0-1-71 0,0 2-77 15,0-9-66-15,0 0-61 0,0-3-29 0,0-4-14 0,0 0-2 16,6-4 6-16,-6-3 12 0,0 0 15 0,7-4 23 0,-7-5 28 0,6-2 49 16,-6 0 58-16</inkml:trace>
  <inkml:trace contextRef="#ctx0" brushRef="#br0" timeOffset="90767.45">26728 11745 44 0,'0'-8'279'0,"7"1"36"0,-7 3 25 0,-7 4 27 0,7-3 31 16,-6 3 21-16,-1 0 16 0,0 0 9 0,1 0 6 0,-7 0-4 15,0 3-9-15,0 1-58 0,0 3-82 0,-6 1-65 0,5-5-58 0,-5 5-38 16,-1-1-31-16,0 1-46 0,1 3-52 0,0-4-51 0,6 0-48 16,-7-3-48-16,7 4-48 0,0-5-36 0,0 0-32 0,7 1-20 15,-1-4-15-15,0 4-6 0,7-4-4 0,0-4 2 0,7 4 5 0,0-4 16 16,6 1 22-16,-1 0 30 0,2-2 32 0,5-2 40 0,-6 4 43 15,13-1 39-15,-7 0 36 0,1 1 30 0,6-1 27 0,-7 4 22 16,8-5 22-16,-7 5 21 0,6 5 20 0,-7-5 18 0,1 4 20 0,6 3 13 16,-6-3 12-16,5 3 8 0,-5 1 6 0,0 2-1 0,-1-3-6 0,-6 4-8 15,6 0-12-15,-5-3-16 0,-2 2-19 0,2 1-33 0,-2-3-38 16,1 3-60-16,-6-3-68 0,0-1-66 0,-1 0-64 0,0-1-49 16,2 3-43-16,-2-6-22 0,0-3-9 0,0 4-5 0,-6-4-3 0,0-4 1 15,7 1 0-15,0-1 13 0,-1-7 21 0,1 4 39 0,-1-8 76 16</inkml:trace>
  <inkml:trace contextRef="#ctx0" brushRef="#br0" timeOffset="91934.01">27542 11042 48 0,'7'-8'342'16,"-1"1"53"-16,1-1 38 0,-7 6 28 0,0-3 21 0,0 1 21 0,0 4 18 15,0 0 14-15,0-3 10 0,-7 3 9 0,1 3 9 0,-1-3-61 16,-6 4-93-16,0-4-87 0,-6 7-85 0,-1-3-54 0,1 3-36 0,-1 0-27 15,-6 4-23-15,-7 1-20 0,7-1-20 0,0 3-11 0,-7-3-11 16,7 4-10-16,1 0-7 0,-1-4-8 0,6-1-5 0,-6 1-9 16,13 0-7-16,0-3-6 0,6 0-4 0,1-1-2 0,6-4 0 0,0 2-2 15,6-5-1-15,8 3 0 0,-2-3 0 0,1-3 1 0,7 3 0 16,0-5-1-16,-1 5 2 0,7-3 4 0,0 3 6 0,0-4 5 0,-6 1 4 16,5 3 1-16,2 0 1 0,-1 0 3 0,-6 0-1 0,6 0 1 15,-7 3 0-15,1 1 1 0,-1-1-1 0,1 2 1 0,-7 1 0 0,0-2 2 16,-1 3 0-16,2 1 2 0,-1-1-1 0,0 0 0 0,-6 1 3 15,-1-1 0-15,0 4 0 0,-6-4 0 0,6 0 1 0,-6 4 1 16,0-3 0-16,-6 3 0 0,6-5-2 0,-6 2 0 0,-7 4-4 0,6-5-9 16,-6 4-11-16,1-4-14 0,-8 4-17 0,0-4-16 0,1 1-15 0,-1-1-17 15,0 0-19-15,-5 1-19 0,5-1-20 0,-6-3-13 16,0 3-9-16,-1-3-2 0,2-1 0 0,-1-3 7 0,6 4 11 0,-6-1 13 16,7-3 17-16,-1 0 15 0,8 0 17 0,-2-3 18 0,8 3 20 0,-8-4 22 15,14 1 26-15,-6-1 25 0,6 0 25 0,0 1 17 0,6-1 13 16,1 0 9-16,0 1 9 0,5-1 3 0,-4 0 4 0,10 1 2 15,-4-1 2-15,5 4 3 0,1-4 2 0,-1 4 1 0,1 0-3 0,6 0-6 16,-6 4-12-16,5-4-6 0,-5 4-5 0,6-1-3 0,0 5-2 0,-7-1 0 16,7 0 3-16,-6 1 2 0,6 2 3 0,-7-2 3 15,1 3 3-15,0 0-1 0,-1 4-1 0,1 0-2 0,-7-1-4 0,0 1-6 16,6-1-4-16,-12 5-5 0,0-5-6 0,-1 4-4 0,0 1-5 0,-6-1-7 16,0 1-5-16,0-1-7 0,-6 0-6 0,6 0-4 0,-13 1-4 15,6-2-1-15,-5-1-3 0,-1 1-1 0,-1-1-1 0,2-2-9 16,-8 1-9-16,7 0-13 0,-7-4-17 0,8 0-18 0,-8-4-20 0,7 0-22 15,-7-3-22-15,7-1-37 0,-6 1-42 0,5-8-46 0,2 4-46 0,-1-7-40 16,-1 0-39-16,2 0-17 0,4-4-8 0,-4 0 6 0,-1-4 11 16,6 5 16-16,-6-5 18 0,7 4 22 0,-8-4 22 0,8 0 41 15,0 3 51-15,-7 2 62 0,6-5 69 0,1 8 71 0,-1-4 72 0,1 4 55 16,6 0 47-16,-7 3 33 0,7-3 28 0,-7 7 20 0,7-4 18 16,0 4 15-16,0 0 14 0,0 0 5 0,7 0 0 0,-7 0-9 15,7 0-17-15,-1 4-26 0,7-4-29 0,-6 3-29 0,6-3-25 0,-1 4-24 16,8 0-19-16,-7-1-17 0,7 1-16 0,0-1-13 0,-1 1-13 0,1 0-9 15,-1 3-9-15,0-3-6 0,-5-1-5 0,5 5-4 16,1-5-4-16,-8 5-3 0,2-2-3 0,-1-1-3 0,-7 2-2 0,8 1-2 16,-8-1-1-16,-6-3-1 0,6 3 0 0,-6-3-2 0,0 3 1 0,0-3-2 15,0 3 0-15,-6-4 0 0,0 2 0 0,-1 1 1 0,0-2 0 16,-6 0-2-16,7-1 0 0,-8 1 0 0,2-4-2 0,-1 4 0 16,0-1-1-16,0 1-1 0,-7-4 0 0,0 4-1 0,1-1 0 0,-1-3 0 15,8 4 0-15,-8 0 0 0,0-4 1 0,1 0-1 0,-1 3 1 0,8-3 0 16,-2 4 1-16,1-4-1 0,7 3 0 0,-1-3 0 0,0 0-1 15,7 0 1-15,0 0 0 0,0 0 0 0,0 0-1 0,7 4 1 16,-7-4-1-16,13 0 0 0,-6 0-1 0,6 0 1 0,-6 0-1 0,5-4-1 16,2 4-3-16,-2-3-3 0,1 3-6 0,1-4-6 0,-2 4-8 15,2-3-6-15,-8-1-6 0,0 0-3 0,1 4-2 0,0-3-1 16,-1 3-1-16,-6-4-2 0,0 4-4 0,-6 0-1 0,6-4-1 0,-7 4 4 16,0 0 5-16,-5 0 6 0,4 4 8 0,-4-4 6 0,-1 4 7 0,-7-4 2 15,8 3 2-15,-2 5 2 0,-5-5 1 0,6 1 5 0,-7 3 4 16,1 0 4-16,5 1 6 0,-5-1 4 0,6 0 6 0,0 5 5 15,1-5 7-15,-2 4 4 0,1 0 5 0,6 0 3 0,1 0 4 0,-1 0 2 16,1 0 2-16,6 0 1 0,0 0 2 0,6 0 1 0,-6 0 1 16,7 3-2-16,6-2-2 0,0-1-4 0,-7 0-5 0,8 0-4 0,5-4-3 15,1 4-3-15,0-4-4 0,-2 0-2 0,2 1-2 0,0-1-3 16,-1 1-1-16,7-5-3 0,-6 1-3 0,-1 3-3 0,1-3-1 0,0-1-2 16,-1-3-1-16,-6 4-4 0,6 0-3 0,-5-4-6 0,-1 0-5 15,0 0-10-15,0 0-9 0,-7 0-16 0,8-4-17 0,-8 4-28 16,7-4-31-16,-7 1-37 0,1-5-43 0,0 5-42 0,-7-4-42 0,6-1-34 15,0 1-27-15,-6 3-19 0,0-3-16 0,0 0-12 0,6-1-5 16,-6-3 8-16,-6 8 13 0,6-5 33 0,0 1 42 0,0 3 55 0,-6-3 59 16,6 3 64-16,-6 1 63 0,6-2 61 0,-7 5 60 0,0-3 58 15,1 3 57-15,6 0 55 0,-7 0 49 0,7 0 42 0,-6 0 36 16,6 3 20-16,-6-3 11 0,6 5-4 0,0-5-11 0,0 3-15 0,0 1-17 16,0-4-24-16,0 4-27 0,0-1-32 0,6 1-36 0,-6 0-34 15,6-4-33-15,1 3-34 0,-1 1-37 0,1-4-32 0,0 4-34 0,-1-4-39 16,0 0-42-16,8 0-50 0,-8 0-53 0,7 0-59 0,-6-4-63 15,-1 0-55-15,7 4-53 0,-7-3-31 0,1-5-21 0,0 5-8 16,5-1-5-16,-5-3 8 0,0 2 11 0,-1 2 25 0,1-4 35 0,-1 3 43 16,0-3 51-16,1 3 56 0,-7 0 227 0</inkml:trace>
  <inkml:trace contextRef="#ctx0" brushRef="#br0" timeOffset="92084.71">27816 12045 168 0,'6'3'221'0,"-6"2"28"0,7 2 30 0,-7-3 28 0,0 3 30 0,6 0 31 15,-6-3 29-15,7 3 18 0,-7 1 10 0,6-5-28 0,0 5-47 16,2-1-38-16,-2 0-37 0,0-3-30 0,1 3-27 0,0 1-29 15,-1-5-29-15,0 4-46 0,1 1-51 0,-1-5-70 0,-6 5-79 0,7-5-79 16,0 4-76-16,-1-2-68 0,0-2-61 0,1 0-33 0,0 2-18 0,-1-5-8 16,0 2-5-16,1-2-2 0,-1 0 0 0,1 0 14 0,0-2 21 15,5-3 40-15,2 2 50 0,-8-5 60 0,7 1 245 0</inkml:trace>
  <inkml:trace contextRef="#ctx0" brushRef="#br0" timeOffset="92318.33">28565 11200 52 0,'7'-8'335'15,"-1"1"50"-15,-6 2 36 0,6-2 26 0,-6 7 21 0,6-4 20 0,-6 4 17 16,0-2 15-16,8 2 15 0,-8 0 11 0,6-5 10 0,-6 5-59 16,6 0-92-16,-6 5-83 0,7-5-77 0,-7 0-49 0,0 2-35 0,6-2-24 15,-6 4-22-15,7 0-19 0,-7-1-21 0,0-3-23 0,7 5-26 16,-7 2-28-16,0-4-28 0,0 2-33 0,-7 1-31 0,7-2-46 15,0 3-53-15,-7-3-65 0,7 0-72 0,-6 3-59 0,-1-3-54 0,1 3-48 16,-8-3-43-16,8 3-16 0,-6-4 1 0,5 5 11 0,-6-5 15 0,-7 5 22 16,7-1 24-16,0 0 40 0,-6-3 51 0,6 3 62 0,-7 1 71 15</inkml:trace>
  <inkml:trace contextRef="#ctx0" brushRef="#br0" timeOffset="93101.09">28324 11346 45 0,'-14'7'161'0,"2"-3"28"0,-2-1 31 0,8 5 35 16,-7-5 39-16,7 4 46 0,-1-3 48 0,-6 3 30 0,7-3 23 15,0 0-9-15,-2 3-24 0,2-3-16 0,0 3-16 0,-1 0-13 0,0 1-11 16,1 2-21-16,-1-2-23 0,1 3-28 0,0 0-31 0,-1 4-41 15,0 0-43-15,-5-1-29 0,5 1-23 0,0-1-17 0,1 5-14 0,-7-5-11 16,7 0-8-16,-1-2-8 0,7-1-10 0,-7 1-10 0,7-2-10 16,0-3-12-16,0-3-12 0,7 0-9 0,0-1-12 0,-1-3-6 15,7 0-7-15,-7-3-4 0,14-5-2 0,-7 1-1 0,6 0-1 0,1-4 1 16,-1-1 0-16,1 1 3 0,6-3 4 0,-7 3 3 0,7-4 6 16,-6 4 6-16,7 1 8 0,-9-2 9 0,9 1 11 0,-7 4 9 15,6 0 9-15,-7 0 7 0,7 3 6 0,-6 0 4 0,6 1 5 0,-7-2 3 16,7 5 3-16,0-3 0 0,-6 3 2 0,5 0-2 0,-5 3-2 15,0-3-5-15,6 5-6 0,-7-2-7 0,1 1-6 0,-1 3-6 0,1-3-6 16,0 3-4-16,-7 0-4 0,6 1-3 0,-6 3-1 0,7-4-3 16,-14 4 1-16,14 0-2 0,-14 0-1 0,7 0 1 0,-6-1 0 0,0 2-1 15,-1-1 0-15,0 1 0 0,-6-2 0 0,7 1 0 0,-7 0 0 16,-7 0-1-16,7 0 0 0,-6-4-5 0,0 4-5 0,-1-4-9 16,0 1-12-16,-6-1-15 0,1 0-19 0,-2 1-20 0,2-5-22 0,-2 0-34 15,-5 2-40-15,6-2-48 0,-6 1-51 0,-1 0-51 0,0-4-50 0,1 0-34 16,-1 0-22-16,0-4-10 0,-5 4-2 0,5-4 8 0,0 1 14 15,1-2 20-15,-1 2 24 0,8 0 40 0,-8-1 47 0,7 0 54 0,0-3 58 16,0 3 61-16,-1 1 63 0,8-1 53 0,-7 0 50 0,6 1 42 16,1-1 40-16,0 4 32 0,-1 0 27 0,7-4 14 0,-6 4 7 15,6 0 3-15,0 0 0 0,0 0 4 0,0 0 3 0,0 0 4 16,6 0 1-16,-6 4-9 0,7-4-16 0,-1 4-21 0,0-1-23 0,1 1-24 16,0 0-22-16,5 3-14 0,-5-3-10 0,6-1-8 0,-6 1-9 15,6 3-9-15,-6-4-13 0,5 5-11 0,-6-4-15 0,8 4-7 0,-8-5-4 16,1 5-3-16,6-6 0 0,-6 7-3 0,-7-6-2 0,6 5 0 15,0-1 6-15,-6-4 4 0,0 5 6 0,0-1 11 0,0 0 15 0,-6 1 11 16,0-1 10-16,-1 0 8 0,0 1 5 0,1-1 6 0,-7 0 5 16,7 0 6-16,-2 1 7 0,-4-1 3 0,-1 0 0 0,6 1-2 0,1-1-1 15,-7 1-10-15,6-1-12 0,7-3-10 0,-7-1-10 0,7 5-7 16,0-5-7-16,0 1-5 0,0 0-7 0,0 0-3 0,7-1-7 0,0 1-4 16,-1-1-6-16,1 1-6 0,6 0-9 0,-6-1-9 0,-1-3-11 15,6 4-19-15,-4-4-21 0,-2 0-32 0,7 0-35 0,-7 0-41 16,1 0-40-16,0-4-40 0,-1 4-37 0,-6-3-31 0,6 3-26 0,-6-4-18 15,0 0-12-15,0 1-4 0,-6 3 3 0,6-4 13 0,-6 1 20 16,-1-1 34-16,-6 0 40 0,6 4 44 0,-5-4 48 0,-2 1 45 0,2 3 45 16,-2-4 38-16,1 4 34 0,-7-4 30 0,1 4 24 0,6-3 24 15,-6 3 19-15,-1 0 20 0,-6 0 22 0,6 0 18 0,1 3 17 0,-7-3 17 16,6 4 19-16,1 0 17 0,-1-1 18 0,0 1 17 0,1 0 16 16,6 3 14-16,0 0 12 0,1-3 1 0,4 3-3 0,2 1-9 15,0-1-15-15,6 4-15 0,0-4-15 0,0 4-19 0,6-4-18 0,8 4-21 16,-8-4-19-16,6 5-21 0,8-1-25 0,-1 0-20 0,1-4-21 15,0 4-11-15,6 0-11 0,-1-4-6 0,2 4-6 0,-1-3-9 16,6 3-12-16,-5-4-15 0,-1 0-17 0,0 4-28 0,0-4-34 0,-1 1-42 16,2 0-47-16,-1-6-57 0,0 7-61 0,-6-2-57 0,5-4-53 0,-5 1-36 15,6-4-28-15,-7 4-10 0,7-4 0 0,-6-4 7 0,6 4 9 16,-7-4 24-16,8-3 28 0,-1 4 41 0,0-6 47 0,6-1 55 16,-5-1 151-16</inkml:trace>
  <inkml:trace contextRef="#ctx0" brushRef="#br0" timeOffset="93335.15">29366 11309 37 0,'-20'0'317'0,"7"3"43"16,0 0 31-16,7 2 20 0,-8 2 16 0,8 1 19 0,0-1 21 16,6 4 16-16,-7-4 19 0,1 4 13 0,6 0 14 0,0 4-56 15,-7-1-89-15,0 5-76 0,7-1-68 0,-6 1-42 0,6-1-29 0,-6 0-21 16,0 4-16-16,6-4-23 0,-8 4-26 0,2-4-29 0,0 1-31 15,6-1-33-15,-7 1-35 0,0-5-48 0,7 1-56 0,-6-4-72 0,6 0-76 16,0 0-75-16,0-4-75 0,-7-3-45 0,7 3-34 0,0-7-12 16,0 0-4-16,0 0 8 0,0 0 12 0,7-4 18 0,-7 1 20 0,0-5 39 15,6 1 47-15,-6 0 65 0,7-4 79 0</inkml:trace>
  <inkml:trace contextRef="#ctx0" brushRef="#br0" timeOffset="93584.33">29366 11473 0 0,'13'-11'28'0,"-1"1"192"0,2 2 26 16,-1-3 30-16,0 4 34 0,0 0 36 0,-1-1 38 0,2 5 26 0,6-5 21 15,-7 5 12-15,7-1 9 0,-2 0-32 0,2 4-51 0,-1 0-43 16,1 0-41-16,0 0-30 0,-1 4-24 0,1 0-30 0,0-1-31 16,-1 5-36-16,1-5-36 0,-1 5-24 0,0-1-19 0,1 0-9 0,-7 0-5 15,7 5-6-15,0-5-2 0,-1 1-3 0,-6 3 1 0,0-4-1 16,-1 4 0-16,2-4-1 0,-1 4 1 0,-6 0 1 0,5-3-1 0,-5 2 1 16,-1-2-1-16,-6 3-2 0,0-1-4 0,0 1-1 0,0 0-2 15,-6-3-3-15,6 7-3 0,-13-4-2 0,7 0-1 0,-8 3-3 0,2 1-1 16,-2-4-3-16,1 3-6 0,0 1-11 0,-6 0-12 0,5-4-16 15,2 3-17-15,-8-2-32 0,7-1-38 0,-7 0-48 0,8-4-52 16,-2 0-52-16,2-3-55 0,-8 4-44 0,13-8-41 0,-5 3-32 0,-2-3-30 16,2-3-6-16,5 3 3 0,0-5 12 0,1-2 13 0,-1 4 31 15,1-5 38-15,0-4 47 0,-2 6 52 0,2-5 53 0,0 0 127 0</inkml:trace>
  <inkml:trace contextRef="#ctx0" brushRef="#br0" timeOffset="93750.64">29555 11679 87 0,'-14'-11'169'16,"2"-4"26"-16,-2 4 26 0,8 0 31 0,-7 5 35 0,0-6 41 15,0 4 43-15,-1 1 33 0,8-1 28 0,-6 5-13 0,5-4-34 0,0 3-26 16,7 0-23-16,0 1-17 0,0-1-13 0,7 4-17 0,0 0-18 0,-1-3-27 15,6 3-30-15,-4 0-36 0,11 3-42 0,-6-3-31 0,6 0-28 16,1 0-15-16,0 4-11 0,-1-4-6 0,1 0-6 0,6 3-9 16,-7-3-13-16,1 0-20 0,-8 0-22 0,8 0-37 0,-6 0-43 0,-1 4-52 15,-1-4-57-15,2 0-57 0,-8 0-55 0,0 0-54 0,-6 0-50 16,0 0-33-16,0 0-25 0,0 0-6 0,0 4 0 0,-6-4 11 16,0 3 17-16,-1 1 30 0,0-1 40 0,1-3 49 0,-7 4 53 0,7 0 54 15,-8 0 186-15</inkml:trace>
  <inkml:trace contextRef="#ctx0" brushRef="#br0" timeOffset="93901.96">29424 11675 15 0,'-13'8'272'0,"1"-1"29"0,-2 0 14 0,8 0 14 0,0-3 14 16,6 0 29-16,0-1 38 0,0 1 25 0,6 0 19 0,0-4 7 0,0 3 0 15,8-3-53-15,-1 4-79 0,7-4-64 0,-8 0-55 0,8 0-28 16,0 0-15-16,-7 0-14 0,7 0-15 0,5 0-32 0,-5 0-41 0,0 0-38 16,-2-4-35-16,-4 4-46 0,5 0-53 0,1-3-64 0,-8-1-71 15,8 0-60-15,-6-3-57 0,-1 3-45 0,-7-3-38 0,7 0-20 0,0-4-10 16,-7 4-2-16,8-4 2 0,-8 0 11 0,1-4 16 0,5 5 33 15,-5-6 47-15,0-3 59 0,5 5 68 0</inkml:trace>
  <inkml:trace contextRef="#ctx0" brushRef="#br0" timeOffset="94134.24">29959 11056 43 0,'-14'-3'334'16,"8"-2"45"-16,-7 2 31 0,0 6 21 0,-6 2 19 0,-1-2 17 15,7 5 16-15,-7 3 17 0,0-1 15 0,-6 1 17 0,7 4 15 0,-1 3-51 16,-6 4-85-16,1 4-73 0,-1 3-66 0,0 1-32 0,-1 6-16 15,1 1-10-15,-6 4-8 0,5 2-7 0,9 4-8 0,-9-2-12 0,7 3-49 16,8-1-130-16,-2 1 0 0,8-4 0 0,0-4 0 0,6 4 0 16,6-7 0-16,6-1 0 0,-4-3 0 0,11 0 0 0,1-7 0 0,0-1 0 15,-2-6 0-15,9 3 0 0,-7-8 0 0,6-3 0 0,6 0 0 16,-7-4-90-16,2-3-243 0,-1 0-81 0,0-4-85 0,7-4-66 0,-7 0-56 16,0 1-20-16,0-5-1 0,7-3 14 0,-7 0 20 0,6 1 28 15,-6-5 30-15,6 1 35 0,2-1 35 0,-2-5 60 0,7 3 69 16</inkml:trace>
  <inkml:trace contextRef="#ctx0" brushRef="#br0" timeOffset="94434.3">30427 11107 0 0,'-12'-11'109'0,"-2"-7"46"16,8 4 10-16,0-2 19 0,6 2 22 0,0 3 28 0,6-4 34 0,-6 4 40 16,12 0 43-16,-4 0 14 0,4 8 1 0,8-5-6 0,-7 5-9 15,7-1-7-15,-1 4-5 0,7 0-5 0,-6 4-5 0,6-1-15 16,-1 1-20-16,9 3-28 0,-9 0-35 0,7 1-37 0,-5-1-44 0,5 1-36 16,-6 4-34-16,7-6-23 0,-7 5-18 0,0-3-15 0,-6 3-17 0,-1-4-18 15,1 0-18-15,-1 1-27 0,-6 2-30 0,0-6-38 0,1 3-39 16,-8-3-50-16,0 0-53 0,1-1-47 0,-7 1-45 0,0-4-43 15,-7 4-43-15,7-4-21 0,-6 3-8 0,-7-3 2 0,6 4 10 0,-6-4 21 16,0 0 28-16,-6 0 36 0,5 0 39 0,-5 0 49 0,0-4 53 0</inkml:trace>
  <inkml:trace contextRef="#ctx0" brushRef="#br0" timeOffset="94651.71">30486 10997 151 0,'-20'-3'164'0,"8"-1"17"0,-2 0 17 0,8 4 28 0,-1 0 33 15,1 4 41-15,0 0 45 0,-2-1 29 0,8 5 18 0,-6 4-2 0,6-2-16 16,0 0-10-16,0 6-8 0,-6 2-6 0,6 0-5 0,0 0-7 0,-6 4-7 15,6 0-18-15,-7 0-23 0,0 5-30 0,7 1-37 0,-6-2-31 16,-7 3-31-16,6 3-18 0,-6-1-14 0,1 1-10 0,-2 1-8 0,1 0-8 16,-7 4-8-16,8-4-10 0,-8 0-10 0,7 0-9 0,-7 0-11 15,8 0-10-15,-8-4-10 0,7 4-14 0,-7-7-17 0,7 3-20 16,0 1-20-16,1-5-22 0,-2-3-25 0,8 0-28 0,-7 0-27 0,6-3-46 16,1-5-54-16,-1-3-66 0,7 0-74 0,0 0-58 0,0-7-48 15,0 3-36-15,0-3-29 0,7-4-6 0,-1-4 7 0,7 4 13 0,-6-7 19 16,5 3 24-16,-4-3 27 0,4-4 45 0,1 0 54 0,0-4 66 15,0 0 74-15</inkml:trace>
  <inkml:trace contextRef="#ctx0" brushRef="#br0" timeOffset="94802.02">30304 11715 15 0,'12'-7'172'0,"2"-4"24"0,-8 4 23 0,7 0 28 15,0-1 29-15,7 5 27 0,-7-1 28 0,-1 0 23 0,8 1 21 0,0-1-5 16,-1 4-19-16,1-4-23 0,0 4-26 0,-1 0-22 0,1 0-20 16,-1 0-23-16,1 0-23 0,-8 4-28 0,8-4-28 0,0 0-27 0,-7 4-28 15,7-4-28-15,-8 0-28 0,8 0-44 0,-7 0-50 0,7 0-56 16,-8 0-59-16,2 0-57 0,-8 0-56 0,7-4-53 0,-6 4-52 0,6-4-27 15,-7 1-13-15,0-1-8 0,-6 0-3 0,7-3 3 0,0 3 7 0,-7-2 24 16,0 1 33-16,0-2 47 0,0-1 51 0</inkml:trace>
  <inkml:trace contextRef="#ctx0" brushRef="#br0" timeOffset="95202.02">30746 11397 0 0,'0'-8'137'0,"-6"5"136"0,0-5 26 15,-1 8 23-15,7 0 20 0,-6 0 32 0,-1 8 36 0,7-5 29 16,-7 5 21-16,1 3 18 0,0 0 13 0,6 0-34 0,-8 7-59 0,2-4-54 15,0 9-50-15,0-5-31 0,-8 4-23 0,8 4-17 0,-7-1-18 0,7 4-26 16,-8-3-34-16,2 4-25 0,-2-1-21 0,1 0-16 0,0 0-13 16,0 1-11-16,1 0-9 0,-2-5-8 0,8 0-9 0,-7 1-5 15,-1-4-7-15,8 0-4 0,-8 0-5 0,8-4-8 0,0 1-10 0,-7-5-11 16,6 1-11-16,1-1-13 0,-7 1-13 0,7-4-15 0,-8 0-14 16,8-3-19-16,-7 3-21 0,6-8-28 0,-6 5-32 0,0-1-29 0,0-3-30 15,1-1-20-15,-2-3-19 0,-5 4-4 0,5-1 4 0,2-3 8 16,-8 4 11-16,7-4 19 0,0 4 23 0,-6-4 36 0,5 0 43 0,2 3 60 15,-2 1 71-15,8-4 66 0,-7 4 63 0,6-4 49 0,-6 4 42 16,7-1 27-16,6-3 16 0,-6 4 17 0,6-1 14 0,0 1 9 0,0 0 5 16,6-1-7-16,0 1-9 0,1 0-26 0,6-1-31 0,0 1-29 15,7-1-29-15,6 2-18 0,-7-2-13 0,7-3-11 0,0 3-10 0,7-3-10 16,-1 5-14-16,1-5-13 0,-1 2-12 0,1-2-13 0,-1 0-11 16,8 0-8-16,-15 0-19 0,8 0-15 0,-1 5 0 0,-6-5 0 0,1 0 0 15,-1 0-29-15,0 0-20 0,-6 0-9 0,-1 0-12 0,-6 0-11 16,0-5-10-16,7 5-13 0,-14 0-13 0,7 0-15 0,-7 0-16 0,8-2-20 15,-8 2-22-15,-6 0-30 0,6-5-35 0,-6 2-48 0,0 3-55 16,0-3-45-16,0-2-42 0,0 2-30 0,0-1-22 0,-6 4-3 0,6-7 4 16,-6 3 11-16,6 1 14 0,-7-1 23 0,0 0 28 0,7-3 39 15,-6 4 42-15,0-5 59 0,-1 1 102 0</inkml:trace>
  <inkml:trace contextRef="#ctx0" brushRef="#br0" timeOffset="95385.08">30721 11873 0 0,'0'-4'174'0,"0"4"72"0,0 0 27 0,6 0 35 0,-6 4 40 16,7-1 37-16,-1 1 37 0,0 0 23 0,1 3 13 0,6 0-5 0,-7 1-12 16,8-1-40-16,-1 1-51 0,-7-1-48 0,7 0-44 0,0 1-45 15,-7 3-41-15,8-7-68 0,-8 3-83 0,1 0-99 0,-1-3-106 0,1 3-86 16,-1-3-77-16,1 0-49 0,-1-4-39 0,-6 3-18 0,0-3-9 16,0 0-5-16,0 0-2 0,0 0 10 0,0 0 14 0,0 0 34 0,0 0 43 15,0 0 60-15,0 0 86 0</inkml:trace>
  <inkml:trace contextRef="#ctx0" brushRef="#br0" timeOffset="104751.44">26708 12536 0 0,'0'-7'149'16,"0"3"130"-16,0 1 38 0,0-1 30 0,-6 4 25 0,6 0 25 15,0 0 20-15,0 0 18 0,0 0 14 0,0 0 11 0,0 0 11 0,0 0-40 16,0 0-63-16,0 0-52 0,0 4-45 0,0-4-32 0,6 3-28 0,-6 1-18 16,7-1-16-16,0 5-14 0,-1-5-10 0,1 5-7 0,6-1-4 15,-7 4-3-15,7-4-4 0,7 4 0 0,-7-3-2 0,6 2-4 16,-6 1-3-16,7 1-5 0,0-1-6 0,5-4-6 0,-5 4-6 0,6 0-60 16,-7-4-43-16,7 4 0 0,-6 0 0 0,6 0 0 0,-7-4 0 15,7 4 0-15,1 0 0 0,-1 1 0 0,-6-2 0 0,5 2 0 0,-5-1 0 16,6 0 0-16,-6 0 0 0,5 0 0 0,-5 0 0 0,0-1 0 15,-1-2 0-15,1 3 0 0,-8-4 0 0,2 0 0 0,-1 1 0 0,0-1 0 16,0 0 0-16,-1 1 0 0,-4-4 0 0,-2-1 0 0,0 0 0 16,1 2 0-16,0-2 0 0,-7 1 0 0,6-4 0 0,-6 4 0 15,0-4 0-15,0 0 0 0,0 0 0 0,0 3 0 0,-6-3 0 0,6 4 0 16,-7-4 0-16,0 4 0 0,1-1 0 0,0 1 0 0,-8 3 0 16,2 0 0-16,-8 1 0 0,1 3 0 0,-1 0 0 0,-6 0 0 0,-1 3 0 15,1 1 0-15,-6 4 0 0,-1-1 0 0,1 4 0 0,-7 0 0 16,6 3 0-16,-5 1 0 0,-2 3 0 0,1-3 0 0,0 3 0 15,0 4 0-15,0-4 0 0,0 0 0 0,6 1 0 0,1-1 0 0,-1 1 0 16,1-1 0-16,6-4 0 0,-1 1 0 0,1 0 0 0,0-4 0 16,13-4 0-16,-7 4 0 0,1-7 0 0,6 3 0 0,7-3 0 0,-7-4 0 15,6 0 0-15,0-4 0 0,1 0-247 0,0-3-221 0,6-4-93 16,0 0-52-16,0 0-31 0,0 0-7 0,0 0 7 0,0-4 15 0,0 1 19 16,6-1 26-16,-6-3 27 0,6 0 31 0,1-1 33 0,0 1 60 15,-1-1 74-15</inkml:trace>
  <inkml:trace contextRef="#ctx0" brushRef="#br0" timeOffset="105317.71">27803 12925 178 0,'0'-8'230'16,"0"5"27"-16,0-2 22 0,0 2 22 0,-6 3 19 0,6 0 31 16,0 0 35-16,0 0 29 0,0 0 28 0,0 0-15 0,6 3-35 0,-6 5-26 15,6 0-21-15,1-1-21 0,-1 7-20 0,1 1-18 0,-1 0-16 0,1 7-15 16,-1-1-15-16,0 6-26 0,2-2-34 0,-2 4-27 0,0 1-26 16,1 2-18-16,-7 2-19 0,7-1-14 0,-7-1-13 0,0-2-11 15,0-1-13-15,0 1-15 0,0-5-17 0,0 1-22 0,0-4-21 0,6-4-28 16,-6 0-29-16,0-3-51 0,0-4-62 0,0 0-80 0,0-4-89 0,0 1-74 15,0-8-63-15,0 0-31 0,0 0-16 0,6-4-2 0,1-3 5 16,-7-1 13-16,6-7 17 0,1 1 24 0,0-5 26 0,-1 1 48 16,0-7 60-16,8-1 79 0,-8 1 273 0</inkml:trace>
  <inkml:trace contextRef="#ctx0" brushRef="#br0" timeOffset="105601.13">28096 13005 0 0,'-7'-18'152'0,"7"3"165"0,-6 4 64 0,0-4 41 15,-2 8 28-15,2-4 21 0,0 8 20 0,-1-5 15 0,1 5 13 16,6-2 10-16,-7 2 9 0,7 3-32 0,0-3-54 0,7 3-56 0,-7-4-59 15,13 4-55-15,-7-4-52 0,14 0-33 0,-7 1-20 0,13-1-18 16,-6 0-13-16,12 1-12 0,-6-5-7 0,7 5-5 0,-1-5-5 0,1 1-84 16,6 3-33-16,-7 1 0 0,1-5 0 0,5 5 0 0,-4 3 0 15,-2-4 0-15,1 4 0 0,-7 0 0 0,7 4 0 0,-8-4 0 16,1 3 0-16,0 1 0 0,-6 3 0 0,-1-3 0 0,-5 3 0 0,-2 4 0 16,8-3 0-16,-13 3 0 0,-1 0 0 0,0-1 0 0,1 6 0 15,-7-2 0-15,0 1 0 0,0 3 0 0,0-3 0 0,-7 3 0 16,-5 4 0-16,5-3 0 0,-13 2 0 0,8 5 0 0,-2-4 0 0,-5 3 0 15,-1 1 0-15,-6-4 0 0,7 4 0 0,-7 0 0 0,0-5 0 0,6 5 0 16,-6-4 0-16,0-3 0 0,7 3 0 0,-8-4 0 0,7-4-259 16,-5 1-125-16,5-4-78 0,0 0-59 0,2 0-50 0,-2-7-29 15,0 3-20-15,7-7 3 0,-7 3 12 0,8-6 22 0,-1-1 29 0,6 1 28 16,-6-5 30-16,7 1 48 0,0-4 56 0,-2 0 70 0,-4 0 91 16</inkml:trace>
  <inkml:trace contextRef="#ctx0" brushRef="#br0" timeOffset="105784.83">28154 13291 90 0,'-12'-11'187'0,"-2"0"32"0,8 0 34 0,-7 0 45 16,0 4 48-16,6-4 40 0,-5 3 39 0,4 1 24 0,2 0 20 0,0-1-19 15,6 1-35-15,0-1-27 0,0 5-22 0,0-5-16 0,6 5-12 16,-6-5-22-16,14 5-26 0,-2-5-38 0,2 5-43 0,-2-5-35 16,8 5-35-16,-1-1-23 0,1 1-16 0,-1-5-12 0,7 5-8 0,0 3-9 15,-6-4-8-15,7 0-10 0,-2 4-11 0,1-3-9 0,0 3-8 16,-6 0-16-16,6 0-21 0,-7 0-22 0,1 0-24 0,0 0-31 0,-7 3-32 16,6-3-50-16,-6 0-56 0,-7 0-68 0,1 0-76 0,0 4-66 15,-7-4-64-15,0 0-32 0,0 0-18 0,0 4 2 0,-7-1 9 0,0 1 16 16,-5 0 20-16,-2 3 27 0,8-4 31 0,-7 5 48 0,-7-1 55 15,0 0 70-15,2 1 238 0</inkml:trace>
  <inkml:trace contextRef="#ctx0" brushRef="#br0" timeOffset="105935.76">28089 13323 129 0,'-20'11'209'15,"1"-3"20"-15,6 3 16 0,0-3 17 0,7-5 20 0,0 4 23 0,-2-3 28 16,8 3 30-16,0-3 34 0,0 3-9 0,8-3-30 0,-2 3-32 16,0 1-30-16,7-5-28 0,-6 5-23 0,12-1-18 0,-5 0-15 0,-2 0-18 15,8-3-18-15,-1 3-25 0,1-3-26 0,0 0-34 0,-1-1-39 16,7-3-42-16,-6 0-40 0,6 0-52 0,-1-3-53 0,-5-1-62 15,6-3-65-15,-6-1-61 0,5-2-59 0,-5-1-34 0,7-4-21 0,-9 0-10 16,2 1-6-16,0-4 2 0,-1-1 4 0,1-3 17 0,-7 0 26 16,7 0 41-16,-7 0 49 0,6 0 57 0,-5-3 214 0</inkml:trace>
  <inkml:trace contextRef="#ctx0" brushRef="#br0" timeOffset="106200.92">28610 12723 0 0,'-12'-15'23'0,"4"1"231"16,2 3 48-16,0 3 44 0,-7 5 43 0,6-1 31 0,1 0 27 0,-1 4 22 15,1 4 17-15,-1 0 17 0,0 3 13 0,1 0-22 0,-7 4-37 16,6 0-45-16,-5 7-49 0,-1 1-40 0,-1-1-37 0,2 8-32 0,-2 3-31 16,-5 0-22-16,6 4-18 0,-6 4-11 0,5 3-10 0,-5 1-7 15,-1 2-6-15,-6 5-5 0,6 0-86 0,1 3-58 0,-1 1 0 16,2-1 0-16,4 4 0 0,-6-4 0 0,7 4 0 0,7-4 0 0,-7 0 0 16,13-3 0-16,-7-4 0 0,14 0 0 0,0-7 0 0,5 0 0 15,1-8 0-15,7 0 0 0,0-7 0 0,-1 0 0 0,7-8 0 16,0 2 0-16,0-6 0 0,7-2 0 0,-1-5 0 0,-5-3 0 0,5 0 0 15,1-3 0-15,-1-9 0 0,1 6-265 0,-7-10-89 0,6 2-70 16,-5-1-69-16,-1-3-58 0,0 0-49 0,-1-1-17 0,-5 1 0 0,6-1 12 16,-7 1 20-16,-5 4 25 0,6-5 28 0,-1 1 31 0,-6 3 36 15,6-3 55-15,-5 0 67 0</inkml:trace>
  <inkml:trace contextRef="#ctx0" brushRef="#br0" timeOffset="106486.52">29438 12822 176 0,'0'-11'385'0,"0"4"43"0,-7 3 21 0,7 0 13 0,0 1 8 0,-7-1 9 16,7 4 8-16,0 0 9 0,0 0 10 0,-6 0 5 0,6 0 2 15,0 4-74-15,0-1-115 0,0 1-93 0,0 3-84 0,0 1-41 16,0-1-23-16,6 0-17 0,-6 0-15 0,0 4-20 0,0-3-22 0,0 3-28 16,0-4-32-16,0 4-50 0,7-4-61 0,-7 1-69 0,0-1-74 0,0 1-60 15,-7-1-54-15,7 0-41 0,0 1-35 0,-6 2-15 0,6-2-1 16,-7-1 5-16,1 4 11 0,0 0 19 0,-2-4 21 0,2 4 42 16,-6 0 52-16,5 1 64 0,-6-2 80 0</inkml:trace>
  <inkml:trace contextRef="#ctx0" brushRef="#br0" timeOffset="106617.66">29308 13093 0 0,'-8'11'131'0,"2"0"23"0,0 0 14 16,-1-4 16-16,7 4 17 0,-6 0 19 0,6 0 21 0,-7-4 22 15,7 4 23-15,0-3-8 0,0 3-22 0,-7 0-15 0,7 4-14 0,0-4-11 16,0-1-13-16,0 5-11 0,0 0-12 0,0-4-20 0,-6 3-28 16,6 1-47-16,0-1-55 0,0-2-64 0,0 3-67 0,-6-1-59 0,6-3-55 15,0 4-47-15,-6-4-45 0,6 3-22 0,-8 1-11 0,8-1-6 16,-6 2-3-16,6-2 6 0,-6 1 11 0,-1-1 25 0,7 1 36 16,-7 0 42-16,1 3 106 0</inkml:trace>
  <inkml:trace contextRef="#ctx0" brushRef="#br0" timeOffset="106752.08">29105 13730 175 0,'-20'22'238'0,"8"-3"32"0,-1-1 33 0,0 0 44 0,6 1 49 0,-5-5 33 15,-2 1 24-15,8-1 14 0,-1-3 11 0,7 0-23 0,-7-3-44 16,7-1-39-16,0 1-37 0,0-1-31 0,7-3-28 0,0-1-29 0,-1 1-29 16,0 0-43-16,14-4-47 0,-7-4-32 0,0 4-26 0,6-7-14 15,8 3-14-15,-8-3-15 0,8-5-18 0,-1 1-25 0,-1-3-31 0,9-5-55 16,-2-2-70-16,1-1-80 0,-1-4-88 0,1 4-69 0,-1-7-57 16,7-1-29-16,-7 1-14 0,7 0-7 0,-6 0-2 0,-1-1 6 0,2 1 12 15,-2 0 19-15,1-1 24 0,-7 1 51 0,6 3 64 0</inkml:trace>
  <inkml:trace contextRef="#ctx0" brushRef="#br0" timeOffset="106984.19">29991 12877 256 0,'-13'-8'416'0,"0"5"40"0,0-1 24 0,6 0 13 16,-6 1 10-16,7-1 12 0,0 0 13 0,6 4 16 0,0-3 18 15,0-1 15-15,6 4 16 0,0-4-86 0,7 4-138 0,1-3-90 0,-2 3-64 16,8-4-36-16,6 1-21 0,-7 3-14 0,8-4-8 0,-1 0-12 15,0 4-13-15,0-3-65 0,7-1-46 0,-7 0 0 0,-1 1 0 16,1-1 0-16,-6 0 0 0,6 1 0 0,-7-1 0 0,1 0-31 0,0 1-106 16,-7-5-41-16,0 5-49 0,0-1-66 0,-1 0-75 0,-4 0-72 15,-8 1-68-15,6-1-45 0,-6-3-33 0,0 3-7 0,-6 4 6 0,6-4 16 16,-8 1 21-16,2 3 24 0,0-4 26 0,0 4 41 0,-8-4 47 16,1 4 66-16,0 0 76 0</inkml:trace>
  <inkml:trace contextRef="#ctx0" brushRef="#br0" timeOffset="107184.07">30044 12767 0 0,'-20'7'91'0,"-6"1"166"0,6 3 32 16,1-4 32-16,-1 4 34 0,7 0 38 0,-7 3 41 0,8 1 30 16,-2 0 25-16,1 3 20 0,7 1 19 0,-7 3-23 0,0 3-45 0,-1 1-42 15,2-1-39-15,-2 8-27 0,2-3-21 0,-1 6-25 0,-7 1-26 0,7-1-33 16,-6 5-36-16,6-5-27 0,-7 8-23 0,0-4-19 0,1 1-57 16,-1-1-85-16,8-3 0 0,-8 3 0 0,0-3 0 0,7-4 0 15,0 0 0-15,0-4 0 0,1 1 0 0,-2-5 0 0,8-7 0 0,-1 1 0 16,1-1 0-16,-1-7-211 0,7 0-75 0,0-8-83 0,0 2-88 0,7-5-70 15,6-5-64-15,-7-2-27 0,8 0-8 0,4-8 5 16,2 1 12-16,-1-8 21 0,7 3 25 0,7-6 32 0,-1-1 36 0,2 0 58 16,-2 1 70-16,7-4 83 0,0 3 273 0</inkml:trace>
  <inkml:trace contextRef="#ctx0" brushRef="#br0" timeOffset="107385.42">30362 13016 272 0,'-6'3'369'0,"-1"2"42"15,7-2 25-15,-7-3 21 0,1 3 18 0,6 1 17 0,-6-4 19 16,6 4 14-16,-6-1 14 0,-2-3-11 0,2 8-24 0,6-4-62 0,-13-1-83 16,7 5-78-16,-8-1-74 0,2 0-42 0,-2 4-24 0,2-3-20 15,-2 3-20-15,-5 0-18 0,-1 0-22 0,8 3-26 0,-8-3-29 0,0 0-33 16,1 4-33-16,-1-4-54 0,1 0-66 0,-1-4-97 0,0 1-114 16,1-1-75-16,6 0-55 0,-6-3-29 0,5 0-13 0,2-1-5 0,-2-3 0 15,8 0 10-15,-7-3 14 0,7 3 20 0,6-4 23 0,0 0 49 16,-7 1 61-16</inkml:trace>
  <inkml:trace contextRef="#ctx0" brushRef="#br0" timeOffset="108351.58">29945 13203 0 0,'-6'-4'186'16,"6"4"118"-16,-7-3 39 0,1-1 34 0,6 4 30 0,-6 0 24 15,6 0 18-15,0 0 16 0,-7 0 17 0,7 0 14 0,0 4 13 0,0-1-38 16,0 1-64-16,0 3-59 0,0 4-58 0,0-3-42 0,7 6-35 16,-7 1-30-16,0-1-30 0,6 1-21 0,-6 3-19 0,6 5-17 0,-6-5-16 15,0 0-13-15,7 0-14 0,-7 1-13 0,0-1-14 0,6 0-17 16,-6-3-16-16,7 4-20 0,-7-9-18 0,0 5-17 0,7-4-18 0,-7 0-19 16,0-4-20-16,6 1-26 0,-6-5-32 0,0 1-31 0,6 0-32 15,-6-4-31-15,0 0-31 0,0 0-16 0,7-4-8 0,-7 0 3 16,0-3 8-16,7 0 12 0,-7-1 16 0,0 1 16 0,6-4 20 0,-6 0 27 15,7 0 32-15,-7-4 38 0,6 4 42 0,-6-3 51 0,0-1 56 16,6 4 50-16,-6-4 45 0,7 1 41 0,0-1 40 0,-7 1 32 0,6-2 30 16,0 2 20-16,2 3 15 0,-2-4 8 0,0 4 7 0,7 0 0 15,-6 0-1-15,6 0-12 0,-1 1-19 0,2 2-21 0,-1 1-23 0,0 0-28 16,0 3-32-16,7-3-28 0,-1 7-27 0,-6-4-20 0,6 4-13 16,1 0-10-16,0 0-7 0,-1 4-7 0,1-1-6 0,0 5-6 0,-2-1-6 15,2 0-5-15,-7 1-3 0,7 2-2 0,-8 1-2 0,2 0-1 16,-1 0-2-16,-7 4 1 0,8-4 0 0,-8 3 0 0,6 2 1 0,-4-5-1 15,-2 3 1-15,0-3 0 0,-6 4 1 0,7-4 1 0,-7 0-1 16,0 0 0-16,0 0 0 0,0-1 1 0,-7-2 0 0,1 3 0 16,0 0 0-16,-2-4-1 0,2 1 0 0,0-1-3 0,-7 0-1 0,0 1-4 15,0-1-6-15,-1-3-8 0,2-1-10 0,-8 1-13 0,7 0-14 0,0-4-17 16,-6 3-17-16,5-6-25 0,-5 3-29 0,6-4-31 0,-6 0-30 0,-1 1-29 16,0-1-28-16,7-3-16 0,-6 3-7 0,6-3 1 0,-7-1 7 15,7 1 11-15,-6-1 14 0,6 2 17 0,-1-2 20 0,2 0 41 16,-1 1 48-16,6 0 54 0,-6 0 56 0,7-1 53 0,0 5 55 0,-2-5 42 15,8 5 38-15,-6-1 24 0,6 0 16 0,0 1 13 0,6-1 9 16,-6 4 7-16,8 0 2 0,-2-4-8 0,0 4-15 0,1 0-18 16,-1 0-20-16,7 4-23 0,-6-4-21 0,5 4-24 0,-4-1-23 0,4 5-17 15,1-5-12-15,0 5-11 0,0-5-10 0,1 5-8 0,-2 2-6 16,2-2-6-16,-2-1-6 0,1 5-5 0,1-2-3 0,-8-2-3 0,8 3-2 16,-8 0-2-16,0 3-1 0,0-3-1 0,1 0 1 0,0 4 0 15,-7-1 1-15,0 1 0 0,0 0 1 0,0 0 0 0,-7-1 1 0,7 5 3 16,-7-1 4-16,7 0 4 0,-6 0 5 0,0 1 5 0,0-1 4 15,6 4 5-15,-8 0 4 0,2-4 6 0,0 4 4 0,-1 0 4 16,0 0 4-16,7-4 2 0,-6 5 3 0,-1-1-2 0,1-4-1 0,6 4-3 16,-6-4-2-16,-1 0-4 0,7-3-3 0,-7 0-4 0,7-1-3 15,-6 1-4-15,6-4-4 0,-6-4-3 0,6 4-2 0,-7-3-1 0,7-5-1 16,0 5 0-16,0-8-1 0,-7 3-2 0,7-3-1 0,-6 0-2 16,6 0 1-16,-7 0-3 0,1-3-2 0,6-1-1 0,-7 0 0 0,1 1-3 15,-1-5-2-15,1 1-3 0,-8 0-4 0,8 0-4 0,0-1-1 16,-7-3-3-16,0 0-3 0,0 0-5 0,-1-4-4 0,2 1-2 15,-2-1-1-15,2 0-2 0,-1-3-1 0,-7 0-2 0,7 3 1 0,0-3 1 16,-6 4 1-16,5-5 1 0,2 4 1 0,-2 1 3 0,1 3 3 16,7 0 4-16,-7 0 3 0,6 0 4 0,1 3 3 0,0 1 1 15,-2 3 2-15,2 0 0 0,6 1 1 0,-6 0 1 0,6-1-1 0,0 4 2 16,0 0-1-16,0 0 2 0,0-4 1 0,6 4 2 0,-6 0 2 0,6 0 2 16,8-3 0-16,-8 3-1 0,7 0 1 0,0-5 0 0,0 2 0 15,7 3-1-15,0-4 1 0,-1 4-2 0,1-4 1 0,6 4-2 16,-1-3-1-16,-5 3-9 0,6 0-9 0,0 0-13 0,7 0-13 0,-14 0-14 15,14 3-16-15,-7-3-15 0,-7 4-17 0,8 0-26 0,-1 4-28 0,-7-5-36 16,1 5-41-16,0-5-42 0,-8 4-44 0,1 1-34 0,0-1-30 16,0 0-20-16,1-3-16 0,-8 3-13 0,0 1-14 0,0-1-10 15,2-3-5-15,4-1 12 0,-5 5 23 0,-7-5 34 0,6-3 38 0,1 4 42 16,0-4 44-16,-1 3 39 0,0-3 37 0</inkml:trace>
  <inkml:trace contextRef="#ctx0" brushRef="#br0" timeOffset="108501.31">30571 13848 147 0,'13'0'244'0,"-7"3"45"0,0-3 49 0,2 0 47 0,-2 4 46 0,-6-1 31 15,6 1 24-15,-6 0 15 0,6-1 11 0,-6 1-21 0,8 0-36 0,-8-4-38 16,0 3-40-16,6 1-40 0,-6-4-42 0,0 4-47 0,0-4-48 16,0 3-50-16,0-3-49 0,6 0-45 0,-6 0-41 0,0 0-59 15,0 0-67-15,-6 0-92 0,6 5-105 0,0-5-83 0,0 0-74 0,-6 0-36 16,6 0-20-16,0 0-8 0,-8 0-4 0,8 0 0 0,0 0 2 0,0 0 13 16,0 0 17-16,0 0 43 0,0 0 54 0,0 0 85 0,0 0 252 15</inkml:trace>
  <inkml:trace contextRef="#ctx0" brushRef="#br0" timeOffset="109517.82">29606 13229 14 0,'0'3'63'0,"0"-3"0"0,8 0 0 16,-2-3-7-16,0 3-7 0,1-4-13 0,-1 4-14 0,1-4-12 15,6 1-14-15,-7-1-10 0,8 0-8 0,-8-3-13 0,7 3-9 0,-6 1-8 16,6-1-6-16,-7 0-2 0,7 0-1 0</inkml:trace>
  <inkml:trace contextRef="#ctx0" brushRef="#br0" timeOffset="110301.4">30030 13166 16 0,'0'0'72'0,"0"0"0"0,0 0-3 16,0 0-3-16,0 0-2 0,0 0-3 0,0 4-5 0,-6-4-5 0,6 3-4 15,0-3-7-15,0 0-7 0,0 0-6 0,-7 0-7 0,7 4-5 16,0-4-3-16,0 0-5 0,0 0-2 0,-7 4-3 0,7-4 1 0,0 0-2 16,0 0-2-16,0 3 0 0,0-3-1 0,7 4 1 0,-7-4 0 15,0 4-1-15,0-4 0 0,0 0 1 0,7 0 0 0,-7 4 2 0,0-4 0 16,0 0 5-16,0 3 2 0,0-3 5 0,0 0 6 0,0 0 6 15,0 0 7-15,0 0 7 0,0 0 7 0,0 0 10 0,0 0 10 0,0 0 12 16,0 0 12-16,0 0 12 0,0 0 10 0,0 0 9 0,0 0 10 16,0 0 9-16,0 0 12 0,0 0 8 0,0 0 7 0,0 0 5 15,6 0 1-15,-6 0-1 0,0 0-2 0,6 0-4 0,-6 0-3 0,8 0-3 16,-8 0-1-16,0 0 0 0,6 0-3 0,-6 0 0 0,0-3-1 16,6 3-3-16,-6 0-4 0,0 0-3 0,7 0-2 0,-7 0-2 15,6 0-2-15,-6 0-3 0,0 3-1 0,7-3-5 0,-7 0-6 0,0 0-8 16,6 0-6-16,-6 4-11 0,0-4-10 0,0 0-8 0,7 0-5 0,-7 4-3 15,0-4-5-15,0 0-1 0,0 3-3 0,0-3-3 0,0 4-5 16,0-4-3-16,6 4-3 0,-6-4-4 0,0 0-2 0,0 3-3 16,0-3-3-16,0 4-4 0,0-4-2 0,0 0-4 0,0 4-3 0,0-4-2 15,0 0-3-15,0 0-2 0,0 0 0 0,0 0-2 0,0 0 0 16,0 3-1-16,0-3-1 0,0 0 0 0,0 0-1 0,0 0-1 16,6 0 1-16,-6 0-2 0,0 4-1 0,0-4 0 0,0 0 0 0,8 0-2 15,-8 4 2-15,0-4 1 0,0 0-1 0,6 0 1 0,-6 3 3 0,0-3 0 16,6 0-1-16,-6 0 0 0,7 4 1 0,-7-4 0 0,6 0-1 15,-6 3 1-15,7-3 0 0,-7 0-1 0,6 0-1 0,-6 4 0 16,7-4-2-16,-7 4-1 0,0-4-2 0,6 0 0 0,-6 3 0 0,7-3 0 16,-7 0-1-16,0 4 0 0,7-4 2 0,-7 0 0 0,0 0 0 15,6 4 1-15,-6-4-1 0,0 0 2 0,6 3-1 0,-6-3 0 0,0 4 1 16,7-4-2-16,-7 0-1 0,7 0 0 0,-7 0 0 0,6 4 0 16,-6-4-1-16,6 0-1 0,1 0 0 0,-7 0 1 0,6 0-1 15,8 3-1-15,-8-3 1 0,0 0-2 0,2 0 1 0,-2 0-1 0,0 0 1 16,7 0-1-16,-6 4 0 0,-1-4-1 0,1 0 0 0,5 0-1 15,-4 4-1-15,-2-4-1 0,0 3 2 0,0-3 0 0,1 4 0 0,0-4 0 16,-1 4 0-16,1-4-1 0,-7 3 1 0,6-3 0 0,1 0 0 0,0 4 1 16,-7-4-1-16,6 4 0 0,0-4 0 0,-6 0 0 0,6 0-1 15,2 0 0-15,-2 3-1 0,0-3 1 0,1 0-1 0,-7 0 1 0,6 0 0 16,1 0 0-16,0 0-1 0,-7 0-3 0,6 0-2 0,-6 0-4 16,6 4-4-16,0-4-7 0,-6 0-4 0,0 0-8 0,8 0-8 0,-8 0-10 15,0 0-9-15,0 3-13 0,0-3-12 0,0 0-18 0,0 0-24 16,0 0-48-16,0 0-63 0,0 0-80 0,0 0-87 0,0 0-58 15,0 0-42-15,-8 5-19 0,2-5-2 0,0 3 2 0,6 0 8 0,-6 2 10 16,-1-2 12-16,7 5 19 0,-7-5 22 0,7 5 51 0,0-1 65 16</inkml:trace>
  <inkml:trace contextRef="#ctx0" brushRef="#br0" timeOffset="-201395.53">1127 912 0 0,'0'-4'2'16</inkml:trace>
  <inkml:trace contextRef="#ctx0" brushRef="#br0" timeOffset="-188695.82">1302 1183 33 0,'6'-3'151'0,"-6"-1"7"0,0 0 2 0,0 4 4 0,0 0 6 0,0 0 9 15,0 0 12-15,0 0 14 0,0 4 15 0,0 0-9 0,0-4-24 0,0 3-13 16,7 1-8-16,-7-1 2 0,0 5 8 0,0-1 11 0,-7 0 15 0,7 8 14 15,0 0 11-15,0-1 4 0,-6 9-1 0,-1-2-7 0,7 5-10 0,-6 3-14 16,0 4-13-16,-1 0-15 0,0 4-14 0,1 3-13 0,0 0-15 0,-1 1-14 16,0 3-16-16,-6 0-14 0,7 3-15 0,0-3-10 0,-8 4-8 0,8-4-4 15,0 0-3-15,-8 0-4 0,8-4-1 0,-1 1-3 0,1-1-1 0,-1-7-2 16,1 3-1-16,-1-3-3 0,1-3-1 0,0-5-3 0,-2 1-3 0,2-1-3 16,6-3-2-16,-6-4-3 0,6 1-1 0,0-4-4 0,-7-4-1 0,7 0-3 15,0-4-2-15,0 0-1 0,0-3-1 0,0 0-3 0,0-4-1 0,0 0 0 16,0 0 0-16,0 0-1 0,7 0 1 0,-7-4 0 0,0-3-2 0,6-1 1 15,0 1 1-15,2-4 0 0,-2-4 1 0,0-3 0 0,7-4 0 0,-6 0-1 16,6 0 0-16,-7-4 1 0,8-3 2 0,-2 4-2 0,2-1 0 0,-2 0 0 16,1-3 2-16,-6 7-1 0,6-4-1 0,-7 5-1 0,8 2 0 0,-8 1 0 15,7-1 1-15,-7 5-1 0,8-1 0 0,-8 4 0 0,8 0-1 0,-8 0 0 16,6 4 2-16,2 0-2 0,-1-1 0 0,-1 5 0 0,2-2 0 0,-2 2 1 16,2 3-1-16,5-4 1 0,1 8 0 0,-7-4 2 0,6 3 3 0,1 2 1 15,-1 2 3-15,1-3 0 0,-7 3 1 0,7 4 3 0,0-4 2 0,-2 4 2 16,-4 0 2-16,5 4 4 0,-5-4 3 0,4 3 4 0,-4 1 3 0,-8-1 6 15,7 2 4-15,-6-2 5 0,6 4 4 0,-7-3 5 0,-6 3 3 16,0 0 5-16,0 1 0 0,0-1 4 0,0 4 3 0,-6-3 2 0,0 3 0 16,-8-4 0-16,8 4-3 0,-7-4-4 0,-1 4-6 0,2-3-4 0,-8 3-7 15,1-4-5-15,-1 0-6 0,0-3-3 0,1 3-6 0,-1-4-3 0,2 1-6 16,-9-4-6-16,7 0-7 0,-6-3-9 0,7 2-8 0,-1-6-11 0,0 4-12 16,2-8-12-16,-2 3-13 0,0-3-15 0,7-3-15 0,-7 3-20 0,8-8-23 15,-2 4-34-15,-5-3-41 0,6-4-51 0,0 4-58 0,0-8-48 0,0 4-44 16,6-3-37-16,-5-5-31 0,-2 5-17 0,8-5-12 0,0 1 1 15,6-4 9-15,0 4 16 0,0-1 21 0,0 1 34 0,0 0 40 0,6 0 53 0,0-1 60 16,8 5 53-16,-2-5 187 0</inkml:trace>
  <inkml:trace contextRef="#ctx0" brushRef="#br0" timeOffset="-188379.22">1888 1985 0 0,'13'11'3'0,"-6"0"183"0,-1 1 10 0,-6-2 12 0,6 5 11 0,-6-4 21 16,0 4 24-16,0-1 23 0,0 1 25 0,0 3 27 0,0 0 30 15,0 1-15-15,0-1-35 0,0 4-27 0,0-3-21 0,8 2-10 0,-8-2-6 16,6 3-10-16,0-4-11 0,1-4-17 0,-1 5-23 0,8-4-22 0,-2-1-23 16,-6-3-25-16,14 0-26 0,-6 0-20 0,-1-3-20 0,6-1-11 0,0-4-10 15,1 1-4-15,-1-4-3 0,1-4-1 0,6 1-1 0,-6-1-1 16,5-3 0-16,-5 0-1 0,6-8-1 0,-6 4 0 0,-1-4-4 0,1 1-1 16,6-1 0-16,-13-4 0 0,7 1 1 0,-8 4 2 0,2-5 0 0,-1 1 4 15,-7 4 1-15,0-5 3 0,2 5 2 0,-2-5 4 0,-6 4 3 0,-6-3 2 16,6 3 2-16,-8 1 0 0,-4-1 0 0,5 1-2 0,-6-1-2 15,-6 4-2-15,5-4-4 0,-5 0-2 0,-7 4-2 0,6 0-4 0,-6 4-5 16,1 0-4-16,-1 0-7 0,6-1-7 0,-6 5-11 0,-1 3-14 0,1-4-16 16,1 8-22-16,-1-4-26 0,6 3-46 0,1 1-56 0,-1 0-70 0,0-1-78 15,1 5-67-15,6-1-63 0,0 0-33 0,7 0-17 0,-2 1-5 0,2 0 1 16,6-1 10-16,6 0 12 0,2 0 21 0,-2 1 25 0,7-5 45 16,7 1 55-16,-2 0 70 0,2-4 224 0</inkml:trace>
  <inkml:trace contextRef="#ctx0" brushRef="#br0" timeOffset="-188063.17">2780 2007 140 0,'0'12'280'0,"0"-5"29"0,-6 4 19 0,0-4 16 0,6 4 19 15,-7 0 27-15,0 0 30 0,1 0 21 0,-1 0 17 0,7 3-4 16,-6 1-14-16,0 0-48 0,-2-1-65 0,2 1-49 0,0 4-40 0,0-1-23 16,-1-4-13-16,0 5-17 0,7-1-16 0,-6-3-25 0,6 3-28 0,0-4-22 15,0 2-17-15,0-6-14 0,0 5-12 0,6-4-10 0,1 0-8 0,0-4-8 16,5 1-6-16,-6-1-5 0,8-3-3 0,5-1-2 0,-5-3-2 15,4 0 0-15,2 0 0 0,0-3 0 0,-1-5 2 0,1 1 1 0,0-4 0 16,-1 0 2-16,7-4-1 0,-6 1 1 0,-1-5 1 0,1 1-1 16,-8 0-1-16,8-4 1 0,-6 3-1 0,-1-2 0 0,-1-1 0 0,2 0 0 15,-2 3 1-15,-5-3 1 0,-7 0-1 0,7 4 1 0,-7 0 0 0,0-4-1 16,0 3 1-16,-7 1-1 0,0-1 0 0,-5 5 0 0,5-4 0 16,-12 3-2-16,6 0 0 0,-1 1-2 0,-6 3-4 0,2 0-3 0,-2 0-6 15,-7 4-7-15,9 2-10 0,-9 2-12 0,1 3-10 0,0 0-15 16,0 8-14-16,7-5-22 0,-7 5-25 0,-1 3-42 0,7 3-52 0,-5-3-62 15,5 4-68-15,0-1-51 0,8 5-42 0,-2-5-33 0,2 4-32 0,5-2-8 16,1-2 3-16,6 1 7 0,0-1 14 0,6-3 19 0,7 0 24 0,1-3 44 16,4-5 49-16,2 4 65 0,7-7 73 0</inkml:trace>
  <inkml:trace contextRef="#ctx0" brushRef="#br0" timeOffset="-187729.05">3497 1912 0 0,'7'0'61'0,"-1"-3"285"16,0 3 67-16,-6 3 34 0,0-3 20 0,0 0 11 0,0 0 7 0,0 0 10 15,0 0 9-15,-6 0 11 0,6 4 13 0,0-4-14 0,-6 0-30 16,6 3-82-16,-7-3-107 0,0 4-78 0,1-4-64 0,-7 7-34 0,6-3-17 16,-6 0-12-16,1 3-8 0,-2 0-8 0,1 4-9 0,0 0-13 15,0 0-13-15,1 0-10 0,-2 4-7 0,1 0-8 0,0-1-7 0,6 1-5 16,1 0-4-16,6-1-1 0,0 1-2 0,0-1 1 0,0 1 0 0,6 0-1 16,7-1 1-16,-6 1-1 0,6-1 2 0,1 2-1 0,-2-2 0 15,8-3 1-15,-7 4 0 0,7-4 1 0,-1 0 0 0,0 0 2 0,1 0 0 16,-1-4 0-16,-5 4 0 0,5-4 0 0,-6 1 1 0,0-1 1 15,-7 0 1-15,8 1 7 0,-8-1 10 0,0 0 13 0,-6 1 10 0,0-5 11 16,0 5 7-16,0-1 7 0,-6 0 5 0,0 4 5 0,-8-4 3 16,2 4 4-16,-2 0 2 0,-5 0-43 0,6 1-44 0,-6-2 0 0,-1 5 0 15,-6-4 0-15,7 0 0 0,-1 0 0 0,-6 0 0 0,-1 0 0 0,8-4 0 16,-7 1 0-16,6-1 0 0,1-3 0 0,-7-4-160 0,6 3-99 16,8-6-86-16,-8-1-88 0,7-3-86 0,6-4-54 0,1 0-36 0,-1-4-12 15,7 1 1-15,0-5 12 0,0 1 16 0,7-4 25 0,-1 0 26 0,7 0 36 16,0 0 42-16,1 0 70 0,-2 0 86 0</inkml:trace>
  <inkml:trace contextRef="#ctx0" brushRef="#br0" timeOffset="-187529.95">3640 2106 14 0,'14'-4'195'16,"-2"1"26"-16,8 3 24 0,-7-4 31 0,7 1 33 0,-2-1 34 0,2 0 39 16,0 1 27-16,-1-1 24 0,7 0-3 0,-6-3-14 0,6 3-31 15,-7 1-40-15,8-1-28 0,-1-3-24 0,0 3-21 0,-7 4-22 0,7-7-29 16,0 7-32-16,1-4-35 0,-1 0-37 0,0 4-26 0,-7-3-24 0,7-1-16 15,0 4-14-15,-6-3-13 0,5-2-15 0,-5 5-19 0,0-3-19 16,-1 3-31-16,1-4-37 0,-7 4-56 0,6-4-66 0,-6 1-68 0,-6 3-68 16,6-4-52-16,-7 4-47 0,2-4-23 0,-2 1-11 0,-6-1-1 15,6 1 4-15,-6-1 12 0,0 0 14 0,0 1 26 0,0-5 35 0,0 5 55 16,-6-5 65-16</inkml:trace>
  <inkml:trace contextRef="#ctx0" brushRef="#br0" timeOffset="-187262.57">4285 1469 194 0,'-13'11'331'0,"7"0"43"0,-8 3 33 0,2 1 24 0,4 0 23 15,-4-1 20-15,-1 4 19 0,6 4 21 0,-6 4 21 0,1 0 4 0,-2 3-3 16,1 4-49-16,0 4-71 0,0 3-60 0,0 0-54 0,0 4-38 16,-7 4-28-16,14-4-26 0,-7 3-19 0,7 1-19 0,-1 0-20 0,0-4-29 15,7-1-123-15,0 2 0 0,7-5 0 0,0-4 0 0,-1 1 0 16,7-4 0-16,0 0 0 0,0-4 0 0,0-7 0 0,7 4 0 0,-8-7 0 15,8-5 0-15,0 1-22 0,-1-4-79 0,7-4-5 0,0-3-7 16,-6-1-8-16,6-3-13 0,7-3-20 0,-8-5-27 0,1 5-29 0,7-8-47 16,-7 0-51-16,0 0-53 0,0 0-53 0,1-4-45 0,-1 1-40 15,-1-1-20-15,1 0-9 0,0-3 2 0,-6 3 3 0,-1-3 17 0,7 0 23 16,-6-1 32-16,0 1 40 0,-1-4 55 0,1 3 64 0</inkml:trace>
  <inkml:trace contextRef="#ctx0" brushRef="#br0" timeOffset="-186062.57">5919 1667 0 0,'0'-8'58'0,"7"5"181"0,-7-1 38 0,0-3 23 0,0 7 16 16,0 0 14-16,0-4 12 0,7 4 17 0,-7 0 18 0,0 0 23 16,0 0 23-16,0 0-24 0,-7 0-47 0,7 4-42 0,-7-1-36 0,1 1-36 15,0 3-35-15,0 1-23 0,-2 3-14 0,-4-1-13 0,-8 5-11 0,7 0-16 16,-7 3-21-16,1 1-20 0,-7-1-23 0,6 4-19 0,-6-4-14 16,0 4-13-16,1 0-13 0,-2 0-10 0,1-3-9 0,-6-1-9 0,5 0-8 15,8 0-6-15,-7 1-6 0,0-5-2 0,6 1 0 0,0-1-2 0,1 1 1 16,0-4 0-16,6-3 0 0,-1 3 3 0,2-4 3 0,5 0 5 15,0-3 5-15,7 0 8 0,0 3 7 0,0-3 8 0,7-1 8 0,0 1 8 16,5-1 7-16,2 1 5 0,5 0 5 0,1-1 5 0,6 1 5 0,0-4 4 16,7 0 3-16,5 0 3 0,-5 0 4 0,6 0 1 0,7-4 1 15,-7 1-3-15,7-1-3 0,-1 0-6 0,1-3-7 0,-1 4-5 0,0-5-5 16,1 5-4-16,-1-5-4 0,-5 5-3 0,-1-1-2 0,0-3-4 16,-7 3-3-16,1 0-4 0,-1 1-4 0,-5-1-7 0,-7 0-9 0,-1 1-11 15,0-1-14-15,-5 4-24 0,-1-4-28 0,-7 1-37 0,0-1-38 0,1 1-52 16,0-2-61-16,-7-2-52 0,0 3-51 0,-7-3-31 0,7 3-25 15,-7 1-8-15,1-4 4 0,-7 3 7 0,0 0 13 0,0-3 21 0,0 3 30 16,0 1 34-16,-7-1 39 0,1 0 53 0,-1 1 155 0</inkml:trace>
  <inkml:trace contextRef="#ctx0" brushRef="#br0" timeOffset="-185862.72">5731 1751 155 0,'0'11'203'0,"0"4"25"16,0 3 27-16,0 4 32 0,0 0 34 0,0 3 39 0,-7 5 43 0,7-1 31 15,0 0 21-15,0 4-18 0,-6 1-39 0,6 2-27 0,-7 1-22 16,0-1-15-16,1 1-13 0,0 3-19 0,0 0-22 0,-2 1-28 0,2-1-31 16,-7-3-38-16,7 3-43 0,-8 0-30 0,8-3-22 0,-6 0-21 15,4-5-20-15,2-2-22 0,0-1-26 0,-1-3-28 0,7-1-30 0,0-6-42 16,-7-1-52-16,7-4-66 0,0-3-73 0,0-3-63 0,7-1-55 0,-7-3-48 16,7-4-42-16,-1-8-18 0,0 1-5 0,8-4 6 0,-2-7 12 15,2-4 18-15,-1-4 22 0,7-3 37 0,-2-4 45 0,2-4 63 16,-1-3 72-16</inkml:trace>
  <inkml:trace contextRef="#ctx0" brushRef="#br0" timeOffset="-185662.12">6057 1583 77 0,'6'-4'213'0,"0"0"31"0,1 8 30 0,0 3 28 16,-1 4 28-16,1 4 32 0,-1-1 36 0,0 8 27 0,1 0 25 0,0 7-7 16,-7 1-22-16,6 3-22 0,0 3-20 0,-6 5-26 0,0 3-26 0,0 3-26 15,0 1-25-15,-6 3-24 0,0 1-24 0,-1 2-30 0,0 5-34 16,1-4-28-16,-7 3-25 0,7-2-23 0,-8-2-26 0,8 2-28 15,-8-5-29-15,8-4-36 0,0 1-36 0,0-8-52 0,6-3-55 0,-7-1-75 16,7-6-84-16,0-4-72 0,0-1-66 0,0-7-40 0,0-3-25 0,0 1-8 16,7-6 0-16,-7-3 8 0,6-3 15 0,0-4 22 0,0-4 28 15,8 0 44-15,-8-7 52 0,8 0 70 0,-1-3 171 0</inkml:trace>
  <inkml:trace contextRef="#ctx0" brushRef="#br0" timeOffset="-185346.31">6408 1645 41 0,'-6'0'245'0,"6"0"35"0,6-4 31 0,0 8 41 0,2-4 43 16,4 0 30-16,1 3 22 0,7-3 16 0,0 4 13 0,-1 0 0 0,7-1-5 15,6-3-42-15,-6 4-59 0,1 0-41 0,5-4-32 0,-6 3-29 0,7-3-29 16,-7 4-36-16,-1-4-42 0,2 4-30 0,-1-4-21 0,-6 0-15 16,6 0-13-16,-7 0-12 0,1 0-12 0,0 0-15 0,-8-4-15 0,1 4-18 15,0 0-19-15,0-4-18 0,-7 4-17 0,8-3-19 0,-14 3-19 16,6-4-29-16,0 4-34 0,-6-4-56 0,0 1-66 0,0-1-61 0,0 0-58 16,-6 1-49-16,0-1-46 0,0 0-20 0,-2 1-12 0,2-1 2 0,-7 0 8 15,0 1 14-15,0 3 17 0,1 0 28 0,-8 0 33 0,7 0 54 16,-7 0 66-16,0 3 61 0,1-3 226 0</inkml:trace>
  <inkml:trace contextRef="#ctx0" brushRef="#br0" timeOffset="-185179.48">6629 1619 77 0,'-6'7'159'0,"6"1"14"0,-6-1 14 0,6 4 19 15,0 4 20-15,-7 3 25 0,7 0 28 0,0 4 31 0,0 0 31 0,0 8 4 16,-7-1-12-16,7 0-7 0,-6 7-4 0,-1 2-5 0,1-2-6 0,0 4-9 16,-1 1-12-16,-6-1-15 0,0 0-20 0,0 4-24 0,0 0-28 15,-7-4-32-15,8 1-35 0,-8-1-38 0,0 0-39 0,1 1-33 16,-1-5-33-16,-6 1-42 0,13-4-49 0,-7 0-63 0,1-4-71 0,0-3-65 15,-1 0-59-15,7-1-47 0,-1-7-40 0,2 1-19 0,-1-5-10 0,6 1-1 16,1-4 1-16,-1-4 11 0,7-3 15 0,0-4 32 0,0 0 40 16,0 0 60-16,7-8 69 0</inkml:trace>
  <inkml:trace contextRef="#ctx0" brushRef="#br0" timeOffset="-185011.71">6408 2458 0 0,'6'-7'127'15,"8"-1"19"-15,-8 1 7 0,7 3 13 0,0 0 17 0,6-3 16 0,1 3 18 16,0-3 16-16,-1 3 16 0,7-3-11 0,0 0-26 0,1 0-19 15,-1 3-17-15,0-3-10 0,7-1-8 0,-8 1-6 0,1 0-7 0,0-1-14 16,0 5-15-16,1-5-18 0,-8 1-19 0,7 4-16 0,-6-1-17 16,0 0-16-16,-2-4-13 0,-4 5-25 0,5 0-28 0,-5-2-31 0,-2 2-36 15,2-1-30-15,-8 1-30 0,7-1-34 0,-7 0-36 0,1 1-23 16,-7-1-20-16,7 0-9 0,-7 1-6 0,0-1 0 0,0 0 0 0,0 1 13 16,0-5 23-16,-7 5 28 0,0-5 33 0</inkml:trace>
  <inkml:trace contextRef="#ctx0" brushRef="#br0" timeOffset="-184679.32">6942 2026 63 0,'-7'3'175'0,"1"1"17"16,0 3 18-16,6 1 21 0,-6 3 24 0,-2 0 26 0,2 3 30 0,0 4 40 15,-1 4 44-15,1 0 4 0,-1 8-20 0,0-1-17 0,-5 0-20 16,5 8-13-16,-6-1-11 0,7 1-13 0,-8 4-16 0,1-1-21 16,1 0-21-16,-2 1-27 0,2-1-31 0,-2-4-39 0,1 1-45 0,0 0-31 15,6-4-25-15,-5-1-16 0,-2-2-16 0,2-1-11 0,5-3-10 0,-6-1-8 16,0-3-7-16,7 4-7 0,-8-7-4 0,2 2-5 0,-2-2-1 15,1 3-2-15,1-8-1 0,-2 5 0 0,2-5 2 0,-2 1 2 16,8 0 0-16,-7-4 5 0,6 0 3 0,1-1 4 0,-1-2 5 0,1-4 5 16,6 3 7-16,0-3 7 0,0-1 6 0,6 1 8 0,1-1 8 15,-1-3 6-15,7 4 5 0,0-4 3 0,7 0 5 0,0 0 4 0,-1 0 2 16,7-4 2-16,0 4 1 0,0-3-1 0,1-4 0 0,-2-1-3 16,7 5-6-16,-5-5-6 0,-1-3-7 0,0 4-6 0,-6 0-8 0,6-4-6 15,-7 4-9-15,7-4-8 0,-6 4-12 0,-1-5-12 0,-5 5-14 16,4-1-18-16,-4-3-19 0,5 4-29 0,-5 0-33 0,-8-1-41 0,6 1-44 15,-4-4-46-15,-2 8-46 0,0-5-41 0,1 1-39 0,-7 3-28 16,0-3-25-16,0 3-6 0,-7 1 5 0,7-1 12 0,-6 0 19 0,6 1 28 16,-6-1 31-16,-2 0 41 0,2 0 45 0,0 1 46 0,0-1 102 15</inkml:trace>
  <inkml:trace contextRef="#ctx0" brushRef="#br0" timeOffset="-184494.31">6877 2634 0 0,'0'3'205'0,"0"1"81"0,0 3 28 15,0 4 28-15,0 0 32 0,7 0 28 0,-7 4 27 0,6-1 18 16,1 1 16-16,-1 0 8 0,0 3 5 0,8-3-44 0,-8 3-67 0,0-3-59 16,8 3-57-16,-8-3-35 0,7-1-26 0,-7 1-31 0,2 0-32 15,4-4-33-15,-6 0-33 0,2 0-32 0,-2 0-31 0,0-4-43 0,1 0-46 16,-1 1-60-16,1-5-63 0,-7 1-64 0,7 0-63 0,-1-4-55 16,-6 0-52-16,0 0-24 0,6-4-12 0,0 0-3 0,-6 1 5 0,8-1 11 15,-8-3 15-15,6 0 29 0,0-1 38 0,1-3 53 0,-1 0 60 16</inkml:trace>
  <inkml:trace contextRef="#ctx0" brushRef="#br0" timeOffset="-184278.31">7404 2256 159 0,'7'-7'408'0,"-7"3"54"0,7 1 30 0,-7 3 20 0,0 0 14 0,0 0 16 15,0 3 15-15,6 1 17 0,-6-4 17 0,6 4 15 0,-6-4 14 16,0 3-69-16,7-3-112 0,-7 4-100 0,7 0-95 0,-7-4-51 15,0 3-29-15,6 1-20 0,-6-4-76 0,0 4-68 0,0-4 0 0,7 3 0 16,-7-3 0-16,0 4 0 0,0 0 0 0,-7-1-80 0,7 4-218 0,-6 1-114 16,-1-1-122-16,0 5-61 0,1-2-31 0,0 5-15 0,-8 0-8 15,8-1 5-15,0 5 11 0,-7-1 19 0,6 0 25 0,0 1 38 0,1-1 42 16,6 0 74-16,0 4 89 0</inkml:trace>
  <inkml:trace contextRef="#ctx0" brushRef="#br0" timeOffset="-184112.25">7398 2784 154 0,'-6'10'392'0,"6"-2"47"0,-7 0 27 0,1-5 18 0,6 1 14 0,0 0 10 16,-7-1 10-16,7-3 8 0,0 0 9 0,0 0 4 0,0 0 4 16,0 0-79-16,0 0-123 0,0 0-99 0,0 0-91 0,0 0-57 15,0 0-44-15,0 0-41 0,0 0-44 0,0 0-70 0,0 0-83 0,0-3-97 16,0 3-105-16,0 0-66 0,0 0-46 0,0 0-22 0,0 0-11 16,0 0-5-16,-7 0-1 0,7 3 10 0,-6-3 14 0,6 4 25 0,-6-1 29 15,-8 1 60-15,8 3 73 0</inkml:trace>
  <inkml:trace contextRef="#ctx0" brushRef="#br0" timeOffset="-134429.14">1127 3692 190 0,'-8'0'234'0,"8"0"28"0,-6-3 25 0,6 3 26 15,0 3 24-15,-6-3 23 0,6 0 24 0,0 0 16 0,0 0 14 0,0 0-24 16,0 4-41-16,0 0-25 0,6-1-18 0,-6 1-17 0,6 3-18 16,2 4-14-16,-2 1-17 0,-6-1-14 0,13 3-16 0,-7 4-16 0,1 1-15 15,-1-1-8-15,1 4-6 0,-1-1-5 0,8 2-6 0,-8 3-10 0,-6-1-12 16,6 1-13-16,1 3-13 0,0-3-9 0,-7 4-11 0,6-1-8 0,-6 0-8 16,0 0-7-16,0 1-8 0,0-1-7 0,0 0-9 0,-6 0-8 15,6-3-10-15,-7-1-11 0,7 1-16 0,-7-4-18 0,7 0-18 0,-6-3-22 16,6-1-25-16,-6-4-26 0,6-3-30 0,0 0-37 0,0-7-42 0,0 0-49 0,0 0-52 15,0-8-52-15,6 0-53 0,-6-3-32 0,6-1-21 0,1-6-15 16,0-1-10-16,-7-7-2 0,12 0 4 0,-5-3 16 0,-1-1 23 0,8-4 41 16,-8-2 51-16,7-1 65 0,-6 0 71 0,-1 0 71 0,0 0 70 0,1 4 55 15,-1-1 48-15,1 1 47 0,-7 3 48 0,0 0 51 0,0 1 52 0,0 4 48 16,0-2 45-16,-7 5 42 0,7-5 42 0,0 5 17 0,-6 4 6 16,6-5-2-16,0 1-3 0,0 3-7 0,0 1-12 0,0 3-11 0,0-4-14 15,6 4-22-15,-6 0-28 0,7 0-30 0,0 0-33 0,-1 4-41 0,8-5-42 16,-2 5-26-16,1 0-15 0,7 0-10 0,0-4-8 0,-2 4-5 0,9-1-3 15,-1 1-5-15,0 4-5 0,0-5-6 0,1 1-6 0,5 3-6 16,1 0-6-16,-8-3-7 0,8 7-8 0,-8-3-7 0,8 3-8 0,-7 0-6 16,0 0-5-16,1 3-3 0,-1-3-3 0,0 3-1 0,0 1-1 0,-7 0-1 15,7 3 0-15,-6-3 0 0,-7 4 0 0,7-1 1 0,-8-4 1 16,2 5 2-16,-1 3 1 0,-7-4 1 0,0 0 1 0,1 4 2 0,0 0 1 16,-7 0 0-16,0 3 1 0,0 1-1 0,0 0 1 0,-7 4-1 15,0-1-5-15,-5 0-12 0,-1 4 0 0,-1 4 0 0,-6-5-29 0,2 6-29 16,-9 2-30-16,7-4-32 0,-5 1-35 0,-1-1-54 0,-7 1-64 0,7 0-72 15,0-4-79-15,0 0-68 0,0-4-65 0,-1 0-27 0,9-3-10 16,-2-8 5-16,0 1 13 0,1-4 23 0,5-1 26 0,-5-6 30 0,13-5 33 16,-8 1 54-16,8-5 62 0,0 2 72 0,-8-5 253 0</inkml:trace>
  <inkml:trace contextRef="#ctx0" brushRef="#br0" timeOffset="-134262.04">1472 3989 191 0,'-7'-7'241'0,"0"3"34"16,-6-3 33-16,7 3 42 0,0 1 47 0,-2-1 28 0,2 0 20 0,0 1 11 15,6-1 9-15,0 0-30 0,0 4-48 0,0-3-39 0,0-1-34 0,6 0-31 16,0 1-32-16,8 0-31 0,-8-2-29 0,7 2-38 0,7-5-44 0,0 5-25 15,-1-5-18-15,1 5-11 0,6-4-8 0,-7-1-5 0,7 5-5 16,0-5-4-16,-6 4-4 0,6-4-9 0,-7 5-14 0,7 0-17 0,-6-5-18 16,-1 8-29-16,-5-3-35 0,-2-1-44 0,2 4-47 0,-1-4-54 15,-7 4-58-15,0 0-46 0,-6 4-42 0,0-4-42 0,0 4-43 0,-6 3-16 16,0 0-2-16,-7 4 6 0,-1 1 13 0,2-1 24 0,-8-1 31 16,0 5 42-16,1 3 44 0,-1-3 54 0,-6 3 57 0</inkml:trace>
  <inkml:trace contextRef="#ctx0" brushRef="#br0" timeOffset="-134112.99">1491 4106 18 0,'-26'22'179'0,"6"-3"23"0,0-1 18 0,2-3 15 0,4-4 11 0,8 3 16 15,-7-3 16-15,13-3 20 0,-7 3 20 0,7-4 0 0,0 0-12 0,0-3-16 16,7 3-20-16,-1-3-18 0,1 3-17 0,-1-3-17 0,8-1-15 0,-8 1-12 16,6 0-11-16,2-1-14 0,5-3-17 0,-5 0-18 0,-2 0-22 0,8 0-21 15,-1-3-23-15,1-5-22 0,0 5-25 0,6-8-33 0,-7 0-37 16,7-4-49-16,-6-3-54 0,6 0-54 0,-1-8-56 0,2 0-53 0,-7 1-56 16,6-8-27-16,0 0-12 0,-7 0-7 0,7-4-5 0,-6 1 4 15,-1-1 8-15,1 1 20 0,-8-5 29 0,8 4 42 0,-7 1 54 0</inkml:trace>
  <inkml:trace contextRef="#ctx0" brushRef="#br0" timeOffset="-133896.55">1836 3289 156 0,'-13'-2'277'0,"7"-3"40"0,-7 10 38 0,6-3 36 15,-6 9 36-15,7 1 26 0,-8 6 22 0,8 0 17 0,-7 8 15 0,6-1-7 16,-6 8-17-16,1 5-42 0,-2 1-57 0,2 5-38 0,-2 4-30 0,-5 3-28 16,5 4-24-16,-4 4-27 0,4-1-24 0,1 9-18 0,-7-2-12 0,8-3-12 15,-2 8-10-15,2-8-11 0,5 4-141 0,-6-4-9 0,13-3 0 16,-7-4 0-16,7-4 0 0,7-3 0 0,-7-3 0 0,6-9 0 0,8-3 0 15,-2 0 0-15,2-8 0 0,-2-2 0 0,8-6 0 0,-7-2 0 16,7 0 0-16,-1-8 0 0,1-4 0 0,6 2 0 0,-6-10-121 0,-1-2-122 16,7-4-52-16,0-3-75 0,-6-8-82 0,5 0-69 0,1-7-60 0,1 0-21 15,-8-5-1-15,8-5 9 0,-2-2 18 0,-5 1 19 0,0-4 24 16,-1 0 28-16,-6 0 29 0,6-4 46 0,-12 4 55 0,6-3 74 0,-7 2 245 16</inkml:trace>
  <inkml:trace contextRef="#ctx0" brushRef="#br0" timeOffset="-133330.08">2155 3729 134 0,'0'-7'363'0,"7"3"37"15,-1 0 21-15,-6 4 17 0,7 0 14 0,-1 0 14 0,-6 0 15 16,7 0 13-16,-1 0 15 0,0 0 13 0,8 4 12 0,-8-4-70 0,8 0-110 16,-2-4-82-16,1 4-66 0,7 0-33 0,-7-4-19 0,6 4-14 15,1-3-14-15,-1-1-13 0,7 4-14 0,-6-3-15 0,-1-1-13 0,8 0-12 16,-8 1-13-16,8-1-10 0,-8 0-10 0,7 4-7 0,-6-4-8 16,0 4-3-16,-2-3-3 0,2 3-1 0,-7 0-2 0,1 0 0 0,-2 0 1 15,1 0 1-15,-6 0 3 0,-1 0 2 0,1 3 2 0,-7 1 5 0,0 0 5 16,-7 0 4-16,7 3 4 0,-13 0 4 0,6 4 0 0,-5 0 2 15,-8 1 1-15,7 2 0 0,-13 5 0 0,6-5-1 0,-6 8-2 0,-6-4-3 16,6 4-2-16,-6 0-7 0,-2 1-7 0,2-2-9 0,-1 1-10 16,1 0-8-16,-1 0-9 0,1 0-8 0,6-4-10 0,-1 1-8 0,8-4-10 15,0-1-11-15,0 1-10 0,5-4-11 0,1 0-12 0,6-4-5 16,1 4-5-16,0-4-1 0,6-3 2 0,0 3 3 0,0 1 6 0,0-5 8 16,6 5 6-16,0-1 10 0,-6-4 8 0,7 5 9 0,0 0 11 0,-1-1 12 15,0 0 11-15,2 0 8 0,-2 1 8 0,0-1 5 0,-6 1 5 16,7-1 5-16,-1 4 4 0,1-4 3 0,-7 4 3 0,6 0 2 0,-6-4 5 15,7 4 1-15,-1 1 3 0,-6-6 0 0,6 6 2 0,-6-1 0 16,0-4 1-16,8 0-2 0,-8 4-3 0,6-3-2 0,-6-5-3 0,0 1-4 16,6 3-4-16,-6-3-2 0,7-4-2 0,0 0-4 0,-1 0 0 0,0-4-1 15,7 1-2-15,-6-1 0 0,6-3 0 0,0-4 0 0,6 3 2 16,-6-6 0-16,7-2 0 0,0 3 1 0,6-6-1 0,-7 4 2 0,7-3-1 16,0 0 0-16,-6-1-2 0,6 1 0 0,-7 4-1 0,8-2 0 15,-7 6 2-15,5-1-2 0,-12 3 0 0,6 1 1 0,1 0 0 0,-7 7 1 16,0-4 0-16,-6 4 1 0,6 4 3 0,-6-1 5 0,5 1 9 15,-12 3 9-15,6 1 8 0,2 3 12 0,-8-4 8 0,6 4 9 0,-6 0 10 16,0 4 10-16,-6-1 11 0,6 1 8 0,-8 0 9 0,8-1 7 0,-6 4 6 16,0-3 1-16,0 3 0 0,-8-3-3 0,8 4-102 0,-7-5-22 15,-1 5 0-15,2-5 0 0,-2 5 0 0,2-5 0 0,-1 1 0 0,-1-4 0 16,-4 4 0-16,4-1 0 0,-6-3 0 0,7-3 0 0,-6 2 0 16,0-2 0-16,5-5 0 0,1 1 0 0,-6 0 0 0,6-4 0 15,-1-4-244-15,2-3-79 0,-1-4-82 0,6 0-73 0,-6-7-69 0,7-1-40 16,6-7-26-16,-6 1-5 0,-2-4 6 0,8-4 16 0,0-4 22 0,-6 0 29 15,6-3 33-15,0-4 42 0,0 4 47 0,6-4 70 0,-6 0 82 16</inkml:trace>
  <inkml:trace contextRef="#ctx0" brushRef="#br0" timeOffset="-133162.43">2748 3560 0 0,'13'8'201'0,"-6"-5"88"16,5 5 33-16,2 3 43 0,-8-4 48 0,0 1 29 0,8 3 21 15,-8-4 13-15,1 0 8 0,5 1 6 0,-5 3 5 0,6-4-51 16,-7 0-80-16,1 0-61 0,6-3-50 0,-6 3-38 0,6 1-34 0,-6-1-46 15,5-3-53-15,-6-1-43 0,8 4-38 0,-8-3-49 0,7 0-54 0,1 0-73 16,-8-1-82-16,6 1-68 0,2-4-62 0,-8 4-44 0,8-4-37 16,-1 0-17-16,-1 0-10 0,2 0-1 0,5-4 4 0,1 4 11 0,-1-7 18 15,0 3 35-15,8-4 46 0,-8-2 66 0,8 2 90 0</inkml:trace>
  <inkml:trace contextRef="#ctx0" brushRef="#br0" timeOffset="-132379.23">3497 3564 143 0,'7'-4'279'0,"-1"1"59"0,0 3 57 0,1-4 43 16,-7 4 33-16,0 0 27 0,0 0 23 0,0 4 19 0,-7-1 15 0,7-3-15 15,-6 4-29-15,0 0-46 0,-8 3-51 0,8-3-54 0,-14 4-56 16,7-2-55-16,-7 6-58 0,8-5-39 0,-8 4-34 0,-5 0-28 16,5 0-27-16,-7 0-24 0,8 3-24 0,-7-3-20 0,0 4-20 0,-6-1-16 15,5 1-16-15,1 0-13 0,0 4-13 0,-6-5-10 0,-1 4-9 0,7 1-5 16,-7-1-3-16,7 0 0 0,-6 0 0 0,5-2 6 0,9 2 7 16,-9-4 11-16,7 2 13 0,8-6 12 0,-2 1 11 0,2-4 10 15,5 4 10-15,1-7 6 0,-1 3 5 0,7-3 4 0,0-1 4 0,7-3 4 16,-1 4 3-16,1-4 7 0,-1 4 6 0,7-4 5 0,0 0 3 0,0 0 6 15,7-4 3-15,-7 4 6 0,6-4 7 0,1 1 6 0,-1-1 8 16,7 0 4-16,0 1 3 0,-6-1 4 0,6-3 4 0,0 3 0 0,0-3-4 16,0 3-1-16,7-3-4 0,-7 0-2 0,0 4-3 0,0-5-5 15,0 4-5-15,-7-3-6 0,7 3-4 0,-6 0-5 0,-7 1-5 0,7 0-5 16,-7-1-6-16,0 4-4 0,0-4-4 0,-7 4 0 0,0 0-1 16,2 0 2-16,-2 0 5 0,-6 0 7 0,6 0 11 0,-6 0 13 15,0 0 13-15,-6 4 12 0,6 0 10 0,-6-4 4 0,-2 6 2 0,2-2 1 16,-7 0 0-16,0 7 0 0,-6-3-1 0,-1 2-2 0,-6 5-78 15,0-1-3-15,0 4 0 0,-6 1 0 0,-2 3 0 0,2 0 0 0,-7 4 0 16,7-1 0-16,-7 1 0 0,13-1 0 0,-7-2 0 0,1 2 0 16,5 1 0-16,1-4 0 0,7-4 0 0,-1 0 0 0,7-3 0 0,0-1 0 15,7-2 0-15,-1-1 0 0,7-4 0 0,0 0 0 0,7-3 0 16,-1 3 0-16,0-7 0 0,1 4 0 0,6 0 0 0,0-4 0 0,1 0 0 16,-2 0 0-16,8-4 0 0,-7 4 0 0,7-4 0 0,-2 1 0 15,2-1 0-15,-6 0 0 0,5 4 0 0,1-7 0 0,-1 3 0 0,1 1 0 16,-1-1 0-16,-6 0 0 0,1 1 0 0,5-2 0 0,-13 2 0 0,7 3 0 15,0-4 0-15,-7 4 0 0,2 0 0 0,-8 0 0 0,6 0 0 16,-6 0 0-16,0 0 0 0,0 4-2 0,0-1 0 0,-6 2 3 0,-2-2 1 16,8 5-1-16,-12-1-1 0,5 4 0 0,-6 0 0 0,0 0 0 15,1 4 0-15,-2-1 0 0,-6 4 0 0,8-3 0 0,-8 4 0 0,7-6 0 16,-7 7 0-16,8-5 0 0,5 2 0 0,-6-6 0 0,6 4 0 16,1-4 0-16,0 0 0 0,6-4 0 0,0 0 0 0,0 1 0 15,0 0 0-15,6-5 0 0,0 1 0 0,1 0 0 0,0-4 0 0,6 0 0 16,-1 0 0-16,-5 0 0 0,12 0 0 0,-5-4 0 0,-1 0 0 0,-1-4 0 15,8 1 0-15,-6 0 0 0,5 0-8 0,-6-4-58 0,6 0-15 16,-5 0-17-16,5 0-16 0,-6 0-20 0,0-3-21 0,0 2-32 16,0 1-37-16,0-3-42 0,0 3-43 0,-7-1-45 0,7 1-45 0,-6 0-28 15,0 4-17-15,-1-4-4 0,0 4 4 0,2 3 12 0,-2-3 15 16,0 3 21-16,-6 1 25 0,7-1 39 0,-7 0 46 0,6 4 52 0,-6-3 56 16,0 3 63-16,0 0 63 0,0 0 55 0,0 0 49 0,0 3 48 15,0 1 45-15,0 0 36 0,-6-1 32 0,6 1 27 0,0 0 24 0,0-1 19 16,0 1 14-16,0-1 7 0,0 5 1 0,0-4-5 0,0 3-7 15,0-4-16-15,6 5-17 0,-6-5-28 0,0 5-33 0,0-5-28 16,0 5-28-16,7-1-26 0,-7-3-28 0,0 2-28 0,6 3-30 0,-6-6-36 16,0 5-41-16,7-5-43 0,-7 1-48 0,0 0-53 0,6 0-56 15,-6-1-47-15,6 0-41 0,-6-3-39 0,0 0-39 0,8-3-18 0,-8 3-11 16,6-3 1-16,0-5 4 0,1 4 20 0,-1-3 28 0,1-4 37 16,-1 0 43-16,1-4 51 0,-1 4 69 0</inkml:trace>
  <inkml:trace contextRef="#ctx0" brushRef="#br0" timeOffset="-131913.13">3640 4041 0 0,'0'0'158'0,"0"0"153"0,0 0 57 0,-6 0 42 16,6 4 37-16,0-4 24 0,-7 3 22 0,7-3 15 0,-6 4 15 0,-1-4 9 16,7 3 7-16,-7 1-43 0,1 0-64 0,0 3-64 0,-8-3-62 15,8 3-55-15,-7 4-51 0,0-4-38 0,0 4-32 0,0 0-24 16,0 0-18-16,0 0-17 0,0 4-14 0,0 0-8 0,6-1-5 0,-6 1-5 15,1-1-5-15,4 1-4 0,-4 0-6 0,12-1-6 0,-7 1-8 16,1-4-5-16,6 3-6 0,0-3-5 0,0-4-6 0,0 5-6 16,6-5-5-16,1 1-5 0,-1-5-4 0,0 1-7 0,2 0-5 0,4-1-6 15,1 1-8-15,-6-4-8 0,6-4-10 0,0 4-11 0,6-3-14 0,-5-1-11 16,-2-3-10-16,1-1-10 0,7 5-10 0,-6-5-9 0,-2 0-6 16,1 1-1-16,-6 1 4 0,6-2 5 0,-7 4 7 0,0 0 9 15,2 1 9-15,-2-1 16 0,-6 4 16 0,6 0 24 0,-6 0 26 0,0 0 30 16,0 0 33-16,-6 4 26 0,6-1 22 0,0 1 15 0,-6 0 12 15,6 4 10-15,-8-2 9 0,2 1 5 0,0 1 6 0,6 0 2 0,-7 3-1 16,1 0-8-16,-1 0-11 0,0-4-16 0,1 4-15 0,0-4-13 16,6 4-12-16,-6-3-12 0,6-1-11 0,0-4-12 0,0 5-11 0,6-5-11 15,-6 1-9-15,6 0-7 0,0-1-5 0,1 1-5 0,0-4-3 0,-1 0-2 16,1 4-1-16,5-4-2 0,2 0 0 0,-2 0 0 0,-5 0 3 16,6 4 2-16,0-4 6 0,1 3 6 0,-8-3 3 0,6 4 5 15,2 0 4-15,-8-2 3 0,1 3 2 0,-1-1 4 0,8-1 1 16,-8 1 2-16,-6 3 2 0,6-3 1 0,0 4 2 0,-6-5 0 0,8 4 0 15,-8 0-2-15,6-3-2 0,-6 3-13 0,0-2-16 0,0 1-37 16,6-2-46-16,-6 0-69 0,0-1-78 0,0 1-76 0,0-4-73 0,0 7-37 16,0-7-19-16,0 0-9 0,0 0-6 0,0 0 0 0,0 0 2 15,7 0 11-15,0 0 16 0,-1-3 36 0,1-1 47 0,-1 0 67 16,7-3 230-16</inkml:trace>
  <inkml:trace contextRef="#ctx0" brushRef="#br0" timeOffset="-131412.51">4155 3612 0 0,'6'-7'186'16,"0"3"48"-16,2 0 11 0,-2 0 21 0,0 1 27 0,7 3 30 0,-6-3 34 15,-1 3 28-15,7 0 28 0,-7 0 5 0,8 0-3 0,-1 0-42 16,0 0-62-16,0 0-41 0,-7 3-30 0,8-3-16 0,-2 3-8 0,2 1-18 16,-2 0-26-16,1 3-29 0,1-3-34 0,-2 0-27 0,-4 3-26 15,4-3-14-15,1 3-8 0,-6 0-5 0,6 4-2 0,-7-3-5 0,0 2-4 16,2 1-4-16,-2 4-3 0,-6-1 0 0,6 5-1 0,-6 3 2 15,7 0 2-15,-7 0 1 0,0 4 5 0,0-1 1 0,0 4 1 0,0 1 4 16,0 3 3-16,0 0 4 0,0-4 5 0,6 4 4 0,-6 4 6 16,0-4 3-16,7-1 4 0,-7 1 6 0,6 1 3 0,1-1 6 15,-1 0 6-15,-6-4 8 0,7 4 8 0,-7-4 6 0,7-3 5 0,-7 3 4 16,0 0 3-16,6-4 2 0,-6 2 1 0,-6-5-2 0,6 0-2 0,0 0-5 16,0-4-5-16,-7 1-7 0,7-1-79 0,-7-4-13 0,7-3 0 15,-6 0 0-15,-1-3 0 0,1-1 0 0,-1-3 0 0,1-4 0 16,-1 3 0-16,-5-6 0 0,-2-1 0 0,1-3-22 0,0-1-141 0,0-6-48 15,1-1-57-15,-2-3-72 0,-6-8-84 0,7 0-67 0,1-3-60 16,-2-4-32-16,-5-7-18 0,6 0 4 0,0-4 12 0,0-5 22 0,0 2 24 16,7-4 29-16,-2-1 29 0,2 1 47 0,6 4 56 0,6-1 73 15,2 0 160-15</inkml:trace>
  <inkml:trace contextRef="#ctx0" brushRef="#br0" timeOffset="-131246.16">4597 3663 61 0,'26'0'205'0,"-12"0"40"0,5 0 41 0,1 4 48 0,-8-1 53 0,2 4 33 16,-1-3 22-16,0 4 14 0,0-1 13 0,-1 0-15 0,2 0-30 15,-8 1-29-15,7 3-30 0,-6-3-30 0,6 3-31 0,-7 0-36 16,8 0-40-16,-8-4-48 0,0 4-53 0,8 0-37 0,-8 0-30 0,7 0-31 16,-7-4-33-16,2 4-46 0,4-4-55 0,-6 1-77 0,1-2-86 15,6 2-77-15,-6-4-71 0,-1 4-44 0,0-5-27 0,8 1-15 0,-8-4-6 16,8 0 2-16,-2 0 6 0,1-4 15 0,1 1 20 0,-2-2 37 16,8-2 45-16,0-4 70 0,-1 4 156 0</inkml:trace>
  <inkml:trace contextRef="#ctx0" brushRef="#br0" timeOffset="-130746.03">5307 3696 0 0,'7'-4'124'0,"-7"1"172"0,7 3 53 0,-7-4 45 16,0 4 41-16,0 0 31 0,0 0 24 0,0 0 22 0,0 4 24 16,0-4 21-16,-7 3 23 0,7-3-27 0,-7 4-51 0,7-4-59 0,-6 4-62 15,-1-4-53-15,-6 3-50 0,7 4-42 0,-7-3-42 0,-1 4-29 16,-5-1-25-16,6 1-22 0,-6-2-23 0,-1 6-76 0,0-1-19 0,1-4 0 16,-1 8 0-16,-6-4 0 0,1 0 0 0,-1 3-54 0,0-3-39 15,-1 0-16-15,1 0-15 0,6 0-15 0,-5 4-16 0,-1-3-13 16,0-6-11-16,6 5-7 0,-7 0-5 0,9-3-1 0,4 3-1 0,1-4 7 15,1 0 9-15,-2-3 12 0,8 3 14 0,0 0 14 0,6-3 12 16,0 0 20-16,0 3 19 0,0-3 27 0,6 3 32 0,-6-3 27 0,6 2 25 16,0 2 24-16,2 0 26 0,-2-1 21 0,0 5 20 0,1-2 14 15,-1 1 13-15,1 1 11 0,0 2 11 0,-1 0 7 0,0 1 7 16,0-1-7-16,2 1-11 0,-2 0-9 0,0 4-6 0,1-5-11 0,0 4-8 16,-1-3-10-16,-6 0-12 0,7-1-8 0,-1 1-12 0,-6-4-8 15,0 0-11-15,6 3-9 0,-6-7-11 0,0 1-11 0,0 0-12 0,0-1-16 16,0-3-17-16,0-1-17 0,0 1-17 0,0-4-20 0,0 0-18 15,0 0-17-15,0-4-16 0,0 1-12 0,0-5-11 0,0 1-8 16,8-8-6-16,-2 5-2 0,0-6 0 0,0-2 7 0,1 0 8 0,0 0 14 16,6-4 15-16,-1 0 18 0,-4 4 19 0,4-5 21 0,2 5 20 0,-2 0 16 15,1 3 14-15,1 1 13 0,4-1 10 0,-4 0 8 0,6 5 8 16,-7-2 3-16,6 5 5 0,0-1 2 0,-5-3 5 0,5 8 1 16,1-5 2-16,6 5 0 0,-7-1-3 0,1 0 0 0,0 1-2 0,-8 3-2 15,8 0-3-15,-1 3 1 0,-5-3-1 0,5 4 1 0,-6 0 0 16,0 3 0-16,0 0 1 0,-6 1-1 0,5-1 1 0,-12 1 1 0,8 3-1 15,-2-4 2-15,-6 4 0 0,0 0 0 0,0 4-1 0,-6-5-3 16,-2 5-4-16,8 3-4 0,-12-3-2 0,5 0-8 0,-6 3-9 0,0-3-13 16,-7 3-17-16,8-3-21 0,-8-1-24 0,0 5-31 0,1-5-33 15,-1 1-54-15,1-4-63 0,-7 3-75 0,6-7-81 0,-6 5-66 16,7-5-58-16,-1 1-28 0,0-5-9 0,1-3 2 0,-1 0 9 0,8-3 16 16,-2-1 20-16,2-3 25 0,5-1 32 0,-6-3 51 0,6 1 62 15</inkml:trace>
  <inkml:trace contextRef="#ctx0" brushRef="#br0" timeOffset="-130595.71">4968 4220 0 0,'0'-7'264'0,"0"3"86"0,0 0 52 0,0 1 31 15,-6 3 18-15,6 0 11 0,0 0 7 0,0 0 9 0,0 0 8 0,6 0 13 16,-6 0 11-16,8 3-44 0,-2-3-75 0,0 0-72 0,7 0-70 16,1 0-57-16,-2 0-47 0,2 4-29 0,5-4-17 0,1 0-10 15,-8 0-6-15,14 0-8 0,-6 0-12 0,-1 0-15 0,1 0-21 0,0-4-21 16,-7 4-22-16,6 0-24 0,0 0-27 0,-5 0-33 0,-1 0-39 16,0 0-44-16,-7-3-47 0,1 3-55 0,-1 0-58 0,1 0-47 15,-7 3-42-15,0-3-35 0,0 0-30 0,-7 0-9 0,7 4 4 0,-13-4 13 16,7 4 18-16,-1-1 28 0,-6 1 34 0,1 0 44 0,-8 3 44 0,7-3 54 15,-7 3 58-15</inkml:trace>
  <inkml:trace contextRef="#ctx0" brushRef="#br0" timeOffset="-130413.19">4897 4363 207 0,'-26'11'288'0,"0"4"40"0,7-5 37 0,-1-2 25 15,7 3 20-15,6-8 16 0,-6 5 11 0,13-5 16 0,-6-3 18 16,12 4-12-16,-6-4-27 0,7 0-44 0,6 0-51 0,-6 0-45 16,5-4-45-16,8 4-35 0,0-3-34 0,-7-1-23 0,13 0-20 0,-7 4-13 15,7-7-14-15,0 4-15 0,0-1-18 0,-6 0-20 0,5 0-24 0,-5 1-24 16,7-1-26-16,-8 1-27 0,0-1-27 0,-5 0-37 0,-1 1-43 15,-1 3-48-15,-5-4-53 0,0 4-55 0,-1 0-60 0,-6 0-51 16,0 0-50-16,0 0-25 0,-6 0-15 0,-1 0 2 0,-6 4 9 0,7-1 18 16,-7 5 19-16,-7-5 33 0,7 4 39 0,-6 1 47 0,-1-1 50 0,-7 4 57 15,9-4 205-15</inkml:trace>
  <inkml:trace contextRef="#ctx0" brushRef="#br0" timeOffset="-130261.73">4773 4564 162 0,'-12'15'208'0,"-2"-4"7"0,2 0 5 0,5-3 16 0,7-1 23 15,0 0 30-15,7-3 33 0,-1-1 36 0,0 1 37 0,8-4-9 0,-2 4-31 16,8-8-36-16,-1 4-40 0,1-4-23 0,6 1-12 0,1-6-7 15,-2 7-3-15,1-5-17 0,0-4-22 0,0 3-30 0,1-3-35 0,-1 4-43 16,-7-4-51-16,7 0-47 0,-6 0-49 0,-1 0-47 0,1 3-49 16,-8-3-49-16,2 1-50 0,-2-1-39 0,2 3-34 0,-8-4-34 15,1 2-33-15,-1-1-23 0,-6 4-17 0,7-4 0 0,-7 0 8 0,-7 0 23 16,7 0 30-16,-6 0 39 0,6 0 43 0,-7 0 47 0,1-4 48 0</inkml:trace>
  <inkml:trace contextRef="#ctx0" brushRef="#br0" timeOffset="-130079.19">5099 4048 46 0,'-7'-7'248'0,"7"7"51"0,0 0 47 16,-6 0 43-16,6 4 40 0,0 3 27 0,0 0 22 0,-6 4 17 0,6 4 16 16,0-1-2-16,0 1-11 0,0 6-30 0,0 2-40 0,-7 3-41 15,7 3-42-15,0 0-41 0,-6 4-41 0,-1 3-35 0,0 1-33 16,1 4-25-16,0-1-16 0,-2 4-15 0,2 0-14 0,-6 3-16 0,5-2-15 16,-6 2-18-16,6-3-74 0,-5-1-2 0,4 2 0 0,2-5 0 15,0-3-58-15,0-4-68 0,6 0-48 0,0-8-71 0,-8 1-79 0,8-4-85 16,8-3-86-16,-8-5-57 0,0 1-42 0,6-8-15 0,0 4-4 15,0-7 12-15,2-1 18 0,-2-3 26 0,7 0 29 0,-7-3 38 16,8-5 42-16,-2 1 65 0,-6-4 76 0</inkml:trace>
  <inkml:trace contextRef="#ctx0" brushRef="#br0" timeOffset="-129395.81">5913 3498 0 0,'6'-3'189'15,"8"-1"115"-15,-8 4 46 0,1-4 38 0,-7 4 33 0,6 0 27 0,-6 0 22 16,6-3 19-16,-6 3 19 0,0 0 16 0,-6 3 18 0,6-3-38 15,-6 4-66-15,6 0-58 0,-7-1-55 0,-6 5-46 0,6-1-43 16,-5 4-35-16,-8 0-32 0,7 4-25 0,-7-1-20 0,1 1-18 0,0 3-18 16,-8-3-17-16,7 3-19 0,-6 1-16 0,7-5-16 0,-1 4-11 15,-6 1-12-15,7-5-6 0,6-3-8 0,0 4-6 0,1-4-8 0,-2-3-9 16,8-1-11-16,-1 0-9 0,7-3-7 0,0-1-5 0,0 1 1 16,7-4 1-16,-1 0 4 0,0 0 4 0,2-4 5 0,4 4 4 0,1-3 3 15,7-1 4-15,0 4 7 0,-2-3 8 0,2-1 9 0,-1 4 8 16,1-4 8-16,6 4 5 0,-6 4 6 0,-1-4 5 0,1 4 6 0,0 3 7 15,-1 0 6-15,1 4 8 0,-8 0 7 0,8 4 5 0,-7-4 6 16,1 7 5-16,-8 0 6 0,6 1 5 0,-4-1 6 0,-2 5 3 0,0 2-1 16,1-4 0-16,-1 5-3 0,-6 0-3 0,0 0-5 0,0 0-3 15,0 2-3-15,0-2-2 0,0 4-3 0,-6-1-1 0,6 0-16 0,-7 0-40 16,7-3 0-16,-6 7 0 0,0-7 0 0,-2 7 0 0,2-4 0 16,-6 0 0-16,4-3 0 0,2 3 0 0,-7-3 0 0,7-1 0 15,-8 1 0-15,8-4 0 0,0-3 0 0,0-1 0 0,-2-4 0 0,-4 1 0 16,12-8 0-16,-7 4 0 0,1-7 0 0,-1 0 0 0,0-4 0 15,7 0 0-15,-6-4 0 0,0 0 0 0,-1-7-91 0,0 0-149 0,1-7-51 16,0 0-57-16,-8-5-64 0,8 2-51 0,-1-4-44 0,-5-5-26 16,4-3-18-16,-4 0-7 0,-2 0-4 0,8-4 15 0,-7 1 23 0,-7-5 27 15,8 1 28-15,-2 0 42 0,2 0 49 0,-1-5 59 0,-7 5 63 16,8 4 55-16,4-6 184 0</inkml:trace>
  <inkml:trace contextRef="#ctx0" brushRef="#br0" timeOffset="-128945.73">5581 3857 0 0,'6'-7'140'0,"-6"7"25"15,7 4 23-15,-7-1 32 0,7 0 36 0,-7 9 36 0,6-1 37 16,-6 1 39-16,6-2 39 0,-6 1 1 0,0 4-16 0,0-1-10 0,0 1-8 15,-6 3-5-15,6-3-8 0,-6 7-12 0,6-4-16 0,-7 4-27 16,0-3-31-16,1 2-34 0,-1-2-34 0,7 2-40 0,-6-2-41 16,0-5-29-16,6 2-23 0,-7-2-22 0,7-3-23 0,0-4-21 0,0 1-21 15,0-1-18-15,0-3-16 0,0-4-12 0,7 0-9 0,-7 0-7 16,6-4-4-16,7-3-8 0,-7 3-6 0,8-3-9 0,-2-4-10 0,2 4-6 16,-2-8-4-16,2 3 1 0,5 2 2 0,-5-5 3 0,4 4 6 15,-4 0 4-15,-1 0 3 0,-7 0 4 0,8 4 4 0,-8 3 6 0,0 1 8 16,0-1 11-16,2 1 15 0,-8 3 21 0,0 0 23 0,0 0 28 15,0 3 27-15,0-3 22 0,0 4 16 0,0-1 11 0,0 1 7 16,-8-1 5-16,8 5 2 0,0-1 4 0,-6-3 1 0,0 3 2 0,6 0 0 16,-6 4-6-16,-2-3-8 0,2-1-15 0,0 1-18 0,-1-2-13 15,1 6-13-15,-1-5-8 0,0 1-6 0,7 2-4 0,-12-2-4 16,6-1-2-16,6 1-3 0,-8 2-2 0,2-2 0 0,0-5-3 0,-1 5-2 16,7-5-2-16,0 1-2 0,-6 0-2 0,6-1-3 0,0-3-1 15,0 0-4-15,0 0-2 0,0 0-1 0,6 0 1 0,-6 0-1 0,7 0 1 16,-1 0 1-16,0-3-1 0,2 3 0 0,4 0-1 0,1-4 1 0,-6 4 1 15,6 0 2-15,7-4 2 0,-8 4 3 0,2 0 2 0,-2-3 2 16,8 3-1-16,-7 0-1 0,0-4-2 0,-6 4 0 0,5 0 1 16,-5 4 2-16,6-4 3 0,-6 0 4 0,-7 3 9 0,6-3 9 0,-6 4 10 15,0-4 7-15,0 7 7 0,-6-3 3 0,6-1 4 0,-7 5 3 16,-6-1 2-16,6 5 1 0,-5-6 0 0,5 6-1 0,-6-1-2 16,0 0-4-16,-7 0-9 0,8 0-11 0,-2 0-17 0,2-4-17 0,-2 0-21 15,8 0-18-15,-7 1-26 0,6-4-26 0,0-1-49 0,1-3-62 16,0 0-75-16,0 0-82 0,6-3-69 0,0-1-62 0,0 0-28 0,6-7-13 15,0 4 0-15,0-4 5 0,8-4 11 0,-1 1 15 0,7-1 21 16,-2-4 23-16,9 5 48 0,-1-5 60 0</inkml:trace>
  <inkml:trace contextRef="#ctx0" brushRef="#br0" timeOffset="-128796.01">6031 4165 0 0,'32'-7'75'15,"-6"-4"132"-15,0 3 53 0,0 1 58 0,0 0 59 0,0 3 38 16,0-3 27-16,-6 3 18 0,5 0 12 0,-5 1-2 0,7-1-11 0,-8 0-21 16,7 4-28-16,-6-3-27 0,-1 3-27 0,0 0-43 0,1-4-50 15,-7 4-56-15,7 0-58 0,0 0-37 0,-8 0-27 0,1 0-22 0,0-3-16 16,0 3-25-16,1 0-28 0,-2-4-37 0,-5 4-44 0,6-3-57 15,-7-1-65-15,1 0-72 0,-1 0-74 0,-6-3-60 0,7 0-57 0,-7 0-28 16,0-1-12-16,0 1-5 0,-7-1 1 0,7 1 12 0,-6-4 17 16,6 0 28-16,-7 3 37 0,1-3 52 0,0 4 59 0</inkml:trace>
  <inkml:trace contextRef="#ctx0" brushRef="#br0" timeOffset="-128462.57">6512 3846 41 0,'0'11'207'0,"0"4"27"16,7 0 24-16,-7 3 32 0,0-3 36 0,0 7 40 0,0 0 44 15,6 3 30-15,-6 1 25 0,0 4-1 0,0 3-12 0,0-1-25 16,0 5-33-16,0 0-21 0,-6 3-16 0,6 0-14 0,-7 4-12 0,1 0-21 16,-1 0-27-16,1 3-32 0,0-2-36 0,-2 3-29 0,2-5-21 0,-7 1-19 15,7 0-16-15,-1-4-16 0,1-4-17 0,-1 2-15 0,1-6-48 16,0 1-34-16,-2-7 0 0,8-4 0 0,-6 0 0 0,6-7 0 0,-6-1 0 16,6-3-28-16,0-6-63 0,-7-2-20 0,0-3-18 0,7-3-19 15,-6-5-18-15,0-3-18 0,-1-4-20 0,1 1-14 0,-1-8-11 16,0 0-1-16,-5-4 4 0,5 0 11 0,-6-3 13 0,0 0 18 0,6 0 18 15,-6-5 29-15,1 5 32 0,4 3 39 0,2-3 42 0,-7 7 40 16,7 0 37-16,-1 0 33 0,1 7 31 0,6 1 23 0,-7 3 18 0,1 0 12 16,6 7 8-16,-6-3 2 0,6 3 0 0,0 4-7 0,0 0-15 15,0 0-18-15,0 0-22 0,6 4-19 0,0 0-18 0,1-1-16 16,6 5-12-16,0-4-18 0,-1 2-19 0,8-2-24 0,0 3-29 0,-1-3-41 16,1 0-48-16,6-1-82 0,0 2-101 0,-7-5-88 0,8 0-84 0,-1-5-39 15,0 2-21-15,6-5-10 0,-5 5-7 0,-1-8 3 0,-1 4 5 16,1-4 16-16,0 0 22 0,1 0 37 0,-7 0 47 0,5-1 81 15,1 1 218-15</inkml:trace>
  <inkml:trace contextRef="#ctx0" brushRef="#br0" timeOffset="-127962.9">6838 3612 0 0,'-6'-11'32'0,"6"0"184"0,-7 0 31 0,7 3 27 0,0 5 27 0,0-1 40 16,7 0 47-16,-7 1 32 0,6 3 24 0,-6 3 16 0,6 1 15 15,1 0-27-15,0-1-48 0,-1 8-33 0,0-3-27 0,1 3-24 0,-7 0-22 16,7 4-21-16,-1-1-20 0,1 5-36 0,-1-2-43 0,-6 2-29 15,6 3-23-15,-6 0-15 0,8-3-14 0,-8 2-14 0,0-2-11 16,0-1-13-16,6 0-12 0,-6-3-15 0,0-5-17 0,0 2-17 0,6-1-19 16,-6-7-12-16,0 0-11 0,6-4-8 0,1 0-7 0,0-8-2 0,-1 5-4 15,1-9-4-15,-1-2-4 0,8 3-1 0,-2-8-1 0,-6 1 5 16,8-4 8-16,-1 0 10 0,0 3 11 0,0-2 9 0,-1-1 8 16,2 3 5-16,-8 5 5 0,7-1 5 0,-6 1 5 0,6 3 6 15,-7 4 8-15,1-1 7 0,6 1 5 0,-7 3 5 0,1 0 5 0,6 4 5 16,0 0 5-16,-7 0 6 0,8 4 8 0,-8 0 6 0,8-1 5 0,-2 5 4 15,-5-1 6-15,6 4 2 0,-6-4 3 0,-1 8 1 0,0-4 4 16,0 3 1-16,2 1 0 0,-2 3 3 0,-6 1 1 0,0-4 1 16,0 7-3-16,-6-4-4 0,-2 4-3 0,2-4-5 0,0 4-6 0,0-4-6 15,-8 5-6-15,1-5-21 0,1 1-35 0,-2-2 0 0,1 2 0 16,0-5 0-16,-6 1 0 0,5-4 0 0,2 0 0 0,-8-4-15 0,7 1-81 16,-7-5-25-16,8 1-27 0,-8-4-41 0,7-4-49 0,0 4-62 15,0-7-69-15,-1 3-58 0,2-3-55 0,-2-4-43 0,8 0-35 0,0 0-9 16,-1 0 8-16,1-4 13 0,6 1 18 0,6 0 23 0,-6-5 25 15,7 5 41-15,-1-6 49 0,8 2 61 0,-2 0 68 0</inkml:trace>
  <inkml:trace contextRef="#ctx0" brushRef="#br0" timeOffset="-127478.74">7268 3656 138 0,'12'4'212'0,"2"-1"36"0,-8 4 43 0,7 0 48 0,-6 1 55 0,6 3 32 16,-7 0 24-16,1 0 15 0,6 0 13 0,-7 0-21 0,1 4-40 0,0 0-28 15,-1-5-25-15,1 5-21 0,-1 0-20 0,0-4-33 0,1 3-38 16,-7 1-49-16,7-1-52 0,-7-3-33 0,0 1-22 0,6-1-17 15,-6 0-12-15,0-4-15 0,0 0-14 0,6 1-16 0,-6-5-16 0,0 1-16 16,0 0-17-16,0-4-9 0,0 0-9 0,0-4-5 0,7 0-5 16,-7 1-3-16,7-5-1 0,-1-3-3 0,1 0-2 0,-1-3 2 0,1-1 3 15,-1 0 6-15,1 1 9 0,-1-5 8 0,8 5 8 0,-8-5 8 16,0 1 8-16,7 4 6 0,-6-2 7 0,6 6 5 0,-7-5 7 0,8 4 3 16,-8 0 6-16,7 4 4 0,0-1 4 0,0 1 2 0,0 0 3 15,0 3 2-15,0-3 4 0,0 7 2 0,0-4 0 0,0 4 1 16,0 0 0-16,-7 0-1 0,8 0-1 0,-2 4-1 0,2-4-1 0,-8 4-1 15,7-1-1-15,-7 4-1 0,2 0-2 0,-2-3 0 0,0 4-2 0,1 3-1 16,-7-4 1-16,0 4 2 0,0-4 0 0,0 5 3 0,0-1 3 16,-7 3 1-16,1-3 0 0,0 4-1 0,-2-1-1 0,2 1-2 15,-7 0 0-15,0-4-2 0,6 3-2 0,-5 1-4 0,-8 0-2 0,7-4-5 16,0 3-4-16,-6-3-5 0,-1 4-7 0,7-4-3 0,-7 0-5 16,1 0-4-16,-8 0-4 0,8 0-4 0,0-4-4 0,0 0 0 15,-1 1-2-15,7-5 0 0,-7 5-1 0,7-4-1 0,6-4-2 0,-5 0 1 16,12 0-2-16,-7 0 2 0,7 0 2 0,7-4 2 0,-7 0 3 0,12-3 3 15,-5 2 4-15,6-1 1 0,0 2 1 0,0-3 1 0,0-1 1 16,7 1 0-16,-1 3 2 0,-6-3 2 0,6 0 0 0,1 3 0 16,-6 1-1-16,5-5-3 0,-6 5-4 0,0-1-10 0,7 0-13 0,-8 1-14 15,-5 0-17-15,6 3-18 0,-6-5-18 0,-1 5-26 0,0-3-29 16,2 3-40-16,-8 0-44 0,0 0-56 0,0 0-61 0,0 0-47 0,-8 3-38 16,2-3-31-16,0 5-26 0,-7-5-2 0,6 3 5 0,-6 4 14 15,-7-3 15-15,1 3 25 0,6 0 29 0,-13-3 39 0,7 7 44 0,-8-4 56 16,1 4 75-16</inkml:trace>
  <inkml:trace contextRef="#ctx0" brushRef="#br0" timeOffset="-127296.08">7164 4147 0 0,'-33'18'13'0,"7"-7"230"0,0 4 33 0,6-4 16 16,1-4 9-16,6 0 5 0,0-3 5 0,7 0 20 0,6 0 30 15,0-4 32-15,6 0 34 0,0 0-12 0,7 0-32 0,7 0-50 16,-8-4-55-16,8 4-37 0,7-4-28 0,-1 0-12 0,0 1-3 0,6-5-4 16,-5 5-2-16,5-4-19 0,1-1-30 0,-1 5-30 0,1-5-33 15,-1 0-22-15,1 2-14 0,-7 2-15 0,6-4-17 0,-5 5-20 16,-2-5-21-16,-5 4-37 0,0 1-42 0,-1-1-45 0,-6 4-46 0,0-3-48 15,-7 3-46-15,1 0-39 0,0-4-34 0,-1 4-35 0,-6 0-34 0,0 0-21 16,0 0-14-16,-6 0 5 0,-1-4 11 0,0 4 29 0,1-3 36 16,-1 3 41-16,1-4 46 0,0 4 44 0,-1-4 46 0</inkml:trace>
  <inkml:trace contextRef="#ctx0" brushRef="#br0" timeOffset="-126996.27">7463 4074 60 0,'-6'0'206'0,"-7"0"37"16,6 0 34-16,-6 0 36 0,7 0 33 0,-1 4 36 15,0-1 32-15,-5 1 23 0,5 3 16 0,1-4-14 0,-1 8-31 0,0-3-31 16,1 6-32-16,-7-3-31 0,6 8-30 0,-5-4-34 0,-2 3-33 0,8 0-34 15,-7 1-34-15,-7-1-34 0,8 4-34 0,-2-1-22 0,1-2-17 16,-7 3-14-16,8-4-11 0,-2 1-16 0,2-5-15 0,-1 1-19 16,-1 0-23-16,8-5-30 0,-7 1-36 0,6-3-33 0,1-1-32 0,0-3-28 15,6 0-27-15,-7-4-18 0,7 0-14 0,0 0-4 0,0 0 1 16,7 0 5-16,-7-4 8 0,0 0 16 0,0 0 17 0,6 1 32 16,-6-1 39-16,6 0 46 0,1 1 49 0,0-1 53 0,-7 4 54 0,6-4 54 15,0 4 51-15,1 0 43 0,6 0 35 0,-6 4 23 0,-1-4 15 0,7 4 13 16,0-1 9-16,1 5 4 0,-2-5 1 0,8 5-8 0,-1-1-14 15,1-3-22-15,-1 2-27 0,1 3-33 0,6-6-39 0,-6 1-33 16,5 3-30-16,1-3-20 0,-6 0-15 0,6-4-12 0,1 4-11 0,-8-4-13 16,0 0-17-16,0-4-18 0,8 4-18 0,-14-4-31 0,6-3-37 15,1 3-50-15,-7-3-56 0,0-2-65 0,-7 3-66 0,8-5-60 0,-8 3-57 16,1-3-27-16,-1 0-12 0,-6 1-1 0,6-5 5 0,-6 4 11 16,0 0 15-16,0-4 30 0,0 1 33 0,0-1 50 0,-6 0 57 0</inkml:trace>
  <inkml:trace contextRef="#ctx0" brushRef="#br0" timeOffset="-126828.73">7652 3887 15 0,'7'-4'268'16,"-7"-4"47"-16,6 8 43 0,-6-3 37 0,6 3 33 0,1 3 21 0,0 2 15 15,-1-2 10-15,1 1 9 0,-1 4 1 0,0-2-3 0,8 2-49 16,-8-1-74-16,0 0-61 0,1 4-56 0,6-3-48 0,-6 3-42 16,-1-4-43-16,0 4-46 0,2 0-41 0,-2-4-41 0,0 4-53 0,-6-4-60 15,7 1-75-15,-7-1-81 0,0 1-71 0,-7-1-68 0,7 1-37 16,-6-1-22-16,0 0-11 0,-2 0-6 0,2 1 5 0,-7 3 10 0,0-4 20 15,0 4 26-15,1-4 41 0,-8 4 52 0,0 0 67 0,1 4 206 16</inkml:trace>
  <inkml:trace contextRef="#ctx0" brushRef="#br0" timeOffset="-126446.69">6858 4561 140 0,'-7'3'248'0,"7"1"30"0,-7 0 25 0,7-1 32 0,0 1 37 0,0-1 32 16,7 1 31-16,-7 3 22 0,0-2 19 0,7 2-11 0,-7 0-28 15,0 4-34-15,0-4-39 0,0 4-33 0,0 4-32 0,0-4-23 16,0 4-17-16,0-4-27 0,0 3-33 0,-7 1-28 0,7-1-29 0,0-2-23 16,-7 2-19-16,7-3-15 0,0 0-15 0,0-3-13 0,0-1-14 0,0 0-13 15,0-3-14-15,7-1-9 0,0 1-12 0,-1-4-6 16,0-4-7-16,1 4-4 0,0-3-3 0,6-4-2 0,-1 3-2 0,2-3-1 16,-2-1 1-16,2 5 1 0,-1-5 2 0,-1 1 3 0,8 3 3 0,-6-3 4 15,-2 3 1-15,1 1 3 0,1 3 2 0,-2 0 1 0,2 0 2 16,-8 3 2-16,7-3 2 0,-7 8 2 0,1-5 2 0,6 1 0 0,-7 3 2 15,-6 1 0-15,7-1 2 0,0 0 1 0,-1 1 3 0,-6-1 2 16,0 0 3-16,0 4 4 0,0-3 4 0,0-1 4 0,0 4 2 16,0-4 2-16,-6 1 3 0,6-1 0 0,-7 0 0 0,7 1 0 0,-7-1 0 15,1 0-2-15,0 1-1 0,-8-1-2 0,8 0-3 0,-7-3-2 16,-1 3-4-16,2-3-3 0,-1 3-4 0,0-3-2 0,-6-1-3 0,5 2-4 16,-6-5-5-16,8 3-9 0,-8-3-11 0,7-3-14 0,-7-2-17 15,8 2-18-15,-1-1-18 0,-7-3-25 0,7-1-26 0,0-2-40 0,0-1-47 16,0 0-55-16,6 0-62 0,1 0-47 0,0 0-41 0,-1-1-30 15,0 1-23-15,7 1-14 0,0 2-8 0,0-3 6 0,0 4 13 16,7 0 20-16,0-4 25 0,-7 3 39 0,12 1 46 0,-5-4 56 0,6 4 61 16</inkml:trace>
  <inkml:trace contextRef="#ctx0" brushRef="#br0" timeOffset="-125996.09">7280 4634 175 0,'14'7'231'0,"-8"1"35"0,1-1 37 0,-1 4 45 16,1 0 49-16,0 0 32 0,-7 0 24 0,6 0 18 0,-6 0 16 15,6 0-22-15,-6-1-42 0,0 2-33 0,0-1-28 0,0 4-25 0,0-4-25 16,0 0-27-16,-6-1-30 0,6 1-38 0,0 4-44 0,-6-4-27 16,6 0-21-16,-7 0-16 0,7 0-14 0,-7 0-10 0,7 0-11 15,-6-3-7-15,-1 3-9 0,7-4-8 0,-6 0-8 0,6 0-7 0,0-3-7 16,-6 0-7-16,6-4-6 0,0 3-5 0,0-3-6 0,0 0-3 16,-8-3-3-16,8-1-3 0,8 0-1 0,-8 1-1 0,0-5-2 0,6 1 0 15,-6-4-3-15,6 0 0 0,1 0-2 0,-1-3 0 0,8 3-1 16,-2-4 1-16,-5 0 2 0,6-3 1 0,7 3-1 0,-7 1 2 0,6-1 0 15,-6 0 0-15,7-4-1 0,-1 6-1 0,1-3-3 0,0 5-2 16,-8-3-1-16,8 3-2 0,-1 0-2 0,-5-4 0 0,5 8-2 16,-6-4 1-16,0 7-1 0,0-3 1 0,0 0-1 0,0 3 0 0,-6 4 2 15,5-3 4-15,-5 3 4 0,0 3 4 0,-1 1 3 0,1-2 2 16,-1 3 3-16,-6 2 2 0,0 4 2 0,6 0 4 0,-6 0 5 0,0 0 4 16,0 4 6-16,0-1 4 0,-6 5 6 0,6-5 5 0,0 5 6 15,-6-1 6-15,-1 4 7 0,1-4 6 0,6 5 8 0,-7-5 6 16,-6 4 5-16,7 0 4 0,-1 0 3 0,-6 0 2 0,0 3 2 0,6-3-31 15,-6 0-60-15,1 1 0 0,-2-5 0 0,2 4 0 0,-2-4 0 0,1-3 0 16,0-1 0-16,0 1 0 0,1-4 0 0,-2-4 0 0,1 0 0 16,0-3 0-16,0 0 0 0,0-4 0 0,0-4 0 0,0 0 0 15,0-3 0-15,0 0 0 0,0-1-162 0,-6-3-137 0,5 0-78 0,-5 1-79 16,-1-5-80-16,0 0-47 0,2 1-29 0,-2-1-8 0,-7 1 6 16,8-1 15-16,-7-4 21 0,6 5 26 0,-6-1 29 0,7 0 37 0,-1 4 43 15,0-3 66-15,2-1 79 0</inkml:trace>
  <inkml:trace contextRef="#ctx0" brushRef="#br0" timeOffset="-88862.58">892 5161 140 0,'0'0'183'0,"0"0"26"0,0 0 28 0,0 0 27 0,0 0 27 16,0 0 30-16,0 0 28 0,0-3 19 0,0 3 17 0,6-4-5 15,-6 4-14-15,6-4-15 0,2 4-11 0,-2-3-16 0,0 0-14 0,7 3-21 16,-6-5-22-16,12 2-24 0,-5-1-23 0,5 4-25 0,1-4-26 0,-1 4-27 16,0 0-26-16,8 0-22 0,-8 0-18 0,8 0-11 0,-2 4-10 0,-5 0-8 15,6-4-7-15,-6 3-5 0,5 5-4 0,-5-5-4 0,6 1-3 0,-7 3-3 16,1 1-2-16,0-4-4 0,-1 3-1 0,-6 0-1 0,0 1-1 0,7-5-3 15,-14 5 0-15,8-1 0 0,-8-3 0 0,7 3-1 0,-7 0-1 16,-6 0 0-16,7 1 0 0,-7-1 0 0,0 0 0 0,-7 1-2 0,7 3-1 16,-6-4 1-16,-1 4-1 0,-5 0 0 0,-2 4 0 0,2-4-2 0,-2 3-4 15,-5 1-2-15,-1 0-1 0,0-4-2 0,1 3-1 0,-1 1-1 0,-6-1 0 16,0 2-2-16,1-2 0 0,5-3 0 0,-6 4-1 0,0-4 0 16,-1 0 1-16,2 0 0 0,-1-4 1 0,6 4 3 0,0-4 2 0,1 0 1 15,-1 1-1-15,8-5 3 0,-2 5-1 0,8-5 1 0,-1 1-1 0,1 0 0 16,-1-4 0-16,7 3-2 0,0 1 1 0,0 0 0 0,0 0-2 0,7-1 1 15,-1 1 0-15,1 0 1 0,-1-1-1 0,8 1 1 0,-2 0-1 0,2-1 1 16,-1 1 1-16,-1 0-1 0,2-4 1 0,5 0 2 0,1 3-1 0,-1-6 0 16,-6 3 0-16,7-4-5 0,-1 4-7 0,1-4-6 0,-8-3-9 15,8 3-13-15,-6 1-12 0,-2-5-18 0,1 1-20 0,1 3-40 0,-2-3-48 16,-5-1-60-16,0 1-68 0,-1 3-62 0,0-3-58 0,-6 0-36 0,7-1-22 16,-7 1-6-16,-7 0 2 0,7 0 9 0,-6-1 11 0,6-3 18 0,-6 4 21 15,-1-4 38-15,0 0 47 0,1 0 61 0,0 0 147 0</inkml:trace>
  <inkml:trace contextRef="#ctx0" brushRef="#br0" timeOffset="-88629">1107 5235 261 0,'-7'0'333'0,"1"3"41"16,-7 1 36-16,6 3 26 0,-6 1 25 0,0 3 18 0,0 3 19 0,0 1 15 15,0 4 13-15,0 3-10 0,0-4-23 0,-1 7-54 0,2 1-72 0,-1-1-55 16,0 5-49-16,6-1-35 0,-5 4-32 0,4-4-22 0,2 4-22 16,0-3-19-16,-1-1-18 0,7 0-15 0,0 1-14 0,0-5-13 0,0 1-16 15,7-4-11-15,5 0-12 0,-4 0-9 0,11-4-8 0,-6 0-7 0,6-3-6 16,1-4-3-16,6 0-3 0,-7 0-1 0,7-3-1 0,7-5 1 0,-7 1 1 15,7 0-3-15,-7-4-4 0,6-4-5 0,1 0-5 0,-1 1-11 0,1-5-12 16,-7 1-12-16,6 0-14 0,-5-1-15 0,-1 1-17 0,0-1-20 16,0-3-22-16,-7 4-41 0,7 0-49 0,-13 0-60 0,1-1-66 0,-2 5-61 15,-4-1-59-15,-2 4-35 0,-6 0-22 0,0 0-5 0,-6 4 5 0,-2-1 12 16,-4 5 15-16,-2 2 19 0,-5-2 21 0,-7 6 41 0,6-3 50 16,-5 4 62-16,-9 4 75 0</inkml:trace>
  <inkml:trace contextRef="#ctx0" brushRef="#br0" timeOffset="-88462.56">885 6209 72 0,'-19'15'289'15,"6"-8"29"-15,-1 1 13 0,8-1 8 0,0-3 3 0,6-1 10 0,0-3 13 16,6 0 24-16,7 0 28 0,-6-3 13 0,12-1 4 0,-6 0-51 0,14 1-78 16,-8-1-59-16,13-3-46 0,-6-1-22 0,7 1-8 0,-1 0-2 15,8-1 0-15,-1 1-8 0,0 0-11 0,-7-1-24 0,14-2-28 0,-7 2-18 16,0 0-13-16,0-2-11 0,1 2-11 0,-8 1-12 0,7 0-13 0,-7-1-17 16,7-3-19-16,-13 8-20 0,7-5-25 0,-7 1-36 0,0 3-47 15,-6-3-58-15,-1 4-67 0,-5-1-54 0,-2 0-47 0,-5 4-44 0,-1-3-41 16,1-2-22-16,-7 5-12 0,0 0 1 0,-7-3 7 0,7 0 16 0,-6-1 19 15,-7 0 34-15,7-3 44 0,-8 3 58 0,2-3 67 0</inkml:trace>
  <inkml:trace contextRef="#ctx0" brushRef="#br0" timeOffset="-88112.55">1523 5946 77 0,'-19'-8'211'0,"-1"1"41"0,8 3 42 15,-8 1 49-15,7-1 53 0,-1 0 32 0,8 4 21 0,0 0 13 0,0 0 10 16,-2 4-20-16,2 3-36 0,6-3-25 0,-6 7-22 0,6 0-26 0,0 0-28 16,0 7-29-16,0 0-33 0,0 1-43 0,6 7-44 0,-6-1-26 0,6 1-16 15,2 3-7-15,-2 4-3 0,-6-4-3 0,6 4-1 0,0 4-4 16,2-1-7-16,-2-3-7 0,0 4-8 0,-6 0-9 0,7 3-9 0,-7-4-7 15,6 1-5-15,-6 0-7 0,0-4-6 0,0 0-5 0,0 0-6 0,0-4-6 16,0 0-4-16,0-3-6 0,0-4-4 0,0 0-3 0,0-4-3 0,0 1 0 16,-6-5-1-16,6-3-3 0,-7 0-1 0,7 0-4 0,-6-3-2 0,0-5-4 15,-2 2-6-15,-4-3-6 0,6-2-9 0,-8 0-7 0,1-2-8 16,0-3-9-16,0-2-9 0,-7-4-7 0,1 4-6 0,6-8-5 0,-13 4-4 0,7-7-4 16,-1 3-2-16,-6-3 1 0,7 0 4 0,-8-1 5 0,8-3 8 15,-8 4 7-15,8 0 7 0,0-1 10 0,6 1 7 0,-7 0 7 0,14 3 7 16,-8 4 5-16,8 0 7 0,0 3 5 0,-1 1 4 0,7 4 3 0,0-1 2 15,0 0 2-15,0 4 1 0,7 0 3 0,-1 0 1 0,0 0 4 0,8 4 4 16,-2 0 4-16,2-1 3 0,-1 1 2 0,6-1 3 0,0 1 0 0,1 3 3 16,0-3-1-16,-1 3 0 0,7-3 0 0,-6 4 0 0,-1-5-1 15,7 1-3-15,-6 0-4 0,6-1-3 0,-7 1-12 0,7-4-13 0,-6 4-16 16,7-4-20-16,-9 0-32 0,2 0-42 0,0-4-59 0,-1 4-71 0,1-4-71 16,-1 1-71-16,1-1-54 0,0 0-42 0,-8-3-22 0,8 3-9 0,-7-3 0 15,7-1 8-15,-8 1 13 0,2-4 16 0,5 4 33 0,-5-4 39 16,-2 0 60-16,8-4 71 0</inkml:trace>
  <inkml:trace contextRef="#ctx0" brushRef="#br0" timeOffset="-87845.8">2299 5902 147 0,'-14'-4'401'0,"8"0"48"0,6 1 25 0,-6 3 14 0,-1 0 5 0,7 0 5 16,-7 0 3-16,7 3 4 0,0-3 4 0,0 0 2 0,-6 0 2 15,6 0-78-15,0 0-119 0,0 0-106 0,0 0-100 0,0 0-56 0,0 4-38 16,0 0-29-16,6-4-28 0,-6 3-43 0,0 1-50 0,7 0-72 16,-7-1-84-16,0 1-76 0,0 3-74 0,0 1-37 0,7-1-19 0,-7 4-8 15,0 0-2-15,0 3 5 0,-7-3 11 0,7 4 17 0,0 0 19 16,0 3 41-16,0-4 46 0,0 5 69 0,-7-1 221 0</inkml:trace>
  <inkml:trace contextRef="#ctx0" brushRef="#br0" timeOffset="-87696.47">2266 6338 11 0,'0'14'373'0,"0"1"65"0,0-4 38 0,0-4 21 0,0 4 12 0,7-7 10 15,-7 3 8-15,0-7 8 0,0 4 11 0,6-4 9 0,-6 0 10 16,0 0-52-16,0 0-79 0,0 0-107 0,0 0-121 0,0 0-66 0,0 0-38 16,0 0-23-16,0 0-11 0,0 0-18 0,0 0-17 0,0 0-24 0,0 0-25 15,0 0-31-15,6 0-31 0,-6 0-47 0,0 0-50 0,0 0-71 16,0 0-80-16,7 0-75 0,-7 0-70 0,0 0-45 0,7 3-29 0,-1-3-9 15,-6 4 3-15,6 0 9 0,-6-1 15 0,7-3 18 0,-1 4 26 0,-6 0 36 16,7-1 47-16,-7 1 69 0,0-4 109 0</inkml:trace>
  <inkml:trace contextRef="#ctx0" brushRef="#br0" timeOffset="-84530.13">3139 5338 0 0,'0'-8'19'0,"0"5"106"0,0-5 11 0,0 0 16 16,0 5 17-16,-7-1 27 0,7 1 31 0,0-1 36 0,0 1 35 15,0-1 19-15,0 4 11 0,-7-4 9 0,7 4 8 0,0 0 5 0,0 0 4 16,0-4 1-16,0 4-1 0,0 0-7 0,0 0-7 0,0 0-19 0,0 0-26 16,0 0-26-16,0 4-28 0,0-4-36 0,0 0-38 0,0 0-25 15,-6 4-20-15,6-4-15 0,0 0-11 0,0 4-10 0,0-4-7 0,0 7-4 16,0-4-3-16,0 1 0 0,0 4-1 0,6 3-2 0,-6 0-2 15,0 3-1-15,0 1-2 0,0 3-1 0,7 0-1 0,-7 4 0 16,0 1 0-16,0 2 0 0,0-3 0 0,0 7-1 0,0-3-5 0,0 3-53 16,0 1-3-16,-7-1 0 0,7 4 0 0,0 0 0 0,-6-4 0 0,6 4 0 15,-6 0 0-15,6 0 0 0,-7 0 0 0,1-4 0 0,6 4 0 16,-7-4 0-16,7 1 0 0,-7-1 0 0,1 1 0 0,6-1 0 16,-6-4 0-16,-1 1 0 0,7-1 0 0,-7-3 0 0,7 4 0 0,-6-4 0 15,6-3 0-15,-6-1 0 0,6 0 0 0,0-3 0 0,0-4 0 0,0 0 0 16,0 0 0-16,0 0 0 0,0-4 0 0,0-3 0 0,0 3 0 15,0-3 0-15,0 0 0 0,0-1 0 0,0-3 0 0,0 4 0 0,0-4 0 16,6 4 0-16,-6-4 0 0,6 3 0 0,-6-3 0 0,7 4 0 16,0-1 0-16,-1-3 0 0,0 4 0 0,8 0 0 0,-8-1 0 0,7 1 0 15,0-4 0-15,6 4 0 0,-5-1 0 0,5-3 0 0,1 4 0 16,0-4 0-16,-1 4 0 0,0-4 0 0,8 3 0 0,-8-3 0 16,7 0 0-16,0 4 0 0,0-4 0 0,0 0 0 0,1 0 0 0,-2 4 0 15,8-4 0-15,-7 0 0 0,0 0 0 0,6 0 0 0,-6 3 0 0,1-3 0 16,-1 0 0-16,0 0 0 0,-7 0 0 0,7 4 0 0,-6-4 0 15,-7 0 0-15,7 0 0 0,-8 4 0 0,2-4 0 0,-2 3 0 16,-5-3 0-16,6 4-73 0,-6 0-354 0,-1-4-95 0,-6 3-93 0,6 1-43 16,-6-1-16-16,7 2 2 0,-7-2 15 0,0 1 24 0,-7 0 27 15,7-4 33-15,-6 3 35 0,6-3 41 0,-6 0 45 0,-7 0 77 16,6-3 156-16</inkml:trace>
  <inkml:trace contextRef="#ctx0" brushRef="#br0" timeOffset="-84062.37">4676 5202 22 0,'6'0'296'0,"-6"-4"43"15,6 4 33-15,-6 0 25 0,0 0 17 0,7 0 19 0,0 0 20 0,-7 0 17 16,6 4 16-16,7-4 11 0,-6 4 13 0,6-1-58 0,-7 1-88 16,8 0-68-16,-2 3-56 0,1 0-41 0,-6-3-31 0,6 3-23 15,-1-3-17-15,2 3-19 0,-8 0-20 0,8-3-22 0,-1 3-21 0,-7 1-26 16,8-5-27-16,-8 1-33 0,0 4-33 0,0-5-57 0,1 1-67 15,-7-1-75-15,7 1-78 0,-7 4-69 0,-7-5-61 0,7 1-31 0,-7 3-16 16,1 1-2-16,0-1 1 0,-8 4 12 0,2-4 15 0,-1 4 23 16,-7 0 27-16,6 0 51 0,-4 0 63 0</inkml:trace>
  <inkml:trace contextRef="#ctx0" brushRef="#br0" timeOffset="-83595.77">4617 5524 147 0,'-20'11'269'0,"8"-4"40"0,-2 1 35 0,1-1 36 16,1-3 38-16,-2-1 25 0,8 1 20 0,0-4 14 0,-1 0 11 0,0 0-18 15,1 0-33-15,6 0-46 0,0-4-52 0,0 4-47 0,0-3-44 16,6-1-35-16,1 0-30 0,0 1-33 0,5-1-32 0,2 0-23 15,-2-3-17-15,8 0-11 0,-7 3-6 0,13-3-4 0,-6 0-2 0,5-1-2 16,1 1-2-16,1 0-3 0,-1 3-5 0,0 0-3 0,0-3-1 0,-1 7-4 16,2-4-1-16,-1 1-4 0,0-1-1 0,-6 4-3 0,5 0-3 15,-5 0-2-15,-6 0-1 0,5 0 0 0,-6 4-2 0,0-1 2 16,-7-3 2-16,0 4 3 0,2 3 5 0,-8-3 2 0,0 3 4 0,0 1 3 16,-8 3 0-16,2 0 1 0,0 3 2 0,-7-3 0 0,0 7-2 15,-6 1 1-15,-1 3 0 0,0-4-2 0,1 4-4 0,-7 4-4 0,0-1-6 16,-1-3-4-16,1 4-3 0,0 0-7 0,1-4-11 0,-1 0 0 15,6-4 0-15,0 0 0 0,7 0 0 0,-7-7 0 0,14 4 0 0,0-7 0 16,-1 3 0-16,7-4 0 0,0-3 0 0,7-1 0 0,-1 1 0 16,0 0 0-16,2-1 0 0,4 1 0 0,1-4 0 0,0 4 0 15,7-4 0-15,-7 0 0 0,7-4 0 0,-1 4 0 0,1-4 0 0,6 4 0 16,-7-7 0-16,1 3 0 0,6 1 0 0,-7-5-20 0,7 5-30 0,-6-5-12 16,0 1-12-16,-1 0-14 0,1 3-13 0,-2-4-15 0,2 5-13 15,0-5-13-15,-1 5-11 0,-5-1-3 0,5-3 1 0,-6 7 6 16,0-4 6-16,0 0 11 0,0 4 11 0,-7 0 12 0,8 0 12 0,-8 0 14 15,1 4 16-15,6 0 16 0,-7-4 19 0,1 7 15 0,-1-3 16 16,0 3 12-16,2 0 8 0,-2 1 7 0,0-1 3 0,1 4 4 16,-1 0 3-16,1 0 1 0,-1 0 3 0,1 0-2 0,-1 0 1 0,1 0-4 15,-7 0-1-15,7 0-5 0,-1-4-5 0,-6 4-5 0,0 0-6 0,6-3-13 16,-6-1-19-16,-6 1-37 0,6-2-46 0,-6 2-66 0,6-4-76 16,-7 3-65-16,0-3-60 0,-6-1-45 0,7-3-40 0,-7 4-18 15,0 0-10-15,-1-4-4 0,2 3 1 0,-8-3 8 0,7 0 13 16,-7 0 34-16,1 0 45 0,0 0 64 0,-1 0 74 0</inkml:trace>
  <inkml:trace contextRef="#ctx0" brushRef="#br0" timeOffset="-83429.64">4812 6030 0 0,'-12'-4'157'0,"5"4"137"0,-6 0 42 15,6 0 38-15,-5 4 33 0,4 0 27 0,2 3 22 0,6-3 19 16,-6 2 15-16,0 6 16 0,-1-5 14 0,7 4-35 0,-7 4-58 0,7-1-55 16,-6 1-54-16,-1 0-41 0,1 3-34 0,6-4-35 0,-7 9-33 0,0-5-25 15,1 0-22-15,0 1-22 0,0 2-24 0,-2-2-27 0,2-1-32 16,0-3-36-16,-1 3-38 0,7-7-58 0,-6 0-66 0,6-3-87 0,0-1-97 15,-7-4-80-15,7-3-74 0,0 0-36 0,7-3-17 0,-1-4-5 16,1-4 2-16,-1 0 12 0,0-8 15 0,8 5 22 0,-2-9 28 16,2-2 45-16,5 3 58 0,1-4 78 0,-8 1 247 0</inkml:trace>
  <inkml:trace contextRef="#ctx0" brushRef="#br0" timeOffset="-83246.62">4930 6015 90 0,'6'0'233'0,"0"0"39"16,2 4 36-16,-8-1 43 0,6 9 49 0,0-1 34 0,-6 0 26 15,6 3 19-15,2 1 13 0,-8 3-12 0,6 0-25 0,0 1-32 16,1-1-37-16,6 4-38 0,-6-4-38 0,-1 1-34 0,6-1-31 0,2 4-42 15,-1-8-45-15,0 5-33 0,6-5-25 0,1 1-18 0,0-4-11 16,-1 0-13-16,7-3-11 0,0-1-10 0,0-3-8 0,1-1-5 16,-2-3-5-16,8-3-10 0,-7-1-14 0,0 0-16 0,0-7-17 0,0 4-24 15,0-8-27-15,1 4-46 0,-8-4-55 0,0 1-71 0,1-4-80 0,-1 3-71 16,-5-3-67-16,-2-1-38 0,-5 1-23 0,-1-1-5 0,1 1 3 16,0 0 10-16,-1-4 15 0,-6 4 22 0,6-1 23 0,-6-2 45 15,0 2 56-15,0-3 70 0,0 0 189 0</inkml:trace>
  <inkml:trace contextRef="#ctx0" brushRef="#br0" timeOffset="-83046.45">5613 5502 0 0,'0'0'125'15,"0"4"179"-15,0 0 52 0,0-1 39 0,0 5 34 0,0-5 26 16,8 8 22-16,-8-4 19 0,6 1 18 0,-6 3 17 0,6 0 17 0,0 3-27 16,-6 5-51-16,7-4-60 0,0 3-67 0,-1 0-55 0,-6 4-50 0,7 0-39 15,-1-4-32-15,-6 5-25 0,0-1-22 0,6 3-24 0,-6-7-23 16,0 4-29-16,0 0-34 0,0 0-36 0,0-3-39 0,0-1-46 0,0-3-50 15,-6 3-70-15,6-7-80 0,0 3-78 0,-6-3-78 0,6-3-53 16,0-1-38-16,0-3-16 0,0-4-4 0,0 0 9 0,0 0 12 16,0-4 23-16,6-3 25 0,-6-4 38 0,6 0 44 0,2-4 67 15,-2-3 76-15</inkml:trace>
  <inkml:trace contextRef="#ctx0" brushRef="#br0" timeOffset="-82796.84">5724 5736 0 0,'0'-18'63'16,"0"0"196"-16,0 0 42 0,0 3 44 0,0 0 45 0,0 1 31 0,0 3 28 15,0 0 18-15,7 0 16 0,-1 4 13 0,0-5 14 0,2 1-25 16,-2 4-47-16,6 0-48 0,2-1-50 0,-1 1-39 0,0 0-34 0,0 0-33 15,7-1-34-15,-1 5-25 0,1-5-16 0,0 5-15 0,5-5-12 16,1 1-11-16,0 3-12 0,0 1-11 0,1-1-8 0,-1 0-10 16,0 4-7-16,-1-3-8 0,1 3-7 0,1 3-10 0,-1-3-48 0,-6 4 0 15,-1 0 0-15,0 3 0 0,0-3 0 0,-5 3 0 0,5-3 0 0,-5 3 0 16,-2 4 0-16,2-4 0 0,-8 0 0 0,7 4 0 0,-6-3 0 16,-1 3 0-16,-6 0 0 0,7 0 0 0,-7 0 0 0,0 4 0 15,0-4 0-15,-7 3 0 0,1 4 0 0,-1-3 0 0,0 3 0 0,-5 1 0 16,-2-1 0-16,2 1 0 0,-8-1-34 0,7 0-85 0,-7 0-30 15,7-3-47-15,-6 0-59 0,0-1-75 0,-1-3-85 0,-6 0-74 0,6 0-68 16,1-3-31-16,-1-1-11 0,1 0 4 0,-1-3 13 0,0 0 20 16,1-4 23-16,-1 0 27 0,0 0 29 0,8-4 48 0,-8 0 58 15,7 1 75-15,-7-1 229 0</inkml:trace>
  <inkml:trace contextRef="#ctx0" brushRef="#br0" timeOffset="-82479.36">5802 5843 98 0,'-13'0'287'0,"7"-4"42"0,0 1 31 0,-2 3 22 0,8 0 17 0,-6 0 18 15,6 0 19-15,0 0 15 0,0 0 16 0,6 0 1 0,2 0-5 16,4 0-47-16,-5-4-68 0,6 4-55 0,6-4-48 0,-5 1-36 15,12-1-29-15,-7 0-19 0,7-3-16 0,0 3-17 0,1-7-19 0,-1 8-15 16,-1-8-15-16,7 7-15 0,-5-3-14 0,-7 0-15 0,6 3-15 0,-7 0-17 16,1 1-17-16,-1-2-17 0,-6 2-16 0,1 3-15 0,-8 0-15 15,7 0-21-15,-13 3-24 0,6 2-32 0,-6-5-36 0,0 3-40 16,0 1-41-16,0 3-32 0,-6 0-31 0,-1 1-18 0,1-1-12 0,-8 0-3 16,2 4 0-16,5-3 8 0,-12 3 9 0,6 0 18 0,-1-1 23 15,-5 1 35-15,6 0 40 0,-6 0 47 0,-1 1 49 0,0-1 54 0,1 3 55 16,-1-3 60-16,0 0 59 0,2 0 53 0,-2 4 47 0,7-8 37 15,-1 4 29-15,2-4 17 0,-2 1 7 0,8-1 7 0,0-3 5 0,6-1 3 16,0 1 3-16,6-4-6 0,0 0-11 0,2 0-27 0,-2 0-34 16,6 0-37-16,2 0-33 0,-1-4-29 0,7 1-26 0,-2-1-14 15,-4 0-7-15,5-3-10 0,1 3-9 0,6-3-17 0,-6 0-18 0,-1-1-31 16,1 5-33-16,-1-8-43 0,-6 4-47 0,6-1-55 0,-5-3-60 16,-2 4-51-16,2-4-43 0,-8 4-43 0,7-4-41 0,-6-1-20 15,-1-2-9-15,7 3 0 0,-7-4 4 0,-6-3 18 0,8 3 24 0,-2-3 36 16,0 0 44-16,-6 0 52 0,7-5 60 0</inkml:trace>
  <inkml:trace contextRef="#ctx0" brushRef="#br0" timeOffset="-82246.38">6297 5282 0 0,'0'-7'234'0,"0"0"114"0,-6 3 55 0,6 0 37 0,-7 4 27 16,1 4 22-16,0 3 19 0,-2 1 17 0,2 3 16 0,0 3 19 16,-7 5 19-16,6-1-35 0,-6 4-59 0,7 0-63 0,-8 7-65 0,2 1-51 15,-2 6-43-15,2 1-24 0,-1 3-16 0,-1 1-8 0,2 6-172 0,-2-3-43 16,2 3 0-16,5 1 0 0,-6 0 0 0,13-1 0 0,-7-2 0 15,7-5 0-15,0-4 0 0,7 1 0 0,0-7 0 0,6-1 0 16,-1-7 0-16,2-4 0 0,5 0 0 0,-6-6 0 0,6-2 0 0,1-2 0 16,-6-5 0-16,5-3 0 0,0 0 0 0,-6-3 0 0,1-1 0 15,-2 0 0-15,1-3 0 0,1-4 0 0,-2 0-50 0,-5 0-283 16,0 0-66-16,5-4-70 0,-5-3-72 0,0 3-41 0,-1-3-27 0,1 4-5 16,-1-5 8-16,-6 4 14 0,6-3 18 0,1 0 24 0,-7 3 25 0,7-3 34 15,-1 0 38-15,-6-1 63 0,6 1 78 0</inkml:trace>
  <inkml:trace contextRef="#ctx0" brushRef="#br0" timeOffset="-14146.1">912 7286 0 0,'0'0'91'0,"0"0"108"16,0 0 9-16,0 0 7 0,0 0 1 0,0 0 2 0,6 4 1 0,-6-4 4 15,0 3 4-15,0-3 10 0,6 4 14 0,1 1-8 0,-1 1-23 0,1-2-11 16,-1 7-6-16,7-4 0 0,-7 4 3 0,8 0 3 0,6 0 3 0,-7 4 1 15,-1-4 0-15,8 4-3 0,-7-1-3 0,7 1-19 0,-7-1-27 0,0 1-28 16,7 0-28-16,-8-4-28 0,1 4-30 0,0-4-37 0,0-1-42 16,-7 1-46-16,8 0-48 0,-8-3-56 0,8 3-59 0,-8-4-51 0,0 0-45 15,1-3-35-15,-1 3-32 0,8-3-15 0,-8 4-9 0,-6-5-1 0,6-3 1 16,1 0 17-16,0 0 29 0,-1 0 36 0,-6-3 44 0,6-2 53 0,1-2 134 16</inkml:trace>
  <inkml:trace contextRef="#ctx0" brushRef="#br0" timeOffset="-13746.62">1510 7304 53 0,'7'-2'217'0,"-7"-3"29"0,6 5 26 0,-6-4 23 0,0 4 22 16,0 0 33-16,0 0 39 0,0 0 30 0,0 4 25 0,0-4-3 0,0 5-16 15,0-3-28-15,0 2-34 0,0 0-30 0,0-1-29 0,0 5-21 16,0-1-18-16,0 1-17 0,0-1-18 0,0 4-31 0,-6 0-37 0,6 0-28 16,-7 0-25-16,1 4-18 0,0-1-15 0,-1 1-18 0,-6 2-16 0,0-1-20 15,6 3-22-15,-12-1-26 0,5 3-27 0,2-3-33 0,-8 5-35 0,7-5-51 16,-7 1-60-16,2 3-60 0,-2-4-58 0,6 0-46 0,-5 0-36 15,-1 1-26-15,1-1-18 0,-1-4-13 0,1 5-10 0,6-4 7 0,-7-1 14 16,1-3 25-16,6 0 28 0,0 0 48 0,-7 0 57 0,7-4 69 0,0 4 74 16,0-7 67-16,7 3 91 0,-8-3 19 0,2 3 20 0,5-3 71 15,0 0 45-15,-5-4 44 0,5 3 44 0,1 0 40 0,-1-3 42 0,0 0 42 0,1 0 43 16,0 5 15-16,6-5 6 0,-8 0-11 0,8 0-16 0,0 0-15 16,0 0-14-16,0 0-21 0,0 0-23 0,0 0-29 0,0 0-35 0,8-5-29 15,-8 5-29-15,12 0-30 0,-5 0-30 0,6-3-18 0,0 0-9 0,0-1-7 16,6 0-4-16,1 1-2 0,0-1-1 0,5 0 2 0,-5-3 2 0,6 0 0 15,1-1 0-15,-1 1-8 0,-1 0-9 0,1 0-11 0,0-1-11 16,1 1-9-16,-1 0-8 0,0-1-7 0,-7 1-3 0,7 0-5 0,-6-1-5 16,6 1-10-16,-7-1-16 0,1 5-19 0,-1-5-22 0,-5 1-25 0,-2 3-27 15,2 1-38-15,-8-1-43 0,0 1-59 0,1-1-66 0,0 4-66 16,-7 0-67-16,0 0-51 0,0 0-42 0,-7 0-12 0,0 7 0 0,1-3 12 16,-6 3 16-16,-2 4 23 0,-6 1 25 0,7-2 36 0,-6 5 43 0,-7 0 57 15,0-1 66-15</inkml:trace>
  <inkml:trace contextRef="#ctx0" brushRef="#br0" timeOffset="-13563.18">1009 8093 0 0,'-20'14'265'16,"-6"-3"64"-16,13 0 42 0,0 0 26 0,0-4 18 0,1-3 10 0,4-1 5 16,2 1 6-16,0-4 3 0,6 0 8 0,0 0 8 0,0 4-48 0,6-4-74 15,0 0-63-15,8-4-55 0,-1 4-44 0,0 0-36 0,0 0-21 16,7 0-15-16,6-4-8 0,-7 4-3 0,7-3-2 0,7 3-3 0,-7-4-5 16,0 0-8-16,6 4-11 0,1-3-11 0,-7-1-8 0,7 4-7 0,-1-4-7 15,-6 1-5-15,7 0-7 0,-7-1-9 0,-1 4-14 0,1-4-18 0,1 0-24 16,-1 4-27-16,-6-3-48 0,-1-1-59 0,1 4-66 0,-8-4-70 15,2 4-61-15,-2 0-58 0,-5-3-36 0,0 3-27 0,-1 3-8 0,1-3-1 16,-7 0 8-16,0 0 13 0,-7 4 21 0,7 0 25 0,-6-4 48 16,-1 3 57-16,0-3 65 0,1 4 174 0</inkml:trace>
  <inkml:trace contextRef="#ctx0" brushRef="#br0" timeOffset="-13362.82">1315 7920 0 0,'-7'-12'220'0,"-6"2"110"15,7 3 52-15,0 3 36 0,-1 0 24 0,0 4 19 0,1 0 17 16,0 0 16-16,6 0 14 0,-7 4 13 0,0 0 11 0,7 0-42 0,0 3-68 15,-6-1-63-15,6 6-59 0,-7-1-49 0,1 1-44 0,6 2-29 0,-6 4-18 16,-1 0-16-16,0 4-14 0,1 1-16 0,0-3-12 0,-8 7-13 0,8 2-11 16,-7 0-11-16,0 1-10 0,-6-1-18 0,5 4-18 0,-5 0-26 0,6-4-27 15,-7 5-29-15,1-5-30 0,-1 0-34 0,7 0-34 0,-7-3-55 0,8-4-66 16,-2 0-69-16,1-4-72 0,0 1-65 0,7-8-62 0,-1 0-23 16,1-4-5-16,0 0 8 0,6-7 15 0,0 0 20 0,6 0 24 0,-6-4 29 15,6-2 31-15,1-6 54 0,6 1 65 0</inkml:trace>
  <inkml:trace contextRef="#ctx0" brushRef="#br0" timeOffset="-13197.02">1054 8411 0 0,'14'-11'101'0,"-8"4"56"0,1 3 23 0,6 0 34 0,-7 1 41 0,1 3 46 16,-1 0 50-16,8 3 42 0,-2 1 36 0,1 0 1 0,0-1-17 16,0 1-11-16,7 3-10 0,0 1-5 0,-1-1-5 0,1 4-12 0,6-4-14 15,-1 4-28-15,-5-4-33 0,12 5-41 0,-5-1-46 0,-1 0-37 0,6 0-32 16,1 0-24-16,-1 0-17 0,1-4-12 0,-1 4-11 0,1 0-9 16,-7 0-10-16,7-4-9 0,-1 5-8 0,1-6-10 0,-1 2-12 0,-6-1-20 15,1 1-21-15,-1-1-28 0,0-3-28 0,0-1-45 0,-7 1-50 0,7 0-72 16,-13-4-81-16,7 3-72 0,-8-3-67 0,8 0-45 0,-6-3-32 15,-1 3-11-15,-1-4-3 0,-5 0 10 0,6 1 14 0,-7-5 22 0,8 1 26 16,-8-1 40-16,1 1 50 0,-1-3 69 0,7-2 110 0</inkml:trace>
  <inkml:trace contextRef="#ctx0" brushRef="#br0" timeOffset="-13013.26">2350 7908 9 0,'0'-6'345'0,"0"2"58"16,-6 1 37-16,6-1 22 0,0 4 11 0,-6 0 10 0,6 0 9 15,0 4 6-15,0-4 8 0,-7 0 3 0,7 0 4 0,0 0-56 0,0 0-86 16,7 3-96-16,-7-3-102 0,0 0-58 0,6 4-38 0,-6-4-23 16,6 4-17-16,2-2-23 0,-8-2-25 0,6 5-41 0,0-1-50 0,-6-1-69 15,6 1-80-15,-6 3-75 0,7 1-76 0,-7-1-47 0,0 0-35 16,0 0-18-16,0 4-7 0,-7 0-1 0,7 4 2 0,0-4 11 16,-6 3 16-16,6 2 34 0,-6 2 44 0,6-4 65 0,-6 9 75 0</inkml:trace>
  <inkml:trace contextRef="#ctx0" brushRef="#br0" timeOffset="-12846.93">2350 8338 0 0,'0'7'231'0,"0"1"97"16,8-5 36-16,-8 1 31 0,0-4 30 0,0 3 21 0,-8-3 19 0,8 4 16 16,0-4 11-16,0 0 9 0,0 0 4 0,0 0-50 0,0 0-78 0,0 0-74 15,0 0-71-15,0 0-50 0,0 0-38 0,8 0-38 0,-8 4-39 16,0-4-38-16,0 0-41 0,6 0-52 0,-6 0-59 0,0 0-74 0,0 0-82 16,0 0-78-16,0 0-77 0,0 0-37 0,0 0-20 0,0 0-9 15,0 0-3-15,0 3 4 0,0 1 8 0,-6 0 17 0,6 3 20 0,-8-3 38 16,8 3 45-16,-6-3 68 0,0 3 214 0</inkml:trace>
  <inkml:trace contextRef="#ctx0" brushRef="#br0" timeOffset="30837.04">3060 7444 0 0,'0'0'88'0,"0"0"41"0,0-4 11 0,0 4 16 0,0 0 18 0,0 0 22 16,0 0 25-16,0 0 16 0,0 0 14 0,0 0-1 0,0 0-6 0,0 0 2 15,0 0 7-15,0 0 13 0,0 0 17 0,0 4 7 0,0-1 5 16,0-3-2-16,7 3-5 0,-7 2-10 0,0 2-14 0,7-3-15 0,-7 3-14 15,6 1-13-15,-6-1-9 0,6 4-13 0,1 0-12 0,-7 0-17 16,7 3-21-16,-7 1-13 0,6 3-12 0,-6-3-10 0,0 7-7 0,7-3-8 16,-7-1-8-16,0 4-6 0,-7 0-6 0,7 0-7 0,0-1-4 15,-6 5-8-15,6-4-7 0,-7 4-5 0,0-1-6 0,1 1-6 0,0 0-6 16,-1 2-3-16,0-1-4 0,-5-2-4 0,5 5-3 0,1-5-4 16,-1 1-3-16,0 3-1 0,-5-6-3 0,4 2-2 0,8-3-1 0,-6-4-1 15,0 4-3-15,0-7 0 0,6 3 0 0,0-3 0 0,-7 0 0 16,7-5-2-16,0-2 0 0,0-1 0 0,0 1-2 0,0-1-1 0,0-4 0 15,0 1 0-15,7 0 0 0,-7-4 1 0,6 3 0 0,-6 1 4 16,6-4 1-16,0 4 3 0,8-4 3 0,-8 0 4 0,8 3 6 0,-8-3 2 16,7 4 4-16,7-4 2 0,-8 4 4 0,8-4 2 0,-7 0 2 0,7 0 3 15,0 4 0-15,5-4 0 0,-5 0-1 0,6 0-2 0,0 0-13 16,-7 0-19-16,7 0 0 0,0 0 0 0,1 0 0 0,-1-4 0 0,0 4 0 16,7 0 0-16,-8 0 0 0,1 0 0 0,0 0 0 0,0 0 0 15,-6-4 0-15,7 4 0 0,-9 0 0 0,9 0 0 0,-7 0 0 0,-2 0 0 16,-4 0 0-16,5-4 0 0,-5 4-38 0,-2 0-65 0,2 0-21 15,-2-3-33-15,1 3-39 0,1-4-57 0,-8 0-68 0,6 1-70 16,-4-5-68-16,4 1-55 0,-5 0-46 0,6-4-17 0,0 0 1 16,-7 0 14-16,8-4 16 0,-8-3 22 0,7 3 20 0,0-3 33 0,0-1 37 15,-7-3 57-15,8 4 68 0</inkml:trace>
  <inkml:trace contextRef="#ctx0" brushRef="#br0" timeOffset="31069.83">4311 7184 23 0,'6'-22'329'0,"1"7"55"0,0 0 42 0,-7 4 25 0,0 0 17 0,6 8 13 16,-6-1 14-16,0 1 11 0,0 3 11 0,0 0 10 0,0 0 10 0,0 0-53 15,6 0-83-15,-6 3-80 0,7-3-77 0,-1 4-53 0,8-4-38 16,-8 3-22-16,8 1-16 0,-2-1-12 0,1 1-13 0,0 0-11 16,6 0-10-16,-5-1-11 0,-1 1-8 0,0 3-11 0,6-3-8 0,-12 1-11 15,6 1-11-15,0-2-16 0,0-1-17 0,-7 5-16 0,1-4-17 16,-1-1-17-16,1 1-20 0,0 3-27 0,-7-3-31 0,0 3-53 0,0-3-66 15,0 3-67-15,-7 0-72 0,0 4-59 0,1-3-54 0,-1 3-19 16,1 0 1-16,-7 0 7 0,0 0 11 0,0-1 17 0,0 5 15 0,-7-3 27 16,7-2 30-16,-7 1 54 0,8-3 65 0</inkml:trace>
  <inkml:trace contextRef="#ctx0" brushRef="#br0" timeOffset="31253.16">4305 7392 0 0,'-7'-3'194'0,"7"3"96"0,-7-4 31 15,7 4 22-15,-6 0 23 0,6 0 29 0,0 0 32 0,0 0 24 0,6-3 22 16,-6 3 16-16,7-4 17 0,0 4-36 0,-1-4-62 0,7 4-53 15,0-3-48-15,0 3-33 0,0-4-22 0,6 4-21 0,1-4-16 0,0 1-28 16,-1-1-31-16,7 0-24 0,-6 1-20 0,-1-5-19 0,7 5-17 16,-6-5-17-16,-1 5-17 0,1-4-22 0,0-1-28 0,-1 0-30 15,1 1-32-15,-8 3-41 0,8-3-47 0,-7 0-68 0,-6 3-81 0,6-4-77 16,-7 5-72-16,1 0-52 0,-7-1-39 0,0 4-16 0,0 0-7 16,0 0 8-16,0 4 15 0,-7 2 21 0,1-1 24 0,-1 6 38 0,-6-4 42 15,0 5 67-15,1 1 79 0</inkml:trace>
  <inkml:trace contextRef="#ctx0" brushRef="#br0" timeOffset="31536.78">4487 7506 57 0,'-7'15'249'0,"-6"-4"22"0,7-1 13 16,0-2 8-16,-2-1 4 0,8-3 10 0,0 0 13 0,0-4 32 16,0 3 40-16,8-3 15 0,-2 0 3 0,0 0-40 0,7 0-61 0,-6 0-45 15,6 0-35-15,0 0-18 0,6 0-8 0,-5 0-3 0,5 0-2 0,1 4-5 16,-8-4-11-16,8 3-28 0,0 1-36 0,-1 0-26 0,1 0-21 16,-8-1-11-16,8 1-6 0,0 4-3 0,-7-2-2 0,-1 2-1 15,8 0 0-15,-7-1 3 0,-6 4 2 0,6 0 2 0,-1 4 1 0,-4-5 0 16,-2 5 1-16,-6 0 2 0,6 2 1 0,-6-2 4 0,0 8 3 15,0-5 2-15,-6 4 1 0,6-4 0 0,-6 8-1 0,-8-4-3 16,8 0-3-16,0 4-4 0,-8 0-2 0,1-1-4 0,1 0-3 0,-2-3-3 16,2 4-4-16,-2-4-5 0,-5 0-4 0,5 0-7 0,2-3-6 0,-2-2-9 15,2-2-9-15,-1 0-13 0,-1-5-14 0,2 2-20 16,-2-5-24-16,2 1-26 0,5-5-26 0,-6-3-34 0,0-3-41 0,7-1-46 16,-8-3-53-16,2-4-56 0,5-1-56 0,-6-6-47 0,0-4-38 0,6 0-31 15,-6-3-24-15,1-6 1 0,-2-1 14 0,8-4 18 0,-7-5 24 16,0 5 33-16,0-8 39 0,-1 0 47 0,8 0 52 0,-7 0 56 15,6 0 85-15</inkml:trace>
  <inkml:trace contextRef="#ctx0" brushRef="#br0" timeOffset="31703.58">4409 7363 0 0,'13'-11'85'0,"-7"8"96"0,1-1 39 0,-1 8 43 0,0-1 44 15,2 5 48-15,-8-1 53 0,6 8 34 0,0-1 24 0,-6 1-2 16,7 3-16-16,-7 3-15 0,0 2-14 0,0 3-11 0,0-1-11 0,0 5-23 16,-7-1-31-16,1 4-36 0,0 0-39 0,-2 4-45 0,-4-1-51 15,5 2-33-15,-6 1-24 0,0-2-22 0,1 2-17 0,-2-1-26 16,8-5-29-16,-8 0-39 0,8-8-44 0,-1 1-67 0,1-4-76 0,6-7-83 15,0-1-85-15,0-6-72 0,6-4-69 0,1-8-34 0,-1-4-16 16,1-3-7-16,6-3 1 0,1-9 12 0,-2-2 17 0,8-4 26 16,-1-7 33-16,1-1 56 0,-1-8 68 0,1 2 76 0,6-1 254 0</inkml:trace>
  <inkml:trace contextRef="#ctx0" brushRef="#br0" timeOffset="32069.88">5183 6964 293 0,'14'0'412'0,"-8"0"48"0,1 3 34 0,-7 5 25 0,0 3 24 15,0 0 23-15,-7 0 23 0,7 8 19 0,-6-1 19 0,-8 0 3 0,8 3-6 16,-7 5-78-16,0 4-114 0,0-5-89 0,-7 5-79 0,8 3-46 16,-8 0-195-16,1-1-23 0,-1 2 0 0,0-1 0 0,1-1 0 0,-1 1 0 15,8 0 0-15,-8-3 0 0,6-4 0 0,-5-1 0 0,13 1 0 16,-8-8 0-16,8 1 0 0,0-5 0 0,6-3 0 0,0-3 0 0,6-1 0 16,0-4 0-16,8-3 0 0,-8-3 0 0,13 3 0 0,-5-7-85 15,6-1-11-15,-1-3 10 0,7 0 10 0,-6 0 16 0,6-4 15 0,-1 1 13 16,1 3 10-16,7-4 7 0,-7 0 6 0,0 5 4 0,0-1 3 15,-7 3 2-15,8 1 0 0,-8 0 2 0,1 3 4 0,-1 0 7 16,1 1 5-16,-7 3 7 0,0 3 8 0,0-3 7 0,1 4 8 0,-8 0 9 16,7 0 9-16,-7 3 10 0,1 0 8 0,-1 4-19 0,-6-4-65 15,7 4 0-15,-7 3 0 0,0-2 0 0,0 2 0 0,-7 1 0 16,7 4 0-16,-6-1 0 0,-7 4 0 0,6-4 0 0,-5 8 0 0,-2-4 0 16,-6 3 0-16,1 2 0 0,-1 1 0 0,-6-2 0 0,7 3 0 15,-13 0 0-15,5 1 0 0,1-1 0 0,0 0 0 0,-6-3 0 16,5 3 0-16,1-6 0 0,1-3 0 0,-1 3 0 0,6-8 0 0,0 0-53 15,1-4-300-15,-1-7-68 0,8-1-73 0,4-3-48 0,-4-7-38 0,5-1-18 16,1-6-11-16,-1-1 7 0,7-3 16 0,0-4 22 0,0-1 23 16,0 1 28-16,7-3 30 0,-1 3 51 0,-6 0 64 0,7-1 89 0,-1 2 106 15</inkml:trace>
  <inkml:trace contextRef="#ctx0" brushRef="#br0" timeOffset="32219.48">4962 7839 0 0,'6'-7'13'0,"2"-4"121"16,4 8 40-16,-5-1 48 0,6 4 51 0,0 0 59 0,-1 4 60 16,2 3 42-16,-1 0 27 0,0 0 5 0,6 4-6 0,1 0-6 0,0 3-6 15,-1 2-9-15,7 1-8 0,-6 3-20 0,6 1-24 0,-7-2-37 16,7 3-43-16,0 0-51 0,-6 4-58 0,6-6-39 0,0 3-27 0,0-1-21 15,-6 1-16-15,6-2-20 0,-7 2-20 0,1-5-26 0,-1 0-29 16,1 0-33-16,-7-3-33 0,6-1-48 0,-5-3-56 0,-2 1-74 16,1-5-85-16,1 0-78 0,-2-3-74 0,-4-1-46 0,4-3-34 0,-6-3-12 15,1-1-2-15,0 0 9 0,-7-3 18 0,6-4 21 0,-6 0 25 0,7-3 40 16,-7-1 49-16,0-3 70 0,0-4 86 0</inkml:trace>
  <inkml:trace contextRef="#ctx0" brushRef="#br0" timeOffset="32652.97">5633 7433 0 0,'0'-8'116'0,"6"1"189"0,-6 7 54 0,0 0 39 0,7 7 33 0,0 1 25 16,-7 3 24-16,6 0 22 0,1 4 22 0,-1 3 20 0,-6 0 17 15,6 4-23-15,2 0-47 0,-8 3-62 0,6 2-67 0,-6 2-56 0,0 0-49 16,0 0-36-16,0 0-33 0,0 5-26 0,0-5-21 0,0 4-22 16,-6-4-22-16,6 0-23 0,0 1-23 0,-8-4-29 0,2-1-28 0,6-3-29 15,0 0-29-15,-6-4-27 0,6-7-30 0,-7 4-38 0,7-7-41 16,0-5-48-16,0 1-52 0,0-4-51 0,0-4-52 0,0-3-34 15,0-5-23-15,0-2-4 0,0-1 6 0,7-3 13 0,-7-4 20 0,0 1 23 16,0-5 24-16,6 0 45 0,-6-4 56 0,0 5 69 0,6-4 75 16,-6 3 88-16,8 0 91 0,-8 0 81 0,6 1 76 0,0 3 59 15,0 0 49-15,1 0 33 0,0 0 25 0,-1 3 21 0,1 1 16 0,5 0 5 16,2 3 0-16,-2-3-7 0,2 4-13 0,-1-1-24 0,7 1-28 0,-8-1-35 16,8 3-38-16,0-2-32 0,5 3-28 0,-5-4-21 0,6 4-13 15,1 4-14-15,-1-4-12 0,-1 4-98 0,7-1-48 0,-5 1 0 16,-1 3 0-16,6 1 0 0,-5 3 0 0,-1 0 0 0,0 3 0 0,-7 1 0 15,1 3 0-15,0 1 0 0,-1-1 0 0,1 4 0 0,-8 0 0 0,2 3 0 16,-2 1 0-16,2 0 0 0,-1 0 0 0,-7 0 0 0,0 3 0 16,1 0 0-16,-7 3 0 0,0-2 0 0,0 3 0 0,0 0 0 15,0 0 0-15,-7 0 0 0,1 0 0 0,0 0 0 0,-7 3 0 0,6-3 0 16,-6 1 0-16,0-1 0 0,0 0 0 0,0-1 0 0,0-2 0 16,-6-1 0-16,5 0-81 0,-5-3-268 0,6-5-80 0,-6 6-68 15,5-9-62-15,-6 1-39 0,8-4-25 0,-1-1-2 0,-7-3 8 0,7-3 19 16,0-1 23-16,0 0 28 0,-7-3 31 0,8 3 43 0,-2-7 48 15,-5 4 68-15,6-4 83 0</inkml:trace>
  <inkml:trace contextRef="#ctx0" brushRef="#br0" timeOffset="32837">5913 7839 0 0,'-26'-11'47'0,"7"-3"192"0,-1 3 47 0,0 0 49 16,1 0 49-16,-1 4 35 0,0-4 29 0,2 3 21 0,4 5 19 0,1-4 13 15,0 2 12-15,6 2-31 0,1 3-51 0,0-4-45 0,0 4-41 16,6 0-37-16,6-4-35 0,0 0-36 0,0 4-38 0,8-3-28 16,-1-1-20-16,-1 1-17 0,8 3-13 0,6-7-11 0,1 3-8 0,-8 4-6 15,14-4-4-15,-8 1-7 0,8-1-9 0,-7 0-9 0,6 1-10 16,-5-1-12-16,5 4-13 0,-6-4-17 0,1 4-20 0,-1 0-21 15,-7-3-24-15,1 3-23 0,-1 0-23 0,-6 0-26 0,1 3-27 0,-2-3-44 16,-5 0-50-16,-1 0-64 0,1 0-73 0,-7 4-57 0,0 0-48 16,0-1-38-16,-7 1-29 0,1 0-4 0,-1 3 6 0,-5 0 16 0,4 4 19 15,-4-4 23-15,-8 4 26 0,7 1 42 0,-7 2 48 0,1-3 65 16,-7 4 71-16</inkml:trace>
  <inkml:trace contextRef="#ctx0" brushRef="#br0" timeOffset="33003.88">5854 7908 240 0,'-26'12'288'15,"7"-1"29"-15,-1-3 20 0,8-1 13 0,4-4 8 0,2 1 23 16,0 0 28-16,6-4 25 0,0 0 23 0,0 0-12 0,12 0-31 0,-4 0-45 15,4-4-53-15,1 0-45 0,7 4-41 0,-7-3-25 0,13 0-20 16,-6-1-10-16,6 0-7 0,-7 0-22 0,7 1-29 0,0-1-24 0,0 4-23 16,1-4-20-16,-1 4-16 0,0-3-21 0,-7 3-21 0,7-4-25 15,-6-1-29-15,5 3-50 0,-5-2-59 0,0 0-75 0,-7-3-80 0,6 3-71 16,-6-3-65-16,1-4-32 0,-8 3-17 0,7-3-7 0,-7 0-2 16,1-3 7-16,6 3 13 0,-13-4 20 0,6 1 24 0,1-5 46 15,0 1 58-15,-1-1 73 0,0-2 257 0</inkml:trace>
  <inkml:trace contextRef="#ctx0" brushRef="#br0" timeOffset="33287.13">6349 6884 35 0,'0'-12'321'0,"-6"9"53"0,6-1 44 0,-6 4 31 0,-1 4 26 16,0-1 24-16,7 4 24 0,-6 1 22 0,0 3 23 0,-1 4 22 16,0-1 20-16,1 5-49 0,-7 2-82 0,7 1-71 0,-8 8-67 0,1-1-44 15,0 4-35-15,0 3-24 0,-7 9-40 0,8-1-198 0,-8 3 0 16,1 4 0-16,-7 5 0 0,6 6 0 0,1 1 0 0,-7 2 0 15,6 1 0-15,0 4 0 0,7-4 0 0,-7 3 0 0,8-3 0 0,6 0 0 16,-2-4 0-16,8-3 0 0,0-4 0 0,8-8 0 0,4 1 0 16,2-8 0-16,5-7 0 0,1 1 0 0,-2-9 0 0,9-3 0 0,-1-4 0 15,6-7 0-15,-5 0 0 0,5-3 0 0,1-8 0 0,-7 0 0 16,6-4 0-16,-5-3 0 0,-1-1 0 0,0-3 0 0,-1 0 0 0,-5-3 0 16,6-1 0-16,-13 1-321 0,7-5-177 0,0 4-68 0,-8-3-64 15,1-4-23-15,0 4-1 0,0 0 8 0,-6-4 17 0,6 0 23 16,-7-1 26-16,1 1 30 0,0 1 32 0,5-5 48 0,-5 4 57 0,-7 0 79 15,6-4 211-15</inkml:trace>
  <inkml:trace contextRef="#ctx0" brushRef="#br0" timeOffset="150186.55">12022 9265 18 0,'-7'0'169'0,"7"-4"17"0,-6 4 17 0,0-4 20 0,0 4 23 16,6 0 24-16,-8 0 25 0,2 0 28 0,6 4 30 0,0-4 7 0,0 0-4 16,0 4-12-16,-6-1-18 0,6 1-10 0,6 0-9 0,-6 3-9 15,0 4-7-15,0 0-12 0,6 7-14 0,-6 1-15 0,8 6-14 0,-8 1-20 16,6 3-20-16,-6 4-24 0,6 4-25 0,0-1-13 0,-6 5-9 16,7-4-6-16,-7 3-5 0,7 0-5 0,-7 0-4 0,6 1-6 0,1-1-7 15,-7 0-7-15,6-3-8 0,-6 0-8 0,6-5-7 0,2 1-7 16,-2 0-5-16,0-7-4 0,0 0-5 0,1-4-4 0,6 0 0 0,0-8-1 15,1 1 1-15,-2-1-20 0,2-6-17 0,-2-1 0 16,8-7 0-16,-1 0 0 0,1-4 0 0,0-7 0 0,-1 0 0 0,7-3 0 16,0-8 0-16,1-4 0 0,5-3 0 0,-6-4 0 0,7-4 0 0,-1-3 0 15,1 0 0-15,-1-8 0 0,1 4 0 0,6-3 0 0,-7 2 0 16,1-2 0-16,-7-1 0 0,6 4 0 0,1 0 0 0,-7 4 0 16,0 4 0-16,0-1 0 0,-7 4 0 0,1 4 0 0,0-1 0 0,-7 9 0 15,0 2 0-15,0 1 0 0,-7 3-159 0,1 4-133 0,-7 4-57 16,7-1-66-16,-7 5-70 0,0 3-56 0,0 0-47 0,0 0-14 15,0 3 3-15,-7 5 15 0,0-1 18 0,7 4 26 0,-6 4 24 0,0-1 32 16,-1 1 35-16,7 3 48 0,-7-3 57 0,1 3 72 0,6 1 267 0</inkml:trace>
  <inkml:trace contextRef="#ctx0" brushRef="#br0" timeOffset="150419.09">13194 9612 0 0,'7'0'21'0,"0"0"244"0,-1 0 50 0,-6 0 48 0,6 0 45 16,-6 0 35-16,0 0 28 0,0 0 23 0,0 0 22 0,0 0 18 15,-6 0 18-15,6 5-13 0,0-5-33 0,0 3-46 0,-6 1-56 16,6-1-46-16,-7 1-43 0,0 3-42 0,7 4-42 0,-13-3-30 0,7 6-24 16,-7 1-22-16,0 3-22 0,0 0-76 0,-7 8-57 0,7-4 0 15,-6 8 0-15,-7-1 0 0,6 0 0 0,-5 7 0 0,-2-2 0 0,1 2 0 16,0 4 0-16,0-3 0 0,0 4 0 0,-1-1 0 0,2-4 0 16,5-3 0-16,0 4 0 0,1-8 0 0,6-3 0 0,0-4-32 15,0-3-172-15,6-5-65 0,7-3-74 0,-6-4-73 0,12-7-74 0,-6-3-56 16,7-4-46-16,6-9-17 0,0-2-2 0,0-4 11 0,6-7 17 0,-5-4 23 15,12-4 25-15,-7 1 40 0,7-4 46 0,0-4 66 0,1-1 73 16</inkml:trace>
  <inkml:trace contextRef="#ctx0" brushRef="#br0" timeOffset="150636.07">13143 9722 0 0,'6'-11'21'0,"7"8"216"0,-6 3 41 0,5-4 46 0,-5 4 47 16,-1 4 39-16,8-1 36 0,-8 1 25 0,0 3 19 0,8 1 16 16,-8-1 14-16,7 4-22 0,-6 0-41 0,6 4-39 0,-1-4-37 0,-4 7-35 15,4-3-31-15,1 3-40 0,-6 4-39 0,6-4-35 0,-7 5-31 16,8 2-21-16,-8-3-18 0,0 4-14 0,0 3-14 0,2-4-13 0,-2 5-11 15,0-4-13-15,1 7-12 0,-1-4-23 0,-6 0-31 0,7 1 0 16,0-1 0-16,-7 0 0 0,6-3 0 0,-6 3 0 0,0-7 0 0,0 0-54 16,6 0-32-16,-6-4-20 0,0 1-20 0,0-5-19 0,0-3-21 15,0 0-33-15,-6 1-40 0,6-5-47 0,0-4-52 0,-6 5-46 16,-1-5-39-16,7 1-25 0,-7-4-18 0,1 4-14 0,-1-4-16 0,-5-4 1 16,4 4 6-16,2-7 15 0,-6 3 17 0,-2-3 32 0,8 0 39 15,-7-1 48-15,-1-3 52 0,2 0 51 0,-8-4 71 0</inkml:trace>
  <inkml:trace contextRef="#ctx0" brushRef="#br0" timeOffset="150803.48">13058 10257 144 0,'-27'-14'235'0,"9"3"41"16,-2 0 42-16,0 4 47 0,1-4 54 0,5 3 34 0,2 4 26 16,-2-3 18-16,8 4 14 0,-7-1-22 0,6 4-42 0,7-4-39 15,0 4-38-15,0 0-36 0,0 4-33 0,0-4-35 0,7 4-36 0,-1-4-45 16,1 7-47-16,6-4-33 0,0 1-26 0,0 0-16 0,0 0-13 16,6-1-7-16,1 1-5 0,6-4-2 0,0 0-2 0,-7 4-4 0,14-8-7 15,-7 4-16-15,7-4-21 0,-7 4-29 0,6-7-33 0,1 3-66 16,-1 0-83-16,1-3-98 0,-7 0-107 0,6 3-59 0,1-3-36 0,-7-1-18 15,0 5-10-15,1-5-4 0,-1 5 0 0,0-1 8 0,-1-3 16 16,-5 3 25-16,6 0 28 0,-6 1 64 0,5-1 82 0</inkml:trace>
  <inkml:trace contextRef="#ctx0" brushRef="#br0" timeOffset="151502.68">14054 9690 0 0,'0'3'169'0,"-6"1"115"0,-1-1 39 0,7 1 29 0,-6 0 25 16,6-4 22-16,-6 3 20 0,6-3 14 0,0 4 12 0,0-4 13 15,0 0 11-15,0 4-38 0,6-4-62 0,0 0-48 0,1 0-40 0,-1 0-34 16,7 0-31-16,6 3-22 0,-5-3-21 0,5 0-17 0,7 0-17 15,0 0-13-15,0 0-11 0,1 0-11 0,-1 0-11 0,6 0-12 0,-5 0-16 16,5 0-11-16,-7 0-14 0,1 0-16 0,7 0-16 0,-7-3-20 16,-6 3-22-16,6-4-26 0,-7 0-25 0,7 4-50 0,-12-3-59 0,5 3-74 15,-5-4-81-15,-8 4-75 0,0 0-68 0,0 0-35 0,-6 0-16 16,0 0-4-16,0 4 4 0,-6-1 12 0,-6 5 15 0,4-1 21 16,-4 4 24-16,-8-4 46 0,1 5 58 0,-1-1 73 0,1 0 241 0</inkml:trace>
  <inkml:trace contextRef="#ctx0" brushRef="#br0" timeOffset="151685.9">14132 10093 24 0,'-6'7'289'0,"-1"0"31"0,1 1 21 0,-1-1 15 16,7-4 12-16,0-3 24 0,0 4 31 0,0-4 24 0,0 4 18 15,7-4 16-15,-1 3 16 0,1-3-53 0,6 4-85 0,0-4-62 16,-6 4-46-16,5-1-26 0,2 1-14 0,5 0-11 0,-6-1-10 0,6 1-22 16,-5 0-31-16,5-4-22 0,1 3-19 0,-8 1-17 0,8 0-14 15,0-4-16-15,-1 4-16 0,-5-1-25 0,4-3-28 0,2 4-33 0,-7-4-36 16,1 3-64-16,4-3-74 0,-4 0-82 0,-1 0-85 0,0 0-63 15,0 0-52-15,1 0-25 0,-2 0-15 0,-6 0-3 0,8 4 1 0,-8-4 14 16,1 0 18-16,-1 0 27 0,0 4 30 0,-6-4 57 16,8 0 75-16</inkml:trace>
  <inkml:trace contextRef="#ctx0" brushRef="#br0" timeOffset="153236.05">15246 9906 0 0,'-6'0'42'0,"6"0"105"0,0 0 18 0,0 0 23 0,-7 0 26 0,7 0 31 0,0 0 31 16,0 4 33-16,0-4 32 0,0 0 14 0,0 0 5 0,-7 0-1 15,7 0-6-15,0 0-6 0,0 0-9 0,0 0-9 0,0 0-14 16,0 0-15-16,0 0-18 0,7 0-18 0,-7 0-22 0,7 0-18 0,5 0-17 15,-5 0-21-15,6 0-21 0,7 0-10 0,-1-4-5 0,7 0-1 16,0 1 1-16,7-2 1 0,-1 2 3 0,7-4-4 0,1-1-3 0,5 1-6 16,0-4-7-16,8 4-10 0,-1-4-91 0,0 0-33 0,0 3 0 15,7-2 0-15,-1 2 0 0,1-3 0 0,6 4 0 0,-6 0 0 0,-1 3 0 16,1-3 0-16,0 3 0 0,-8 0 0 0,8 1 0 0,-7 3 0 16,-6-4 0-16,6 4 0 0,-13 0 0 0,7-4 0 0,-7 4 0 0,-1 0 0 15,-5 0 0-15,0 0 0 0,0 0 0 0,-1-4 0 0,-5 4 0 16,-2-3 0-16,1 3 0 0,-6-4 0 0,6 4 0 0,-13-4 0 0,7 1 0 15,-1-1 0-15,-6 0 0 0,0 4 0 0,0-3 0 0,0-1 0 16,-7 0 0-16,1 4 0 0,0 0 0 0,-7-3 0 0,0 3 0 16,0 0 0-16,0-4-155 0,-7 4-136 0,0 0-86 0,-5 0-83 0,5 0-85 15,-12 4-41-15,6-4-22 0,-1 3-5 0,-6 1 3 0,-5 0 10 16,5-1 13-16,0 5 22 0,-5-5 26 0,-1 5 37 0,0-1 42 16,0 1 75-16,-7-5 91 0</inkml:trace>
  <inkml:trace contextRef="#ctx0" brushRef="#br0" timeOffset="153785.93">15513 10096 162 0,'7'0'204'0,"-7"-3"14"0,0 3 11 0,0 0 15 15,0 0 18-15,0 3 31 0,6 1 39 0,-6-4 41 0,6 4 41 0,-6 3-8 16,8 0-35-16,-2 4-25 0,-6 0-23 0,6 0-16 0,0 4-13 15,1 3-6-15,-7 1-4 0,7 3-6 0,-1-1-12 0,-6 1-25 16,0 8-33-16,7-4-34 0,-7 3-38 0,0 0-21 0,0 0-16 0,-7 4-10 16,7 0-6-16,-6 0-6 0,6 0-5 0,-7 4-8 0,0-5-8 15,1 2-7-15,6-5-7 0,-6 4-6 0,0-4-6 0,-2 1-11 0,8-5-13 16,-6-3-17-16,0 4-20 0,6-8-25 0,-7 0-26 0,7-2-38 16,0-2-46-16,0-3-61 0,-6 0-67 0,6-4-70 0,0-3-66 0,0-4-52 15,0 0-44-15,6-4-17 0,-6 1-4 0,7-5 8 0,-7 1 13 16,6-8 18-16,-6 5 24 0,6-6 36 0,2 2 44 0,-8-5 61 15,6 5 68-15</inkml:trace>
  <inkml:trace contextRef="#ctx0" brushRef="#br0" timeOffset="154020.26">15708 10485 237 0,'0'-4'306'15,"7"4"37"-15,-7-4 31 0,0 1 28 0,0 3 24 0,0 0 20 16,0 0 16-16,0 0 16 0,0 0 16 0,6 0-12 0,-6 0-25 0,7 0-48 15,0 3-57-15,-1-3-48 0,0 0-41 0,8 4-31 0,-2-4-26 16,2 0-22-16,-1 4-21 0,6-4-18 0,0 0-15 0,1 0-15 0,0 3-14 16,-1-3-16-16,7 0-14 0,-6 0-13 0,-1 0-14 0,7 0-11 15,-6-3-9-15,6 3-12 0,-7 0-18 0,1-4-21 0,0 4-24 0,5-4-25 16,-11 1-28-16,5 3-44 0,1-4-54 0,-8 1-76 0,2-5-84 16,-1 8-76-16,0-4-72 0,-7 0-38 0,1 1-24 0,-1-1-3 15,-6 0 6-15,0 1 13 0,0 3 19 0,0 0 23 0,0-4 26 0,0 4 44 16,0-4 52-16,-6-3 76 0,6 4 191 0</inkml:trace>
  <inkml:trace contextRef="#ctx0" brushRef="#br0" timeOffset="154469.61">16341 10188 214 0,'0'0'314'0,"0"0"39"16,0 3 30-16,0 1 32 0,0 4 30 0,6-1 24 0,-6 0 20 0,0 4 20 16,0 0 16-16,0 0-2 0,6 4-14 0,-6-1-51 0,0 5-72 0,0-5-52 15,0 4-44-15,0 5-29 0,0-2-26 0,0 2-23 0,0-1-25 16,0 3-19-16,-6 1-15 0,6 0-13 0,-6-1-13 0,6 1-35 15,-8-1-92-15,2 1 0 0,6 0 0 0,-6-1 0 0,6-3 0 0,-7 0 0 16,7-3 0-16,-6-5 0 0,6 2 0 0,0-6 0 0,0 1 0 16,0-4 0-16,0 1 0 0,6-5 0 0,-6 1 0 0,7-4 0 0,-1-4 0 15,0 1 0-15,2-8 0 0,-2 4 0 0,6-9 0 0,2-2 0 16,-1 0 0-16,-1-8 0 0,2 1 0 0,-2-4 0 0,8-1 0 0,0-3 0 16,-7 0 0-16,7-3 0 0,-1 2 0 0,-6 1 0 0,6 1-19 15,-5-1-22-15,-2 4 5 0,8 2 6 0,-7 2 5 0,1-1 5 16,-2 8 6-16,2 0 3 0,-2 0 4 0,1 6 2 0,-6 2 2 0,6-2 1 15,-1 9 0-15,2-5 2 0,-1 5 1 0,0 3 4 0,-6 0 5 16,5 3 6-16,2 1 5 0,-2 3 7 0,-5 1 4 0,6-1 6 0,0 4 7 16,-7 4-26-16,1 0-19 0,6-1 0 0,-7 1 0 0,2 3 0 15,-8 0 0-15,6 4 0 0,-6-4 0 0,0 5 0 0,0-2 0 0,0 2 0 16,0-1 0-16,0 3 0 0,-6-2 0 0,-2-2 0 0,8 1 0 16,-6 0 0-16,0 4 0 0,-1-4 0 0,0-4 0 0,-5 4 0 0,5-3 0 15,1 2 0-15,-8-2 0 0,8-5 0 0,-7 5 0 0,0-5 0 16,0 2 0-16,0-6 0 0,-6 5 0 0,5-8 0 0,-5 4 0 0,6 0 0 15,-6-4 0-15,-1 1 0 0,0-5 0 0,1 5 0 0,-7-5 0 16,6 1 0-16,-6-4 0 0,0 0-67 0,7-4-361 0,-8 4-69 16,1-7-65-16,0 0-42 0,7-5-32 0,-7 2-5 0,0-1 6 0,6-7 15 15,1 2 22-15,-1-2 27 0,7-4 31 0,-7-3 40 0,14 3 43 16,-7-7 68-16,0-1 79 0</inkml:trace>
  <inkml:trace contextRef="#ctx0" brushRef="#br0" timeOffset="154819.16">16347 9052 0 0,'0'-3'119'16,"0"3"133"-16,0 0 26 0,0 0 21 0,0 0 19 0,0 0 31 16,0 0 38-16,0 3 33 0,0-3 31 0,0 4 25 0,0 3 22 0,6 1-31 15,-6-1-58-15,0 4-42 0,0 3-34 0,0 1-24 0,6 7-18 16,-6 0-13-16,0 0-11 0,0 7-24 0,0 1-34 0,0-1-29 16,0 4-28-16,0 4-22 0,-6-4-22 0,6 3-16 0,-6 1-13 0,6 0-15 15,-6-5-14-15,6 5-24 0,-8-4-27 0,2-3-31 0,6 2-31 0,-6-6-43 16,-1-1-47-16,7 1-75 0,-6-4-90 0,-1 0-91 0,7-3-89 15,-7-1-50-15,7-4-29 0,0 1-12 0,0-4-3 0,0 0 9 16,0-4 16-16,0 1 21 0,0-5 25 0,0-3 36 0,0 0 42 0,0 0 71 16,0 0 102-16</inkml:trace>
  <inkml:trace contextRef="#ctx0" brushRef="#br0" timeOffset="155287.11">17402 9800 0 0,'0'-4'152'0,"0"4"146"0,0 0 44 16,0 0 28-16,-7 4 20 0,7-4 18 0,-6 0 16 0,6 0 14 15,-7 3 12-15,7-3 9 0,0 0 7 0,-7 4-41 0,7-4-63 0,0 0-66 16,0 0-65-16,0 4-51 0,0-4-43 0,0 0-30 0,0 0-22 16,0 3-30-16,0-3-32 0,0 4-47 0,7-4-56 0,-7 3-69 15,0-3-77-15,7 0-66 0,-7 4-62 0,0-4-46 0,6 0-40 0,-6 0-19 16,0 0-10-16,7 0-3 0,-1 0 0 0,-6 0 10 0,6 0 14 15,2-4 35-15,-2 1 42 0,0-1 63 0,1 1 67 0</inkml:trace>
  <inkml:trace contextRef="#ctx0" brushRef="#br0" timeOffset="155686.06">17805 9290 23 0,'0'-4'306'0,"-6"1"55"0,6 3 46 0,-6-4 26 15,6 8 15-15,-7-4 11 0,7 3 10 0,0 5 12 0,-7-5 13 0,7 5 15 16,0 3 17-16,0 4-47 0,7-1-79 0,-7 8-63 0,0 4-55 16,0-1-42-16,0 5-37 0,7 7-18 0,-7-1-8 0,0 1-3 0,0 6 0 15,0-2-5-15,0 3-5 0,6 0-8 0,-6 0-21 0,0 0-135 16,6-4 0-16,-6 4 0 0,7-4 0 0,0-3 0 0,-1-1 0 15,1-2 0-15,5-5 0 0,8 0 0 0,-7-7 0 0,7 0 0 0,0-4 0 16,6-3 0-16,-1-8 0 0,1 1 0 0,0-4 0 0,7-8 0 16,-7-4 0-16,7 1 0 0,-1-8 0 0,1-3 0 0,-1-4 0 0,1-3 0 15,-7-5 0-15,6-3 0 0,1 0 0 0,-1 0 0 0,-5-3 0 16,-1 3 0-16,0-4 0 0,0 0 0 0,-7 5 0 0,7-5 0 0,-12 7 0 16,5-3 0-16,-6 4 0 0,0 4 0 0,1-1 0 0,-8 0 0 15,0 4 0-15,0 0 0 0,1 0-92 0,-7 0-166 0,7 8-46 0,-7-4-65 16,6 3-72-16,-6 0-64 0,0 4-58 0,0 0-24 0,-6 4-8 15,6-1 9-15,0 5 14 0,0 3 21 0,0 0 22 0,-7 0 24 16,7 3 25-16,0 1 45 0,-7 3 51 0,7 4 74 0,0 0 185 0</inkml:trace>
  <inkml:trace contextRef="#ctx0" brushRef="#br0" timeOffset="155919.38">18736 9865 0 0,'0'11'24'0,"0"-3"245"15,-6 2 39-15,6-2 29 0,0 0 23 0,-6 3 31 0,6-4 34 0,0 0 25 16,0 0 19-16,0 4 17 0,0-3 13 0,6 3-16 0,-6 0-34 16,0 0-57-16,0-1-68 0,0 5-47 0,0 0-35 0,-6 0-27 15,6 3-21-15,0 0-31 0,-6 1-32 0,6-1-26 0,-7 4-18 0,0-4-16 16,7 4-16-16,-6 0-16 0,-1 0-16 0,1 0-20 0,0-4-23 16,-2 1-26-16,2-1-26 0,6-4-45 0,-6-3-55 0,6 0-73 0,0-3-83 15,-6-1-75-15,6-3-68 0,0-4-40 0,0 0-21 0,0 0-8 16,6 0-1-16,-6-7 9 0,6 0 13 0,0-4 19 0,2-5 23 15,-2 2 43-15,0-4 52 0,7-4 72 0,-6 0 191 0</inkml:trace>
  <inkml:trace contextRef="#ctx0" brushRef="#br0" timeOffset="156086.06">18860 9767 0 0,'0'-15'274'0,"0"0"49"16,0 4 37-16,-6 4 31 0,6-1 29 0,0 1 18 0,0 3 15 0,0 4 8 15,0-3 5-15,-6-1 3 0,6 4 3 0,0 0-60 0,0 0-90 16,0 0-69-16,6 4-58 0,-6-4-48 0,0 3-42 0,0-3-52 15,6 4-54-15,-6 0-63 0,7-1-68 0,-7 1-76 0,0 0-79 0,7-1-65 16,-7 1-61-16,0 0-31 0,0 3-15 0,0-3-7 0,0 3-5 0,0 1 3 16,0-1 5-16,0 0 19 0,0 1 25 0,0-1 44 0,0 0 55 15</inkml:trace>
  <inkml:trace contextRef="#ctx0" brushRef="#br0" timeOffset="156469.24">18945 9906 0 0,'0'7'174'0,"-6"4"135"0,6 0 35 16,-6 0 35-16,6-4 32 0,-7 8 23 0,7-4 22 0,-7 0 17 16,7 3 14-16,0-3 15 0,0 5 14 0,0-2-34 0,0 1-59 0,0 3-62 15,0-3-64-15,-6 3-44 0,6 0-30 0,0 0-27 0,0 4-28 16,-7-3-18-16,7 3-15 0,-6 0-13 0,6 0-10 0,-7 0-9 16,0 0-11-16,7-4-9 0,-6 4-11 0,6-4-8 0,-6 0-8 0,6 1-5 15,-7-4-6-15,7-4-6 0,0-1-6 0,0 1-5 0,0-3-6 16,0-1-5-16,7-3-5 0,-7-1-5 0,0-3-4 0,6 0-2 15,0 0-1-15,1-3-1 0,0-5 0 0,6 1-5 0,-7-4-2 0,8 0-6 16,-2-3-6-16,2-1-7 0,-2-4-4 0,1-2-5 0,7-2-4 0,-8 1-3 16,2 1-4-16,6 2-1 0,-7-3-2 0,-1 4-1 0,2 4-3 15,-2-5 3-15,-5 5 3 0,6 2 4 0,0 1 5 0,-6 4 7 16,-1 0 5-16,7 3 4 0,-7 0 5 0,2 4 3 0,-2 0 3 0,0 0 2 16,1 4 3-16,-1 0 3 0,-6-1 3 0,7 5 4 0,-7-1 4 15,6 0 5-15,-6 5 4 0,7-2 5 0,-7 5 3 0,0-4 1 0,0 4 2 16,0-1 0-16,0 5 0 0,-7-5 0 0,7 5-1 0,-6-1-6 15,6-4-8-15,-7 5-20 0,7-1-24 0,-6 1-37 0,-1-5-44 0,1 5-75 16,6-5-90-16,-6 1-99 0,-2-1-102 0,8-2-51 0,-6-1-26 16,6 0-12-16,0 0-6 0,-6-8 2 0,6 5 5 0,0-8 16 15,0 6 20-15,0-6 33 0,0 0 39 0,0 0 73 0,0 0 121 16</inkml:trace>
  <inkml:trace contextRef="#ctx0" brushRef="#br0" timeOffset="170486.03">20437 9426 0 0,'6'-4'48'0,"-6"0"183"0,7 1 40 0,-7 3 36 15,0-4 33-15,0 4 38 0,0 0 37 0,0 0 27 0,0 0 19 0,-7 0 14 16,7 4 12-16,0-4-34 0,0 3-57 0,0 1-42 0,0 0-38 15,0-1-36-15,0 5-33 0,-6 3-31 0,6 0-27 0,0 4-32 16,0-1-33-16,0 4-25 0,0 8-17 0,-7-4-13 0,7 4-10 0,-6 3-5 16,6 0-6-16,-7 4-4 0,1 0-1 0,0 4-4 0,-2 0-4 15,2-4-5-15,0 3-7 0,-1 4-4 0,0-3-6 0,1 0-3 16,0-1-1-16,-1 1-1 0,1-4-2 0,-1 0-1 0,0 0 0 0,1-4-1 16,0 0-1-16,-1-3-1 0,0 0-1 0,1-4-2 0,-1-4 2 0,1 0 0 15,0-3 0-15,6-4-4 0,-7 0-3 0,7-3-5 0,-7-5-8 16,7 1-6-16,0-4-8 0,0-4-9 0,0-4-11 0,0-3-9 15,0 0-11-15,7-7-11 0,-7-4-11 0,7-3-13 0,-7-1-12 0,6-7-14 16,0-4-13-16,1 4-11 0,-1-7-7 0,8 4-5 0,-8-5-1 16,0 5 4-16,8-5 6 0,-8 4 10 0,1 1 8 0,5 3 10 0,-5 0 13 15,0 0 11-15,-1 0 13 0,0 7 16 0,2-3 19 0,-2 4 20 16,0-1 20-16,1 0 20 0,-7 4 21 0,6 4 21 0,1-4 21 0,-1 4 20 16,1 0 16-16,5 3 11 0,-4 0 8 0,4 4 6 0,-5 0 6 15,12 0 4-15,-6 4 3 0,1-1 1 0,-2 1 0 0,8 3-5 16,-1 4-6-16,1-3-11 0,0 3-16 0,-1 0-14 0,7 3-10 0,0-3-8 15,0 8-3-15,1-5-2 0,-1 5 1 0,-1 3-1 0,1-4 0 16,0 4-1-16,1 0-4 0,-7 4-1 0,5-4-1 0,-5 3-3 16,0 5 0-16,-2-5-1 0,2 8 2 0,-7-3-1 0,1 2 1 0,-8 2-1 15,6-1-3-15,-4 3-1 0,-8 1 0 0,6-1 0 0,-6 5 0 0,0-1 1 16,-6 1 0-16,-2 2 1 0,2 1 1 0,0 1-1 0,-7-2 0 16,0 1-2-16,0 0-3 0,-7 0-1 0,8 0-4 0,-8 4-2 0,-7-4-3 15,9 0-4-15,-9-4-2 0,7 4-3 0,-6-4-3 0,0 1-4 16,1-4-12-16,-1-1-7 0,-1 0 0 0,-5-2 0 0,6-5 0 15,-1 0 0-15,1-3-18 0,0-4-24 0,1 0-15 0,5-4-18 0,-6 1-20 16,0-5-23-16,7-3-24 0,-8-3-46 0,8-1-51 0,0-3-69 16,-1 0-73-16,0-5-58 0,7 1-49 0,0-4-34 0,0 5-28 0,7-5-8 15,6 0 6-15,-7 0 13 0,14-3 17 0,-7 0 21 0,12 4 25 16,-5-5 44-16,13 1 52 0,-8-1 69 0,8 1 74 0</inkml:trace>
  <inkml:trace contextRef="#ctx0" brushRef="#br0" timeOffset="170852.97">21596 9811 147 0,'13'3'289'0,"0"1"47"0,-7-1 44 16,8 5 36-16,-14-5 32 0,6 1 24 0,0 3 20 0,-6-3 18 0,7 0 18 16,-7-4 3-16,0 3-9 0,0 1-46 0,0 0-67 0,0-1-50 15,-7 1-38-15,1 3-38 0,0-3-37 0,0 3-30 0,-8 5-26 0,1-1-19 16,-7 0-16-16,1-1-16 0,0 5-18 0,-8 3-87 0,1-3-34 15,-6 3 0-15,-1 4 0 0,1-4 0 0,-1 5 0 0,1-1 0 16,-7 0 0-16,5-1 0 0,2-2 0 0,-1 3 0 0,7 0 0 0,1-7 0 16,-1 3 0-16,6-4 0 0,7 1 0 0,0-4 0 0,0 0 0 0,7-4 0 15,-2 1 0-15,8-5 0 0,0 5 0 0,8-5 0 0,-2 1 0 16,0-1 0-16,8-3 0 0,-1 4 0 0,-1 0 0 0,8-1 0 16,0 2 0-16,-1-2 0 0,7 0 0 0,-6 2 0 0,6-2 0 0,-1 0 0 15,2 2 0-15,-1-2 0 0,0-3 0 0,0 7 0 0,0-3 0 0,-7-4 0 16,8 4 0-16,-8 3 0 0,0-4 0 0,1 1 0 0,0 0 0 15,-7 0 0-15,0-1 0 0,0 1 0 0,0 0 0 0,-6-1 0 16,5 1 0-16,-5 0 0 0,-1-1 0 0,1 1 0 0,-7-4 0 0,7 4-67 16,-7-4-308-16,6 0-83 0,-6 3-84 0,0-3-54 0,0-3-39 15,6-1-10-15,-6 0 5 0,8 1 16 0,-8-1 22 0,6-3 27 16,-6-1 30-16,6-3 36 0,-6 0 38 0,6 0 65 0,1 1 77 0</inkml:trace>
  <inkml:trace contextRef="#ctx0" brushRef="#br0" timeOffset="171102.54">22019 9583 75 0,'7'-11'347'0,"-1"4"56"0,1 0 40 0,-7-1 29 15,7 8 21-15,-7-3 25 0,6 3 21 0,0 3 23 0,-6-3 23 16,0 8 20-16,6-1 22 0,-6 0-54 0,8 4-92 0,-2 4-79 0,-6-1-74 16,6 9-48-16,-6-1-34 0,7 0-34 0,-7 7-212 0,0 0 0 15,0 4 0-15,0 4 0 0,0-1 0 0,-7 5 0 0,7-1 0 0,-6 4 0 16,0 0 0-16,-2 0 0 0,2 4 0 0,0-5 0 0,0 1 0 15,-1-3 0-15,0-1 0 0,7-4 0 0,-6 2 0 0,6-6 0 16,-7-2 0-16,7-5 0 0,0-3 0 0,-6 0 0 0,6-3-425 0,0-5-99 16,0 0-96-16,0-2-39 0,0-1-13 0,-6-4 2 0,6-3 13 15,0-4 21-15,0 0 26 0,0 0 31 0,6-8 33 0,-6 1 42 16,0 0 45-16,0-5 76 0,6-2 136 0</inkml:trace>
  <inkml:trace contextRef="#ctx0" brushRef="#br0" timeOffset="172069.8">22827 9642 63 0,'0'4'200'15,"0"-4"27"-15,0 0 25 0,0 0 27 0,0 0 29 0,0 0 43 0,0 0 50 16,6 0 33-16,-6 0 24 0,7 0-10 0,-7 0-25 0,7-4-20 15,-1 4-20-15,0-4-20 0,1 4-20 0,6-3-16 0,7 3-13 0,-1-4-19 16,1 4-18-16,6-4-35 0,7 4-41 0,-7 0-25 0,13-3-15 16,-1 3-11-16,1 0-11 0,1 0-8 0,5 0-10 0,1 0-8 15,-1 0-10-15,1 0-11 0,6 0-79 0,-6 0-13 0,5 3 0 0,-5-3 0 16,7 0 0-16,-8 4 0 0,1-4 0 0,-1 4 0 0,0-4 0 16,-5 3 0-16,-1-3 0 0,-7 4 0 0,1-4 0 0,-7 4 0 15,0-4 0-15,-7 3 0 0,1-3 0 0,-6 0 0 0,-2 0-26 0,-5 0-133 16,-1 0-38-16,1 0-70 0,-7-3-86 0,-7-1-80 0,1 0-76 15,-1 1-48-15,1-1-36 0,-8 0-8 0,-4 4 6 0,4-3 15 0,-5-1 18 16,-7 1 22-16,0 3 20 0,-1-5 32 0,1 10 38 0,-6-5 69 16,6 0 87-16</inkml:trace>
  <inkml:trace contextRef="#ctx0" brushRef="#br0" timeOffset="172285.58">23048 9851 0 0,'-13'7'199'16,"7"0"115"-16,-8 1 53 0,8-1 36 0,0 0 29 0,6-3 23 0,-6 4 21 15,-2-1 18-15,8 0 18 0,0 4 19 0,0 0 18 0,0 0-33 16,0 0-61-16,8 4-54 0,-8 3-51 0,6 0-48 0,-6 5-44 16,6-2-30-16,-6 5-24 0,0 0-20 0,6-1-16 0,-6 1-19 0,-6 3-17 15,6 1-20-15,-6-1-112 0,6 4 0 0,-6-4 0 0,-2 1 0 16,2-1 0-16,0 0 0 0,-1 0 0 0,-6-3 0 0,6 0 0 0,1-1 0 16,0-3 0-16,0 0-70 0,-2-4-104 0,2-3-61 0,0-4-76 15,-1 0-82-15,7-4-85 0,0 0-64 0,0-2-49 0,0-5-18 16,0 0 0-16,0-8 10 0,0 1 18 0,0-1 22 0,0-3 23 0,7-3 32 15,-7-1 35-15,6-3 61 0,-6 0 74 0</inkml:trace>
  <inkml:trace contextRef="#ctx0" brushRef="#br0" timeOffset="172452.88">23023 10287 0 0,'12'-8'45'0,"-5"1"196"0,-1 0 43 0,1 3 55 0,0-3 57 0,-1 3 38 16,0 0 28-16,8 4 21 0,-8-3 18 0,7-1 14 0,7 4 13 16,-8-4-28-16,8 4-48 0,0-3-45 0,-1 3-40 0,1-4-42 0,0 4-43 15,5-3-52-15,-5 3-57 0,6-4-38 0,-7 0-28 0,7 4-21 16,-6-3-20-16,6 3-23 0,-7-4-26 0,1 4-30 0,0-4-30 0,-1 1-35 15,-6 3-38-15,0-4-60 0,1 0-74 0,-2 4-70 0,1-4-72 16,-6 4-62-16,-1-3-58 0,1 3-28 0,-1 0-13 0,-6-4 2 0,0 4 10 16,7 0 16-16,-7 0 19 0,0-3 27 0,7-1 33 0,-7 0 57 15,0-3 72-15</inkml:trace>
  <inkml:trace contextRef="#ctx0" brushRef="#br0" timeOffset="172853.04">23641 10060 0 0,'0'-4'168'0,"0"0"140"15,7 1 47-15,-7 3 40 0,0 0 38 0,-7 3 28 0,7 1 20 16,0 0 19-16,0-1 16 0,0 5 15 0,0-1 15 0,0 0-35 0,0 4-60 15,0 0-57-15,0 0-56 0,-7 7-47 0,7-3-38 0,0 3-34 16,0 1-30-16,0 3-20 0,-6-4-17 0,6 4-12 0,-7 0-12 0,7 4-12 16,-6-5-10-16,0-2-66 0,6 3-40 0,-7 0 0 0,0-4 0 0,7-3 0 15,-6 3 0-15,6-7 0 0,-6 0 0 0,6 1 0 0,0-9 0 16,6 1 0-16,-6-1 0 0,6-3 0 0,1-3 0 0,0-4 0 16,5-1 0-16,1-3 0 0,1-4 0 0,5-3 0 0,-6 0 0 0,7-5 0 15,-1-2 0-15,1 0 0 0,-1 2 0 0,7-2 0 0,-6 3 0 16,0 0-28-16,-1 0-17 0,1 3 4 0,-1 5 5 0,-6 3 6 15,7 0 7-15,-1 3 6 0,-5 1 4 0,-2 7 4 0,8-4 3 0,-7 8 3 16,-1 0 3-16,2-1 4 0,-2 5 1 0,2 3 5 0,-1 0 3 16,-7 0 4-16,8 0 3 0,-8 4 4 0,6 3 2 0,-4-4 2 0,-2 1 3 15,0 3 2-15,1-3 4 0,-1 3-34 0,1-3-3 0,-7-1 0 16,7 1 0-16,-7 3 0 0,0-3 0 0,0 0 0 0,0 0 0 0,-7-1 0 16,0 4 0-16,1-2 0 0,-1 2 0 0,-5 0 0 0,-2-3 0 15,2 3 0-15,-2 0 0 0,-5 0 0 0,5-3 0 0,-4 3 0 16,-2-3 0-16,7-4 0 0,-7 0 0 0,0 0 0 0,8-4 0 0,-8 1 0 15,7-5 0-15,-7-3 0 0,8 0 0 0,-8-3 0 0,7-5 0 16,0-3 0-16,0 1-114 0,-7-9-233 0,7 1-83 0,0-1-73 0,0-6-67 16,1-1-36-16,-2-3-21 0,1-4 0 0,0 0 9 0,0 0 19 15,0 0 22-15,6 0 28 0,-5-4 30 0,5 4 44 0,-6-3 52 0,6 3 74 16,1 0 91-16</inkml:trace>
  <inkml:trace contextRef="#ctx0" brushRef="#br0" timeOffset="173069.63">23739 9038 82 0,'6'0'283'15,"-6"7"41"-15,7 0 32 0,-7 4 35 0,0 0 37 0,0 4 27 16,0-1 20-16,-7 1 17 0,7 7 14 0,-6-3 0 0,6 6-8 0,-6-3-51 16,-2 7-72-16,2-3-61 0,0 3-54 0,-1 4-40 0,1-3-31 15,-1 3-42-15,0-4-43 0,1 0-43 0,0 4-40 0,6-7-57 16,-7 3-62-16,0-7-89 0,7 4-101 0,-6-5-89 0,6-2-84 0,0-1-42 15,0 1-21-15,0-1-9 0,0-3-7 0,0-1 3 0,0 1 7 0,6-4 15 16,-6 3 19-16,7-2 40 0,0-1 48 0,-7 3 78 0,6-3 215 16</inkml:trace>
  <inkml:trace contextRef="#ctx0" brushRef="#br0" timeOffset="173736.39">24703 9305 92 0,'0'-4'223'0,"0"0"36"0,6 4 36 0,-6-3 45 15,0 3 49-15,0 0 37 0,0 0 30 0,0 0 24 0,0 0 18 16,0 0-10-16,0 0-28 0,0 3-19 0,0 1-17 0,0 0-24 16,7-1-30-16,-1 5-25 0,1-1-25 0,-1 4-36 0,8 0-41 0,-8 0-28 15,13 4-26-15,-6-4-14 0,0 3-14 0,7 5-13 0,6-5-78 0,-7 5-70 16,1-1 0-16,6-3 0 0,0 3 0 0,7-3 0 15,-7 3 0-15,-1 0 0 0,9-3 0 0,-9 0 0 0,7-1 0 0,-5 1 0 16,5 0 0-16,-6-4 0 0,1 3 0 0,-1-3 0 0,-6 0 0 16,5 0 0-16,-5 0 0 0,0 0 0 0,-8-4 0 0,1 1 0 0,1-1 0 15,-2 0 0-15,-5 1 0 0,0-5 0 0,-1 1 0 0,0 4 0 16,-6-5 0-16,0 1 0 0,0 3 0 0,-6-3 0 0,0 3 0 0,-1 1 0 16,-6 3 0-16,0-4 0 0,0 4 0 0,-6 3 0 0,-7-3 0 15,-1 4 0-15,1 3 0 0,-6 0 0 0,-1 4 0 0,-6 1 0 0,-1-1 0 16,2 3 0-16,-7 4 0 0,5-3 0 0,-5 4 0 0,-1 3 0 15,7-4 0-15,0 0 0 0,0 0 0 0,-1-3 0 0,8 0 0 0,6-4 0 16,0-4 0-16,6 0 0 0,1-7 0 0,6 1 0 0,0-6 0 16,6 2 0-16,7-8 0 0,-6 0-59 0,12-3-480 0,-6-5-66 15,7-3-55-15,6 0-21 0,0-4-3 0,0 1 12 0,0-5 16 0,7 1 27 16,-8-4 31-16,8 4 36 0,6-4 40 0,-7 0 56 0,1 3 63 16,0-2 80-16,5 2 191 0</inkml:trace>
  <inkml:trace contextRef="#ctx0" brushRef="#br0" timeOffset="174035.85">25706 9213 0 0,'0'-11'173'0,"6"1"137"0,-6-1 50 15,0 3 39-15,0 0 32 0,-6 5 27 0,6 0 21 0,0 3 19 0,0 0 20 16,0 0 20-16,0 3 23 0,0 0-27 0,0 5-50 0,0 0-51 15,0 6-50-15,-7-3-42 0,7 7-39 0,0 4-28 0,0 4-22 16,-7 3-16-16,7 1-11 0,-6 6-223 0,0 1-2 0,-1 3 0 0,7 4 0 16,-13 0 0-16,7 4 0 0,-1-1 0 0,-6 1 0 0,6-1 0 0,1 1 0 15,-8 0 0-15,8-4 0 0,0 0 0 0,-1 0 0 0,1-4 0 16,-1-4 0-16,7 1 0 0,-6-4 0 0,6-4 0 0,-7 1 0 0,7-8 0 16,0 4-444-16,0-8-149 0,0 0-71 0,0-7-28 0,7 4-7 15,-7-8 7-15,6 0 16 0,1 1 22 0,-1-5 27 0,7-3 38 16,-7 0 39-16,2 4 59 0,-2-4 68 0,0 0 93 0,8 0 263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7:51:20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15435 6239 10 0,'0'0'179'0,"-7"-4"30"16,7 4 28-16,0 0 27 0,0 0 26 0,0 0 25 0,0 0 23 0,0 0 24 16,0 0 23-16,0 0-5 0,0 0-16 0,0 0-19 0,0 0-19 15,0 0-19-15,0 0-19 0,0 0-18 0,0 0-17 0,0 4-18 0,0-1-18 16,7-3-16-16,-7 4-18 0,6 0-14 0,1-1-14 0,-7 1-12 16,7 3-12-16,-1-3-7 0,0 3-5 0,0 0-2 0,2 4-4 0,-2-3-4 15,0 3-9-15,8-4-3 0,-8 8-4 0,1-4-3 0,-1 4-5 16,8-1-4-16,-8 1-8 0,6-1-4 0,-5 5-4 0,0-1-3 0,6 1-1 15,-7 3-7-15,8-4-8 0,-8 4-4 0,0-4-7 0,0 8-35 16,8-5 0-16,-8 2 0 0,1 2 0 0,-1-3 0 0,1 0 0 16,0 4 0-16,-1-3 0 0,-6-2 0 0,6 1 0 0,0 0 0 0,2-4 0 15,-8 0 0-15,6 1 0 0,0-5 0 0,1 2 0 0,-7-3 0 16,6-1 0-16,-6-1 0 0,7-4 0 0,0 0 0 0,-7 0 0 0,6-3 0 16,-6 0 0-16,0 0 0 0,6-1 0 0,-6-3 0 0,7 0 0 15,0-3 0-15,-1-1 0 0,0 0 0 0,8-3 0 0,-8-4 0 0,7-3 0 16,7-2 0-16,0-5 0 0,-1-5 0 0,7-3 0 0,0-1 0 15,6-6 0-15,1-5 0 0,0-2 0 0,5-5 0 0,2 0 0 0,5-3 0 16,-6-4 0-16,7 0 0 0,-7 0 0 0,7 0 0 0,-1 0 0 16,-6 0 0-16,1 0 0 0,-1 4 0 0,-7 4 0 0,1 2 0 15,-1 2 0-15,-6 2 0 0,1 4 0 0,-1 5 0 0,-7 2 0 0,1 5 0 16,-8-1 0-16,2 4 0 0,-2 4 0 0,-5 3-213 0,-7 0-43 16,6 4-72-16,-6 4-88 0,0-4-79 0,0 4-73 0,0 3-28 15,-6 1-9-15,6-1 5 0,-7 4 11 0,1 0 18 0,0 0 19 0,-2 4 24 16,2-1 23-16,-6 4 39 0,5 1 44 0,0-1 78 0,-6 0 207 15</inkml:trace>
  <inkml:trace contextRef="#ctx0" brushRef="#br0" timeOffset="22782.6">24735 9239 0 0,'0'-4'79'0,"-6"4"42"0,6-3 8 0,-7-1 10 0,7 0 9 0,0 1 14 16,-6-1 16-16,6-3 12 0,0 3 11 0,-7 0 5 0,7 1-1 0,0-1 7 16,0 1 9-16,-6-1 17 0,6 0 18 0,0 4 19 0,0-3 18 15,0 3 9-15,0-5 3 0,0 5-4 0,0 0-6 0,0 0-13 16,0 0-17-16,0 0-19 0,0 0-21 0,0 0-19 0,0 0-20 0,0 0-25 15,0 0-28-15,0 0-23 0,0 0-24 0,0 5-11 0,6-5-8 16,-6 3-2-16,7 1-3 0,-1 3 1 0,1 0 2 0,-1 1 0 0,8-1 3 16,-2 4 0-16,-5 0 3 0,6 4 3 0,0-4 6 0,7 3 1 15,-8 1 1-15,2 4-4 0,-2-5-3 0,1 4-5 0,7-3-4 0,-7 3-4 16,0-3-4-16,0 3-3 0,0-3-3 0,0 3-2 0,1-3-3 16,-2 0-2-16,8-1-3 0,-7 1-3 0,-1-1-2 0,2 1-2 15,-8 0 0-15,14-4-32 0,-14 3-3 0,7-3 0 0,1 0 0 0,-2-4 0 16,2 4 0-16,-8 1 0 0,7-5 0 0,0 0 0 0,-6 1 0 15,5-5 0-15,2 5 0 0,-8-5 0 0,7 1 0 0,-6 0 0 0,-1-1 0 16,7 1 0-16,-7-4 0 0,8 0 0 0,-8 4 0 0,8-4 0 16,-8-4 0-16,7 4 0 0,-7-4 0 0,8 1 0 0,-2-1 0 0,2-3 0 15,-8-4 0-15,13 3 0 0,-5-6 0 0,-2-1 0 0,8 0 0 16,-7-7 0-16,7 0 0 0,-1-3 0 0,0-4 0 0,8-4 0 0,-8-1 0 16,8-6 0-16,-2 0 0 0,1-8 0 0,0 1 0 0,7-1 0 15,-1-7 0-15,1 0 0 0,-1-3 0 0,8-1 0 0,-1-3 0 0,0-1 0 16,7 1 0-16,-7-4 0 0,6 4 0 0,1-1 0 0,-7 1 0 15,7 6 0-15,-7 2 0 0,-1 3 0 0,-5 4 0 0,-1 6 0 16,1 1 0-16,-1 3 0 0,-5 4 0 0,-1 0 0 0,0 4 0 0,0 0 0 16,0 3 0-16,0-4 0 0,-6 5 0 0,6 3 0 0,-6 0 0 15,5 1 0-15,-5 2 0 0,0 1 0 0,-1 3 0 0,1-1 0 0,-8 2 0 16,8 3 0-16,-7 0 0 0,7 4 0 0,-7-4 0 0,0 4 0 16,-7 3 0-16,8-3 0 0,-8 3 0 0,0 1 0 0,1-1 0 0,-1 4 0 15,1-4-20-15,-7 4-157 0,0 0-20 0,0 0-40 0,0 0-50 16,0 0-66-16,0 4-78 0,0 0-63 0,-7-1-58 0,7 5-22 15,-6-1-4-15,-1-3 9 0,1 6 12 0,-8-2 18 0,8-1 20 0,-7 0 22 16,0 1 26-16,0-1 45 0,0-3 56 0,0-1 75 0,0-3 247 16</inkml:trace>
  <inkml:trace contextRef="#ctx0" brushRef="#br0" timeOffset="48781.77">23686 10462 0 0,'-6'0'106'0,"0"5"89"0,-1-5 26 0,0 0 29 15,1 0 29-15,0 0 30 0,-1 0 30 0,7 0 35 0,0 0 40 0,0 0 12 16,0 0 0-16,7 0-14 0,-7 0-19 0,12 0-17 0,-5 0-15 15,6-5-14-15,7 5-17 0,-7-3-17 0,13-1-17 0,-7 4-20 16,7-4-18-16,7 1-27 0,-7-1-30 0,6 0-23 0,1 1-16 0,-1-1-15 16,1 4-14-16,-1-4-12 0,2 1-11 0,-2 3-10 0,1-4-12 15,-1 4-69-15,1 0-19 0,-7 0 0 0,-1 0 0 0,1 4 0 0,1-4 0 16,-1 0 0-16,-6 3 0 0,-1-3 0 0,1 0 0 0,-1 4 0 16,-6-4 0-16,7 0 0 0,-7 4 0 0,-7-4 0 0,7 0 0 0,0 0 0 15,-7 0-91-15,2 0-67 0,-2-4-35 0,0 4-55 0,1-4-68 16,-7-3-74-16,6 4-77 0,-6-5-58 0,7 1-49 0,-7 0-15 15,0-1 1-15,-7-3 12 0,7 4 18 0,-6-4 20 0,-1 0 25 0,1 3 29 16,0-3 32-16,-8 0 58 0,8 0 68 0</inkml:trace>
  <inkml:trace contextRef="#ctx0" brushRef="#br0" timeOffset="49132.53">24293 10041 0 0,'0'0'77'0,"6"4"176"0,-6-4 41 0,0 4 45 16,0 3 47-16,0-3 37 0,6 3 32 0,-6 0 27 0,0 4 24 0,0-3 21 15,6 3 21-15,-6 0-25 0,0 3-45 0,0 1-41 0,0-1-36 16,0 5-34-16,0-1-33 0,-6 4-38 0,0 0-39 0,0 0-32 0,-1 0-27 16,0 3-21-16,-6 2-20 0,-7-2-106 0,8 1-51 0,-8 3 0 15,1 0 0-15,-7 1 0 0,0 3 0 0,-1-4 0 0,1 0 0 0,0 0 0 16,-7 1 0-16,7-1 0 0,1 0 0 0,-7-3 0 0,5-1 0 16,7-3 0-16,-6 1 0 0,7-5-147 0,-1 0-96 0,8-3-61 15,-2-4-71-15,2 0-61 0,12-4-57 0,-8-3-37 0,8 3-23 0,0-7-11 16,0 0-1-16,8 4 12 0,-2-4 20 0,0 0 32 0,1-4 38 15,6 4 57-15,0-4 66 0,-7 4 85 0,8-3 91 0,-2 3 94 16,2 0 95-16,-2 0 83 0,2 0 76 0,-1 3 68 0,-1-3 65 0,2 8 48 16,-2-5 41-16,2 5 18 0,-1 0 4 0,-1-1-8 0,2 0-14 15,6 4-16-15,-8-4-17 0,8 4-25 0,-1 0-30 0,1 0-34 0,6 0-41 16,-7 0-41-16,7 0-43 0,1 0-40 0,-1 0-36 0,0 0-26 16,0 0-21-16,-1-3-24 0,2 3-27 0,-1-4-44 0,0 4-51 0,-6-4-74 15,5 0-84-15,-5 4-83 0,0-3-81 0,-1 3-42 0,1-4-19 16,0 3-11-16,-1 2-5 0,0-1 2 0,-6-4 3 0,7 4 12 15,0 1 16-15,-1-2 37 0,1 1 47 0,-1-3 69 0,1 3 200 0</inkml:trace>
  <inkml:trace contextRef="#ctx0" brushRef="#br0" timeOffset="49832.49">25412 9968 0 0,'0'0'72'0,"0"0"210"0,0 0 58 0,-6 0 43 0,6 0 33 15,-6 0 22-15,-1 0 14 0,7 4 12 0,-7-4 9 0,7 0 8 0,0 0 9 16,-6 3-32-16,6-3-48 0,0 0-53 0,6 0-54 0,-6 4-52 16,7 0-49-16,-7-1-34 0,13 1-30 0,-7 0-17 0,8 3-9 0,-1-4-7 15,-1 5-5-15,8-1-4 0,0-3-5 0,-1 4-4 0,1-2-2 16,6-2-6-16,0 0-8 0,-1 0-4 0,2-1-6 0,5 1-4 16,-6-4-3-16,1 4-2 0,-1-4-3 0,0 0-2 0,0 0-1 0,-1 0-2 15,2-4 0-15,-1 4-2 0,0 0-2 0,-6 0-2 0,5-4-13 16,-5 4-25-16,0 0 0 0,-1 0 0 0,-6 0 0 0,6 0 0 15,-5 0 0-15,-2 0 0 0,-4 0 0 0,4 0 0 0,-5 0 0 0,-1 0 0 16,-6 0 0-16,7 0 0 0,-7 0 0 0,0 0-59 0,0 0-58 0,0 0-48 16,0 0-58-16,0 0-83 0,-7-3-95 0,7 3-81 0,-6-4-75 15,-1 0-34-15,-5 0-16 0,4 1 2 0,-10 0 9 0,4-2 15 16,1-2 19-16,-7 3 23 0,8 1 26 0,-8-1 47 0,0 0 58 0,-5 1 84 16,5-1 235-16</inkml:trace>
  <inkml:trace contextRef="#ctx0" brushRef="#br0" timeOffset="50165.56">25550 10008 54 0,'-8'7'291'0,"2"1"52"0,0 0 48 0,-7-2 34 16,13 2 26-16,-7 3 23 0,1 0 20 0,-1 0 21 0,7 4 20 0,-6 3 11 15,-1 0 7-15,0 4-45 0,-5 0-70 0,5 4-59 0,-6 0-52 0,0 3-44 16,0 4-42-16,-6-4-29 0,-1 4-23 0,0 0-20 0,-5 4-19 16,-1-5-19-16,6 5-39 0,-7-4-92 0,1 4 0 0,1-3 0 15,-1-2 0-15,6 1 0 0,-6-4 0 0,7 0 0 0,-1-2 0 0,7-6 0 16,0 1 0-16,0-4-127 0,7-3-58 0,-2-4-54 0,8 0-62 15,0-4-63-15,0-3-65 0,8-1-41 0,-2-3-34 0,7-3-17 0,-7-1-9 16,14-3 3-16,-8-1 11 0,8 1 18 0,7-4 24 0,-7 0 40 16,-2 0 48-16,9 0 68 0,-7 0 77 0,-2 1 82 0,9 2 84 0,-7-2 71 15,-2 1 65-15,2 6 60 0,0-1 57 0,-1 1 54 0,1 3 51 16,0 0 42-16,-1 0 39 0,1 3 17 0,6 1 5 0,0-4-4 16,-7 3-7-16,7 1-12 0,0 1-16 0,7 2-22 0,-7-4-24 0,0 0-32 15,7 2-33-15,-7 2-37 0,-1-4-40 0,8 1-39 0,-7 0-38 16,0-1-28-16,0 1-25 0,1-4-27 0,-8 4-27 0,7-4-44 0,-6 3-53 15,0-3-66-15,-2 0-75 0,-4 0-66 0,-1 0-63 0,-7 0-44 16,8 0-31-16,-8-3-16 0,0 3-8 0,-6-4 0 0,6 4 4 0,-6 0 14 16,-6-7 18-16,6 3 38 0,-6-3 47 0,6 0 65 0,-6-1 105 15</inkml:trace>
  <inkml:trace contextRef="#ctx0" brushRef="#br0" timeOffset="50532.56">25699 10319 0 0,'-7'5'176'0,"7"6"100"0,0 0 25 0,-6 3 24 0,6 0 22 16,0 5 34-16,-6 3 39 0,6-4 28 0,0 8 21 0,0 0 19 16,-7-1 14-16,7 4-40 0,-7 4-68 0,1-3-56 0,0 3-45 0,-1 3-33 15,-6-3-22-15,6 5-22 0,-5-2-23 0,-2-3-33 0,-5 3-39 16,6-3-28-16,0 0-23 0,-1 0-21 0,2-4-22 0,-1 1-21 16,-7-1-21-16,7-3-20 0,0-4-19 0,0 0-24 0,0-4-25 0,0 0-34 15,0-3-34-15,0-1-35 0,7-3-32 0,-8 1-26 0,2-4-24 0,-2-2-10 16,1-2-2-16,1 3 5 0,-2-7 10 0,2 4 17 0,-2-4 20 15,1 0 34-15,1 0 43 0,-2 0 57 0,2-4 69 0,4 4 73 16,-4-3 75-16,-1-1 57 0,6 0 47 0,0 4 30 0,1-3 20 0,0 3 12 16,6-3 7-16,-6 3 1 0,6 0 0 0,0 0-6 0,6 0-8 15,-6 0-19-15,6 0-22 0,7 0-33 0,-6 0-38 0,12 0-25 0,-5 0-19 16,4 0-11-16,2 0-10 0,7 0-4 0,-9 3-5 0,9-3-4 16,5 0-4-16,-6 0-8 0,1 0-11 0,5 0-9 0,1 0-9 0,-7 0-16 15,6-3-20-15,1 3-21 0,-1-5-24 0,-5 5-28 0,5-3-30 16,-6 3-46-16,0-4-55 0,-7 1-69 0,8-2-74 0,-8 2-67 15,-6-1-62-15,7 0-40 0,-7 2-28 0,0-3-5 0,-7 1 6 16,7 1 14-16,-13-1 16 0,7 0 25 0,0 1 24 0,-7-1 47 0,0-4 52 16,0 5 69-16,0-4 144 0</inkml:trace>
  <inkml:trace contextRef="#ctx0" brushRef="#br0" timeOffset="50700.12">25862 11017 0 0,'0'0'62'0,"0"-5"208"0,0 5 42 15,0 0 36-15,0 0 33 0,-6 5 32 0,12-3 31 0,-6 2 21 16,0 0 16-16,6 3 11 0,-6-4 10 0,7 5-31 0,-1 0-50 0,1-1-59 15,0 0-67-15,5 1-50 0,-5-1-41 0,6 0-36 0,-7-3-34 16,7 3-40-16,1-3-43 0,-2-1-44 0,2-3-49 0,-2 0-66 16,2 0-76-16,-1-3-78 0,-1-1-83 0,2 0-63 0,-2-3-53 0,2 3-28 15,-1-6-14-15,0 2-6 0,-6 1-3 0,5-5 7 0,-5 1 10 16,6 1 26-16,-7 0 28 0,7-6 56 0,-6 1 68 0</inkml:trace>
  <inkml:trace contextRef="#ctx0" brushRef="#br0" timeOffset="50900.81">26578 10239 0 0,'7'-4'191'0,"-7"1"199"0,0 3 47 0,0 0 25 0,-7 0 12 15,7 3 10-15,0 1 9 0,0-4 11 0,0 4 11 0,0-1 10 16,7 1 9-16,-7 0-29 0,6-1-49 0,1 1-100 0,-1 0-124 16,1-1-74-16,-1 5-48 0,8-5-31 0,-8 1-24 0,0 3-28 0,8-3-29 15,-8 0-50-15,1 3-57 0,5-4-80 0,-5 1-91 0,6 0-81 16,-7-1-77-16,1 2-47 0,6-2-31 0,-6 0-16 0,6 2-8 0,0-2 3 15,-1 0 9-15,2-3 18 0,5 5 20 0,-6-5 38 0,6 0 46 0,1 0 70 16,0 0 112-16</inkml:trace>
  <inkml:trace contextRef="#ctx0" brushRef="#br0" timeOffset="51232.69">27171 10290 0 0,'6'-3'26'0,"-6"3"287"0,0 0 77 0,0 0 49 0,0 0 31 16,0 0 27-16,0 3 18 0,-6-3 19 0,6 0 17 0,-7 0 12 15,7 0 11-15,-12 4-20 0,5-4-35 0,0 0-71 0,-5 0-89 0,-2 4-81 16,-5-4-77-16,-1 3-47 0,0 1-34 0,1-1-23 0,-1 1-22 15,-6 0-21-15,0-1-22 0,1 2-18 0,-1 1-18 0,-7 2-13 0,7-5-14 16,-7 2-11-16,7 2-11 0,-6 0-9 0,6-3-9 0,-7 3-6 16,7 0-7-16,-7-3-4 0,7 3-3 0,0 1 2 0,1-5 3 0,-2 5 6 15,1-5 5-15,6 5 9 0,1-5 7 0,0 1 9 0,6 3 8 16,-1-3 8-16,8-1 9 0,0 1 7 0,-2 0 7 0,8 3 6 16,-6-3 8-16,12-1 7 0,-6 2 7 0,8-2 9 0,-2 4 6 0,0-3 9 15,8 0 10-15,-1 3 8 0,-1-3 7 0,8-1 5 0,0 1 4 16,6 0 4-16,-7-1 2 0,7 1 1 0,7 0-2 0,-7-1-3 0,7-3-6 15,-7 3-6-15,6-3-8 0,1 0-7 0,-1 5-9 0,-6-5-6 16,7 0-8-16,-7 0-7 0,7-5-8 0,-14 5-10 0,7 0-14 16,-6 0-14-16,0 0-15 0,-2 0-17 0,-4 0-16 0,-1 0-19 0,-1 0-19 15,-4-3-32-15,-2 3-39 0,-6 0-56 0,6-3-66 0,-6 3-63 16,0-4-60-16,-6 0-48 0,6 4-40 0,-6-3-14 0,-2 3 0 0,2-4 10 16,-7 4 11-16,0-4 17 0,0 4 18 0,1 0 32 0,-2 4 37 15,-6-4 55-15,1 4 67 0</inkml:trace>
  <inkml:trace contextRef="#ctx0" brushRef="#br0" timeOffset="51384.09">26474 10594 252 0,'-26'4'295'0,"6"3"26"0,0-3 17 0,8-1 16 0,6-3 14 16,-1 5 28-16,7-2 32 0,0-3 25 0,7 0 17 0,-1 0-16 0,0 4-33 15,8-4-53-15,5 0-64 0,1 4-51 0,-1-4-41 0,0 0-25 16,8 3-16-16,-8-3-15 0,8 0-15 0,-2 0-29 0,1 0-35 16,-6 0-28-16,6 0-25 0,-7-3-27 0,1 3-25 0,0 0-40 0,-1 0-47 15,1-4-61-15,-8 4-68 0,2 0-62 0,-1-4-58 0,-7 4-50 16,1 0-48-16,-1 0-21 0,1 0-12 0,-7 0 0 0,0 0 3 0,0 0 12 15,0 0 14-15,0 0 34 0,-7 4 44 0,1 0 57 0,-1-4 67 16</inkml:trace>
  <inkml:trace contextRef="#ctx0" brushRef="#br0" timeOffset="51565.81">26428 10733 123 0,'-12'4'262'0,"4"1"26"0,2-3 19 16,0 3 25-16,6-2 29 0,6 0 30 0,0 2 33 0,2-2 22 15,-2 1 18-15,7-1-8 0,7 1-20 0,-8-4-51 0,8 4-66 0,0-1-49 16,6-3-39-16,-7 4-28 0,1-4-17 0,6 0-27 0,-7 0-30 15,7 0-38-15,-6 0-41 0,-1 0-37 0,1-4-34 0,0 4-42 16,-1-3-47-16,1-1-52 0,-8 0-57 0,8 1-51 0,-13-1-46 0,6 1-42 16,0-5-39-16,-7 5-31 0,8-2-30 0,-14-2-9 0,6 3 0 15,0-3 12-15,1 4 14 0,-7-5 31 0,0 5 38 0,0-5 48 16,0 1 52-16,0 0 49 0,0-4 130 0</inkml:trace>
  <inkml:trace contextRef="#ctx0" brushRef="#br0" timeOffset="52199.46">26838 10521 82 0,'-6'0'241'0,"6"-3"40"15,-6 3 35-15,6 0 41 0,0 0 41 0,-7 3 32 0,1 0 26 0,6 5 18 16,-7-4 15-16,1 7-10 0,-1-4-24 0,1 4-35 0,-8 4-41 16,8-3-43-16,-7 1-42 0,0 6-37 0,0-4-35 0,0 3-38 15,-6-4-42-15,-1 8-30 0,1-3-28 0,-1-1-17 0,-6 4-15 0,0-4-15 16,-1 4-11-16,2-3-15 0,-1 2-14 0,-7-2-14 0,14 3-15 16,-8-3-14-16,1-1-14 0,7-4-13 0,-1 5-10 0,0-8-13 0,8 3-9 15,6-3-15-15,-8 0-15 0,8-4-9 0,-1 1-7 0,7-1 2 16,-6 0 5-16,12-3 8 0,-6 3 13 0,0-3 21 0,7-4 26 0,-1 3 30 15,1 2 29-15,6-5 26 0,-7 3 22 0,8-3 21 0,-2 0 22 16,8 3 16-16,-7-3 13 0,-1 0 10 0,8-3 8 0,0 3 4 16,-1 0 4-16,-5 0-6 0,5 0-13 0,1-3-15 0,-1 3-19 0,0 0-14 15,1-5-11-15,-7 5-6 0,7 0-7 0,0-3-5 0,-1 3-4 16,-6-4-6-16,0 4-5 0,7-3-8 0,-8-1-8 0,2 4-11 16,-1-4-12-16,0 2-13 0,0 2-11 0,-7-5-14 0,0 1-12 0,2 4-11 15,-2-3-10-15,0 3-13 0,-6-4-15 0,0 4-13 0,0 0-11 0,0-4-3 16,0 4 1-16,-6 0 5 0,0 0 9 0,-2 0 17 0,2 0 22 15,0 4 32-15,-1-4 34 0,-6 4 31 0,0 3 25 0,7-2 26 16,-8-3 24-16,2 6 22 0,5-1 20 0,-6 1 13 0,0-2 14 0,0 2 8 16,6 0 8-16,-5-1-1 0,4 4-3 0,-4 0-12 0,5-4-17 0,-6 4-13 15,7 0-13-15,-1-1-11 0,-5 2-8 0,4-1-8 0,-4 1-8 16,5-2-9-16,1 1-8 0,-7-4-7 0,6 4-8 0,1 0-5 16,-1-3-6-16,0-1-7 0,1 4-6 0,0-4-6 0,-1 0-5 0,-6 1-8 15,7-1-4-15,-1 0-6 0,-6 1-6 0,6-5-6 0,-5 5-5 16,4-5-3-16,-4 5-3 0,-1-5 1 0,0 0-2 0,0-3 1 15,-1 5-1-15,2-2 2 0,-8-3 2 0,7 4 4 0,1-4 6 0,-8 4 9 16,6-4 11-16,2 4 13 0,-1-4 13 0,-1 3 11 0,2-3 11 16,-2 4 8-16,8-4 9 0,0 4 5 0,-1 0 3 0,0-4 3 0,7 3 3 15,-6-3 4-15,6 4 4 0,6-1 2 0,-6-3 1 0,7 4-1 16,0 0-2-16,5-1-5 0,2-3-3 0,-2 4-5 0,8-1-57 0,-7 1-12 16,13 0 0-16,-6-1 0 0,6 1 0 0,-1 0 0 0,2-4 0 15,-1 3 0-15,6 1 0 0,-5-4 0 0,5 4 0 0,1-1 0 16,-7-3 0-16,6 4 0 0,1-4 0 0,-7 4 0 0,0-1 0 0,7-3 0 15,-14 4 0-15,7-4 0 0,-6 0 0 0,6 4 0 0,-7-4 0 0,1 3-103 16,-8-3-82-16,8 0-51 0,-6 0-60 0,-2 0-71 0,1 0-80 16,-6 0-63-16,6 0-56 0,-7 0-19 0,1 0-3 0,0 0 8 15,-1-3 15-15,-6 3 17 0,6 0 19 0,-6 0 26 0,0 0 28 16,0 0 50-16,0 0 60 0,0 0 76 0,0 0 260 0</inkml:trace>
  <inkml:trace contextRef="#ctx0" brushRef="#br0" timeOffset="108599.33">12940 14294 0 0,'-6'0'126'0,"6"4"117"16,-6-4 19-16,6 0 16 0,-7-4 11 0,7 4 26 0,0-3 32 0,0-1 33 15,0 0 34-15,0 1 19 0,7-4 10 0,-1 3-32 0,0-3-56 16,8-1-45-16,-2 1-40 0,1-1-23 0,1 1-15 0,6 0-9 16,-2 0-9-16,2-5-21 0,-1 6-27 0,1-2-33 0,6 0-33 0,1 5-22 15,-1-5-12-15,-1 1-10 0,1 4-9 0,7-5-7 0,-7 5-5 16,0-1-6-16,0 0-4 0,1 1-5 0,-1-1-4 0,-1 0-5 16,-5 4-3-16,6-3-1 0,-6-1-2 0,-7 4 0 0,6-4-3 0,-6 4-1 15,0 0 0-15,-6 0 1 0,6 0 0 0,-7 0 1 0,-6 0 0 0,6 0 0 16,-6 0 0-16,-6 0-1 0,6 4 1 0,-6 0 0 0,-7-1 1 15,6 1-1-15,-6 0 2 0,0 3 0 0,0 0 0 0,-6 1 1 16,5 2-3-16,-6 1 1 0,2 5 2 0,-2-2-1 0,1 1 1 0,-1 3 1 16,0 0 1-16,1 4 1 0,-1-4 0 0,0 9 1 0,1-6 0 15,6 9 1-15,-6-5-1 0,-1 1 1 0,7 3 0 0,-7 1 2 16,8-1-1-16,-2 0 0 0,2 0 1 0,-2 0 1 0,1 5 0 0,7-5 0 16,-7 0 0-16,6-3 1 0,1 4 1 0,0-5 0 0,-2-3 0 0,2 3 1 15,6-7-1-15,-6 5 0 0,6-9-1 0,0 4 0 0,0-2-1 16,0-6 0-16,6 2-2 0,-6-2 0 0,6-2 1 0,2-1 1 15,-2-3 1-15,0-1 1 0,7 1 3 0,-6-4 0 0,6 4 3 0,0-4 0 16,0-4 1-16,7 0 1 0,-8 4-1 0,8-7-1 0,-1 3 1 0,1-3-2 16,6 0-3-16,-7 0-9 0,7-1-13 0,-6 1-18 0,7-5-21 15,-9 1-25-15,9 0-28 0,-7 2-44 0,6-7-53 0,-7 5-68 16,7-4-75-16,-6 1-65 0,-1-1-62 0,7 1-44 0,-6-5-34 0,0 5-12 16,-1-5 0-16,1 4 13 0,-2 1 14 0,2-1 22 0,-6 1 25 15,-1-1 43-15,-1 4 52 0,-5-4 67 0,6 4 74 0</inkml:trace>
  <inkml:trace contextRef="#ctx0" brushRef="#br0" timeOffset="108949.58">13761 14654 192 0,'0'3'216'0,"0"1"15"0,0-4 14 0,0 0 30 0,7 0 39 16,-7 0 46-16,6-4 48 0,7 1 31 0,0-1 20 0,1-3-21 0,-2-1-40 16,8 1-39-16,-1-1-36 0,1-3-18 0,6 0-11 0,0 0-12 15,7-4-10-15,-8 1-27 0,9 0-38 0,-2-1-44 0,7 0-49 0,-7 1-28 16,7-1-21-16,-6 0-14 0,6 2-9 0,0 1-9 0,-6 1-8 0,6 3-5 15,-1-3-4-15,-5 8-5 0,-1-5-3 0,-5 8-2 0,5-3-1 16,-6 6-2-16,1-3 0 0,-7 8 0 0,-2-1-1 0,2 0 3 16,-7 4 1-16,1 0 4 0,-8 4 4 0,0-1 4 0,-6 5 3 0,6-1 4 15,-6 4 6-15,-6-3 4 0,6 6 5 0,-6-3 5 0,0 4 4 16,-1 0 3-16,0 3 5 0,1-4 2 0,-7 5 4 0,-1-1 0 0,8 1 3 16,-6-1 1-16,-2 4 4 0,1-4 1 0,-7 4-1 0,8 0-2 15,-2 0-2-15,-5-4-4 0,-1 4-3 0,8 0-3 0,-8-3-40 0,7-1-17 16,-7 0 0-16,0-4 0 0,8-2 0 0,-2-1 0 0,2-8 0 15,5 1 0-15,-6 0 0 0,6-8 0 0,1-3 0 0,0-4 0 16,0-4 0-16,-2-3-72 0,2-4-89 0,0-8-58 0,6-3-70 0,-7-3-82 16,1-8-87-16,6 0-68 0,0-11-55 0,-7 0-25 0,7-7-7 15,0-4 7-15,0-1 15 0,-7-6 24 0,7 0 26 0,-6 0 32 16,6 0 32-16,0-4 58 0,-6 0 69 0</inkml:trace>
  <inkml:trace contextRef="#ctx0" brushRef="#br0" timeOffset="109132.28">14451 13994 0 0,'6'18'53'0,"2"1"229"15,-8 2 48-15,0 6 41 0,0 2 35 0,-8 0 28 0,2 4 26 0,0 3 25 16,-7 1 22-16,0 3 22 0,0 1 19 0,-1 3-16 0,2 7-34 16,-8-3-55-16,1 7-64 0,-7 3-50 0,0 1-43 0,-1 3-36 15,1 1-33-15,-6 2-27 0,-1 1-26 0,1 0-23 0,-1-4-24 0,7 1-32 16,-6-1-35-16,5-7-37 0,1-4-39 0,1-3-41 0,5-4-43 0,7-11-60 16,0-4-68-16,6-7-85 0,1-4-94 0,6-7-75 0,6-7-67 15,1-8-34-15,6-7-14 0,6-3 2 0,-5-8 9 0,11-4 19 16,1-7 24-16,1-4 28 0,5-3 32 0,1-7 52 0,-1-5 62 15,8 1 81-15,-1-4 268 0</inkml:trace>
  <inkml:trace contextRef="#ctx0" brushRef="#br0" timeOffset="109348.57">15325 13873 175 0,'0'0'409'0,"0"4"49"0,0 3 24 0,0-3 12 0,-8 4 7 16,8-2 4-16,0-2 6 0,0 4 9 0,0 3 16 0,0-4 11 15,8 0 11-15,-8 4-78 0,6-3-120 0,0 3-102 0,0-1-92 0,1 1-47 16,6 0-23-16,0 0-13 0,1 4-6 0,-2-4-7 0,2 0-9 16,-2 0-22-16,1-3-27 0,1 3-30 0,4-4-26 0,-4 0-29 0,-1 0-29 15,-6-3-47-15,6 0-54 0,-1-1-67 0,-4 5-71 0,-2-8-62 16,-6 3-58-16,6 1-40 0,-6-4-34 0,-6 4-7 0,6 3 5 16,-14-3 12-16,8 3 13 0,-7 0 21 0,0 1 23 0,-6-1 43 0,-1 4 52 15,0-3 66-15,-5-2 71 0</inkml:trace>
  <inkml:trace contextRef="#ctx0" brushRef="#br0" timeOffset="109999.12">15285 14236 0 0,'-26'7'53'0,"0"1"151"0,0-1 38 0,0-3 49 15,6 3 52-15,1-3 48 0,6-1 46 0,0 1 31 0,-1-1 22 16,2-3 6-16,5 4-4 0,7-4-27 0,-6 0-41 0,6 0-31 0,0-4-27 16,6 1-27-16,1 3-27 0,-1-4-40 0,8-3-46 0,5 3-42 15,-6 1-42-15,6-5-25 0,1 5-19 0,6-5-9 0,0 4-5 0,0 1-5 16,0-1-2-16,0 1-9 0,6-1-10 0,-5 0-8 0,5 4-9 16,-6-3-6-16,7 3-7 0,-7 0-5 0,0 0-6 0,1 0-8 15,-9 0-10-15,2 0-9 0,-7 0-7 0,7 3-8 0,-14 1-5 0,8-4-3 16,-8 4-5-16,-6-1-2 0,0 4-3 0,0-3-2 0,-6 4-2 15,-2-1-1-15,-4 0 2 0,-2 4 3 0,2-4 5 0,-8 4 6 0,1 0 6 16,-7 0 4-16,-1 5 4 0,-5-6 3 0,6 1 3 0,-7 4 4 16,-6 0 5-16,7-5 2 0,-1 5 3 0,-6-4 5 0,6 4 6 0,1-4 4 15,5 1 4-15,-5-2 1 0,13 0 2 0,-7-2 0 0,13 0 2 16,-7-1-2-16,14-3 1 0,0-1-2 0,-2 1-2 0,16-4-1 0,-8 3 0 16,6-3-4-16,7-3-4 0,0 3-4 0,6 0-3 0,7-4-1 15,-6 1-1-15,13 3 0 0,-7-4-2 0,6 0 2 0,7 1 0 16,-6 3 2-16,5-4-1 0,1 0 1 0,1 4-1 0,-7-3-1 0,5 3 0 15,-5 0-2-15,-1 3-1 0,1-3-1 0,-7 4 1 0,0 0 1 16,-6-1 0-16,-1 5 0 0,-5-5 0 0,5 4 1 0,-13-3 1 16,1 3-1-16,0 1 1 0,-1-5 0 0,-6 5 0 0,0-1 1 0,-6 0 0 15,-1 1 0-15,0-2 1 0,-6 2 0 0,7-1-1 0,-8 1 1 16,-4 4-1-16,4-5 1 0,-5-1-2 0,-7 6 0 0,6-5-1 0,-6 4 0 16,1-4 0-16,-2 4 0 0,1-3-2 0,0 3 1 0,-7-1-1 15,7-2 1-15,-6 3 0 0,5-4 3 0,9 4 4 0,-9-4 4 0,14 1 2 16,-6 0 1-16,5-5-1 0,8 1 0 0,0-1-1 0,6 1 0 15,0-4 1-15,0 4 0 0,6-4-1 0,7 0 0 0,0 0 0 16,7 0-3-16,-7 0-6 0,13 0-4 0,0-4-4 0,-1 4-6 0,1-4-6 16,1 1-11-16,5-1-10 0,-6 1-15 0,7-2-15 0,-7-2-17 15,0 3-18-15,1-3-22 0,-1 3-26 0,-7-3-34 0,1 3-40 0,-8 1-35 16,2-1-33-16,-2 0-30 0,-5 1-29 0,-1 3-16 0,-6-4-12 0,0 4 1 16,-6 0 6-16,-1 0 13 0,1 4 15 0,-8-4 22 0,2 3 25 15,-1 1 38-15,-7 0 44 0,-6 3 45 0,6-3 46 0,-5 3 49 16,-1 4 51-16,-7-4 48 0,1 5 46 0,-8-1 47 0,7 0 45 0,-5 3 49 15,-1 1 53-15,6-4 35 0,-6 3 27 0,0 1 17 0,6 0 10 16,7-1 2-16,-6-3-4 0,13 4-9 0,-1-7-13 0,0 2-21 16,7 2-24-16,7-5-30 0,0 0-35 0,6 0-41 0,0 1-48 0,6-1-33 15,7 0-25-15,0 1-19 0,0-2-15 0,7 2-10 0,-1-4-7 16,7 3-7-16,0-3-7 0,0-1-11 0,0-3-12 0,7 0-16 0,-1 0-18 16,1-3-30-16,-7-1-35 0,7 0-52 0,-1-3-62 0,-6-1-67 15,7-2-69-15,-14 3-62 0,7-4-62 0,0 3-25 0,-13-3-10 0,7 4 1 16,-8-4 8-16,2 0 13 0,-8 0 15 0,8 0 27 0,-14 3 32 15,6-1 50-15,-6-3 60 0</inkml:trace>
  <inkml:trace contextRef="#ctx0" brushRef="#br0" timeOffset="110182.6">15597 14775 98 0,'-6'0'294'0,"0"0"56"0,-7 3 49 0,-1 1 35 15,8 4 28-15,-6-1 22 0,4 4 19 0,-4 3 18 16,-1 1 16-16,6-1 0 0,0 5-11 0,-5 2-42 0,4 1-60 0,2 5-60 16,0-2-60-16,0 4-50 0,6 0-47 0,-7 1-33 0,0 3-26 0,7-4-22 15,-6 4-18-15,6-1-18 0,0 3-15 0,0-2-18 0,0-5-16 16,0 1-24-16,0 1-28 0,0-4-33 0,6-1-35 0,1-6-42 15,0-1-49-15,-1-4-70 0,0-3-79 0,8-4-84 0,-2-3-85 0,2-4-52 16,-1-4-36-16,7-3-15 0,-8 0-6 0,8-8 9 0,-1 1 17 16,-5-4 23-16,4-4 27 0,2-4 40 0,0 4 45 0,-7-4 67 15,7-3 79-15</inkml:trace>
  <inkml:trace contextRef="#ctx0" brushRef="#br0" timeOffset="110382.79">15949 14734 0 0,'7'-11'56'0,"-7"4"342"16,6-1 54-16,-6 1 28 0,0 3 14 0,0 4 15 0,7-3 15 15,0 3 21-15,-1-4 24 0,0 1 21 0,8-1 19 0,-1 0 1 0,6 1-9 16,0-1-106-16,1 0-156 0,0-3-85 0,5 3-51 0,2-3-26 16,-1 3-11-16,0-3-46 0,6 3-120 0,-5 1 0 0,-1-5 0 0,0 4 0 15,7 1 0-15,-8 0 0 0,1-2 0 0,0 3 0 0,0 2 0 16,-6-5 0-16,6 5 0 0,-7-4 0 0,1 4 0 0,-1-3 0 16,1 3 0-16,0 0-6 0,-7-4-190 0,-1 4-65 0,8-4-82 0,-14 4-82 15,8-3-83-15,-8 3-53 0,7-4-37 0,-6 1-11 0,-7-2 3 16,7 5 11-16,-1-3 17 0,-6-4 20 0,0 3 24 0,0 1 33 0,0-1 36 15,0-3 66-15,-6-1 81 0</inkml:trace>
  <inkml:trace contextRef="#ctx0" brushRef="#br0" timeOffset="110616.11">16542 14079 10 0,'-6'0'296'0,"6"3"46"0,-7 1 36 0,7-1 31 0,-7 5 27 15,7 3 27-15,-6 0 24 0,6 3 24 0,0 1 21 0,-7 3 19 0,7 5 18 16,-6-2-45-16,0 8-76 0,-1 1-60 0,0 6-50 0,-12 1-32 15,6 0-23-15,-6 7-21 0,-1 3-17 0,-6 1-16 0,-1 3-45 0,-5 4-184 16,6 0 0-16,-7-4 0 0,1 5 0 0,-1-2 0 0,1-3 0 16,6 1 0-16,-7-4 0 0,1-5 0 0,5 2 0 0,1-9 0 15,1 1 0-15,-1-4 0 0,6-7 0 0,0-5 0 0,7 1 0 16,1-7-52-16,-2 0-309 0,8-8-78 0,-1 0-82 0,1-3-58 0,6-4-46 16,6-4-14-16,7-3 4 0,-7-4 18 0,8 0 23 0,-1-7 25 15,6 3 25-15,1-3 33 0,-1 0 32 0,1-5 58 0,-1 5 71 0,1 0 97 16,0-1 251-16</inkml:trace>
  <inkml:trace contextRef="#ctx0" brushRef="#br0" timeOffset="110765.65">16112 15082 0 0,'14'-7'149'15,"-2"3"67"-15,1 1 49 0,-6 3 55 0,-1 3 56 0,7 5 41 0,-7-5 32 16,2 8 22-16,-2-3 16 0,7 3-4 0,0-1-18 0,-7 1-21 16,7 0-26-16,7 4-27 0,-7-4-28 0,0 4-36 0,7 0-40 0,-1 3-50 15,1-4-54-15,-1 5-39 0,1-5-30 0,6 5-22 0,-6-1-17 16,-1-4-12-16,7 5-12 0,-6-4-16 0,-1 0-21 0,1-1-25 0,6 1-27 16,-7-4-33-16,1 3-40 0,0-3-61 0,-2-4-71 0,2 4-83 15,0-4-86-15,-1 1-59 0,1-4-47 0,6 3-21 0,-7-3-11 0,1 0 3 16,6-1 8-16,-7-3 14 0,7 0 19 0,-6 0 28 0,6 0 33 15,1-3 59-15,-2-1 69 0</inkml:trace>
  <inkml:trace contextRef="#ctx0" brushRef="#br0" timeOffset="111516.15">17655 14357 37 0,'0'-4'267'0,"-6"1"45"0,0-1 38 0,6 0 21 16,-6 4 13-16,6 0 16 0,0 0 19 0,0 0 21 0,0 0 22 15,0 4 9-15,6 3 5 0,0 4-35 0,0 0-48 0,8 3-48 16,-1 1-47-16,0 7-34 0,6 4-28 0,-5-1-12 0,5 9-3 0,1-1-11 16,-1 3-14-16,0 1-14 0,1 3-15 0,-1 0-18 0,1 1-14 15,-7-1-14-15,7-3-12 0,0 3-8 0,-2-4-91 0,2 1-10 0,0 0 0 16,-1-5 0-16,-5-2 0 0,5 0 0 0,1-5 0 0,-1-3 0 16,-6 0 0-16,7-4 0 0,-1 1 0 0,-6-8 0 0,6 3 0 0,-5-7 0 15,-1 1 0-15,6 0 0 0,-6-8 0 0,1 0 0 0,5 0 0 16,-6-8 0-16,6 0 0 0,1-7 0 0,0 1 0 0,5-8 0 0,1-3 0 15,1-8 0-15,5 0 0 0,1-8 0 0,-1-6 0 0,8 0 0 16,5-5 0-16,-6-3 0 0,7-4 0 0,-1 1 0 0,-5-1 0 16,5 4 0-16,1-3 0 0,-7 3 0 0,0 3 0 0,-1 5 0 0,-5-1 0 15,-1 4 0-15,-5 0 0 0,-1 7 0 0,0 1 0 0,-6-1 0 16,-1 8 0-16,-6 0 0 0,0 3 0 0,1 4 0 0,-8 0 0 0,0 7 0 16,1-3 0-16,-7 7 0 0,6 0 0 0,-6 4-168 0,0 0-74 15,0-1-56-15,0 5-68 0,0-1-72 0,-6 4-72 0,6 0-43 16,-7 0-29-16,1 4-6 0,0 3 6 0,-2 0 13 0,2 1 17 0,-7 6 19 15,7-3 21-15,-7 4 32 0,0 3 36 0,6-3 63 0,-6 3 79 16</inkml:trace>
  <inkml:trace contextRef="#ctx0" brushRef="#br0" timeOffset="112799.33">20085 13954 201 0,'0'-11'240'0,"6"0"30"0,-6 0 25 16,0 4 36-16,0 3 41 0,-6 0 35 0,6 0 32 0,0 4 22 16,-6-3 17-16,6 6-24 0,-7-3-48 0,7 4-35 0,0 4-29 0,0-1-29 15,-6 4-27-15,6 4-22 0,0 3-19 0,-7 4-28 0,7 0-34 16,0 7-27-16,-7 1-25 0,7 2-16 0,0 5-12 0,-6-4-5 0,6 3-1 16,-6 1-1-16,6 3 0 0,-8-3-3 0,2 4-2 0,0-5-5 15,0 4-4-15,-1-3-5 0,0 3-4 0,1-3-5 0,-7-4-5 16,7 0-4-16,-2 0-27 0,2 0-32 0,0-8 0 0,0 1 0 0,-1-3 0 15,7-5 0-15,-7-3 0 0,7-5 0 0,0-2 0 0,0-1 0 16,0-7 0-16,0 0 0 0,7-7 0 0,-7-1 0 0,7-2 0 0,5-5 0 16,-6-8 0-16,8-2 0 0,-1-5 0 0,7-3 0 0,-2-7 0 15,2-4 0-15,0 0 0 0,6-7 0 0,-7 0-38 0,1 0-6 0,6 0 0 16,-7-5 0-16,1 5-1 0,0 3 5 0,-1 1 4 0,1 3 6 16,0 4 7-16,-8-1 4 0,8 8 6 0,-7 0 3 0,7 8 2 0,-7 2 2 15,-1 1 2-15,2 8 1 0,6-1 2 0,-8 4 2 0,1 8 0 16,0-5 2-16,6 8 2 0,-5 0 4 0,-1 4 4 0,6 3 5 15,-6 1 6-15,7 3 4 0,-7-1 4 0,0 5 4 0,0 3 6 0,0 1 6 16,0 3 3-16,1 0 5 0,-8 3-15 0,0 1-41 0,0 0 0 16,1 3 0-16,0 0 0 0,-7 1 0 0,0-1 0 0,-7 4 0 0,0 0 0 15,1-4 0-15,0 4 0 0,-8 0 0 0,2 0 0 0,-8 4 0 16,7-4 0-16,-7 0 0 0,-6-1 0 0,7-2 0 0,-7-1 0 0,0 1 0 16,0-1 0-16,-1-4 0 0,8-2 0 0,-7-5 0 0,0 0 0 15,6-7 0-15,-5 0 0 0,5-4 0 0,0 1 0 0,-6-8 0 16,13 0 0-16,-7-8 0 0,8-3 0 0,-2 1-67 0,2-5-293 0,-1-3-70 15,6-4-76-15,7-1-60 0,0-2-54 0,0-1-17 0,7 1 4 16,6-4 14-16,-1 2 21 0,2-2 26 0,12 4 32 0,-7-1 32 0,7 4 35 16,7-3 55-16,-1 2 66 0,1 1 75 0,6 0 262 0</inkml:trace>
  <inkml:trace contextRef="#ctx0" brushRef="#br0" timeOffset="113032.73">21459 13950 108 0,'13'-3'379'16,"-7"6"52"-16,2 1 31 0,-8 3 27 0,0 1 23 0,-8-1 24 15,2 4 23-15,-7 0 22 0,0 3 20 0,0 1 18 0,-7 0 15 0,8 3-60 16,-8-3-98-16,1 7-89 0,-1-4-85 0,-6 4-43 0,7 4-21 16,-7-5-194-16,6 9-44 0,0-5 0 0,-5 1 0 0,5 3 0 0,0 1 0 15,1-1 0-15,-1 1 0 0,7 2 0 0,-6-2 0 0,6-1 0 16,-1 1 0-16,8 2 0 0,0-6 0 0,-2 3 0 0,8-3 0 0,0-4 0 16,8 0 0-16,-2 0 0 0,7-4 0 0,0 0 0 0,0-3 0 15,7 0 0-15,6-4 0 0,-7 0 0 0,13 0 0 0,-5-7 0 0,5 3 0 16,1-7-204-16,-1 0-306 0,1-3-70 0,6-1-59 0,-6-7-20 15,6 0-5-15,0-1 8 0,-7-2 13 0,8-5 20 0,-1 1 25 16,-7 0 31-16,7-4 36 0,-7-4 52 0,1 5 61 0,0-6 87 0,-1 6 242 16</inkml:trace>
  <inkml:trace contextRef="#ctx0" brushRef="#br0" timeOffset="113498.79">22058 13811 99 0,'-6'-4'370'15,"0"1"46"-15,-1 3 27 0,0 3 18 0,1 5 15 0,6-1 15 16,-7 0 16-16,1 4 18 0,0 4 18 0,-2-1 16 0,2 5 17 0,6-1-58 16,-6 8-97-16,0-4-84 0,-2 7-79 0,-4 0-41 0,5 1-16 15,1 3-11-15,-8 3-7 0,8 1-9 0,-6-1-11 0,-2 5-100 0,1-4-63 16,7 3 0-16,-8 0 0 0,2-3 0 0,-2-4 0 0,8 0 0 16,-7-1 0-16,6-2 0 0,1-4 0 0,-1-4 0 0,7-5 0 0,0-2 0 15,-6-4 0-15,12 0 0 0,-6-6 0 0,7-2 0 0,-1-6 0 16,1-2 0-16,6-6 0 0,-7 0 0 0,14-4 0 0,-7-6 0 0,0-5 0 15,6 1 0-15,1-8 0 0,0 0 0 0,5-4 0 0,-5-3 0 16,0-1 0-16,-1 5 0 0,7-5-18 0,-6 5-68 0,0-1 6 16,-1 4 6-16,1 0 9 0,-1 4 10 0,1 4 11 0,-1-1 10 0,0 4 9 15,1 3 8-15,0 5 8 0,-1 3 3 0,1 0 2 0,-7 7 2 16,7-3 2-16,-8 7 0 0,8 0 2 0,-7 4 3 0,0-1 2 16,6 5 5-16,-5 3 8 0,-2 0 6 0,2 3 6 0,-1 1 5 0,-7 3 6 15,7 0 6-15,-6 0 7 0,-1 5 6 0,0-1 7 0,-6 0 5 16,8 0-49-16,-8 0-25 0,0-1 0 0,-8 1 0 0,8 1 0 0,-6 2 0 15,0-3 0-15,-1 0 0 0,-6 0 0 0,0 0 0 0,7 4 0 16,-8-5 0-16,-5 2 0 0,6-5 0 0,0 4 0 0,-7-4 0 16,1 1 0-16,0-4 0 0,-1-1 0 0,1 1 0 0,-1-4 0 0,0 0 0 15,1-4 0-15,-7 0 0 0,6-4 0 0,-6 2 0 0,7-2 0 0,-1-3 0 16,1 0 0-16,-1-3 0 0,0-2 0 0,1-1 0 0,6-2 0 16,0 1-170-16,7-4-308 0,-2 0-67 0,2 0-60 0,6-3-30 15,6 3-14-15,2-5 3 0,4 2 13 0,1-1 23 0,7 4 24 0,0-3 31 16,6 3 30-16,-1-4 42 0,8 4 48 0,-1 0 76 0,-6 0 89 15</inkml:trace>
  <inkml:trace contextRef="#ctx0" brushRef="#br0" timeOffset="113765.31">23179 14056 347 0,'0'0'447'0,"-7"4"39"0,0 0 23 15,1 0 19-15,0-1 20 0,-8 1 20 0,2 3 21 0,-1-3 18 16,-7 3 17-16,0 0 10 0,1 4 6 0,-1 0-99 0,0 0-149 0,2 4-93 15,-9 0-64-15,1-1-38 0,6 4-197 0,-12 1 0 0,6-1 0 0,0 4 0 16,0 0 0-16,0 4 0 0,0-1 0 0,-1 5 0 0,1-1 0 16,1 0 0-16,5 4 0 0,0 4 0 0,1-4 0 0,-1 4 0 15,8-1 0-15,-2 1 0 0,8-1 0 0,6 1 0 0,0-4 0 0,6 0 0 16,1-3 0-16,6-1 0 0,0-4 0 0,7-6 0 0,0-1 0 16,-2 1 0-16,9-8 0 0,-1-4 0 0,0 0 0 0,-1-7 0 15,2 4 0-15,-1-8 0 0,0 0-256 0,0 1-222 0,0-4-73 0,-7-1-52 16,7 5-39-16,-6-9-9 0,-1 5 7 0,-5 1 17 0,6-3 23 15,-8 2 27-15,1 0 30 0,1 3 34 0,-8-4 36 0,6 1 58 16,-4 0 69-16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7:54:04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18112 3810 0 0,'0'0'57'16,"-7"-4"29"-16,7 4 2 0,-6-4 8 0,6 4 6 0,-7 0 8 0,7-3 8 16,-7 3-9-16,7-4-17 0,-6 4-10 0,0 0-7 0,6 0 1 15,-7-4 3-15,0 4 6 0,7 0 8 0,-6-3 12 0,0 3 13 16,-1 0 12-16,1-4 10 0,-1 4 9 0,0-4 4 0,1 1 8 0,0-1 10 16,-2 1 4-16,2-1 3 0,0 0 5 0,-7-3 5 0,6 3 2 0,1 1 3 15,-7-5-2-15,7 5-2 0,-2-5-11 0,-4 1-11 0,6 3-6 16,-8-4-4-16,8 1-10 0,-7 4-12 0,6-5-10 0,-6 5-6 15,7-5-8-15,-8 4-9 0,8 1-9 0,-7-4-12 0,7 3-9 0,-8-3-11 16,2 3-7-16,5 1-7 0,-6-1-7 0,0-3-7 0,0 3-5 16,0 0 0-16,-1 1-3 0,2-1-2 0,-1 1-2 0,0-1-3 0,0-4 0 15,-7 5 1-15,8-1-2 0,-8 0-1 0,7 0 0 0,-7 1 0 16,0 0 1-16,1-5 1 0,-1 4-1 0,1 0 2 0,0 1 1 0,-1-1 0 16,-6 0 0-16,7-3 0 0,-8 7 0 0,7-3 0 0,2-1 0 15,-9 0-1-15,7 1-1 0,-6 3 0 0,7-4 1 0,-7 0-3 16,6 4 0-16,-6-4-1 0,7 4-1 0,-7 0-2 0,0-3 0 0,6 3-1 15,-6 0 0-15,0 0-2 0,7-4 1 0,-8 4-1 0,1 0-2 16,7 4 1-16,-7-4-2 0,0 0 0 0,6 3-1 0,-5-3 0 0,-2 4 0 16,1-4 1-16,6 4-1 0,-6 0 0 0,0-1 0 0,1 1-2 15,-1 3 1-15,6-3-2 0,-7-1-1 0,9 1 0 0,-9 3 0 16,1-3 0-16,6 3-1 0,1-2 0 0,-7 1 0 0,6-2-1 0,1 4 1 16,-7-5 0-16,6 5-1 0,-6-1 0 0,7-3 1 0,-1 3 1 15,-6-3-1-15,7 3 0 0,-1-3 1 0,-6 3 0 0,6-3-1 16,1-1 1-16,-7 4-1 0,6-3 0 0,1-1 0 0,6 1 0 0,-6 0 1 15,-1 0 0-15,0-1 0 0,1 1-2 0,-1 0 0 0,7-1 1 16,-6 1 0-16,6-1 0 0,-7 5 0 0,0-4 1 0,7-1 0 0,-6 1 0 16,0 0 0-16,5 0-1 0,-5 2 0 0,6-1 1 0,-6-2 0 15,-1 5-1-15,6-5 1 0,-5 5 0 0,-1-5 0 0,8 4-1 0,-8-3 0 16,0 3 1-16,7 1-1 0,-7-1-1 0,8-3 0 0,-8 7 1 16,7-8 0-16,-7 5 0 0,8 3-1 0,-8-4 0 0,7 0 1 0,-7 0-1 15,8 4 0-15,-8-3 1 0,1 4 0 0,5-2-1 0,-6 1 0 16,2 1 0-16,-2-2 0 0,7 1 0 0,-7 0 1 0,8 3-1 0,-8-3 0 15,7 0 1-15,-7 3-1 0,8-2 1 0,-8 3 0 0,7-4 0 16,-1 4-1-16,2-4 1 0,-2 3 0 0,2-3 1 0,-2 0-1 0,8 4-1 16,-7-5 1-16,0 5 1 0,0-3-1 0,7 2 0 0,-8 1 0 15,8-4 0-15,-7 3-1 0,0 5 0 0,6-5 1 0,-5 1 0 0,-2 3 1 16,8 0-1-16,-7 0 1 0,6-2 0 0,-6 2 0 0,7 4 0 16,-8-7-1-16,8 3 0 0,0 0-1 0,-1 0 0 0,0-3 1 15,1 4 1-15,6-5-1 0,-6 1 0 0,6-1 0 0,-7-3-1 0,7 0 0 16,0 4-1-16,0-4 0 0,0 0 1 0,0 0-1 0,7 0 0 15,-7 0 0-15,0-5 1 0,6 6-1 0,-6-4 0 0,6 3 0 0,1-4 1 16,0 4-1-16,-7-4 1 0,12 5 0 0,-4-5 0 0,-2 3 1 16,0-2 0-16,7 3-1 0,-6-3 1 0,6 2 1 0,-1 1 0 15,2-3 0-15,-1 3 0 0,0 0 0 0,6-4 0 0,1 4-1 0,0-4 1 16,-8 4-1-16,15-4 0 0,-8 5 1 0,0-5 0 0,8 0 1 16,-7 0 0-16,5 1-1 0,1-1 0 0,0 1 0 0,0-2 0 0,-6 2 1 15,13-4 0-15,-14 3 1 0,7 1-1 0,0-1 0 0,0-3-2 16,-7 3 2-16,7 0 0 0,-6 0 0 0,7-3-1 0,-9 3 1 15,2 1 0-15,0-5 1 0,-1 5-1 0,1-1 1 0,0 0-1 0,-1-3-1 16,7 3 1-16,-6 0 0 0,-1 1 0 0,1-4-1 0,6 3 0 0,-7 1 0 16,7-5 1-16,-6 4 0 0,6-3-1 0,0 3 1 0,0-3 0 15,0 0 0-15,0 3-1 0,0-7 1 0,7 7 0 0,-7-3 0 16,6-4-1-16,1 4 1 0,-1-1 0 0,1-3 0 0,-1 4-2 0,1 0 1 16,-7-4 0-16,7 0 0 0,-1 3-1 0,1-3-1 0,-1 4 1 15,-6-4 1-15,7 0 0 0,-7 4 1 0,0-4-1 0,7 0-1 0,-7 3 2 16,-7-3 0-16,7 0 0 0,0 4-1 0,-6-4 1 0,-1 3 0 15,1-3 0-15,0 4-1 0,-1-4 1 0,1 4 0 0,0-4-1 16,-1 3 0-16,1-3 0 0,-2 4 0 0,2-4 1 0,0 0 0 0,-1 4 0 16,1-4-1-16,0 0 1 0,-1 0 1 0,1 0-1 0,6 0 1 0,-7-4 0 15,1 4-1-15,0 0 2 0,-1-4-1 0,0 4 0 0,1-3-1 16,-1 3 0-16,1-4 1 0,0 4-1 0,-1-4 0 0,1 1-1 0,-1 3 1 16,-6-4 0-16,6 1-1 0,1-1 0 0,0 4 1 0,-7-4 0 15,7 1-1-15,-1-1 0 0,0 0 1 0,1 1 0 0,-7-1 0 16,7 0-2-16,-1 1 2 0,1-1 0 0,0-3 0 0,-2 3-1 0,2-3 1 15,-7 3 0-15,7-3 1 0,0 3-2 0,-1-4 1 0,1 2 0 16,-8 2 0-16,8-4-1 0,0 1 1 0,-7 0 0 0,6 3 0 0,-6-3-1 16,7-1 1-16,-7 1 1 0,7 3-1 0,-2-2 0 0,-4-2 0 15,5 0 0-15,1-3 0 0,-8 4 1 0,8 0-1 0,0 0 0 16,-1-4 1-16,-5 0-1 0,5 3 1 0,1-3 0 0,-1 0-1 0,-6 4 0 16,7-4 0-16,-7 4 0 0,6-5 1 0,-6 1 0 0,1 4-1 15,-2-4 1-15,8 4 0 0,-7-4-1 0,0 0 1 0,0 4 0 0,0-4 1 16,0 3 0-16,0-2 1 0,-7 2 0 0,8-3 0 0,-2 3 1 15,-4 1 1-15,4-3 1 0,-5 2 0 0,-1 1 1 0,7-1-1 0,-6-3 2 16,-1 4-1-16,0-4 0 0,2 4-1 0,-2-4 1 0,0 4 0 16,1-4 0-16,0 3-2 0,-7-3 1 0,6 4-1 0,0-4-1 15,-6 3 0-15,7-3-1 0,-7 0 0 0,6 4 1 0,-6-4 1 0,0 4 2 16,7-4 2-16,-7 4 1 0,0-1 2 0,0-4 2 0,0 6-1 16,0-1 2-16,7-1 0 0,-7 1 2 0,0-4-1 0,0 3 0 0,0 1-1 15,0 0 0-15,0-1-1 0,0 1-1 0,0 0-2 0,0 0-2 16,0-1-2-16,0 1-2 0,-7 0-1 0,7 3 0 0,0-3 1 15,0-1 0-15,0 5 1 0,0-5 0 0,-7 0 0 0,7 5 1 0,0-4 0 16,-6-1 0-16,6 5-1 0,0-5 1 0,-7 1 0 0,7 0 0 16,-6 0-1-16,0-1 1 0,6 1 0 0,-7 0-2 0,0-1 0 0,1 1 0 15,6 0 2-15,-6-1 0 0,-2 5 2 0,2-5-1 0,0 1 2 16,-1 0-1-16,1 0 0 0,-1 3 0 0,7-3-1 0,-6-1 0 0,-1 5-1 16,1-5 0-16,0 4-2 0,-2-3 2 0,8 3-1 0,-6-3-2 15,0 3 0-15,-1-3 0 0,0 3 0 0,7-3 0 0,-6 3 0 0,-1 1 0 16,1-5 0-16,0 5 1 0,6-4 0 0,-7 3-1 0,0-3 0 15,1 3 1-15,6 0-1 0,-6-3 0 0,-1 3-1 0,0-3 0 0,7 4 0 16,-6-5-1-16,6 4 0 0,-7 1-1 0,1-5 1 0,6 4 1 16,-6 1-1-16,6-5 2 0,-7 5 0 0,7-1-1 0,-7-3 0 15,7 3-1-15,-6 0 2 0,6 1-1 0,-6-1 0 0,6 0 1 0,-8-3 0 16,8 4-1-16,-6-1 0 0,6 0-1 0,-6 1-1 0,6-5-1 16,-7 5 0-16,7-1 2 0,-6 0-1 0,-1 1 2 0,7-5-1 0,-6 5 1 15,-1-1-2-15,1-3 1 0,6 3 1 0,-6 0-1 0,-2 1 1 16,2-4 0-16,0 3 0 0,6 0 1 0,-7 1-1 0,1-2 0 0,-1-2-1 15,7 3 1-15,-6 0-1 0,-1 1 0 0,1 0 1 0,6-1 0 16,-7 0-1-16,0 1 0 0,1-1-1 0,0-3 2 0,6 3 0 16,-7 0-1-16,0 1 0 0,1-1-1 0,6 0 1 0,-6 1-2 0,-1-1-2 15,1-3 1-15,-1 3 0 0,7 0-2 0,-7 1 2 0,1-1 0 0,0 0-1 16,-2-3-1-16,2 4-1 0,0-1-2 0,0 0-6 0,-1 1-10 16,0-5-14-16,1 5-18 0,-7-2-25 0,7 2-26 0,-8 0-43 15,2-1-52-15,-2 0-79 0,1-3-95 0,0 7-79 0,-6-4-74 0,5 4-35 16,-5-4-17-16,-7 4-2 0,6 0 4 0,-6 0 14 0,1 4 18 15,-1-4 22-15,-7 0 27 0,7 4 42 0,-7-4 52 0,1 0 80 16,-1 0 240-16</inkml:trace>
  <inkml:trace contextRef="#ctx0" brushRef="#br0" timeOffset="8467.04">16373 6396 0 0,'0'-4'105'0,"0"4"39"0,0-3 9 0,-7-1 5 16,7 4 6-16,-7-4 8 0,1 1 14 0,0-1 17 0,0-3 19 15,-2 3-5-15,2 1-17 0,0-5-9 0,-7 5-3 0,6-5-3 16,0 1 1-16,-5 3 0 0,5-3 2 0,-6 0 5 0,7-1 5 0,-8 1 9 16,8-1 6-16,-7 1 0 0,7 0-7 0,-8-1-11 0,8 1-13 0,-8 4-10 15,8-5-8-15,-7 5-10 0,0-5-7 0,7 5-9 0,-7-5-8 16,-1 5-6-16,2-5-10 0,-1 5-14 0,0-5-19 0,0 5-12 15,-1-1-13-15,2 0-6 0,-2-3-4 0,-5 3-5 0,6-3-5 0,-6 3-4 16,-1-3-2-16,7 4-1 0,-7-2-1 0,0-2-2 0,1 0-1 16,0 3 0-16,0-3-1 0,-1 3-1 0,-6-3 0 0,6 0-2 15,1 3-2-15,-1-3 0 0,-6-1 0 0,7 5-3 0,-1-5 0 0,-6 5-1 16,7-5 0-16,-7 5-1 0,6-4-1 0,-7 3-1 0,9-3 0 16,-9 2-3-16,1-1 1 0,0 2-1 0,0 0-1 0,-1 1 1 15,1-1 0-15,1 0 0 0,-1 0 1 0,0 1 0 0,6 3-1 0,-13-4 0 16,7 4 0-16,7 0-1 0,-7-4 0 0,0 4 0 0,0 0-1 15,-1 0 1-15,2 0 2 0,5 0-1 0,-6 0-1 0,0 0-1 0,0 4 0 16,7-4-1-16,-8 0-1 0,1 0 0 0,6 0 0 0,-5 4 0 16,5-4-2-16,0 3 1 0,1-3-1 0,0 4 0 0,-8-4-2 0,8 4-2 15,0-4 1-15,-1 4 0 0,1-1 0 0,-1-3 0 0,-6 4 0 16,7 0 0-16,-1-1 0 0,0 0 0 0,-6-3 1 0,7 5 0 16,-7-2-2-16,6 1 0 0,-7 0 2 0,9-1-1 0,-9 1 1 0,7-1 0 15,2 1-1-15,-9 3-1 0,7-7 0 0,-6 8 0 0,7-5 1 0,-1 1-1 16,-6 0 1-16,7-1 0 0,-7 5 1 0,6-1 0 0,-6-3-1 15,0 3 0-15,7-3 0 0,-7 3 0 0,6-4 1 0,1 5 0 16,-1 0-1-16,0-5 0 0,1 4 0 0,-1 1 0 0,1-1 0 0,-1 0 0 16,1-3 0-16,6 3 0 0,-7 4 0 0,7-3 0 0,-6-1-1 15,0 0 0-15,5 4 0 0,-6-3 0 0,1 2 0 0,6 1 0 0,-6 0 0 16,5 0 1-16,-5 1 0 0,6-2 0 0,-6 2 0 0,5-1 0 16,-5 3 0-16,6-3 0 0,0 0 0 0,-7 0 0 0,8 4-1 0,-2-4 0 15,1 0 1-15,7 3-1 0,-8-2 0 0,2-1 0 0,-2 0 0 16,8 3 0-16,-7-3 1 0,0 0-1 0,6 4 0 0,1-4 0 0,-8 3 1 15,8-3-1-15,0 4 0 0,0-4 0 0,-1 4 0 0,0-4 1 16,1 3-1-16,-1 1 0 0,1 0 0 0,6-4 2 0,-6 3-2 0,-2 1 1 16,8-1-1-16,-6 1-1 0,6 0 1 0,0 3 0 0,0-3 0 15,0-1 0-15,-6 1 0 0,6 3 1 0,6-3-1 0,-6 3 0 16,0 0 0-16,0-2 0 0,6 2-1 0,-6 0-1 0,8 4 2 0,-8-4 0 16,6 0 0-16,-6 4 0 0,6-3 0 0,1 3-1 0,-1-4 1 15,-6 4 0-15,7-4 0 0,0 4 0 0,-1-2-1 0,0-3 0 16,0 2-1-16,8-1 0 0,-8-4 1 0,1 5-1 0,6-5 0 0,-6 5 1 15,5-5-1-15,-5 2 1 0,6-3-1 0,0 2 0 0,0 0 0 16,0 0-1-16,1-4 1 0,-2 3-1 0,2 1 2 0,5-4 0 16,-6 3 0-16,6-3 0 0,-5 0 0 0,5 4-1 0,1-4 1 0,-1 1 1 15,0-2-1-15,1 1 0 0,-1 0 0 0,1 0 1 0,0-4 0 0,-1 4 0 16,7 0 0-16,-6-3 0 0,-1 2 0 0,7 2 0 0,-6-5 1 16,6 4-1-16,0-3 1 0,1-1 0 0,-2 4 1 0,1-4-1 15,0 0 1-15,0 4 0 0,1-3 1 0,-1-1 0 0,6 4-1 0,-6-4-1 16,7 1 1-16,0-1 0 0,-8 4-2 0,7-4 0 0,2 0 1 15,-2 4 0-15,7-3-1 0,-6-1 1 0,-1 1-1 0,1-5 0 16,5 5 0-16,-5-1-1 0,-1-3 1 0,1-1 0 0,0 1 0 0,6 0 2 16,-6-4-1-16,-1 0 1 0,1 3-1 0,-1-3 1 0,1 0 0 0,-1 0-1 15,1-3 1-15,-1 3 0 0,1-4 1 0,-1 4 0 0,1-4 2 16,-1 4-1-16,2-3 0 0,-2-1 1 0,1 0 2 0,6 1 2 0,-7-1 2 16,1 0 1-16,5-2 2 0,-5 1 0 0,7-2 0 0,-8 4 1 15,1-5 0-15,6 0-1 0,-7 4 1 0,7-3 0 0,1 0 1 0,-8 0-2 16,1 0-2-16,6 3 0 0,-7-3-2 0,1-1-1 0,-1 1-1 15,1 4-1-15,-1-1 1 0,1-4 0 0,-7 5-1 0,6-5 1 16,-5 5 1-16,-1-1 0 0,0 1 3 0,6-1 0 0,-5 0 3 0,-1-3 1 16,-7 3 1-16,7 1 0 0,0-2 2 0,-6 2 0 0,-1-5 2 15,7 5 1-15,-6-4 1 0,-1-1 1 0,1 1-1 0,0 0-1 0,-1-1-1 16,1-3-2-16,-1 0 0 0,0 4-1 0,-6-4-2 0,7 0 1 16,-6-3 0-16,4 3-1 0,-4 0-2 0,-1-4 0 0,7 4-2 15,-8-4 1-15,2 4-2 0,-2-3 1 0,1-1-2 0,-6 4 1 0,6-4 0 16,-1 1-2-16,-4 0 0 0,4-1 0 0,-5-1 0 0,-1 2-1 15,8-1-1-15,-8 1 0 0,0 3 0 0,1-4 1 0,0 0 0 0,-1 1 1 16,0 3 2-16,1-4-1 0,-7 0 2 0,7 2-1 0,-7 1 2 16,6-3-1-16,-6 0 1 0,0 1 0 0,0-1 2 0,0 1-1 15,0-1 0-15,0-3-2 0,0 3 1 0,0 0-2 0,-6 0-1 0,6-3-1 16,-7 4-1-16,0-5-1 0,7 5-1 0,-6-4 0 0,0-1-2 0,-8 4 0 16,8-3-1-16,0 0-2 0,-1 3 2 0,-6-3-1 0,6-1 0 15,1 5 0-15,-8-1 0 0,8-3 0 0,0 3-1 0,-7 0 1 16,6 4 0-16,-6-3-1 0,7-1 1 0,0 4 0 0,-8 0 0 0,8 0 1 15,-8 0-2-15,8 0 1 0,0 0 0 0,-1 0 0 0,-6 0-2 16,6 4 0-16,-5-4 2 0,6 0-1 0,-2 0 0 0,-4 4 0 16,5-4 0-16,-6-1-1 0,6 2 0 0,1-1 1 0,-7 4-1 0,6-8 1 15,-5 8-1-15,5-5 0 0,0 1 0 0,-6 0 1 0,7 0-1 0,0 0 0 16,-8 0 0-16,8 4 1 0,-8-4 0 0,8 0 0 0,0 4 1 16,-7-4 0-16,6 0-1 0,-6 3-1 0,7-2 1 0,-8 2 0 15,8 1 0-15,-7-1 0 0,7-3 1 0,-1 4-1 0,-6 0 0 0,0 0 0 16,6-1-1-16,-5 1 0 0,5 0 1 0,0-1-2 0,-6 1 0 15,7 3 1-15,-7-3 0 0,6 0 0 0,-5-1 1 0,4 5-1 0,2-5 0 16,0 5 0-16,-1-5 0 0,1 4 0 0,-1 1 0 0,1-5-6 16,-1 5-8-16,1-1-11 0,0-3-12 0,-2 3-15 0,8 1-14 0,-6-5-16 15,6 5-17-15,0-1-18 0,-6-3-20 0,6-1-37 0,0 5-44 16,0-1-59-16,0 0-67 0,-7-3-49 0,7 7-39 0,0-4-37 16,-6 1-35-16,6 3-11 0,-7-4 1 0,1 4 11 0,-1 4 12 0,1-4 17 15,-1 3 19-15,-6-3 35 0,7 4 46 0,-8 3 58 0,8-3 67 16</inkml:trace>
  <inkml:trace contextRef="#ctx0" brushRef="#br0" timeOffset="10567.01">17382 8638 31 0,'-7'-11'145'0,"7"4"10"0,-12-4 10 16,6 0 15-16,-2 3 18 0,-4 2 23 0,-1-6 27 0,6 5 28 15,-6-1 30-15,0 2 2 0,0-2-11 0,0 1 1 0,0-1 3 0,0 1 4 16,-7 0 3-16,8-1-1 0,-8 1-2 0,7 0-10 0,-7-2-13 16,0 3-19-16,1 3-22 0,0-5-25 0,-1 0-27 0,1 5-30 15,-1-5-31-15,-6 5-25 0,7-1-23 0,-1 1-14 0,-6-1-10 0,-1 0-7 16,2 1-6-16,-1 3-6 0,0 0-3 0,0 0-4 0,-7 0-3 15,7 0-2-15,-7 0-1 0,1 0-2 0,-1 0-2 0,1 3-1 16,-1-3-1-16,1 4-1 0,-1 0-2 0,1-1-1 0,-8 1-1 0,7-1 0 16,1 5-2-16,-7-5 0 0,7 5 0 0,-7 0-1 0,-1-1-2 15,8 0 1-15,-7 0 0 0,0 4-1 0,0 0 0 0,6 0 0 0,-6 4 3 16,0-1-1-16,6 1 1 0,-5 0 0 0,-2 3 1 0,7-3 1 16,-5 3-2-16,-1 4 0 0,-1-4-1 0,1 5 1 0,0-2-2 0,1 2 0 15,-2-1-2-15,1 3-2 0,0-3 0 0,-7 4-2 0,7-1 0 16,0 1-2-16,1 0 0 0,-9-4 1 0,9 3 0 0,-1 1 0 0,-1-1 0 15,8 1 1-15,-7 0-1 0,6-4 0 0,1 3 0 0,-7 1 0 16,13-1-1-16,-7 2 1 0,1-2 0 0,5 4 0 0,1-3-1 0,0-1 1 16,0 1-2-16,7 0 0 0,-7 0-1 0,12-5 0 0,-5 5 0 15,-1 0 0-15,8-5 0 0,-2 2 0 0,2-1 0 0,5 0 0 16,0-4 1-16,1 0-1 0,-1 0 1 0,7 1-2 0,0-1 0 0,0 1 0 16,0-5 1-16,7 5 0 0,-1-5 0 0,1 1-1 0,0-1 1 15,5 5 0-15,-6-4 0 0,8-1 0 0,-1 1 0 0,0 0 0 16,0-1 0-16,7 1 0 0,-8-1 1 0,8 1-1 0,-1-4 1 0,1 4-1 15,0-5 1-15,-1 6-1 0,7-5 1 0,-6-1 1 0,6 1-1 0,7 0 0 16,-7-3 0-16,-1 3 0 0,9 0 0 0,-9-4 0 0,7 0 0 16,1 4 0-16,-1-4 0 0,2 1 0 0,5 0 0 0,-7 2 0 15,1-2 0-15,5-1-1 0,1 4-1 0,-5-4 0 0,5 4 1 0,-1-3 1 16,1 3 0-16,1 0 1 0,-1-4-1 0,0 4 1 0,-1-4 1 16,2 4 0-16,-1 0-1 0,-6-4 1 0,5 5 1 0,2-2-1 0,-1-2 1 15,0-1 0-15,0 4 0 0,-7-3 1 0,8 2 1 0,-1-2-1 16,0-1 1-16,7 0 2 0,-8 1-2 0,1-1 0 0,1 0 1 15,-1 1 0-15,0-1 1 0,-1 0 0 0,2-3-1 0,-1 3 1 0,0 0 0 16,0-2 0-16,1 1 0 0,-2 2 0 0,1-5 1 0,0 5-1 16,1-1 0-16,-1-3 1 0,-1 0 0 0,2 3 0 0,5-4-1 0,-6 1 0 15,1 0 0-15,5-4 0 0,-6 4-1 0,1-4-1 0,5 0 1 16,-6 0-2-16,7 0-1 0,-8-4 1 0,9 0-1 0,-9 0 1 16,1 1-1-16,7-1 0 0,-1-3 1 0,-6 3-1 0,7-3 1 0,-1-1-1 15,2 5 1-15,-2-5 3 0,1 2 2 0,-1 1 3 0,1-2 2 0,-1 0 0 16,1 0 2-16,-1-1 1 0,8 5 0 0,-8-5 1 0,1 1 0 15,-1 0 1-15,1-4 2 0,-1 3 0 0,-6 1 0 0,7 0-3 16,-1-4-1-16,1 4-3 0,0-1 0 0,-7-3-2 0,6 4-1 0,2 0 0 16,-2-5-3-16,1 5 0 0,-1 0-1 0,-6-4-1 0,7 3-1 15,-1 1-1-15,-5 0 0 0,5-4-1 0,1 4 0 0,-7-4-1 0,6 3 1 16,-5-3 0-16,-2 4-1 0,8-4 1 0,-7 0 0 0,6 0-1 16,-6 0 1-16,7 0-1 0,-7-4-1 0,7 4 1 0,-1-3 0 0,-6-1 0 15,7 4-3-15,-7-4 1 0,7 0 0 0,-7 1-1 0,0 3 0 16,7-4 0-16,-13 1-1 0,5-1 2 0,1 0 1 0,0 1 1 15,-7-1 1-15,8 1-1 0,-7-1 1 0,-1 0-1 0,1 0 1 0,-1 1 0 16,1 3-2-16,-1-4 2 0,-6 1-1 0,7-1 0 0,-7 4 2 16,0-4-2-16,1 1-1 0,-2 3-2 0,1-4 0 0,0 0 0 0,-6 1 0 15,6-1 2-15,-7 4 1 0,1-4-1 0,-1 1 1 0,1-5 0 16,-6 5-2-16,4-1 1 0,-4 1 0 0,-1-1 0 0,-1 0 1 0,2 0 2 16,-8 1-1-16,7-4 1 0,-6 3-1 0,-1 0 1 0,1 1-2 15,-7-1 1-15,0 1 0 0,6-2 0 0,-6 2 1 0,0-1-1 16,0 1 1-16,0-1-1 0,-6-3 1 0,6 3 0 0,-7 1 0 0,7-5 0 15,-6 5-1-15,-1-5 1 0,0 1-2 0,-5-1 1 0,6 1 1 0,-2 0-1 16,-4 0 1-16,5-1 1 0,-6 1-2 0,0-4 1 0,1 3-2 16,-2 1-2-16,1 0 0 0,0 0 1 0,0-1 1 0,-7 1 0 15,8 3 0-15,-2-3 1 0,-5 3-1 0,6-3 0 0,-6 3-2 0,5 1 2 16,-5-1 0-16,-1-4 1 0,8 5 0 0,-8-1 1 0,0 1-2 16,1-1 1-16,-1 0-1 0,0 1 0 0,1-1 0 0,-1 1-1 0,-6-1 1 15,7 0-1-15,-7 0 2 0,0 1-1 0,6-1-1 0,-6 1 1 16,0-1-1-16,-6 4 0 0,6-4 0 0,0 1 0 0,-1-1 0 15,1 1 0-15,0 2 1 0,0-2 0 0,-7-1-1 0,8 0 0 0,-1 4-1 16,0-3 1-16,-7-1 0 0,7 4 0 0,-7-3 0 0,7 3 1 16,-6-4 1-16,-1 4 1 0,1 0 0 0,-1 0 0 0,1-4 2 0,-7 8 0 15,5-4 0-15,2 0 1 0,-7 0 0 0,6 4-1 0,-5-4 1 16,5 3-1-16,-7 1 0 0,2 0 0 0,-1-1-1 0,-7 1-1 16,7-1 1-16,0 1-2 0,-7 3 0 0,7-3-2 0,-6 3 0 0,-1 1-1 15,1-1-1-15,5 0 1 0,-5 1-2 0,0 0 0 0,-1-1 1 16,1 4 0-16,5-4 0 0,-5 0 1 0,-1 4-1 0,0-3-3 0,8-1-1 15,-9 4-5-15,2-4-5 0,6 4-7 0,-7 0-9 0,0 0-8 0,1 0-10 16,-1 0-12-16,1 0-11 0,-1 0-13 0,1 4-11 0,-1 0-13 16,1-1-13-16,-1 1-17 0,0 0-20 0,8 0-35 0,-9 2-42 15,2-2-51-15,-1 3-55 0,7 1-43 0,-6 3-35 0,-1-3-33 0,7 2-32 16,1 1-10-16,-9 0-2 0,9 0 6 0,-8 0 11 0,7 4 17 16,0-1 22-16,0-3 38 0,-1 4 47 0,2 0 60 0,-1-1 64 15</inkml:trace>
  <inkml:trace contextRef="#ctx0" brushRef="#br0" timeOffset="19600.02">7503 8342 0 0,'6'0'88'0,"-6"-4"140"0,6-1 16 0,-6 3 8 0,0-3 3 16,-6 2 3-16,6-4 0 0,0-1 7 0,-6 5 8 0,-2-5 8 15,8 1 12-15,-6 3-34 0,0 1-55 0,-1-4-38 0,1 3-32 0,-1-4-20 16,1 1-11-16,-1 3-6 0,1-3-4 0,-1 4 9 0,-6-5 12 16,7 1 5-16,-8 0 0 0,8-1 4 0,-7 1 3 0,0 3-4 0,0-3-7 15,0 0-7-15,6-1-5 0,-5 1-2 0,-2 4-3 0,1-5 1 16,1 0 3-16,-2 1-6 0,2 0-10 0,-2 3-8 0,-5-3-7 16,5 0-11-16,2-1-13 0,-2 1-6 0,-5 3-3 0,6-3-3 0,-6 0-3 15,5-1 2-15,-5 1 1 0,-1 3-1 0,0-3-1 0,2 0-2 16,-2 0 0-16,1 3-1 0,-7-3 0 0,6-1 1 0,-7 4 1 0,9-3 3 15,-9 3 0-15,7-3 0 0,-6 3 2 0,7 0-1 0,-7 1 0 16,0-1 0-16,6 1 0 0,-6-1 0 0,7 0-1 0,-7 1-3 0,6-1-1 16,-6 0-3-16,0 1-1 0,0-1-3 0,0 4-3 0,0-4-2 15,0 1-5-15,-1 3 0 0,2-4-4 0,-7 4-2 0,5 0-4 0,1-4 0 16,-6 4-2-16,-1 0 1 0,1 0 1 0,5 0-1 0,-5 4 1 16,-1-4 2-16,1 0 0 0,-8 4 1 0,8-1 0 0,-1-3 1 15,-6 4 0-15,7 0 3 0,-7-1 1 0,7 1 0 0,-8 3 2 0,7-3 0 16,-6 3 0-16,1-3 0 0,5 3 0 0,-7 1-2 0,1 2 0 15,1-2-1-15,-1 0 1 0,6 3-2 0,-13-2-1 0,7 3-1 0,1-1 0 16,-2 1 0-16,-5 2-1 0,5-3-2 0,-5 3-1 0,0 1 0 16,-1 0-2-16,0-1 2 0,0 5-1 0,1-1 1 0,-1 1-1 0,1-1 1 15,-7 4-1-15,5-4-2 0,2 4 1 0,-7-1 0 0,7 2 0 16,-1-1-1-16,-6 4 1 0,6-4 0 0,1 3 0 0,-1-2 1 16,1 2-1-16,-1 1 0 0,1 0-1 0,6-1 1 0,-1 0 0 0,-5 1 0 15,5 0 1-15,8-1 0 0,-7 5-1 0,0-4 0 0,7-1 0 16,-1 1 0-16,1-1-2 0,-1 1 1 0,0-1 0 0,7 2 0 15,-6-2 0-15,6 1 1 0,-1-1-1 0,1 1 0 0,0-1-1 0,0 1 0 16,1 0 1-16,5-1 0 0,-7 1 0 0,9-4 0 0,-9 3 0 16,7-2-1-16,1 2 0 0,0-3 0 0,5 4-2 0,1-4 0 0,0 3 0 15,0-2 2-15,1-1-1 0,4 0-1 0,-4-1 0 0,5 1 0 16,7 0 1-16,-6-3-2 0,-1 3 0 0,7-4 1 0,0 4-1 0,0-4 1 16,7 1-1-16,-7-1 0 0,6 0 1 0,1 0 0 0,-1 1-1 15,0-1 1-15,8-3-2 0,-8 3 2 0,7 0-1 0,0-3-1 0,7 3 2 16,-7-3-1-16,7 4 1 0,-8-5 0 0,8 5 0 0,-1-5 0 15,1 4 1-15,6-3-1 0,-7 0 0 0,1-1 0 0,6 1 1 0,1 0-1 16,-9 0 0-16,9-5-1 0,-1 5 1 0,0-4-1 0,0 4 1 16,7-4-1-16,-7 0 1 0,-1 3 0 0,9-3 0 0,-2 1-1 15,1-2 1-15,-7 1 0 0,6 0 0 0,7-3 1 0,-6 3 0 0,-1 0 2 16,7-4 0-16,-6 4 1 0,6-4 0 0,0 0-2 0,0 1 0 0,0-1 0 16,1 0 1-16,-2 1 0 0,1-1-1 0,0 0 0 0,1-3-1 15,-1 0 1-15,-1 3 1 0,2 0 0 0,-1-3 0 0,0 0 0 16,0 3 0-16,1-3-1 0,5 3 1 0,-7-3-1 0,2 3-1 0,-1-3 2 15,0 3-1-15,0-3 1 0,7 3 0 0,-7-3-2 0,-1 3 0 16,2-3-3-16,-1 3 0 0,0-3-2 0,1 3-1 0,-8-3-1 0,7 3-1 16,-7 0-1-16,7-3 1 0,0-1-2 0,-5 5 1 0,4-5-3 15,-5 2-1-15,6-2 0 0,-1-3-2 0,-5 3-1 0,7-3 0 16,-1 5-1-16,-1-5 1 0,1 0-3 0,7 0-1 0,-7-5 0 0,7 5-2 16,-7-3-1-16,6 0-2 0,-5 3 0 0,5-8 0 0,1 4 2 15,-7 0 1-15,6-3 2 0,-5 0 2 0,5 0 1 0,-6-1 3 0,7 1 1 16,-7 0 2-16,7-1 3 0,-7-3 1 0,-1 4 2 0,1 0 1 15,7-4 3-15,-7 4 1 0,-6-4 0 0,7 3-1 0,-2 1 0 16,-5-4 1-16,-1 3-1 0,1-3 0 0,-1 4 1 0,1 0 0 0,-1-1 1 16,-5-3 0-16,5 4 0 0,-6 0 0 0,7-4 1 0,-7 4 0 15,0-1 0-15,0-3-1 0,7 4 1 0,-8-4 1 0,1 4-1 0,7-5 0 16,-7 1 0-16,0 0 0 0,7 0 0 0,-7-3 0 0,6 3-1 16,-5-4 1-16,5 1-2 0,1 3-1 0,-1-4 1 0,-6 1 0 0,7-2 0 15,-1 2 0-15,-5-4 1 0,5 3 0 0,-6 0 0 0,1 1 0 16,5-1 0-16,-7 1 2 0,1-1-1 0,-6 0 0 0,7-3 0 15,-1 3 1-15,-7 0-1 0,1 4 1 0,6-3 0 0,-7-1 0 0,1 1 0 16,-1-1-1-16,0 0 1 0,1 0 0 0,0 1-1 0,-1-1 0 0,1 1 1 16,-7-1 0-16,7 0 0 0,-8 1 1 0,8-1 0 0,-7 1 1 15,0-1-1-15,6-3 1 0,-5 3-1 0,-2-4 1 0,2 5 0 16,-1-1 2-16,0-3 0 0,-7 3 1 0,7 1 1 0,1-5 2 0,-8 4 3 16,0 1 2-16,7-1 2 0,-6-3 0 0,-1 3 2 0,1 1 2 15,-7-5 0-15,6 5 2 0,0-1 2 0,-6-4 0 0,8 5 2 0,-8-4 2 16,6 3 2-16,-6 0 1 0,0-3 1 0,0 4 3 0,6-1 1 15,-6-3 0-15,0 3 0 0,0 0 2 0,0-3-2 0,0 3 1 0,-6 0-1 16,6-3-2-16,0 4-1 0,0-1-2 0,0 0-3 0,-6-3-3 16,6 3-5-16,0 0-2 0,-8 1-3 0,8-4-3 0,0 3-2 15,-6 0-2-15,0 1-1 0,6-1-1 0,-7 1-1 0,1-1-1 0,-1 0-1 16,1 0 1-16,-1 1-3 0,-5-1 1 0,4 0-1 0,2 5 0 0,-7-5-1 16,0 0 1-16,7 4 1 0,-7-4-1 0,-1 1 1 0,2 3-1 15,5-4-1-15,-6 5 1 0,0-2-1 0,0 1 1 0,0 0-1 16,0 0 0-16,6 0 1 0,-5-1 1 0,-2 3 0 0,1-2 3 0,1-1 0 15,-2 5 1-15,2-4 0 0,-2 4 1 0,1-4-1 0,1 0 1 16,-2 3 2-16,1-3 0 0,-6 4 0 0,6 0 1 0,-1-1 1 16,2 1 0-16,-2 0-1 0,2 0 0 0,-2-2-1 0,1 2-1 0,1 4 0 15,-2 0 1-15,2-5-1 0,-2 4 0 0,-5 1 0 0,5-1-1 16,2-3-1-16,-2 3 0 0,2 0-1 0,-8 4-1 0,7-3-1 0,1-1 1 16,-8 1-2-16,7-1 1 0,-7 4-1 0,7-4 0 0,-6 0-1 15,5 1 1-15,-5 3 0 0,-1-4-1 0,8 0 2 0,-8 1 0 16,7-1 2-16,-7 4 0 0,8-3 1 0,-8-1 1 0,7 0 0 0,-7 1-1 15,7 3 1-15,0-4 0 0,-7 0 1 0,7 1 0 0,1-1 1 16,-8 4 0-16,6-4-2 0,2 1 0 0,-1 3-1 0,-7-4-2 0,8 4 0 16,-2 0-1-16,1-4 1 0,7 4-1 0,-7 0 0 0,0-3 0 15,-1 3-1-15,8 0 0 0,-7 0-6 0,6 0-6 0,-5-4-11 0,5 4-14 16,1 0-16-16,-1 0-18 0,0 0-22 0,1 0-24 0,0 0-45 16,-1-4-57-16,0 4-83 0,1 0-97 0,0-3-77 0,-1 3-69 0,0 0-29 15,1 0-11-15,-1-5 2 0,1 5 9 0,-8 0 16 0,8-3 16 16,-6 3 22-16,-2-4 22 0,1 4 46 0,1-3 56 0,-2 0 84 15,8 3 261-15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8:00:40.3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16751 14415 116 0,'-14'-7'143'0,"8"3"3"0,-7-3 0 0,-1 3 3 15,8 0 6-15,-13 1 11 0,6 0 10 0,0-1 11 0,-1 4 9 16,-4 0-7-16,4-4-17 0,1 4 3 0,-7 4 14 0,8-4 26 16,-8 0 34-16,0 4 22 0,7-4 18 0,-6 3 10 0,0 0 7 0,-1 1 0 15,7 0-6-15,-7 3-10 0,0-3-12 0,1 0-17 0,-1 3-21 16,2-3-19-16,4 3-24 0,-5 0-27 0,-1-3-32 0,0 3-20 0,1 2-17 15,-1-3-11-15,8 5-7 0,-8-3-8 0,0 3-4 0,1-4-6 16,-1 7-4-16,0-3-8 0,1 4-7 0,0 0-5 0,-1-1-6 0,-6 4-4 16,7 2-3-16,-8 1-2 0,1 1-2 0,7 0-1 0,-7 3-2 15,0 5-2-15,0-5-1 0,-1 5 2 0,-5-1 0 0,13 0 0 16,-7 1 2-16,0-1 1 0,-1 4 0 0,1 0 2 0,7-4 0 0,-1 4 1 16,-6 0 1-16,6 0 0 0,1 0 1 0,-1 4 0 0,8-5 1 15,-8 2 0-15,7 2 0 0,0-3-1 0,-6 1 0 0,11 2-1 0,-4-3 0 16,6 0-2-16,-8 0-1 0,8 0-1 0,-1 0-1 0,7 0-1 15,-6-4-2-15,6 1-1 0,0-1-2 0,-6-4-2 0,12 5 0 0,-6-5-3 16,0 1-1-16,6 0-2 0,-6-1 0 0,7-3-1 0,-7 4-2 16,6-1 0-16,1-3-2 0,0 4 1 0,-1-4-2 0,0 0 1 15,0 0-1-15,2 0 0 0,-2 0-1 0,7-1 1 0,0 2 1 0,0-5-2 16,1 4 1-16,-2-3-1 0,1-1 0 0,7 0 0 0,0 1 0 0,-8-1 0 16,14-3-1-16,-6 3 1 0,-1-4 0 0,7 2 0 0,-6-2 1 15,6 0 0-15,0-3-1 0,0 4 1 0,6-4 1 0,-5 0 0 16,5-3 1-16,-6 3 0 0,7-4 1 0,-1 0 0 0,1 0-3 0,-1 1-2 15,1-5 0-15,-1 1 0 0,1 0 0 0,-1-1 0 0,8-3 0 0,-7 4 0 16,-1-4 0-16,7 0 0 0,-7-4 0 0,1 4 0 0,-1-3 0 16,8-1 0-16,-7-3 0 0,-1 3 0 0,1-3 0 0,-1-1 0 0,1-2 0 15,-1-1 0-15,1 0 0 0,-1 0 0 0,-5-1 0 0,5-2 0 16,1-1 0-16,-7 0 0 0,0 1 0 0,0-4 0 0,-1 3 0 0,2-3 0 16,-7 3 0-16,-2-3 0 0,2-1 0 0,0 1 0 0,-1 0 0 15,1-1 0-15,-7-3 0 0,7 4 0 0,-7-4 0 0,6 0 0 0,-5 0 0 16,-2 0 0-16,1-4 0 0,7 5 0 0,-8-6 0 0,2-2 0 15,-1 4 0-15,0-4 0 0,-7 3 0 0,7-7 0 0,1 3 0 0,-2-2 0 16,2-1 0-16,-8-5 0 0,7 5 0 0,0-3 0 0,0 0 0 16,-7-1 0-16,8-4 0 0,-2 5 0 0,-5 0 0 0,6-4 0 15,-6 2 0-15,5-2 0 0,-4 4 0 0,-2-5 0 0,0 5 0 0,-6-1 0 16,7 1 0-16,-7-1 0 0,7 0 0 0,-7 1 0 0,0-1 0 0,0 4 0 16,-7-4 0-16,7 4 0 0,-7 1 0 0,1 2 0 0,0 1 0 15,-2-1 0-15,-4 5 0 0,-1-4 0 0,-7 7 0 0,8-1 0 16,-15 1 0-16,7 4 0 0,-6 0 0 0,0 3 0 0,1-3 0 0,-9 4 0 15,2-1 0-15,-1 3 0 0,-5 2 0 0,5 0 0 0,1-2-51 0,-7 4-71 16,6 1-25-16,-7 3-41 0,2-3-48 0,-1 7-68 0,0-4-76 16,-1 4-62-16,1 0-55 0,7 4-41 0,-7 3-29 0,-1-3-7 15,8 3 6-15,-1 1 14 0,1 4 16 0,-1-6 21 0,7 5 26 0,1-3 42 16,-1-1 47-16,-1 4 68 0,7-7 77 0</inkml:trace>
  <inkml:trace contextRef="#ctx0" brushRef="#br0" timeOffset="6183.62">9658 12895 0 0,'-7'0'77'0,"1"-4"46"0,6 1 6 0,-13-1 11 0,7 0 12 0,-1 1 15 15,0-1 16-15,-5 0 18 0,4-3 19 0,-4 0-4 0,5 3-13 16,-6-3-1-16,7-1 4 0,-7 5 12 0,-1-4 13 0,2-1 20 16,5 1 22-16,-6 3 8 0,0-3 1 0,0 3-5 0,6-3-11 0,-5 3-12 15,-2 1-16-15,2-1-17 0,-1 0-18 0,-1 1-15 16,2-1-11-16,-8 0-17 0,7 4-19 0,0-4-22 0,-6 4-28 0,5-3-15 15,-5 3-10-15,6-4-7 0,-7 4-6 0,1 0-5 0,-1 0-6 0,1 0-4 16,-1 0-4-16,0 4-5 0,1-4-5 0,-1 3-4 0,-6-3-2 0,7 4-2 16,-1 0-3-16,-6 0-2 0,6-4-3 0,-5 3-3 0,5 1 0 15,0 0-2-15,1-1 0 0,-7 5 0 0,6-5-2 0,1 1 1 16,-1 3-2-16,1-3 0 0,-8 3 0 0,8 1 1 0,0-1-1 0,0 4 1 16,-1-4 0-16,-7 0 0 0,8 4-1 0,0 0 0 0,-1 0 2 15,1 1 1-15,-1-1 0 0,-6 0 1 0,13 3-1 0,-7-3 1 16,0 4 0-16,1-4 0 0,0 3 0 0,6 1 0 0,-1-1 1 0,-5-3-1 15,6 5 0-15,0 2-1 0,0-4 1 0,0 1-2 0,0 3 2 0,0-3-1 16,0 3 0-16,6 0 0 0,-6 1-1 0,7-1 0 0,0-3 0 16,-2 7-1-16,2-4 1 0,0 0-1 0,6 1 1 0,-6-1 0 15,6 1-1-15,0 3 0 0,0-4-2 0,0 0 2 0,0 0 0 0,6 1 1 16,0-1 0-16,0 0 0 0,2 0 1 0,-2 1 0 0,0-1 2 0,7 1-1 16,1-5 0-16,-2 4 2 0,2 1-1 0,5-5 0 0,-6 5 0 15,6-5 1-15,-5 1-2 0,5 0 1 0,1-4 1 0,-1 3 0 16,0-3-1-16,8 4 0 0,-8-4 0 0,0 0 1 0,8 0-1 0,-8-4 1 15,1 5 1-15,6-1 1 0,0-5 1 0,-6 6 1 0,6-1 2 16,0-4 2-16,-7 0 0 0,7 4 2 0,0-3 1 0,1 3 1 16,-1-4 2-16,6 4 1 0,-5 0 0 0,-2-4 2 0,7 5 0 0,-6-6 0 15,7 6-2-15,-1-1-1 0,1-4-1 0,-7 4-2 0,7-4 0 16,-1 4-2-16,1-3-2 0,0-1-2 0,0 4-1 0,-1-8-2 16,1 5-1-16,-1-1 0 0,1-3-1 0,-1-1 0 0,1 1 0 0,-1-4 0 15,1 4-1-15,-1-4-1 0,1 0 1 0,-7 0-1 0,7-4-1 16,-7 0 2-16,6 4-1 0,-6-7 1 0,1 3 1 0,-1 1-1 0,-7-5-1 15,7 5 1-15,-6-5-2 0,-1 1 1 0,1 0-1 0,0 0 1 16,-2-1-2-16,-4 1 1 0,5-4 0 0,-5 4-1 0,-2-4 0 0,2-1 0 16,-2 1-2-16,1 0-1 0,1-3 1 0,-8 3 0 0,6-4 1 15,2 1 0-15,-8-1-1 0,7 0 2 0,-6-3 0 0,6-1 0 0,-7 1-1 16,2 4 2-16,-2-8 0 0,6 3 0 0,-5 1 1 0,0-4 1 16,-7 4 2-16,6-4 2 0,1 3 1 0,-7-3 3 0,0 4 3 0,6-4 2 15,-6 4 3-15,-6 0 1 0,6 0 3 0,0-1 0 0,-7 1 1 16,7-1 2-16,-6 1 3 0,-1 0 0 0,0 0-1 0,1-1 0 15,-6-3-2-15,4 4-2 0,-4-1-2 0,-2 1-3 0,1 0-3 0,1 0-1 16,-2-1-2-16,2 1-1 0,-8-1-3 0,1 1-1 0,-1 0-2 0,0 3-3 16,1-3-1-16,-1 3-1 0,-6-3-2 0,0 3-6 0,0 0-7 15,0 1-9-15,0-1-12 0,0 4-13 0,0-3-15 0,-7 3-15 16,7 0-18-16,-6 0-19 0,5 0-22 0,-5 4-38 0,6-1-47 0,-7 1-64 16,7 0-72-16,-7 2-64 0,8 2-56 0,-1 0-34 0,0-5-23 15,0 8-3-15,6-4 5 0,-7 1 11 0,9-1 15 0,4-3 20 0,-5 3 19 16,5 0 39-16,8-3 47 0,-6 0 65 0,5-1 84 0</inkml:trace>
  <inkml:trace contextRef="#ctx0" brushRef="#br0" timeOffset="14433.3">12087 13880 70 0,'-7'-3'101'0,"7"3"7"0,0-4 6 0,0-3 8 16,-6 3 6-16,6 4-3 0,-6-4-6 0,6 1-6 0,0-1-7 0,-6-3-3 16,6 3-4-16,-8 1 2 0,8-1 5 0,0 0 6 0,-6 1 8 15,6-1 5-15,-6-3 6 0,6 3 8 0,-7-3 6 0,7 3 5 16,-6-3 6-16,6 3 3 0,-7-4 4 0,7-2 3 0,-7 3 6 0,7-1 5 16,-6-3 5-16,6 4 6 0,-6-4 3 0,0 3-1 0,-2-3-3 15,2 4-7-15,0 0-9 0,6-1-7 0,-14 1-9 0,8 0-6 0,-1 0-6 16,-5-1-6-16,5 1-8 0,-6 3-13 0,0-3-17 0,0 3-14 15,0 0-15-15,0-3-9 0,-6 4-5 0,5-1-2 0,1 0-3 0,-6 4-1 16,0-4-3-16,-1 1-5 0,0 3-5 0,1-4-2 0,-1 4-2 16,0-4-2-16,1 4-1 0,-7 0-3 0,6 0-2 0,1-3-3 15,-1 3-2-15,-6 0-5 0,6 0-2 0,1 0-1 0,-1 0 1 0,-6 3 0 16,7-3 0-16,-1 0-1 0,0 4 1 0,-5-4-1 0,5 4-1 16,-6-1 2-16,7 1-1 0,-7 0 0 0,0 0 0 0,0 3 0 0,-1 0 0 15,9 1-1-15,-9-1 1 0,1 0-1 0,6 4 0 0,-6-4-2 16,7 4 1-16,-1 0-1 0,-6 0-1 0,7 0 0 0,-1 0-1 0,0 4 0 15,1-4-1-15,6 4 0 0,-6-1-1 0,5 1-1 0,-5 0-1 16,6-1-1-16,0 5-1 0,0-5 0 0,0 4 0 0,-1 1 0 0,8-1-1 16,-7 4 1-16,7-3 1 0,-1 2 0 0,1 1 3 0,-1 0 2 15,7 1 3-15,-6-1 1 0,6 3 2 0,0-3 1 0,-6 4 1 0,6-4 0 16,0 4 1-16,6-1 1 0,-6 0 0 0,0 1 2 0,0 0 0 16,6-1-2-16,1 1-1 0,-7-4-2 0,6 3-1 0,1 1-1 15,-1 0-3-15,7-4 1 0,-7 4-1 0,8-4-1 0,-8 0 0 0,8 0-1 16,-2 0-2-16,1-1 1 0,1 1-2 0,-2-3 0 0,8 3 1 15,-1-4-1-15,-5 4 1 0,6-4-1 0,-2 1 0 0,9 0 1 0,-7-1-1 16,5 0 0-16,1-3 2 0,0 3-1 0,-6-4 1 0,6 5-1 16,1-5 1-16,-2 1 0 0,1-1-2 0,0 2 0 0,0-6 1 0,1 5-1 15,-1-4 1-15,-7 0 1 0,7 0-2 0,-6 0 1 0,6-1 0 16,-7-2 0-16,1 3 0 0,-1-4 0 0,7 0 2 0,-6 1 0 16,0-1 0-16,-1 1 3 0,0-4 1 0,8 4-1 0,-8-5 1 0,1 0 2 15,-1-3 0-15,7 4 2 0,-6-4 1 0,-1 4 2 0,0-4-1 16,8 0 1-16,-8 0-1 0,0-4 1 0,8 4-2 0,-8-4-1 0,8 1-1 15,-8 0-1-15,7-2 0 0,-6 2-3 0,6-1 0 0,-7-4-1 16,1 1-2-16,6 3-1 0,-7-3-2 0,1 0 0 0,0-1-1 16,-8 1 1-16,8-1-2 0,-1-2 2 0,-5 3-1 0,-2-1 1 0,8-3-1 15,-7 0 1-15,0 4-2 0,0-8 1 0,1 5 0 0,-8-1 1 16,6-1-1-16,2 1-2 0,-1-3 1 0,-7-1 0 0,8 4 0 0,-8-4 1 16,6 1 1-16,-4-1 0 0,-2 1 2 0,0-1 2 0,1 4 1 15,-1-4 1-15,1 0 2 0,0 1 2 0,-1-1 3 0,0 4 1 0,0-3 1 16,-6 2 1-16,8-2 0 0,-8-1 1 0,6 4-1 0,-6-4 0 15,0 4-1-15,0-3-1 0,0 2-1 0,0-2-2 0,0 0-2 0,0-1-3 16,-6 0-1-16,6-3-1 0,-8 4-2 0,8-5-2 0,-6 1 1 16,0-1-3-16,0-3 1 0,-1 1-2 0,0-1-3 0,1 0-5 0,-1-4-6 15,-5 4-8-15,4-4-11 0,-4 0-11 0,-1 1-12 0,0 0-12 16,-7-1-12-16,7 4-11 0,-7-4-10 0,1 4-13 0,-1 0-12 16,2 0-21-16,-9 0-23 0,1 7-41 0,-6-3-48 0,5 3-58 0,-5 1-60 15,-7 3-50-15,7 0-45 0,-2 4-22 0,-5 3-14 0,7-3 0 16,-7 7 4-16,6-4 9 0,1 4 10 0,-1 0 20 0,1-4 27 0,-1 4 43 15,7 0 55-15,0 0 65 0,0-3 185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8:01:13.1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9456 6323 0 0,'0'0'53'0,"0"0"83"0,0-4 7 0,0 4 7 0,0-3 5 16,0-1 7-16,0 4 7 0,0-4 11 0,0 0 12 0,-6 1-6 15,6 3-18-15,0-4-7 0,0 0-7 0,0 1 3 0,-7-1 4 0,7 0 6 16,0 1 7-16,-7-1 9 0,7-3 9 0,-6 3 9 0,6-3 12 15,-6 3 5-15,-1-3 2 0,1 3-4 0,-1-3-8 0,0 3-10 0,1-3-11 16,-8 3-13-16,8-3-13 0,-6 0-12 0,-2 3-9 0,1 0-12 16,1-3-12-16,-2 3-15 0,2-3-14 0,-8 3-13 0,0 0-10 0,7 1-5 15,-7 0-5-15,1-2-3 0,-1 5-3 0,1-3-4 0,-7-1-1 16,6 4 0-16,0-4 0 0,-5 4-1 0,5-3 0 0,0 3-1 16,-6-4-2-16,7 4-3 0,-1-3-3 0,-6 3-2 0,7-4 0 0,-1 4-1 15,1-4 1-15,-7 4-1 0,6-3-1 0,1 3-2 0,0-4-3 16,-8 4-2-16,8-4-1 0,-8 1-1 0,8-1 1 0,-7 4-1 15,6-4 1-15,-6 4 0 0,1-3-2 0,-1-1-2 0,6 0-1 0,-6 4-1 16,-1 0-1-16,8-3 1 0,-7 3 1 0,0-4 0 0,0 4 1 0,7-4-1 16,-7 4 0-16,0 0-1 0,-1 0-1 0,1-3-1 0,0 3-1 15,1 0 0-15,-2 0-2 0,1 0 1 0,-6 0-2 0,6 0-2 16,-1 0 0-16,-5 0 2 0,6 3 3 0,-7-3 2 0,1 4 3 0,5-4 1 16,-5 4 3-16,-1-4 0 0,7 3 1 0,-6-3 1 0,-1 4 0 0,1 0 0 15,5-4 1-15,-5 3-1 0,-1-3-2 0,1 4-3 0,6 0-3 16,-7-4-4-16,1 3-3 0,6 1-2 0,-7 0-1 0,1-1-2 15,-1 1 0-15,1 0-1 0,-1-1-1 0,1 1 0 0,-1 3-1 0,1-3 0 16,-7-1-1-16,5 5 1 0,2-5 1 0,-7 5 0 0,6-1 0 16,-5-3 0-16,5 3-1 0,-7 1-1 0,1-5 0 0,7 5 0 15,-7-1 0-15,0 0 0 0,0 1 1 0,0-1 0 0,0 0 0 0,6 1 0 16,-6-1-1-16,0 4 2 0,0-4 0 0,0 0-1 0,-1 4 1 0,2 1-1 16,-1-5-1-16,0 4 2 0,-1 0 0 0,1-4 0 0,0 4 1 15,1 0-1-15,-8 0 0 0,7 0 1 0,0 4-1 0,-1-4 0 16,1 0-2-16,1 3 1 0,-2-2 0 0,1 2 1 0,0 1 1 0,0-1 0 15,-1 1 1-15,2-4-1 0,-1 7-1 0,0-3 1 0,7-1-1 16,-8 5 0-16,1-4 0 0,6 3 0 0,-5-3 0 0,5 2 1 0,-7-1 0 16,8 2-1-16,-7 0 0 0,6-2 0 0,1 1-1 0,-7-2 1 15,7 3 0-15,-2 0 0 0,9-3 0 0,-8 0 0 0,7 3-1 16,-6-3 1-16,6-1 0 0,-1 1 1 0,1 0 0 0,0-1 0 0,0 1-1 16,7 0 0-16,-1-1 1 0,-6 1 0 0,7-1 0 0,-1-3-1 15,7 4 1-15,-7 0 0 0,8-4 0 0,-8 4-2 0,7-1 0 0,6-3 0 16,-6 4 0-16,0-4-1 0,6 3 0 0,-5 1 0 0,6-4-1 15,-2 0 0-15,2 4 1 0,0-4-1 0,-1 4 0 0,7-4 0 16,-6-1 1-16,6 5-1 0,-7-4 0 0,7 4 0 0,0-1 2 0,0-3-1 16,0 5-1-16,0-3 0 0,0 2 0 0,0 4 2 0,0-5-1 15,0 1-1-15,7 3 0 0,-7-3 0 0,0 3 2 0,6-3-1 0,1 3 1 16,-1 1-1-16,0-1 0 0,2 0 0 0,-2-3 0 0,0 3 1 16,0 0 0-16,8 1-1 0,-8-1 0 0,7 1 1 0,1-5-1 0,-2 4 0 15,2-3 0-15,-2 3 0 0,1-3 0 0,1 3 0 0,4-3 0 16,-4 0 2-16,6 3 0 0,-1-3 0 0,-5-1-1 0,4 1 1 15,2-1 0-15,-1 1 0 0,7 0-1 0,-6-1 0 0,0-3 1 0,5 4-1 16,-5-5 0-16,7 2 0 0,-1-1 0 0,0 1-1 0,-1-2-1 16,1 1 0-16,7-4 1 0,-7 4 0 0,0-3 1 0,0 2 0 0,1 2 0 15,5-5 0-15,-6 4 0 0,1 0-1 0,-2-3 1 0,7 1 0 16,-5 3 0-16,-1-1 0 0,6-3 0 0,-6 3 1 0,1 0-1 0,5 0 2 16,-6-1-1-16,7 1 1 0,-1 0 0 0,1 0 0 0,-1-3 1 15,-5 2-1-15,5 2-1 0,1-5 2 0,-1 4 0 0,7-3-1 0,-7-1 1 16,1 0-1-16,-1 1-1 0,8-1 0 0,-7 0 0 0,6 0 0 15,-7 1-1-15,7-4 0 0,-7 3 0 0,1-4 1 0,7 1 0 0,-8 0 0 16,1-1-1-16,6 1 2 0,-7 0 0 0,7-1 0 0,-6-3-1 16,0 4 1-16,6 0 0 0,-7-4 0 0,7 4 0 0,-7-4 1 15,7 0-1-15,-5 3 0 0,5-3 1 0,-7 0 0 0,7 0-1 0,0 0 0 16,-7 3 0-16,8-3-1 0,-1 0 2 0,-7 0 0 0,7 0-1 16,1 0 1-16,-8 0 0 0,7 0 0 0,-6 0 1 0,6 0 1 0,0 5-2 15,-6-5 1-15,6 0-1 0,0 0 1 0,-1 0 0 0,2 0 0 16,-1 0 0-16,0 0 0 0,7 0 2 0,-7 0-1 0,-1 0 1 15,9 0 0-15,-9 0-1 0,1-5 1 0,7 5-1 0,-7 0 0 0,6-3 1 16,-5 3 0-16,-1-3 1 0,0 3 0 0,7-4 0 0,-7 4 0 16,-1-4 0-16,2 0 1 0,5 1-1 0,-6-1 0 0,1 0 1 0,-1 1 0 15,6-1 1-15,-5 0 0 0,-2 1 1 0,8-1 0 0,-7-3-1 16,0 3 1-16,0 0 0 0,0-3-2 0,1 3 0 0,-2 1 0 0,1-4 0 16,0 3 0-16,1-3 0 0,-1 3-1 0,-1-3-1 0,-5 3 0 15,7-3 0-15,-1-1 0 0,-1 1 0 0,1 0 0 0,-6-1-2 16,7 1-1-16,-2 4 2 0,1-9-1 0,1 8 0 0,-1-3-1 0,0 0 0 15,-7-1-1-15,7 2 0 0,1-2-1 0,-8 1 1 0,7-1 0 0,-6 1-1 16,-1 0 2-16,7-4 0 0,-7 3 1 0,2 1-1 0,-2 0 1 16,1 0-1-16,-1-1 1 0,1 0-1 0,-7-3 1 0,7 4-1 15,-1 0 1-15,-6-1-1 0,7-2 0 0,-8 2-1 0,9 1 0 0,-9 0-2 16,1-1 0-16,6-3 1 0,-5 5 0 0,-1-2 0 0,0-3 0 16,0 4 0-16,-1-2 0 0,2-1 0 0,-7 3 2 0,-1-4 0 0,7 3-1 15,-6-3 0-15,-7 0 1 0,6 4-1 0,1-4 0 0,-7 0 1 16,0 4-2-16,6-4 0 0,-5 0 1 0,-2-4 0 0,8 4 0 15,-7 0 0-15,0-4 0 0,0 4-1 0,0-3 0 0,0-1 0 0,0 1 1 16,0-1 0-16,0 0-1 0,1 1 0 0,-2-1 0 0,1 1 2 0,-6-2 0 16,6 2-2-16,-1-1 1 0,-4-3 1 0,4 3 0 0,-5 1 1 15,6-1-1-15,-7 1 2 0,7-5-2 0,-6 4 1 0,0 1 0 16,-1-1 0-16,0 0 1 0,1 1-1 0,0 3 1 0,-1-4 1 0,0 1 0 16,-6 3 1-16,7-3 0 0,-7-1 0 0,6 3 2 0,-6-3-1 15,0 5-8-15,0-1 0 0,0-4 0 0,-6 4 0 0,6-4 0 16,-7 4 0-16,7-3 0 0,-6-1 0 0,0 1 0 0,-1-1 0 0,0 0 0 15,1 0 0-15,0-3 0 0,-1 4 0 0,-6-5 0 0,0 5 0 0,7-5 0 16,-8 1 0-16,2-1 0 0,-2 1 0 0,-5 0 0 0,6-4 0 16,-6 3 0-16,5 1 0 0,-6-3 0 0,1 3 0 0,-1-5 0 15,1 5 0-15,0-1 0 0,-1-3 0 0,1 4 0 0,-1 0 0 0,0-1 0 16,1 1 0-16,-1 0 0 0,1-1 0 0,-1 5 0 0,-6-1 0 16,6-3 0-16,-5 3 0 0,5 4 0 0,-6-4 0 0,0 1 0 15,7-1 0-15,-7 4 0 0,-1-3 0 0,1 3 0 0,0 0 0 0,0-4 0 16,1 4 0-16,-2 0 0 0,1-3 0 0,0 3 0 0,6-1 0 15,-5 1 0-15,-1 0 0 0,-1 0 0 0,1 0 0 0,0 0 0 16,-7 0 0-16,7 1 0 0,0-1 0 0,1 3 0 0,-1-3 0 0,-1 0 0 16,1 4 0-16,-6 0 0 0,6-5 0 0,-1 5 0 0,1 0 0 15,1-1 0-15,-1 1 0 0,-1 0 0 0,1 0 0 0,0-1 0 0,0 5 0 16,0-5 0-16,0 1 0 0,0 3 0 0,0-3 0 0,6 3 0 16,-6 1 0-16,1-5 0 0,5 5 0 0,-6-1 0 0,6 0 0 0,1 1 0 15,-1-1 0-15,-6-3 0 0,7 3 0 0,-1 0 0 0,0 0 0 0,1 1 0 16,-1-5 0-16,1 5 0 0,-1-5 0 0,0 5-2 0,2-1-74 15,-2-3-11-15,0 3-14 0,1-3-14 0,-1 0-15 0,0 3-23 16,7 0-28-16,-6-3-58 0,0 3-71 0,-8 1-77 0,8-1-78 0,-8 0-46 16,2 4-30-16,-1 0-12 0,0 4 2 0,-7 0 8 0,1-1 11 15,5 8 14-15,-5-3 15 0,-1-1 26 0,1 4 31 0,-1-4 64 16,7 0 78-16</inkml:trace>
  <inkml:trace contextRef="#ctx0" brushRef="#br0" timeOffset="24331.72">13605 7957 56 0,'0'3'96'0,"0"-3"0"16,0 4 0-16,0-4 1 0,0 4-1 0,6-4 0 0,-6 0 0 0,0 3-18 15,0-3-28-15,0 4-16 0,0-4-8 0,0 4-1 0,7-4 6 0,-7 3 4 16,0-3 6-16,6 4 6 0,1-4 6 0,-7 4 9 0,7-1 6 15,-1 1 10-15,0-1 10 0,0-3 14 0,2 4 13 0,-2 0 8 16,0 0 2-16,8-1 2 0,-8-3 0 0,7 4 3 0,-7-4 1 0,8 3 0 16,-8-3 1-16,7 4-5 0,-6-4-3 0,6 4-7 0,-7-4-7 15,7 0-10-15,-6 3-14 0,5-3-6 0,-4 0-1 0,4 0-5 16,-5 0-3-16,6 5-2 0,-7-5-2 0,7 0 0 0,1 0 2 0,-2 0 5 16,-5-5 5-16,6 5 6 0,6 0 6 0,-5 0 5 0,-2-3 4 15,8 3 1-15,-1-4-1 0,1 0-1 0,0 1-2 0,-1-1-3 0,1 1-1 16,6-1-6-16,-7 0-4 0,7 0-9 0,0 1-7 0,0-4-7 15,-6 3-7-15,6 0-4 0,7 1-5 0,-8-1-4 0,1 0-1 0,1 1-3 16,-1-1 0-16,0 0-3 0,7 4-3 0,-7-3-1 0,6 3 0 16,-5-4 1-16,-2 4 1 0,7 0-1 0,-6 0 0 0,7 0-1 15,-7 0-2-15,0 4-2 0,1-4-3 0,5 3-2 0,-6-3 0 0,0 4-2 16,1-4 1-16,5 4 0 0,-7-1 2 0,2-3-3 0,5 4-1 16,-6 0-3-16,1-1 0 0,5 1 0 0,-6-4-1 0,7 4 0 0,-7-4-1 15,0 3-1-15,-1 1-2 0,9-4-1 0,-9 3-1 0,1-3-2 16,7 4-2-16,-7-4-1 0,0 4-1 0,7-4 0 0,-7 4-1 0,0-4 0 15,0 3 1-15,7-3 0 0,-14 4-1 0,13-4 1 0,-6 3 0 16,1-3 0-16,-1 0-1 0,0 4-1 0,-7-4 1 0,7 4 1 16,0-4 0-16,1 3-1 0,-1-3 1 0,0 5 0 0,-1-5 1 0,-5 3-1 15,6-3 0-15,0 4-1 0,-7 0 0 0,8-4 1 0,-8 3-1 16,1 1 2-16,6-2 1 0,-6 3-1 0,-1-5 2 0,7 4 0 0,-6-1 2 16,6-3 1-16,-6 4 1 0,5-4 1 0,1 4 0 0,-6-4 0 15,6 3 1-15,0-3 0 0,0 0-1 0,0 0 1 0,-6 4-1 0,6-4-1 16,0 0-1-16,-1 0-1 0,1 0-2 0,1 0 0 0,-1 0 0 15,0 0-1-15,0-4 2 0,7 4-1 0,-7 0 1 0,7-3 0 0,-7 3-2 16,6-4 2-16,-7 4-2 0,8-4 2 0,0 4-2 0,0 0 1 16,-8-3-1-16,9 3 1 0,-2 0-1 0,1 0 0 0,-1-4-2 0,1 4 1 15,-1 0 0-15,-6 0 0 0,7 0 0 0,-1 0 3 0,1 0 1 16,-7 0 2-16,7 0 1 0,-1 0 3 0,-6 0 0 0,7 4 0 16,-7-4 1-16,7 0 0 0,-8 0 2 0,7 3 1 0,-5-3 0 0,5 0 0 15,-6 0 2-15,7 4-1 0,-7-4-2 0,6 0-1 0,1 4-1 16,-7-4 0-16,7 3-2 0,-7-3 0 0,6 4 0 0,1 0 0 15,-1-4 0-15,-5 4-1 0,5-1-1 0,1-3-1 0,-1 4-1 0,1-1-2 16,-1 1 0-16,1-4-1 0,-7 4 0 0,6-1 1 0,1 1 0 16,-7 0 0-16,7-4 0 0,-1 4-1 0,-6-1 0 0,7-3 1 0,-7 3 0 15,6-3 0-15,1 4 0 0,0-4 0 0,-1 4 1 0,-6-4 0 16,7 0 0-16,-1 0 0 0,1 0 0 0,7 0 1 0,-8 0-1 0,1-4-1 16,-1 4 1-16,1 0-1 0,-1 0 1 0,1 0 1 0,-1 0 1 15,7 0 2-15,-13 0 0 0,7 0 3 0,-1 0-1 0,1 0 1 0,-1 0 1 16,1 0 0-16,-7 4 0 0,6-4 0 0,1 0 0 0,-7 3-1 15,7-3 0-15,-1 0 0 0,1 4 0 0,-7-4-2 0,6 0-1 0,1 4-2 16,-7-4 0-16,7 0-1 0,-1 3-1 0,1-3 1 0,-1 0-2 16,-6 0 0-16,7 4-1 0,-1-4 1 0,1 0-1 0,-1 0 1 15,-6 0-1-15,7 0-1 0,-1 0 1 0,-5 0 0 0,5 0 1 0,-6 0 0 16,7 0 2-16,-7 0 2 0,7 0 2 0,-7 0 1 0,6 0 1 0,-5-4 0 16,5 4 2-16,-6 0 0 0,7 0 1 0,-7 0 1 0,6 0 0 15,-5 0 2-15,5-3-1 0,-7 3 0 0,9 0 0 0,-9 0-1 16,8 0-1-16,-7 0 0 0,6 0 0 0,-5 0-1 0,5 0 0 0,1 0-1 15,-7 0 0-15,6 0-1 0,-6 0 0 0,1 0-1 0,5 0-1 16,-6 0 1-16,1 0-1 0,5 0-1 0,-6 0-3 0,7 0 1 16,-1 0 0-16,-5 0 0 0,5 0 0 0,1 0-1 0,-1 0-1 0,1-4-1 15,-1 4 0-15,7-4-1 0,-7 4 0 0,7-3-1 0,-6-1 0 0,6 0-1 16,0 1 1-16,0 0 0 0,1-1-2 0,-1 0 1 0,0-3-1 16,-1 3 1-16,2 0-1 0,-1 1 2 0,0-1 0 0,0 1 1 15,0-1 2-15,0 4 2 0,-6-4 2 0,5 0 0 0,-5 4 1 0,7-3 0 16,-8 3 0-16,7 0 2 0,-6-4-1 0,-1 4 0 0,1 0 0 15,-1 4 1-15,7-4 0 0,-7 0-2 0,2 0-1 0,-2 0-2 0,7 0 0 16,-6 3-1-16,-1-3 0 0,1 0 0 0,6 0 1 0,-7 0 1 16,1 0-1-16,6 0 0 0,-6-3 1 0,6 3 1 0,-7 0 0 0,7-4 0 15,-6 4 1-15,6 0-1 0,0-4 1 0,-6 4-1 0,5 0 1 16,1-3-1-16,1 3-4 0,-1 0-6 0,0-4 0 0,1 4 0 16,-2-5 0-16,1 5 0 0,0 0 0 0,1 0 0 0,-1-2 0 0,-1 2 0 15,1 0 0-15,-5-4 0 0,5 4 0 0,-1-3 0 0,1 3 0 0,1-4 0 16,-8 4 0-16,7-4 0 0,0 4 0 0,0 0 0 0,1-3 0 15,-2 3 0-15,1-5 0 0,1 5 0 0,-1 0 0 0,0 0 0 16,0-3 0-16,0 3 0 0,0 0 0 0,0 0 0 0,0 0 0 0,1-4 0 16,-2 4 0-16,1 0 0 0,0 0 0 0,1 0 0 0,-8 0 0 15,7 0 0-15,0 0 0 0,1 0 0 0,-1 0 0 0,-7-4 0 16,7 4 0-16,1 0 0 0,-2 0 0 0,-5 0 0 0,6 0 0 0,0 0 0 16,0 0 0-16,0 0 0 0,0 0 0 0,-6 0 0 0,5 0 0 15,2 0 0-15,-7 0 0 0,5 0 0 0,-5 0 0 0,-1 0 0 0,7 0 0 16,-5 0 0-16,-2 0 0 0,7 0 0 0,-6-3 0 0,-1 3 0 15,1-4 0-15,5 4 0 0,-5-3 0 0,7-1 0 0,-8 4 0 0,1-4 0 16,6 0 0-16,-7 1 0 0,7 3 0 0,-7-4 0 0,8 1 0 16,-7-1 0-16,-1 0 0 0,1 4 0 0,-1-3 0 0,1-1 0 0,-1 0 0 15,1 1 0-15,-1-1 0 0,-6 4 0 0,7-4 0 0,-1 1 0 16,-5-1 0-16,5 0 0 0,1 4 0 0,-1-3 0 0,-6 0 0 0,7-1 0 16,-1 0 0-16,1 0 0 0,-1 4 0 0,1-3 0 0,-7-1 0 15,7 4 0-15,-1-4 0 0,1 4 0 0,-1-3 0 0,1-1 0 16,-1 4 0-16,-6 0 0 0,7-5 0 0,-7 5 0 0,7-2 0 0,-7 2 0 15,0 0 0-15,7-4 0 0,-7 4 0 0,0 0 0 0,0 0 0 16,-1-4 0-16,2 4 0 0,-1 0 0 0,-6 0 0 0,6 0 0 0,-1 0 0 16,-5 0 0-16,6 0 0 0,-7 0 0 0,7 0 0 0,-6 0 0 15,0 0 0-15,5 4 0 0,-5-4 0 0,0 0 0 0,-7 4 0 0,7-4 0 16,-1 0 0-16,-6 2 0 0,0-2 0 0,0 0 0 0,0 5 0 16,-7-5 0-16,8 0 0 0,-14 0 0 0,6 0 0 0,0 0 0 15,-6 0-68-15,0 0-121 0,-6 0-61 0,0 0-91 0,-8 0-104 0,2 0-76 16,-2 0-61-16,-11 0-23 0,-1 0-4 0,-1 0 6 0,-11 0 12 15,-2 0 13-15,1 0 16 0,-6 0 23 0,-8-5 28 0,7 5 49 16,-5 0 61-16,-1-2 90 0,6 2 288 0</inkml:trace>
  <inkml:trace contextRef="#ctx0" brushRef="#br0" timeOffset="83715.53">15708 10034 0 0,'-6'-3'36'0,"0"-5"81"0,-2 0 3 0,-4 1 3 0,-1 0 5 16,0 0 4-16,0 3 4 0,-7-3 8 0,8-1 8 0,-8 1-15 0,0 3-25 16,1-3-13-16,-1 0-3 0,1-1-2 0,-7 1 0 0,6 0 5 15,-6 0 7-15,-1-1 6 0,1 1 4 0,1 0 7 0,-1-1 9 0,0 1 4 16,-1-4 1-16,1 3 3 0,-6 1 5 0,6-4 6 0,-1 4 9 15,2-4 11-15,-7 0 11 0,5 0 7 0,1 4 3 0,-6-4 0 0,6 0-1 16,-7 0-7-16,0 0-8 0,1 3-7 0,-1-3-6 0,1 0-10 16,-8 4-11-16,1-1-13 0,1-3-13 0,-1 4-17 0,-1 0-18 0,-5 0-14 15,-1 3-12-15,7-3-9 0,-6 3-5 0,-1-3-4 0,1 3-3 16,-2 0-2-16,9 1-4 0,-8-1-1 0,7 4-3 0,0-4-2 16,-7 4-4-16,7 0-1 0,0 0-1 0,0 0-2 0,7 0-1 0,-8 4-1 15,1 0-2-15,0-1-1 0,1 1-2 0,4 3 0 0,-5-3-1 16,1 3 0-16,5 1 0 0,-6-1 0 0,-1 4-1 0,8-4 1 0,-7 4-1 15,7 0 1-15,-1 0 0 0,1 0 1 0,-7 4 0 0,5-4 0 16,2 4-1-16,-1-1 1 0,1 1 0 0,-1 3-1 0,7-3 0 16,-6 7-1-16,-1-4-1 0,1 1 1 0,-1 2-2 0,0 5-1 0,1 0-1 15,6-1-2-15,-13 4 0 0,6 1 0 0,1-1 0 0,-1 4-1 16,1 0 1-16,-1 4-1 0,1-4 0 0,-1 3 0 0,7 1 1 0,-6-1-1 16,6-3 1-16,-1 4 2 0,1 3 0 0,0-3 1 0,0-1-1 0,0 1 2 15,7 4-1-15,-8-1-1 0,7-3 1 0,2 3 0 0,-2-4 0 16,1 5-1-16,-1-5 1 0,7 1 0 0,0 0-1 0,0-4-1 15,-1 3-1-15,8-3 0 0,0 1 0 0,0-5 0 0,-2 4 1 0,2-5 1 16,0 2 0-16,6 0 0 0,0-1 0 0,0-3 1 0,0 3-1 16,6-4 0-16,-6 1 0 0,6 0 0 0,8-1 0 0,-8 1 0 15,7 0 0-15,0-4-1 0,0 4 0 0,1-4-1 0,4-4 0 0,2 4 0 16,0 0 0-16,5-1 1 0,-5-2 1 0,13 4 0 0,-7-6 1 16,0 2-1-16,0-1 0 0,7 0 0 0,0 0 0 0,-7 1 1 0,6-1-1 15,1 1 1-15,6-5 0 0,-7 4 0 0,1-3-1 0,5 3-1 16,-5 1 0-16,7-1 1 0,-2-4 0 0,1 5 1 0,1-2 1 0,-1 3 2 15,0-2 2-15,7 0 2 0,-7 0 1 0,6 1 1 0,-5-1-1 16,5 1 1-16,1-5 3 0,-1 5-2 0,1-5 0 0,5 1-1 0,-4-1 1 16,4 1-1-16,-5-4 1 0,6 4-3 0,0-5-1 0,-6 1-1 15,5 1 0-15,2-5 1 0,-1 4 2 0,-7-4 0 0,8 1 1 0,-1-1 2 16,-7 0 1-16,8-3 1 0,-1 3 1 0,-7-3 2 0,8 3-2 16,-8-3 2-16,7 0 0 0,-7-1 1 0,8 1 0 0,-7 0-2 15,5-4 0-15,-5 3 0 0,-1-3-2 0,1 0 1 0,0 0 0 0,0 0-1 16,-1 0-1-16,1-3-1 0,-1 3 0 0,1-4-1 0,-1 0-1 15,0-3-1-15,-5 3 0 0,5-3-1 0,-5 0-2 0,5-1 1 16,-6 1-1-16,1-4-1 0,5 4-2 0,-13-8 0 0,7 3 1 0,1-1-1 16,-7 1 0-16,5-6 1 0,-5 4-1 0,-1-5 1 0,-5-3-1 15,5 4 1-15,1-4 1 0,-7 0 0 0,0 0 0 0,0 0-1 0,-7 0 0 16,7-4 0-16,-6 3 1 0,-1-2-1 0,1 0-1 0,-7-1 1 16,0 1 0-16,0-1 0 0,0 1 0 0,-6-6 0 0,5 3-3 0,-5-5 2 15,0 4-1-15,-7-4 0 0,6-1 0 0,-6 2-1 0,0-5 1 16,0 1 0-16,0-2-1 0,0 2 1 0,0 0-1 0,-6-5-1 15,6 4 1-15,-7 1-1 0,0-1 1 0,1-3-1 0,-7 3-1 0,6-3 1 16,1 4 0-16,-7-1-1 0,0 0 0 0,0 1 0 0,-7-1 0 16,7 0 1-16,-6 0-2 0,6 1 2 0,-7 3 0 0,1 1 0 0,-1-2 0 15,-6 1-1-15,6 0 0 0,-5 3 0 0,5 1 0 0,-6 0-2 16,0 4-3-16,-1-5-5 0,2 5-5 0,-1-1-6 0,-6 0-6 0,5 1-7 16,-5-1-7-16,6 1-8 0,-7-2-9 0,1 6-11 0,-1-5-12 15,7 0-15-15,-7 5-18 0,7-5-31 0,0 0-36 0,0 4-46 0,7-4-53 16,-7 5-43-16,6-1-44 0,1 0-42 0,5-1-46 0,-6 1-17 15,8 4-7-15,-1 0 4 0,6 0 8 0,-6 3 14 0,7 0 17 0,0 0 33 16,-2 5 39-16,2-2 50 0,0 5 57 0</inkml:trace>
  <inkml:trace contextRef="#ctx0" brushRef="#br0" timeOffset="85047.8">23928 10206 0 0,'6'-15'22'0,"0"1"115"16,2 3 10-16,-8-4 12 0,0 0 12 0,-8 1 13 0,8 3 16 0,-6-4 19 16,-7 4 20-16,7-3 3 0,-8 3-9 0,2 0-7 0,-2-1-6 15,2-2-2-15,-8 3 0 0,7 0 8 0,-7 0 10 0,0 4 4 16,-5-4 4-16,5 3-3 0,-6 1-7 0,0 0-15 0,0-1-17 0,-7 1-15 16,1 3-14-16,-1 4-13 0,1-3-10 0,-7 3-13 0,0 0-12 15,-1 3-15-15,1 1-17 0,-6 0-13 0,-1 3-12 0,1 0-8 0,-1 4-7 16,-6 0-3-16,6 4-2 0,-6-1-3 0,1 1-5 0,-2 3-3 15,-6 1-2-15,7 3-3 0,1 0 0 0,-2 0 0 0,-6 0-2 0,7 0 2 16,1 0-1-16,-2 4 2 0,8-5 1 0,-7 5 0 0,6 0 1 16,7-5 1-16,-6 6 1 0,5-2-1 0,1 1 0 0,7 3-2 15,-1-4-5-15,1 5-2 0,5-4-2 0,1 2-3 0,0 2-5 0,7 3-3 16,-1-3-1-16,0 2-5 0,8-2-1 0,-1 6-1 0,-1-2-4 16,2-2 0-16,6 1 0 0,-2 4-1 0,2-4 0 0,6 4 0 0,0-4 0 15,0 3 0-15,0-3 0 0,6 4 0 0,2-1 0 0,-8-3 1 16,6 5 0-16,0-2 1 0,7 4 0 0,-6-4 1 0,-1 0 2 0,7 2 1 15,1-2 1-15,-2 5 0 0,8-4 1 0,-7-1 0 0,7-3 1 16,6 3 1-16,0-3 0 0,-1 1 1 0,8-1 0 0,-1-4 1 16,8-4 0-16,-1 5-1 0,0-4 1 0,7-5-1 0,-1 1 1 0,7 0 0 15,1-4 0-15,-2 1 0 0,8 0 0 0,-1-1 0 0,1-4-2 16,6 1 0-16,0 0 2 0,0-4 0 0,0 4-1 0,8-5 0 0,-8-3 1 16,6 1-1-16,8 3 1 0,-8-8-1 0,0 5 0 0,1-5-1 15,0 1 0-15,-1-1 0 0,1 2-1 0,0-5-2 0,-7 3-2 0,7-3 0 16,-7 4-2-16,-6-4 1 0,-2 0 0 0,2 0 0 0,-6 0-3 15,-1 0-1-15,-1-4 0 0,-4 1 1 0,-2 3 0 0,1-5-1 0,-7-2 2 16,-1 0 0-16,2 0-1 0,-1-1 2 0,0 1-2 0,-7-4 2 16,1 1-1-16,-1-5-1 0,-5 4 2 0,5-4-1 0,-6 0 2 0,0-3-1 15,-6 4 1-15,6-5 1 0,-7 0 1 0,1 1 2 0,-7 0 2 16,7-3 0-16,-1-2 0 0,-6-2 0 0,0-1-2 0,1 0 1 16,-2-3 0-16,2 0-2 0,-2-4 0 0,-5-4-1 0,6 4 0 0,-6-7-1 15,5 0-2-15,-6-1-1 0,2-3-1 0,-2 0 1 0,0 0-1 16,-6-3-1-16,0 0 2 0,0-2-1 0,-6-2-1 0,6-1 0 15,-14 5 1-15,8-4 0 0,-6 3-1 0,-8-3 0 0,1 7-1 0,-1-3 0 16,-6 2-2-16,-1 5-2 0,-5 0 0 0,-1-1-3 0,-5 8-4 16,-1-4-6-16,-7 9-9 0,1-1-12 0,-8-1-12 0,1 4-14 0,-7-3-14 15,0 7-19-15,2-3-17 0,-2 2-37 0,-7 1-44 0,1 0-59 16,0 0-65-16,0 1-56 0,0-1-51 0,0 0-43 0,0-4-38 0,6 4-14 16,0-4 1-16,1 1 9 0,13 3 13 0,-8-7 15 0,14 2 17 15,0-2 37-15,0 4 44 0,13-4 61 0,-7-1 67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8:03:25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6779 4517 47 0,'0'-4'94'0,"7"0"9"0,-7 1 8 0,0 0 9 0,7-1 10 0,-7 0 7 16,0 0 3-16,0 1 4 0,0-1 0 0,0 4 5 0,0-4 6 15,0 4 9-15,0 0 8 0,0-3 9 0,0 3 10 0,-7 0 6 16,0-4 2-16,7 4 6 0,-6-5 7 0,0 5 7 0,-2 0 10 0,2 0 0 16,0-2-4-16,-1 2-7 0,1 0-8 0,-8-4-10 0,8 4-10 15,0 0-11-15,-8 0-12 0,8 0-8 0,-7-4-9 0,0 4-10 0,6 0-12 16,-5 0-19-16,-2-3-20 0,2 3-16 0,-2-4-11 0,1 4-9 16,1-4-5-16,-2 4-2 0,2-4-2 0,-2 4 1 0,-5-3-1 0,6-1-2 15,-6 0-1-15,5 4-3 0,-5-3 1 0,6 3-2 0,-6-4 0 16,5 0 1-16,-6 4 1 0,1-3 0 0,6-1 3 0,-6 4 0 15,-1-3 3-15,0-1 1 0,-5 4 0 0,5-4 0 0,0 0 1 0,-5 1-3 16,-2-1-1-16,8 4-2 0,-8-3-2 0,-5-1-2 0,6 0-2 0,-1 1 0 16,-5-1-3-16,-1 4-2 0,1-4-3 0,-1 4-2 0,1-3 0 15,-1 3 0-15,1 0 0 0,-1 0 2 0,-5 0-1 0,5 0 0 16,1 0 0-16,-1 0 1 0,1 3-3 0,-2-3-2 0,2 4-3 0,-1-4-2 16,1 4-1-16,-1-4-1 0,7 3-3 0,-7-3 0 0,1 4-1 15,6-4 1-15,-7 4-1 0,7-4 1 0,-7 3 2 0,1-3 1 0,7 4 1 16,-9-4 0-16,9 0 0 0,-8 3 0 0,7 1-2 0,-6 0 0 15,-1 0-2-15,1-4 0 0,-2 7-1 0,2-4 0 0,-1 1-3 0,1 3 0 16,-7-3-1-16,0 3-1 0,7 1-2 0,-8-1 0 0,1 3 1 16,0-1-1-16,-7-2 0 0,7 4 1 0,0-3 0 0,1 2-1 15,-2-3-1-15,1 1-1 0,0 3-1 0,0-4 0 0,0 0 3 0,6 1 0 16,-6-1 2-16,7 0 1 0,-1 0-1 0,1 1 1 0,-1 0 1 0,1-5-1 16,-1 5 1-16,1-1-1 0,-2 0-1 0,2 0 1 0,6 1 0 15,-6-1 0-15,-2 0-3 0,2 4-1 0,-1-3 0 0,1 3-1 16,6-4 0-16,-7 7-2 0,1-3 1 0,-7 0-1 0,13 4 0 0,-13-4 0 15,13 4-1-15,-13 0 1 0,13-1 0 0,-13 4-1 0,6 1 0 16,1-1 0-16,-1 1 0 0,1-2 1 0,-2 2 0 0,2 3 0 16,-1 0-1-16,1-4 0 0,-1 4 0 0,1-4 1 0,-1 4-1 0,1 1 0 15,6-5 0-15,-7 4 0 0,7 0 1 0,0 0 0 0,-7-4 0 0,8 4-1 16,-1-3 0-16,6 3 0 0,-6-4 1 0,-1 4 0 0,9-4 0 16,-2 4 0-16,-7-3 0 0,15-1 0 0,-8 0-1 0,1 0-1 0,-1 1 0 15,8-5 0-15,-2 4 0 0,-6 1-2 0,7 0 2 0,1-1-1 16,-2 0 0-16,2 4 1 0,-2-4-2 0,1 4 2 0,1 4-1 0,-2-4 1 15,2 0 1-15,4 3-1 0,-4-3 0 0,-1 0 0 0,6 4 1 16,-6-4-1-16,7 0 0 0,0 4 0 0,-2-4 1 0,2 0-2 0,0 3 1 16,-1-3 0-16,0 0 0 0,7 4-1 0,-6-1 1 0,6-3-1 15,-7 4 0-15,7 0 1 0,0-5-1 0,0 5 0 0,0 0 0 0,0-4-1 16,7 3 1-16,-7 1-1 0,0-4 1 0,6 4-1 0,-6 0 1 0,7-1-1 16,0-3 1-16,-1 4-1 0,0 0 0 0,-6-4 1 0,8 3-1 15,-2 1 1-15,0-1-1 0,0-2 1 0,8 2 0 0,-8 1-1 16,1-4 1-16,-1 3-1 0,8-3-1 0,-8 4 2 0,0-4-1 0,8-1 1 15,-2 5 0-15,-5-4 0 0,6 4-2 0,0-4 1 0,-7 0-1 0,8 0 1 16,-2 0-1-16,1 4 0 0,7-4 1 0,-6-1 1 0,-2 5-2 0,1-4 1 16,7 0-1-16,-8 4-1 0,8-1 0 0,-7-2-1 0,7 2 1 15,-7 0-1-15,6 1 0 0,1 0-1 0,-7 0 0 0,7 0 0 16,-2-4 1-16,-4 3-1 0,6 1 0 0,-1-1 0 0,-6-3 0 0,6 5 0 16,1-6 2-16,0 5 0 0,-7-4 1 0,7-1 0 0,-1 4 2 15,-6-2 1-15,6-1 0 0,1 4 1 0,0-5-2 0,-1 2 1 0,-6-1 0 16,13-4-1-16,-6 4 1 0,-1-4 0 0,0 1 0 0,1-1-1 15,6 0-1-15,-7 0-1 0,8 1 0 0,-8-4-1 0,8-1-1 0,-8 5 0 16,7-5 1-16,-6 1 0 0,6-1 0 0,0 1 0 0,-1 0-1 0,-5-1 1 16,13 1 1-16,-13 0 0 0,6-4 0 0,6 4 0 0,-5 0 1 15,-2-5-1-15,1 5 2 0,0-4-1 0,0 0 1 0,1 3-1 16,-1-3 1-16,-1 0-1 0,1 1 0 0,0-1 1 0,1-2-2 0,-1 3 2 16,0-4-1-16,-1 3 2 0,1 0 0 0,1-4 0 0,-1 4 1 15,6 0 0-15,-5-4 0 0,-1 4 1 0,6-4-1 0,-6 1 0 0,1 3 2 16,5-4-1-16,-7 1-1 0,9-1 0 0,-9 4 0 0,8-4-1 15,-1 1-1-15,-6-1-1 0,7 0 1 0,-1 1 0 0,1-5 1 16,-7 4-1-16,7-3-1 0,-1 3 2 0,2-3-1 0,-2 0 1 0,-7 3 0 16,8-3 0-16,0-1 2 0,0 1 0 0,-1 0 1 0,1-1 0 15,-1-3 0-15,1 4-1 0,-1 0-1 0,7-4 1 0,-6 3 1 0,-1-3 0 16,1 0-2-16,-1 4 0 0,1-4 1 0,-1 4-1 0,8-4 0 16,-8 0 0-16,1 0 0 0,6 4 0 0,-7-4 0 0,1 3 0 15,7-3 0-15,-8 0 0 0,1 3 0 0,5-3 0 0,-5 0 1 0,-1 0 1 16,7 0 0-16,-6 5 1 0,7-5 0 0,-8 0-1 0,7 0 0 15,-7 0 0-15,7 0 1 0,1 0 0 0,-1 0-2 0,0-5 1 16,-1 5-1-16,2 0-1 0,-1 0 1 0,0-3 0 0,0 3-2 0,7 0 0 16,-7-3 0-16,-1 3 1 0,9-4 1 0,-9 0 0 0,1 0 1 0,7 1 1 15,-7-1 0-15,7 0 0 0,-7 1 0 0,0-5 2 0,7 5-2 16,-1-1 1-16,1-3-1 0,-7-1-1 0,6 1 1 0,1 0 0 0,7 0 0 16,-8-1-1-16,1 1-1 0,-1 0 0 0,0-1 0 0,1 1-1 15,6-4 0-15,-6 4 1 0,0-1 1 0,-1-2 0 0,1 2 1 16,-1 0 1-16,7 1-1 0,-6-4 2 0,0 4-1 0,5-4 0 0,-5 4 1 15,-1-4 0-15,8 4 0 0,-7-5 2 0,5 5-1 0,-5-4 0 16,6 0 0-16,-6 4 1 0,-1-5 0 0,7 1 0 0,-6 4 1 0,0-4-1 16,0 0 0-16,-1 0 0 0,0-3-1 0,7 3 1 0,-6-3-2 15,0 2 0-15,0-2 1 0,5-1-1 0,-5 0 1 0,6 0-3 16,-6 1 0-16,-1-1-2 0,7-3-1 0,-6 3 2 0,-1-3 0 0,2 3 1 16,4-2-1-16,-5-3 0 0,-1 5 0 0,1-2 0 0,-1-2 1 0,2 1-1 15,-2-4 0-15,1 4 0 0,-1 0 0 0,1-5 0 0,-1 5 1 16,1 0-1-16,-1-4-1 0,-6 4 0 0,7-4 0 0,-7 0 0 15,0 2 0-15,1 3 0 0,-8-5-1 0,7 3 2 0,-7 1-1 0,1 0 1 16,-1-3 1-16,1 1 0 0,-1 2-1 0,1-4 0 0,-7 4 1 16,7 0 0-16,-7-4 0 0,0 4-1 0,0-4-1 0,7-1 1 0,-7 5 1 15,-7-4-1-15,7 0-1 0,0 4-1 0,1-4 1 0,-9 4 1 16,9-5 0-16,-7 1-1 0,6 4-1 0,-7-4 1 0,1 0 0 16,-1 4 1-16,0-4-1 0,-5 0 1 0,5 4 0 0,1-4 0 0,-8 0 2 15,2 3 0-15,-1-2-2 0,0-2 1 0,0 5 0 0,-1-4 0 16,-4 4-1-16,4-5 2 0,-5 6-1 0,0-2-1 0,-1 1 2 0,1-1 0 15,-1 1-2-15,-6 0 1 0,6-4 1 0,-6 3-1 0,0 1 1 16,7 0 1-16,-7-1-2 0,0 1 1 0,0-4-1 0,-7 4 2 16,7 0-1-16,0-4 1 0,-6 4-1 0,6-1-1 0,-6-3 1 0,6 4-1 15,-7-4 1-15,1 4 0 0,6-1-1 0,-7 1 2 0,0-4 0 16,1 3 2-16,0 1 1 0,-2 0 1 0,2 0 1 0,0-1 1 0,-7 1 1 0,6-1 1 16,1 5 1-16,-7-4 1 0,7-1 0 0,-8 5-1 15,8-5 1-15,-7 5-2 0,0-4-1 0,0-1-1 0,-1 5-1 0,-5-1 0 16,6-4 0-16,-6 5-2 0,5-1 0 0,-6-3-2 0,2 3 0 0,-2 1-2 15,1-1 1-15,-1-3-1 0,0 3 1 0,1 0-1 0,-1-3 1 16,-6 3-1-16,7-3 0 0,-1 3-1 0,0-3 0 0,-6 0 1 16,7 3 0-16,-1-3 1 0,-6-1 0 0,7 5 2 0,-1-5 1 0,-6 5 0 15,7-4 2-15,-7 3 0 0,6 0-1 0,-6 1 1 0,0-1 0 16,7 0 1-16,-8 0-2 0,1 1 1 0,6-1-1 0,-5 4-1 0,-1-3-2 16,0-1 0-16,0 4-2 0,-1-3 0 0,1 3-2 0,1-4 0 15,-1 4 0-15,-1-4-1 0,-5 4-1 0,6-4 1 0,0 4 1 0,-7-3-1 16,7 3 0-16,0-4 0 0,-7 4 1 0,7 0 0 0,-7-4-1 15,8 4 0-15,-8 0 1 0,8 0 0 0,-8 0 0 0,0 1 0 0,7-1 0 16,-6 0 0-16,-1 0 0 0,1 0 0 0,6 3 0 0,-7-3 0 16,1 4-1-16,-2-4 1 0,2 4 0 0,-7-5 0 0,6 5-1 15,1-4-1-15,-1 4 0 0,-6 0 0 0,7-4 0 0,-1 3 0 0,1 1 0 16,-8-4 0-16,8 4-1 0,-1-4 1 0,1 4 1 0,5-4-1 16,-5 0 0-16,-1 0 0 0,7 0 2 0,-6-1 0 0,5 1 0 15,2 1 0-15,-1-5 2 0,0 0 1 0,0 4 2 0,6-3 1 0,-6-1 2 16,7 0 4-16,-1 0 3 0,1 1-11 0,-1-1-5 0,0 1 0 15,1-1 0-15,-1 4 0 0,0-4 0 0,1 1 0 0,-1 3 0 16,2-4 0-16,-2 4 0 0,0 0 0 0,1 0 0 0,-1 0 0 0,0 0 0 16,1 0 0-16,-1 1 0 0,0 2 0 0,-5-3 0 0,11 0 0 15,-4 4 0-15,-2-1 0 0,0 1 0 0,1-4 0 0,-1 4 0 0,7-1 0 16,-7 1 0-16,1 3 0 0,6-3 0 0,-7-1 0 0,1 5 0 16,6-1 0-16,-6-3 0 0,5 3 0 0,-5 1 0 0,6-1 0 0,-7 0 0 15,7-3 0-15,-7 3 0 0,8 1 0 0,-1-1 0 0,-1 4 0 16,2-7 0-16,-2 3 0 0,2 4 0 0,-2-4 0 0,1 1 0 0,7-1 0 15,-8 0 0-15,2 1 0 0,6-1 0 0,-8 0 0 0,8 1 0 16,-1-1 0-16,-5 0 0 0,4 1 0 0,2-1 0 0,0 0 0 0,-1 1 0 16,-6-2 0-16,7 2 0 0,-1-1 0 0,1 1 0 0,-1 0 0 15,0 3 0-15,1-5 0 0,0 2 0 0,-1 3 0 0,0-4 0 0,1 4 0 16,0-4 0-16,6 4 0 0,-7 0 0 0,0-3 0 0,7 3 0 16,-6 0 0-16,6 0 0 0,-7 0 0 0,7-4 0 0,-6 4 0 15,6 0 0-15,-6 0 0 0,6 0 0 0,-8 0 0 0,8-4 0 0,-6 4 0 16,6 0 0-16,-6 0 0 0,6 0 0 0,-6 0 0 0,6-3 0 0,-7 3 0 15,0 0 0-15,7 0 0 0,-6 0 0 0,-1 0 0 0,1 0 0 16,6 0 0-16,-6 3 0 0,-2-3 0 0,2 0 0 0,0 0 0 16,-8 0 0-16,8 4 0 0,0-4 0 0,-7 4 0 0,6-4 0 0,-6 3 0 15,7-3 0-15,-8 4 0 0,2-4 0 0,-1 4 0 0,6-4 0 16,-6 0 0-16,7 3 0 0,-8-3 0 0,2 5 0 0,5-5 0 0,-6 3 0 16,0-3 0-16,7 0 0 0,-8 3 0 0,2-3 0 0,4 0 0 15,-4 4 0-15,-1-4 0 0,6 0 0 0,-6 3 0 0,1-3 0 16,4 0 0-16,-4 5 0 0,-1-5 0 0,-1 3 0 0,8-3 0 0,-7 4 0 15,0-4 0-15,0 4 0 0,0-4 0 0,0 3 0 0,0-3 0 16,0 4 0-16,0 0 0 0,-7-1 0 0,7 1 0 0,0 0 0 0,1-1 0 16,-8 1 0-16,7 0 0 0,-7-1 0 0,0 1-181 0,8 3-59 15,-8-3-71-15,1 0-83 0,-1-1-71 0,0 1-67 0,-6-1-41 16,7 5-24-16,-1-4-5 0,1-1 6 0,-7 1 16 0,6-1 20 0,0 1 23 16,1 0 27-16,-1-1 40 0,1-3 46 0,6 4 73 0,-6-4 86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1-17T18:03:31.9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16138 16595 51 0,'-6'-4'150'0,"6"1"3"0,-6-1 3 0,-2 0 2 16,2 1 2-16,0 3 8 0,-7-4 10 0,6 4 7 0,-6-4 9 0,7 1-18 16,-1 3-28-16,-6-4-8 0,7 1 3 0,-1 3 4 0,-6-4 6 15,7 0 5-15,-7 1 6 0,6-1 8 0,-6 0 9 0,7 1 16 16,-8-1 19-16,1 0 11 0,7 1 7 0,-7-1-5 0,0 0-10 0,-1 1-14 16,2-1-18-16,-1 0-12 0,0-3-11 0,0 3-5 0,-7 4-5 0,7-7-8 15,0 4-10-15,-6 3-19 0,-1-5-27 0,7 2-18 0,-13 3-11 16,6-4-10-16,0 4-7 0,-5 0-6 0,-1 0-5 0,0 0-3 15,0 4-4-15,-1-4-2 0,-5 3-3 0,6 2 0 0,-7-2 0 0,7 1 0 16,-7-1-2-16,1 5-1 0,-1-5 1 0,1 5-2 0,-1-5 2 0,1 5-1 16,-1-5 1-16,1 5 1 0,-1-5 1 0,-5 5 1 0,5-5 1 15,1 5-2-15,-2-5-3 0,-5 1-1 0,7 3-1 0,-7-3-1 16,6-1-1-16,-5 5-1 0,-2-5-2 0,7 1 0 0,-5 3-4 0,-1-3 0 16,6 0-2-16,-7 3-2 0,2-3 0 0,-1 3-1 0,0 1-1 0,-1-5 1 15,1 5 0-15,1-1-1 0,-2 0 0 0,1 4 0 0,0-3 1 0,0 2 0 16,0-2 0-16,0 3-1 0,0 0 0 0,-7 0 0 0,7 0-1 15,0 0 0-15,0 0 1 0,0-1-2 0,0 2 0 0,0-1 0 16,-1 0 1-16,8 0 0 0,-1 0-1 0,-6 0 2 0,7 0 5 0,-1 0 1 16,1 0 1-16,-1 4 3 0,7-5 0 0,-6 2 1 0,5 2-1 0,-5-3 1 15,6 4 1-15,-1-1 1 0,1 1 0 0,1-1 0 0,-1 1 0 0,0 3-3 16,-1 1-3-16,9-4-2 0,-9 7-1 0,1-4 0 0,6 0 1 16,-6 0-1-16,7 1 1 0,-1-1-1 0,-6 4 0 0,7-7-1 0,-1 3 0 15,0 0 1-15,8 1-1 0,-8-1 1 0,7-4-2 0,-7 5 1 16,8-5-1-16,-2 5 0 0,1-1-1 0,0-3 0 0,0 0-1 0,7 3 0 15,-8-4 0-15,2 1 0 0,5 0-1 0,1-1 0 0,-7 1 0 0,6 0 0 16,1 0-1-16,0-5 1 0,-2 5 0 0,2 0-1 0,0-4 0 0,6 3 2 16,-7 1 0-16,0-4-1 0,1 3-1 0,0 1 0 0,-1-4 0 0,7 4 0 15,-6 0 0-15,-1-1 1 0,7 1 0 0,-7-1 0 0,7 1-1 16,-6 0 0-16,6-1 0 0,0 1-1 0,0 4 0 0,0-5 1 0,0 4-2 16,0-3 1-16,6 3 1 0,-6-3 0 0,7 3 0 0,-7 0-1 0,7 1 0 15,-1-4 0-15,1 3 2 0,-1 0-2 0,0-3 1 0,1 3 0 0,6 0 0 16,-7 1-1-16,8-1 2 0,-1-3-2 0,-7 3 0 0,7 1 0 15,0-1 1-15,1 0 1 0,5-3-1 0,-6 4 0 0,0-1 0 0,7-4 0 16,-1 5 0-16,-6-1 0 0,6 0 0 0,1-3 1 16,6 3 0-16,-6-4 0 0,-1 5-1 0,7-4 0 0,-6 3 0 0,6-3 0 15,0-1 0-15,0 1 0 0,0 3 2 0,0-3-1 0,0-3-1 16,1 1 1-16,5 2 1 0,-7 0 0 0,9-4 0 0,-2 4 0 16,1-4 0-16,-1-1 0 0,1 1 1 0,-1 0-1 0,7 0 1 15,-6 0 0-15,5 0-2 0,-4-3 1 0,5 2 0 0,0-2 1 16,7 0 0-16,-8 3-1 0,1-4 0 0,7 0 1 0,-7 0-1 15,6 1 0-15,1-1 0 0,-7 0 0 0,7 0-1 0,-1-3 2 16,1 4 0-16,0-1 0 0,-1-3-1 0,7 3 1 0,-6-4 0 16,6 1 0-16,-6 0-1 0,5-1 1 0,2 1 0 0,-7 0 1 15,5-1-1-15,2 2 1 0,-1-5-1 0,-1 3-2 0,-5-3 1 16,7 0 1-16,-2 3 0 0,2-3 0 0,-1 0 1 0,0 0 0 16,0 0 0-16,0 0 0 0,0 5-1 0,0-5 1 0,1 0 1 15,-1 0-1-15,-1 0 1 0,2 0 0 0,6 0 0 0,-8 0 1 16,1-5-1-16,1 5 0 0,5 0 2 0,-6 0-1 0,0-3 0 15,1 3 1-15,-1 0 0 0,0-3 2 0,0 3 1 0,7-5 2 16,-7 5 0-16,-1-3 2 0,2 3 1 0,-1-4 1 0,0 4 0 0,0 0 1 16,-7-4-1-16,8 4 2 0,-1 0 2 0,-7-3 1 15,8 3 2-15,-7 0-1 0,5 0 0 0,-5 0-1 0,-1-4-1 0,8 4-1 16,-8 0 0-16,7 0-3 0,-7 0 1 0,8-4-1 0,-7 4 0 16,5 0-1-16,2 0-2 0,-7 0-1 0,5-3 0 0,2 3-1 15,-8 0-1-15,7-4 1 0,1 1-1 0,-2 3-1 0,1-4 0 16,1 0 0-16,-1 1 0 0,0-5 0 0,6 4-1 0,-5 1-1 15,-1-1 0-15,6 1-1 0,-6-5 1 0,7 5-1 0,-7-1 1 16,7-3 1-16,-7 3 0 0,0-3 2 0,7 0-1 0,-7 3 2 16,7-3-1-16,-8-1 0 0,8 0 1 0,-7 2 1 0,0-6-1 15,6 5 1-15,-5 0 2 0,6-1-1 0,-7-3-1 0,7 4 1 16,-8-4-2-16,1 4 2 0,7-4-2 0,-6 0 1 0,-2 0-1 16,1 4 1-16,1-4-2 0,6 0 1 0,-8-1-1 0,1 1-1 15,7 0 0-15,-8-3 0 0,2 2 0 0,-1 2-1 0,1-5 0 16,4 1 0-16,-4-1 1 0,-1 0 0 0,1 1 0 0,-2-5 3 15,1 1 1-15,-6 0 1 0,6-1 0 0,0-3 1 0,-6 4 0 0,0-4 0 16,5 4 0-16,-5-4 0 0,-7 3 0 0,7 1-6 0,-7-4-8 0,6 4 0 16,-5 0 0-16,-1-1 0 0,-1 1 0 0,2-1 0 0,-7-2 0 0,6 6 0 15,-7-7 0-15,7 7 0 0,-7-3 0 0,-5-1 0 0,5 1 0 0,1 0 0 16,-7 0 0-16,0-1 0 0,0 1 0 0,0 0 0 0,-7 3 0 16,8-3 0-16,-8 3 0 0,8-3 0 0,-8 3 0 0,0 1 0 0,0-5 0 15,-5 5 0-15,5-1 0 0,1 0 0 0,-7 1 0 0,0-5 0 0,0 4 0 16,0 1 0-16,0-1 0 0,0-3 0 0,-6 3 0 0,-1-3 0 15,8 4 0-15,-8-5 0 0,0 4 0 0,-6-3 0 0,6 3 0 0,1-3 0 16,-7 0 0-16,0 3 0 0,0 1 0 0,0-5 0 0,0 1 0 0,0 3 0 16,0-3 0-16,-7 3 0 0,1-3 0 0,0 0 0 0,6-1 0 0,-14 5 0 15,8-4 0-15,0-5 0 0,-8 5 0 0,8 0 0 0,-7-1 0 16,0 1 0-16,0 0 0 0,0 0 0 0,0-1 0 0,-7 1 0 0,7-1 0 16,1 1 0-16,-8 0 0 0,7 0 0 0,-7-1 0 0,0 1 0 15,8 4 0-15,-8-5 0 0,1 1 0 0,-1 3 0 0,0-3 0 0,1-1 0 16,-1 5 0-16,-6-4 0 0,7 2 0 0,-1-2 0 0,-6 4 0 0,0-5 0 15,0 5 0-15,7-1 0 0,-7-3 0 0,-1 3 0 0,-5-3 0 0,6 3 0 16,-1 1 0-16,-5-1 0 0,6 0 0 0,-7 0 0 0,1 1 0 16,-1 3 0-16,1-4 0 0,-1 1 0 0,1-1 0 0,-1 1 0 15,1 2 0-15,-7-3 0 0,6 5 0 0,-6-5 0 0,6 4 0 0,-6-4 0 16,7 4 0-16,-7 0 0 0,6-3 0 0,-6 3 0 0,0 0 0 16,6 0 0-16,-6 0 0 0,1 0 0 0,-2 0 0 0,1 3 0 0,0 1 0 15,-1 0 0-15,-5-1 0 0,7 1 0 0,-9 3 0 0,9 1 0 16,-1-1 0-16,-7 1 0 0,7-1 0 0,-7 0 0 0,7 4 0 0,-6-3 0 15,5 3 0-15,1 0 0 0,-6-4 0 0,5 4 0 0,-5 0 0 16,6 0 0-16,-7 0 0 0,7 0 0 0,-7 0 0 0,8 4 0 0,-8-4 0 16,7 0 0-16,-6 0 0 0,6 0 0 0,-7 0 0 0,7 0 0 15,-7-4 0-15,7 4 0 0,0 0 0 0,0-4 0 0,-1 4 0 0,2-3 0 16,-1 3 0-16,0-4 0 0,7 0 0 0,-8 4 0 0,7-3 0 16,-6-1 0-16,7 0 0 0,-7 1 0 0,7 3 0 0,-8-4 0 0,1 0 0 15,0 4 0-15,-1 0 0 0,2 0 0 0,-1 0 0 0,0 0 0 16,-1 0 0-16,-5 0 0 0,6 0 0 0,-7 4 0 0,7-4 0 0,-7 4 0 15,7-1 0-15,-6-3 0 0,5 4 0 0,-5-4 0 0,7 4 0 0,-9-4 0 16,9 0 0-16,-1 0 0 0,-7 3 0 0,7-3 0 0,0 0 0 16,-1 0 0-16,-5 0 0 0,6 0 0 0,0 0 0 0,0 4 0 15,0-4 0-15,0 0 0 0,-1 0 0 0,2 0 0 0,-1 0 0 0,6 0 0 16,1 0 0-16,-8 0 0 0,7 0 0 0,1-4 0 0,-1 4 0 16,7 0 0-16,-6 0 0 0,5 0 0 0,-5-3 0 0,7 3 0 0,-1 0 0 15,-1 3 0-15,-5-3 0 0,6 0 0 0,-7 0 0 0,7 0 0 0,0 4 0 16,-7-4 0-16,7 0 0 0,-7 0-39 0,7 4-26 0,1-4-9 15,-8 0-10-15,7 3-10 0,0-3-11 0,0 4-12 0,0-4-15 0,0 4-26 16,-7-4-30-16,7 3-51 0,-7 1-61 0,7 0-54 0,-6-1-53 16,-1 4-39-16,1 1-35 0,-1 0-23 0,1 2-17 0,-1 1-3 15,7 0 6-15,-7 4 13 0,1-4 17 0,-1 4 31 0,1-1 35 0,-1 1 58 16,1-4 68-16,6 3 61 0,-7-3 161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EC70A-F502-4BDD-A00A-8A9C0175DC89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3FA8A-98B0-4AA8-9E57-923243312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C5DF-0E91-4829-8EB2-D640E95B0E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89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3FA8A-98B0-4AA8-9E57-9232433126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472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8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7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33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2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8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28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2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2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0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2065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CC614-345E-7333-AA10-296E689FE1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685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75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76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1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3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3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1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744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072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55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customXml" Target="../ink/ink8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customXml" Target="../ink/ink13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customXml" Target="../ink/ink16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customXml" Target="../ink/ink24.xml"/><Relationship Id="rId4" Type="http://schemas.openxmlformats.org/officeDocument/2006/relationships/image" Target="../media/image44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CA67B6-B341-78B2-0450-4F144AA7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6" y="1308533"/>
            <a:ext cx="3198612" cy="31986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F49640-81CF-184F-1355-BD8BDA1CACDA}"/>
              </a:ext>
            </a:extLst>
          </p:cNvPr>
          <p:cNvSpPr txBox="1"/>
          <p:nvPr/>
        </p:nvSpPr>
        <p:spPr>
          <a:xfrm>
            <a:off x="4346487" y="1452098"/>
            <a:ext cx="7700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国一学长带你学</a:t>
            </a:r>
            <a:endParaRPr kumimoji="0" lang="en-US" altLang="zh-CN" sz="48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嘉立创</a:t>
            </a:r>
            <a:r>
              <a:rPr kumimoji="0" lang="en-US" altLang="zh-CN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EDA</a:t>
            </a: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专业版</a:t>
            </a:r>
            <a:endParaRPr kumimoji="0" lang="en-US" altLang="zh-CN" sz="60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A0031-043B-C3F3-1566-C6704CCD000C}"/>
              </a:ext>
            </a:extLst>
          </p:cNvPr>
          <p:cNvSpPr txBox="1"/>
          <p:nvPr/>
        </p:nvSpPr>
        <p:spPr>
          <a:xfrm>
            <a:off x="7794985" y="3306832"/>
            <a:ext cx="3955058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Expert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电子实验室出品</a:t>
            </a:r>
            <a:endParaRPr kumimoji="0" lang="en-US" altLang="zh-CN" sz="28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D26316-E9C8-F710-FC9A-9D39FBCB6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44" y="4507146"/>
            <a:ext cx="1440431" cy="14404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CB1B0B-9C09-68C0-92FA-ACE355ED4C8A}"/>
              </a:ext>
            </a:extLst>
          </p:cNvPr>
          <p:cNvSpPr txBox="1"/>
          <p:nvPr/>
        </p:nvSpPr>
        <p:spPr>
          <a:xfrm>
            <a:off x="633668" y="4765696"/>
            <a:ext cx="2122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电赛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D4EEB2-FBD3-E5F7-B43E-9A805567A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54" y="4507146"/>
            <a:ext cx="1440431" cy="14404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20DC432-2B65-AC1F-1C49-F022B52F2D93}"/>
              </a:ext>
            </a:extLst>
          </p:cNvPr>
          <p:cNvSpPr txBox="1"/>
          <p:nvPr/>
        </p:nvSpPr>
        <p:spPr>
          <a:xfrm>
            <a:off x="4008128" y="4765696"/>
            <a:ext cx="265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蓝桥杯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92EC17-03C7-6AE3-28CD-8A7094AEA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89" y="4507146"/>
            <a:ext cx="1440431" cy="144043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FDBADE-4187-66E3-2099-167691F9CC41}"/>
              </a:ext>
            </a:extLst>
          </p:cNvPr>
          <p:cNvSpPr txBox="1"/>
          <p:nvPr/>
        </p:nvSpPr>
        <p:spPr>
          <a:xfrm>
            <a:off x="7972424" y="4765696"/>
            <a:ext cx="249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嵌入式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D92C8-F014-65C6-CD17-A8C7685245B4}"/>
              </a:ext>
            </a:extLst>
          </p:cNvPr>
          <p:cNvSpPr txBox="1"/>
          <p:nvPr/>
        </p:nvSpPr>
        <p:spPr>
          <a:xfrm>
            <a:off x="4346487" y="3122167"/>
            <a:ext cx="3495994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大师篇</a:t>
            </a:r>
            <a:endParaRPr kumimoji="0" lang="en-US" altLang="zh-CN" sz="80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srgbClr val="FF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8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930E811-2067-D578-7A25-ED35BCC38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987" y="2130817"/>
            <a:ext cx="2596364" cy="25963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B9A69F7-FB84-C33B-D2AF-A298B0A3BFB5}"/>
              </a:ext>
            </a:extLst>
          </p:cNvPr>
          <p:cNvSpPr txBox="1"/>
          <p:nvPr/>
        </p:nvSpPr>
        <p:spPr>
          <a:xfrm>
            <a:off x="4709220" y="2130817"/>
            <a:ext cx="632545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第三课</a:t>
            </a:r>
            <a:endParaRPr lang="en-US" altLang="zh-CN" sz="40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en-US" altLang="zh-CN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</a:t>
            </a:r>
            <a:r>
              <a:rPr lang="zh-CN" altLang="en-US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电赛开发板电源设计</a:t>
            </a:r>
            <a:endParaRPr lang="en-US" altLang="zh-CN" sz="66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19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A7B5F2B-65B6-F399-EFAE-DAD410DAA19A}"/>
              </a:ext>
            </a:extLst>
          </p:cNvPr>
          <p:cNvSpPr txBox="1"/>
          <p:nvPr/>
        </p:nvSpPr>
        <p:spPr>
          <a:xfrm>
            <a:off x="5388113" y="1245555"/>
            <a:ext cx="141577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05F75F-CC50-C385-3887-CDAA998DC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862987"/>
            <a:ext cx="12192000" cy="355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51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875E4C-5487-7384-1F51-BAFBA2062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044" y="721895"/>
            <a:ext cx="8513911" cy="60315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58D2378-6456-560F-A15A-0D9528D9A1F6}"/>
                  </a:ext>
                </a:extLst>
              </p14:cNvPr>
              <p14:cNvContentPartPr/>
              <p14:nvPr/>
            </p14:nvContentPartPr>
            <p14:xfrm>
              <a:off x="6154560" y="1084320"/>
              <a:ext cx="1271160" cy="794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58D2378-6456-560F-A15A-0D9528D9A1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45200" y="1074960"/>
                <a:ext cx="1289880" cy="81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0250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254E-426B-EC44-33BE-650BF1BF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AEE0B0-C4C5-B617-13C4-4E6840D64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74" t="5357" r="20337" b="73213"/>
          <a:stretch/>
        </p:blipFill>
        <p:spPr>
          <a:xfrm>
            <a:off x="5812030" y="3187906"/>
            <a:ext cx="6177780" cy="282584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6BFE37C-470B-F7B7-D77F-65DFF23CE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541" y="453762"/>
            <a:ext cx="3043556" cy="3043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4A1D56B-2D84-49B1-D674-718DE37BE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90" y="3187906"/>
            <a:ext cx="5468422" cy="28258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5A40A1A-B390-6D80-7C57-5B5897607832}"/>
              </a:ext>
            </a:extLst>
          </p:cNvPr>
          <p:cNvSpPr txBox="1"/>
          <p:nvPr/>
        </p:nvSpPr>
        <p:spPr>
          <a:xfrm>
            <a:off x="7097381" y="1872411"/>
            <a:ext cx="36070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AMS1117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电源芯片</a:t>
            </a:r>
          </a:p>
        </p:txBody>
      </p:sp>
    </p:spTree>
    <p:extLst>
      <p:ext uri="{BB962C8B-B14F-4D97-AF65-F5344CB8AC3E}">
        <p14:creationId xmlns:p14="http://schemas.microsoft.com/office/powerpoint/2010/main" val="2301322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C7370E8-41C2-1E61-B213-527641BF7A2C}"/>
              </a:ext>
            </a:extLst>
          </p:cNvPr>
          <p:cNvSpPr txBox="1"/>
          <p:nvPr/>
        </p:nvSpPr>
        <p:spPr>
          <a:xfrm>
            <a:off x="1089144" y="2644170"/>
            <a:ext cx="101311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电源稳压器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（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Power Regulator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）是一种在电源电压或者负载电流发生变化的时候，依然能够提供稳定输出电压的元件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57515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A99258D-E4C9-23CA-70F9-1B94DD1FF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221" y="648472"/>
            <a:ext cx="9887558" cy="556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6B54AEB-55CE-7271-4A81-90DDF04C44AF}"/>
              </a:ext>
            </a:extLst>
          </p:cNvPr>
          <p:cNvSpPr txBox="1"/>
          <p:nvPr/>
        </p:nvSpPr>
        <p:spPr>
          <a:xfrm>
            <a:off x="0" y="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小灯泡实验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8A08AB-014D-EF34-EC4C-6057B55C29C1}"/>
              </a:ext>
            </a:extLst>
          </p:cNvPr>
          <p:cNvSpPr txBox="1"/>
          <p:nvPr/>
        </p:nvSpPr>
        <p:spPr>
          <a:xfrm>
            <a:off x="9955490" y="3429000"/>
            <a:ext cx="2236510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滑动变阻器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72F2149-1B88-8C5E-798D-D05D9942F2ED}"/>
              </a:ext>
            </a:extLst>
          </p:cNvPr>
          <p:cNvSpPr txBox="1"/>
          <p:nvPr/>
        </p:nvSpPr>
        <p:spPr>
          <a:xfrm>
            <a:off x="5474014" y="5802085"/>
            <a:ext cx="141577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小灯泡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800E04-A441-8865-0621-68350DECF572}"/>
              </a:ext>
            </a:extLst>
          </p:cNvPr>
          <p:cNvSpPr txBox="1"/>
          <p:nvPr/>
        </p:nvSpPr>
        <p:spPr>
          <a:xfrm>
            <a:off x="3625735" y="696598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开关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2613B6-B14C-8A30-E36D-E325EB7ACBAF}"/>
              </a:ext>
            </a:extLst>
          </p:cNvPr>
          <p:cNvSpPr txBox="1"/>
          <p:nvPr/>
        </p:nvSpPr>
        <p:spPr>
          <a:xfrm>
            <a:off x="7277606" y="2389040"/>
            <a:ext cx="141577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电压表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6AAA1C-C4C6-B4C9-079A-A957E4BAD20B}"/>
              </a:ext>
            </a:extLst>
          </p:cNvPr>
          <p:cNvSpPr txBox="1"/>
          <p:nvPr/>
        </p:nvSpPr>
        <p:spPr>
          <a:xfrm>
            <a:off x="1460200" y="2844225"/>
            <a:ext cx="141577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电流表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3CC3A8-40BA-A365-D72F-C6905172E976}"/>
              </a:ext>
            </a:extLst>
          </p:cNvPr>
          <p:cNvSpPr txBox="1"/>
          <p:nvPr/>
        </p:nvSpPr>
        <p:spPr>
          <a:xfrm>
            <a:off x="6488105" y="1090775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0467109A-82F2-1CEC-BCAC-EE55E5A819B4}"/>
                  </a:ext>
                </a:extLst>
              </p14:cNvPr>
              <p14:cNvContentPartPr/>
              <p14:nvPr/>
            </p14:nvContentPartPr>
            <p14:xfrm>
              <a:off x="4053960" y="1197360"/>
              <a:ext cx="5127840" cy="410580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0467109A-82F2-1CEC-BCAC-EE55E5A819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4600" y="1188000"/>
                <a:ext cx="5146560" cy="41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5701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C9AD24-D56C-E8FA-E920-FBB32C58B571}"/>
              </a:ext>
            </a:extLst>
          </p:cNvPr>
          <p:cNvSpPr txBox="1"/>
          <p:nvPr/>
        </p:nvSpPr>
        <p:spPr>
          <a:xfrm>
            <a:off x="209913" y="2997403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观察灯泡亮度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2EEC22-75A3-3BC9-4310-3CF8C6A37D90}"/>
              </a:ext>
            </a:extLst>
          </p:cNvPr>
          <p:cNvSpPr txBox="1"/>
          <p:nvPr/>
        </p:nvSpPr>
        <p:spPr>
          <a:xfrm>
            <a:off x="3734408" y="2352283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太亮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AC5338-8EFB-5CCC-B4A7-BBFCCD9A00C2}"/>
              </a:ext>
            </a:extLst>
          </p:cNvPr>
          <p:cNvSpPr txBox="1"/>
          <p:nvPr/>
        </p:nvSpPr>
        <p:spPr>
          <a:xfrm>
            <a:off x="3734407" y="3700096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太暗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C2DD07-E6EB-2579-F9B1-2E784D58EB7D}"/>
              </a:ext>
            </a:extLst>
          </p:cNvPr>
          <p:cNvSpPr txBox="1"/>
          <p:nvPr/>
        </p:nvSpPr>
        <p:spPr>
          <a:xfrm>
            <a:off x="5497858" y="2352283"/>
            <a:ext cx="305724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调大滑动变阻器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C672C8-AC8B-4338-1365-4D3AA32EF03B}"/>
              </a:ext>
            </a:extLst>
          </p:cNvPr>
          <p:cNvSpPr txBox="1"/>
          <p:nvPr/>
        </p:nvSpPr>
        <p:spPr>
          <a:xfrm>
            <a:off x="5497857" y="3700096"/>
            <a:ext cx="305724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调小滑动变阻器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DB0F69-B89D-E694-5480-DE462209C12A}"/>
              </a:ext>
            </a:extLst>
          </p:cNvPr>
          <p:cNvSpPr txBox="1"/>
          <p:nvPr/>
        </p:nvSpPr>
        <p:spPr>
          <a:xfrm>
            <a:off x="9313153" y="3047111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灯泡功率变化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A4A2460-F38F-9FA2-E420-A82F96883E0C}"/>
              </a:ext>
            </a:extLst>
          </p:cNvPr>
          <p:cNvSpPr/>
          <p:nvPr/>
        </p:nvSpPr>
        <p:spPr>
          <a:xfrm rot="19830808">
            <a:off x="2845985" y="2725520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63B5AC38-DD88-FDE7-C2FE-174E38BEBDFD}"/>
              </a:ext>
            </a:extLst>
          </p:cNvPr>
          <p:cNvSpPr/>
          <p:nvPr/>
        </p:nvSpPr>
        <p:spPr>
          <a:xfrm>
            <a:off x="4739810" y="2523194"/>
            <a:ext cx="816626" cy="264140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2A5933AD-DD14-1F46-8702-90EAEB1F1014}"/>
              </a:ext>
            </a:extLst>
          </p:cNvPr>
          <p:cNvSpPr/>
          <p:nvPr/>
        </p:nvSpPr>
        <p:spPr>
          <a:xfrm>
            <a:off x="4710521" y="3849820"/>
            <a:ext cx="816626" cy="264140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B42C8D13-8098-ED1E-637A-7053F671B45D}"/>
              </a:ext>
            </a:extLst>
          </p:cNvPr>
          <p:cNvSpPr/>
          <p:nvPr/>
        </p:nvSpPr>
        <p:spPr>
          <a:xfrm rot="1671845">
            <a:off x="2843268" y="3639258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520D3B0C-FD0E-ACA5-1DEB-0480C209EA0F}"/>
              </a:ext>
            </a:extLst>
          </p:cNvPr>
          <p:cNvSpPr/>
          <p:nvPr/>
        </p:nvSpPr>
        <p:spPr>
          <a:xfrm rot="2094794">
            <a:off x="8427117" y="2862551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22B16C4B-7903-0E41-A674-C98E64FBEA63}"/>
              </a:ext>
            </a:extLst>
          </p:cNvPr>
          <p:cNvSpPr/>
          <p:nvPr/>
        </p:nvSpPr>
        <p:spPr>
          <a:xfrm rot="19543617">
            <a:off x="8421678" y="3567545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手杖形 18">
            <a:extLst>
              <a:ext uri="{FF2B5EF4-FFF2-40B4-BE49-F238E27FC236}">
                <a16:creationId xmlns:a16="http://schemas.microsoft.com/office/drawing/2014/main" id="{4CAE3ACD-A282-EEF8-8196-6CA1CD1B7E3F}"/>
              </a:ext>
            </a:extLst>
          </p:cNvPr>
          <p:cNvSpPr/>
          <p:nvPr/>
        </p:nvSpPr>
        <p:spPr>
          <a:xfrm rot="10800000">
            <a:off x="1072528" y="3671759"/>
            <a:ext cx="9707765" cy="1491081"/>
          </a:xfrm>
          <a:prstGeom prst="uturnArrow">
            <a:avLst>
              <a:gd name="adj1" fmla="val 6914"/>
              <a:gd name="adj2" fmla="val 16239"/>
              <a:gd name="adj3" fmla="val 26383"/>
              <a:gd name="adj4" fmla="val 43750"/>
              <a:gd name="adj5" fmla="val 100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8153888-2176-753B-2EC0-98D9CBA0D698}"/>
                  </a:ext>
                </a:extLst>
              </p14:cNvPr>
              <p14:cNvContentPartPr/>
              <p14:nvPr/>
            </p14:nvContentPartPr>
            <p14:xfrm>
              <a:off x="1615320" y="2457000"/>
              <a:ext cx="9191160" cy="5619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8153888-2176-753B-2EC0-98D9CBA0D6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5960" y="2447640"/>
                <a:ext cx="9209880" cy="58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050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829F-BD3E-3C6F-7B68-30676810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789AAFF-DB31-C563-8B96-B05545A41187}"/>
              </a:ext>
            </a:extLst>
          </p:cNvPr>
          <p:cNvSpPr txBox="1"/>
          <p:nvPr/>
        </p:nvSpPr>
        <p:spPr>
          <a:xfrm>
            <a:off x="209913" y="2997403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观察灯泡亮度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D01957-4089-A4F2-9101-5EB905726801}"/>
              </a:ext>
            </a:extLst>
          </p:cNvPr>
          <p:cNvSpPr txBox="1"/>
          <p:nvPr/>
        </p:nvSpPr>
        <p:spPr>
          <a:xfrm>
            <a:off x="3734408" y="2352283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太亮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F3BC43-31E5-E226-DD3D-711B56C35BE6}"/>
              </a:ext>
            </a:extLst>
          </p:cNvPr>
          <p:cNvSpPr txBox="1"/>
          <p:nvPr/>
        </p:nvSpPr>
        <p:spPr>
          <a:xfrm>
            <a:off x="3734407" y="3700096"/>
            <a:ext cx="1005403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太暗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436103-44B6-2E2E-3255-C16ACB1A3DD3}"/>
              </a:ext>
            </a:extLst>
          </p:cNvPr>
          <p:cNvSpPr txBox="1"/>
          <p:nvPr/>
        </p:nvSpPr>
        <p:spPr>
          <a:xfrm>
            <a:off x="5497858" y="2352283"/>
            <a:ext cx="305724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调大滑动变阻器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9F7441-2201-65FB-306D-027376FE8B0F}"/>
              </a:ext>
            </a:extLst>
          </p:cNvPr>
          <p:cNvSpPr txBox="1"/>
          <p:nvPr/>
        </p:nvSpPr>
        <p:spPr>
          <a:xfrm>
            <a:off x="5497857" y="3700096"/>
            <a:ext cx="305724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调小滑动变阻器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B86359-870F-3DC7-4CFA-1063B9AC97BA}"/>
              </a:ext>
            </a:extLst>
          </p:cNvPr>
          <p:cNvSpPr txBox="1"/>
          <p:nvPr/>
        </p:nvSpPr>
        <p:spPr>
          <a:xfrm>
            <a:off x="9313153" y="3047111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灯泡功率变化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193EC3B-42CA-327A-AFC7-E6DA12C7EBEB}"/>
              </a:ext>
            </a:extLst>
          </p:cNvPr>
          <p:cNvSpPr/>
          <p:nvPr/>
        </p:nvSpPr>
        <p:spPr>
          <a:xfrm rot="19830808">
            <a:off x="2845985" y="2725520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B4DEB76D-62BE-53B9-5AC2-DB02AB404175}"/>
              </a:ext>
            </a:extLst>
          </p:cNvPr>
          <p:cNvSpPr/>
          <p:nvPr/>
        </p:nvSpPr>
        <p:spPr>
          <a:xfrm>
            <a:off x="4739810" y="2523194"/>
            <a:ext cx="816626" cy="264140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8A4E6CC9-A48E-138F-C8E5-3521D9C04413}"/>
              </a:ext>
            </a:extLst>
          </p:cNvPr>
          <p:cNvSpPr/>
          <p:nvPr/>
        </p:nvSpPr>
        <p:spPr>
          <a:xfrm>
            <a:off x="4710521" y="3849820"/>
            <a:ext cx="816626" cy="264140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67F8A354-6634-67AF-9E73-30379C87AA1E}"/>
              </a:ext>
            </a:extLst>
          </p:cNvPr>
          <p:cNvSpPr/>
          <p:nvPr/>
        </p:nvSpPr>
        <p:spPr>
          <a:xfrm rot="1671845">
            <a:off x="2843268" y="3639258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9C4BE0FA-BE2A-63A9-721E-9540707770E3}"/>
              </a:ext>
            </a:extLst>
          </p:cNvPr>
          <p:cNvSpPr/>
          <p:nvPr/>
        </p:nvSpPr>
        <p:spPr>
          <a:xfrm rot="2094794">
            <a:off x="8427117" y="2862551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E0D22F9-357C-7237-7A6B-08829A647A30}"/>
              </a:ext>
            </a:extLst>
          </p:cNvPr>
          <p:cNvSpPr/>
          <p:nvPr/>
        </p:nvSpPr>
        <p:spPr>
          <a:xfrm rot="19543617">
            <a:off x="8421678" y="3567545"/>
            <a:ext cx="893069" cy="269704"/>
          </a:xfrm>
          <a:prstGeom prst="rightArrow">
            <a:avLst>
              <a:gd name="adj1" fmla="val 29370"/>
              <a:gd name="adj2" fmla="val 8395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手杖形 18">
            <a:extLst>
              <a:ext uri="{FF2B5EF4-FFF2-40B4-BE49-F238E27FC236}">
                <a16:creationId xmlns:a16="http://schemas.microsoft.com/office/drawing/2014/main" id="{2D0AF4AB-1593-A63D-3A82-8391BFB559EF}"/>
              </a:ext>
            </a:extLst>
          </p:cNvPr>
          <p:cNvSpPr/>
          <p:nvPr/>
        </p:nvSpPr>
        <p:spPr>
          <a:xfrm rot="10800000">
            <a:off x="1072528" y="3671759"/>
            <a:ext cx="9707765" cy="1491081"/>
          </a:xfrm>
          <a:prstGeom prst="uturnArrow">
            <a:avLst>
              <a:gd name="adj1" fmla="val 6914"/>
              <a:gd name="adj2" fmla="val 16239"/>
              <a:gd name="adj3" fmla="val 26383"/>
              <a:gd name="adj4" fmla="val 43750"/>
              <a:gd name="adj5" fmla="val 100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28DA863-0733-3A69-1652-7955E8A6842D}"/>
              </a:ext>
            </a:extLst>
          </p:cNvPr>
          <p:cNvSpPr/>
          <p:nvPr/>
        </p:nvSpPr>
        <p:spPr>
          <a:xfrm>
            <a:off x="2790613" y="1900080"/>
            <a:ext cx="6522540" cy="2722574"/>
          </a:xfrm>
          <a:prstGeom prst="round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D07458-BB8E-0259-3BF2-81047590C188}"/>
              </a:ext>
            </a:extLst>
          </p:cNvPr>
          <p:cNvSpPr txBox="1"/>
          <p:nvPr/>
        </p:nvSpPr>
        <p:spPr>
          <a:xfrm>
            <a:off x="5118834" y="1258814"/>
            <a:ext cx="1826141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电路替代</a:t>
            </a:r>
          </a:p>
        </p:txBody>
      </p:sp>
    </p:spTree>
    <p:extLst>
      <p:ext uri="{BB962C8B-B14F-4D97-AF65-F5344CB8AC3E}">
        <p14:creationId xmlns:p14="http://schemas.microsoft.com/office/powerpoint/2010/main" val="232765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F075B820-06BD-FD59-4D36-65CD0E72A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341" y="2577710"/>
            <a:ext cx="3483537" cy="3483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2BB2076-C606-5E5B-5FC1-346205B8E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480" y="1045984"/>
            <a:ext cx="2668906" cy="327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540DA46-2C30-ABAF-15C0-15BA96883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952" y="4319479"/>
            <a:ext cx="2670434" cy="211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CEC3756-64B0-7002-A7F5-3E1BC97CC125}"/>
              </a:ext>
            </a:extLst>
          </p:cNvPr>
          <p:cNvSpPr txBox="1"/>
          <p:nvPr/>
        </p:nvSpPr>
        <p:spPr>
          <a:xfrm>
            <a:off x="904975" y="1045984"/>
            <a:ext cx="63345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(Low Dropout Regulator,低压差线性稳压器)</a:t>
            </a:r>
          </a:p>
        </p:txBody>
      </p:sp>
    </p:spTree>
    <p:extLst>
      <p:ext uri="{BB962C8B-B14F-4D97-AF65-F5344CB8AC3E}">
        <p14:creationId xmlns:p14="http://schemas.microsoft.com/office/powerpoint/2010/main" val="3198602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EF7C3E-A363-9AC0-3C3D-2DF968A63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832" y="763163"/>
            <a:ext cx="7748336" cy="576542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CC18F0A-4D31-5FCA-2FAE-4F93CFC1E750}"/>
              </a:ext>
            </a:extLst>
          </p:cNvPr>
          <p:cNvSpPr txBox="1"/>
          <p:nvPr/>
        </p:nvSpPr>
        <p:spPr>
          <a:xfrm>
            <a:off x="0" y="0"/>
            <a:ext cx="3472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芯片结构框图</a:t>
            </a:r>
          </a:p>
        </p:txBody>
      </p:sp>
    </p:spTree>
    <p:extLst>
      <p:ext uri="{BB962C8B-B14F-4D97-AF65-F5344CB8AC3E}">
        <p14:creationId xmlns:p14="http://schemas.microsoft.com/office/powerpoint/2010/main" val="2275032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8CF236E-A59D-593A-BB94-7F33FA215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18601" r="71469" b="10207"/>
          <a:stretch/>
        </p:blipFill>
        <p:spPr>
          <a:xfrm>
            <a:off x="944910" y="2909718"/>
            <a:ext cx="1426600" cy="322982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17D5ACE-6E05-A89E-41D7-32A6B78BF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6" t="27665" r="45623" b="43119"/>
          <a:stretch/>
        </p:blipFill>
        <p:spPr>
          <a:xfrm>
            <a:off x="3844856" y="770022"/>
            <a:ext cx="1404728" cy="141628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254B6F6-77CF-CE2E-71E3-C14C58A48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17" t="1311" r="26545" b="74123"/>
          <a:stretch/>
        </p:blipFill>
        <p:spPr>
          <a:xfrm>
            <a:off x="7424527" y="680643"/>
            <a:ext cx="1258159" cy="14162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783A71E-632A-9F3E-A55D-945A29416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856" y="2722574"/>
            <a:ext cx="4837830" cy="35997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3E00C5-DF70-8C9A-5E00-7538463AF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7" t="2623" r="1791" b="7941"/>
          <a:stretch/>
        </p:blipFill>
        <p:spPr>
          <a:xfrm>
            <a:off x="10052056" y="2909718"/>
            <a:ext cx="1195034" cy="32298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82F1AAF1-93A9-AFA3-FEDA-2FD060A4B9CA}"/>
                  </a:ext>
                </a:extLst>
              </p14:cNvPr>
              <p14:cNvContentPartPr/>
              <p14:nvPr/>
            </p14:nvContentPartPr>
            <p14:xfrm>
              <a:off x="754920" y="196560"/>
              <a:ext cx="10801800" cy="54165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82F1AAF1-93A9-AFA3-FEDA-2FD060A4B9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560" y="187200"/>
                <a:ext cx="10820520" cy="543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302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7372DB4-8651-9B05-39B5-30D743F43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18601" r="71469" b="10207"/>
          <a:stretch/>
        </p:blipFill>
        <p:spPr>
          <a:xfrm>
            <a:off x="1699563" y="2964720"/>
            <a:ext cx="1426600" cy="322982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8941D94-69E5-F4EE-04A5-63CEC8ED1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6" t="27665" r="45623" b="43119"/>
          <a:stretch/>
        </p:blipFill>
        <p:spPr>
          <a:xfrm>
            <a:off x="1699563" y="935026"/>
            <a:ext cx="1404728" cy="141628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3997DD2-36D9-6ACD-21C3-B996C1E1A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17" t="1311" r="26545" b="74123"/>
          <a:stretch/>
        </p:blipFill>
        <p:spPr>
          <a:xfrm>
            <a:off x="7617032" y="935026"/>
            <a:ext cx="1258159" cy="14162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E98DD22-6678-29F4-5997-6A0E89412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7" t="2623" r="1791" b="7941"/>
          <a:stretch/>
        </p:blipFill>
        <p:spPr>
          <a:xfrm>
            <a:off x="7617032" y="2879417"/>
            <a:ext cx="1258158" cy="34004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CD86410-7162-3E91-592C-12E7CF0789A9}"/>
              </a:ext>
            </a:extLst>
          </p:cNvPr>
          <p:cNvSpPr txBox="1"/>
          <p:nvPr/>
        </p:nvSpPr>
        <p:spPr>
          <a:xfrm>
            <a:off x="3382592" y="1350782"/>
            <a:ext cx="22576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误差放大器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A06EA2-B0EF-077C-226F-798E26FC0DBB}"/>
              </a:ext>
            </a:extLst>
          </p:cNvPr>
          <p:cNvSpPr txBox="1"/>
          <p:nvPr/>
        </p:nvSpPr>
        <p:spPr>
          <a:xfrm>
            <a:off x="9024167" y="1350781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调整管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89728F-AB31-17DF-DB49-2E85D7043FA6}"/>
              </a:ext>
            </a:extLst>
          </p:cNvPr>
          <p:cNvSpPr txBox="1"/>
          <p:nvPr/>
        </p:nvSpPr>
        <p:spPr>
          <a:xfrm>
            <a:off x="3382592" y="428724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电压基准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0AFFEC-243C-C967-5A21-1A8F79B58715}"/>
              </a:ext>
            </a:extLst>
          </p:cNvPr>
          <p:cNvSpPr txBox="1"/>
          <p:nvPr/>
        </p:nvSpPr>
        <p:spPr>
          <a:xfrm>
            <a:off x="9024167" y="428724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采样电路</a:t>
            </a:r>
          </a:p>
        </p:txBody>
      </p:sp>
    </p:spTree>
    <p:extLst>
      <p:ext uri="{BB962C8B-B14F-4D97-AF65-F5344CB8AC3E}">
        <p14:creationId xmlns:p14="http://schemas.microsoft.com/office/powerpoint/2010/main" val="3351209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DADDAD45-A324-C213-966B-4194D0041B15}"/>
              </a:ext>
            </a:extLst>
          </p:cNvPr>
          <p:cNvGrpSpPr/>
          <p:nvPr/>
        </p:nvGrpSpPr>
        <p:grpSpPr>
          <a:xfrm>
            <a:off x="1496916" y="351604"/>
            <a:ext cx="9198168" cy="1377563"/>
            <a:chOff x="209913" y="2352283"/>
            <a:chExt cx="11727421" cy="233806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454BC1E-6674-1499-C31B-6896E4954548}"/>
                </a:ext>
              </a:extLst>
            </p:cNvPr>
            <p:cNvSpPr txBox="1"/>
            <p:nvPr/>
          </p:nvSpPr>
          <p:spPr>
            <a:xfrm>
              <a:off x="209913" y="2997403"/>
              <a:ext cx="2646878" cy="78355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观察灯泡亮度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F15D9D7-3C92-0B24-A026-CC1F8BF979ED}"/>
                </a:ext>
              </a:extLst>
            </p:cNvPr>
            <p:cNvSpPr txBox="1"/>
            <p:nvPr/>
          </p:nvSpPr>
          <p:spPr>
            <a:xfrm>
              <a:off x="3734408" y="2352283"/>
              <a:ext cx="1005403" cy="67908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太亮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48961DF-C2D6-6EE8-4AAC-6EF7A3875F72}"/>
                </a:ext>
              </a:extLst>
            </p:cNvPr>
            <p:cNvSpPr txBox="1"/>
            <p:nvPr/>
          </p:nvSpPr>
          <p:spPr>
            <a:xfrm>
              <a:off x="3734407" y="3700096"/>
              <a:ext cx="1005403" cy="67908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太暗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A9E4656-470A-D8FF-8B57-F8CF0FC2C1CC}"/>
                </a:ext>
              </a:extLst>
            </p:cNvPr>
            <p:cNvSpPr txBox="1"/>
            <p:nvPr/>
          </p:nvSpPr>
          <p:spPr>
            <a:xfrm>
              <a:off x="5497858" y="2352283"/>
              <a:ext cx="3057248" cy="78355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调大滑动变阻器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B11E5E9-9FF6-6AB9-6122-B1D08B752613}"/>
                </a:ext>
              </a:extLst>
            </p:cNvPr>
            <p:cNvSpPr txBox="1"/>
            <p:nvPr/>
          </p:nvSpPr>
          <p:spPr>
            <a:xfrm>
              <a:off x="5497857" y="3700096"/>
              <a:ext cx="3057248" cy="78355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调小滑动变阻器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9EF32E4-8ECF-FA85-2E67-4F6B613FE602}"/>
                </a:ext>
              </a:extLst>
            </p:cNvPr>
            <p:cNvSpPr txBox="1"/>
            <p:nvPr/>
          </p:nvSpPr>
          <p:spPr>
            <a:xfrm>
              <a:off x="9290456" y="2979130"/>
              <a:ext cx="2646878" cy="78355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灯泡功率变化</a:t>
              </a:r>
            </a:p>
          </p:txBody>
        </p:sp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F0CB5A82-3A98-1C84-0FE8-C7D3FAB1B63A}"/>
                </a:ext>
              </a:extLst>
            </p:cNvPr>
            <p:cNvSpPr/>
            <p:nvPr/>
          </p:nvSpPr>
          <p:spPr>
            <a:xfrm rot="19830808">
              <a:off x="2845985" y="2725520"/>
              <a:ext cx="893069" cy="269704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箭头: 右 8">
              <a:extLst>
                <a:ext uri="{FF2B5EF4-FFF2-40B4-BE49-F238E27FC236}">
                  <a16:creationId xmlns:a16="http://schemas.microsoft.com/office/drawing/2014/main" id="{62644D67-6F5D-A571-26AA-90BC59674970}"/>
                </a:ext>
              </a:extLst>
            </p:cNvPr>
            <p:cNvSpPr/>
            <p:nvPr/>
          </p:nvSpPr>
          <p:spPr>
            <a:xfrm>
              <a:off x="4739810" y="2523194"/>
              <a:ext cx="816626" cy="264140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F3835F9D-C56E-E616-45AD-36DE5B823523}"/>
                </a:ext>
              </a:extLst>
            </p:cNvPr>
            <p:cNvSpPr/>
            <p:nvPr/>
          </p:nvSpPr>
          <p:spPr>
            <a:xfrm>
              <a:off x="4710521" y="3849820"/>
              <a:ext cx="816626" cy="264140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192E1CB7-7E4B-7E25-1AD7-37B2C08D8F5D}"/>
                </a:ext>
              </a:extLst>
            </p:cNvPr>
            <p:cNvSpPr/>
            <p:nvPr/>
          </p:nvSpPr>
          <p:spPr>
            <a:xfrm rot="1671845">
              <a:off x="2843268" y="3639258"/>
              <a:ext cx="893069" cy="269704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CD329B8F-7C39-D393-DE72-8C042E113125}"/>
                </a:ext>
              </a:extLst>
            </p:cNvPr>
            <p:cNvSpPr/>
            <p:nvPr/>
          </p:nvSpPr>
          <p:spPr>
            <a:xfrm rot="2094794">
              <a:off x="8419775" y="2779374"/>
              <a:ext cx="893069" cy="269704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80EF9CCC-4098-CB5C-DDCA-AFE1BD291C74}"/>
                </a:ext>
              </a:extLst>
            </p:cNvPr>
            <p:cNvSpPr/>
            <p:nvPr/>
          </p:nvSpPr>
          <p:spPr>
            <a:xfrm rot="19543617">
              <a:off x="8417875" y="3741857"/>
              <a:ext cx="893069" cy="269704"/>
            </a:xfrm>
            <a:prstGeom prst="rightArrow">
              <a:avLst>
                <a:gd name="adj1" fmla="val 29370"/>
                <a:gd name="adj2" fmla="val 8395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箭头: 手杖形 13">
              <a:extLst>
                <a:ext uri="{FF2B5EF4-FFF2-40B4-BE49-F238E27FC236}">
                  <a16:creationId xmlns:a16="http://schemas.microsoft.com/office/drawing/2014/main" id="{C69E77E5-6359-DD7B-2D88-D91EF8D03F53}"/>
                </a:ext>
              </a:extLst>
            </p:cNvPr>
            <p:cNvSpPr/>
            <p:nvPr/>
          </p:nvSpPr>
          <p:spPr>
            <a:xfrm rot="10800000">
              <a:off x="1072527" y="3671759"/>
              <a:ext cx="9707765" cy="1018587"/>
            </a:xfrm>
            <a:prstGeom prst="uturnArrow">
              <a:avLst>
                <a:gd name="adj1" fmla="val 6914"/>
                <a:gd name="adj2" fmla="val 16239"/>
                <a:gd name="adj3" fmla="val 26383"/>
                <a:gd name="adj4" fmla="val 43750"/>
                <a:gd name="adj5" fmla="val 10000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A12298E6-FC56-707F-6FE5-1C10DEBB6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880" y="1778625"/>
            <a:ext cx="6774240" cy="50406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8C16B077-5F24-10FC-1A27-B53026DB4001}"/>
                  </a:ext>
                </a:extLst>
              </p14:cNvPr>
              <p14:cNvContentPartPr/>
              <p14:nvPr/>
            </p14:nvContentPartPr>
            <p14:xfrm>
              <a:off x="1422720" y="77760"/>
              <a:ext cx="9707400" cy="494748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8C16B077-5F24-10FC-1A27-B53026DB40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3360" y="68400"/>
                <a:ext cx="9726120" cy="496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0541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9FA7F0-87BF-08EF-0F32-83AAEAA00948}"/>
              </a:ext>
            </a:extLst>
          </p:cNvPr>
          <p:cNvSpPr txBox="1"/>
          <p:nvPr/>
        </p:nvSpPr>
        <p:spPr>
          <a:xfrm>
            <a:off x="0" y="0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电气特性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84A19E-38B6-A661-B7FA-9FC2D91DD8FA}"/>
              </a:ext>
            </a:extLst>
          </p:cNvPr>
          <p:cNvSpPr txBox="1"/>
          <p:nvPr/>
        </p:nvSpPr>
        <p:spPr>
          <a:xfrm>
            <a:off x="1067373" y="1794394"/>
            <a:ext cx="100572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40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外围器件少，电路简单，成本低，通常只需要一两个旁路电容</a:t>
            </a:r>
            <a:endParaRPr lang="en-US" altLang="zh-CN" sz="400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40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负载响应快，输出纹波小，噪声小</a:t>
            </a:r>
            <a:endParaRPr lang="en-US" altLang="zh-CN" sz="400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效率低，输入输出压差不能太大</a:t>
            </a:r>
            <a:endParaRPr lang="en-US" altLang="zh-CN" sz="40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只能降压</a:t>
            </a:r>
            <a:endParaRPr lang="en-US" altLang="zh-CN" sz="40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输出电流有限，最高可能就只有几</a:t>
            </a:r>
            <a:r>
              <a:rPr lang="en-US" altLang="zh-CN" sz="4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</a:t>
            </a:r>
            <a:endParaRPr lang="zh-CN" altLang="en-US" sz="40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0850A31-A74D-A41A-A46E-5A030EE48EC6}"/>
                  </a:ext>
                </a:extLst>
              </p14:cNvPr>
              <p14:cNvContentPartPr/>
              <p14:nvPr/>
            </p14:nvContentPartPr>
            <p14:xfrm>
              <a:off x="1690200" y="283320"/>
              <a:ext cx="9937080" cy="59601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0850A31-A74D-A41A-A46E-5A030EE48E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0840" y="273960"/>
                <a:ext cx="9955800" cy="597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2266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D9F32A7-934D-8F59-077E-AA529A07F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962" y="763146"/>
            <a:ext cx="5606142" cy="560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87E6378-3F3C-4141-2293-B29FB71F17AF}"/>
              </a:ext>
            </a:extLst>
          </p:cNvPr>
          <p:cNvSpPr txBox="1"/>
          <p:nvPr/>
        </p:nvSpPr>
        <p:spPr>
          <a:xfrm>
            <a:off x="0" y="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小灯泡实验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491CD9DE-ECCC-729A-BC08-CFBE0FC483CA}"/>
              </a:ext>
            </a:extLst>
          </p:cNvPr>
          <p:cNvSpPr/>
          <p:nvPr/>
        </p:nvSpPr>
        <p:spPr>
          <a:xfrm rot="10235243">
            <a:off x="6998943" y="3547597"/>
            <a:ext cx="3148836" cy="460637"/>
          </a:xfrm>
          <a:prstGeom prst="rightArrow">
            <a:avLst>
              <a:gd name="adj1" fmla="val 29370"/>
              <a:gd name="adj2" fmla="val 9833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37B52A-604A-8BC0-5A0B-02E76D784D37}"/>
              </a:ext>
            </a:extLst>
          </p:cNvPr>
          <p:cNvSpPr txBox="1"/>
          <p:nvPr/>
        </p:nvSpPr>
        <p:spPr>
          <a:xfrm>
            <a:off x="9585157" y="284422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开关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0C678BF-B157-487E-C91B-B28271F24E06}"/>
                  </a:ext>
                </a:extLst>
              </p14:cNvPr>
              <p14:cNvContentPartPr/>
              <p14:nvPr/>
            </p14:nvContentPartPr>
            <p14:xfrm>
              <a:off x="3760560" y="1701000"/>
              <a:ext cx="3979080" cy="27900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0C678BF-B157-487E-C91B-B28271F24E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1200" y="1691640"/>
                <a:ext cx="3997800" cy="28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FC324CB-AE2A-0413-E019-3C5F3AC8DA6D}"/>
                  </a:ext>
                </a:extLst>
              </p14:cNvPr>
              <p14:cNvContentPartPr/>
              <p14:nvPr/>
            </p14:nvContentPartPr>
            <p14:xfrm>
              <a:off x="518040" y="800280"/>
              <a:ext cx="8527680" cy="52639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FC324CB-AE2A-0413-E019-3C5F3AC8DA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8680" y="790920"/>
                <a:ext cx="8546400" cy="528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1671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130EB7E-5548-170C-11F8-AC4E37B06791}"/>
              </a:ext>
            </a:extLst>
          </p:cNvPr>
          <p:cNvSpPr txBox="1"/>
          <p:nvPr/>
        </p:nvSpPr>
        <p:spPr>
          <a:xfrm>
            <a:off x="1487189" y="2314917"/>
            <a:ext cx="921762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DC/DC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转换器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一种是开关电源稳压器，指利用电容、电感的储能的特性，通过可控开关（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MOSFET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等）进行高频开关的动作，将输入的电能储存在电容（感）里，当开关断开时，电能再释放给负载，提供能量。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40179EF-5C05-BF99-2A9F-F31D514F49BD}"/>
                  </a:ext>
                </a:extLst>
              </p14:cNvPr>
              <p14:cNvContentPartPr/>
              <p14:nvPr/>
            </p14:nvContentPartPr>
            <p14:xfrm>
              <a:off x="4811040" y="2863080"/>
              <a:ext cx="5055480" cy="1509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40179EF-5C05-BF99-2A9F-F31D514F49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01680" y="2853720"/>
                <a:ext cx="5074200" cy="152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9692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1B9A38E-38AD-47D8-F32B-BE2DAE364005}"/>
              </a:ext>
            </a:extLst>
          </p:cNvPr>
          <p:cNvSpPr txBox="1"/>
          <p:nvPr/>
        </p:nvSpPr>
        <p:spPr>
          <a:xfrm>
            <a:off x="713300" y="2667576"/>
            <a:ext cx="10765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以降压为目的 </a:t>
            </a:r>
            <a:r>
              <a:rPr lang="en-US" altLang="zh-CN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DCDC </a:t>
            </a:r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电源电路称为 </a:t>
            </a:r>
            <a:r>
              <a:rPr lang="en-US" altLang="zh-CN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BUCK </a:t>
            </a:r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</a:t>
            </a:r>
            <a:endParaRPr lang="en-US" altLang="zh-CN" sz="36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以升压为目的的 </a:t>
            </a:r>
            <a:r>
              <a:rPr lang="en-US" altLang="zh-CN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DCDC </a:t>
            </a:r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电源电路称为 </a:t>
            </a:r>
            <a:r>
              <a:rPr lang="en-US" altLang="zh-CN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BOOST </a:t>
            </a:r>
            <a:r>
              <a:rPr lang="zh-CN" altLang="en-US" sz="3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电路。</a:t>
            </a:r>
            <a:endParaRPr lang="en-US" altLang="zh-CN" sz="36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2C8C7C1-99C3-9D56-8C45-5C21C86FDCD6}"/>
                  </a:ext>
                </a:extLst>
              </p14:cNvPr>
              <p14:cNvContentPartPr/>
              <p14:nvPr/>
            </p14:nvContentPartPr>
            <p14:xfrm>
              <a:off x="3521520" y="3117600"/>
              <a:ext cx="7355160" cy="802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2C8C7C1-99C3-9D56-8C45-5C21C86FDC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2160" y="3108240"/>
                <a:ext cx="7373880" cy="82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8612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A526B91-8D22-350E-6F86-EED02935A58C}"/>
              </a:ext>
            </a:extLst>
          </p:cNvPr>
          <p:cNvSpPr txBox="1"/>
          <p:nvPr/>
        </p:nvSpPr>
        <p:spPr>
          <a:xfrm>
            <a:off x="0" y="0"/>
            <a:ext cx="2117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BUCK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148545-F09D-B04E-CE06-F0621F0E2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37" y="1671227"/>
            <a:ext cx="8150325" cy="35155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75E9EA88-D870-6C77-D5B3-2714A0D7462B}"/>
                  </a:ext>
                </a:extLst>
              </p14:cNvPr>
              <p14:cNvContentPartPr/>
              <p14:nvPr/>
            </p14:nvContentPartPr>
            <p14:xfrm>
              <a:off x="1948320" y="1746000"/>
              <a:ext cx="9568800" cy="2241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75E9EA88-D870-6C77-D5B3-2714A0D746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8960" y="1736640"/>
                <a:ext cx="9587520" cy="226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2667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3BC9E1D-2BC8-4697-4624-1EE9C9D46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" r="64903"/>
          <a:stretch/>
        </p:blipFill>
        <p:spPr>
          <a:xfrm>
            <a:off x="2034588" y="837585"/>
            <a:ext cx="1870518" cy="229469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1D1EC78-F7DC-A115-9189-33112EF4E6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66"/>
          <a:stretch/>
        </p:blipFill>
        <p:spPr>
          <a:xfrm>
            <a:off x="7129569" y="839887"/>
            <a:ext cx="3440353" cy="22923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7A8B85D-0B03-A2BF-FAE0-CDC8027F6BE3}"/>
                  </a:ext>
                </a:extLst>
              </p14:cNvPr>
              <p14:cNvContentPartPr/>
              <p14:nvPr/>
            </p14:nvContentPartPr>
            <p14:xfrm>
              <a:off x="804240" y="352080"/>
              <a:ext cx="9805320" cy="31917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7A8B85D-0B03-A2BF-FAE0-CDC8027F6B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4880" y="342720"/>
                <a:ext cx="9824040" cy="32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FDBBF5BB-EBA5-78C0-89F6-F324963DBF95}"/>
                  </a:ext>
                </a:extLst>
              </p14:cNvPr>
              <p14:cNvContentPartPr/>
              <p14:nvPr/>
            </p14:nvContentPartPr>
            <p14:xfrm>
              <a:off x="1010160" y="764640"/>
              <a:ext cx="10701360" cy="55450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FDBBF5BB-EBA5-78C0-89F6-F324963DBF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0800" y="755280"/>
                <a:ext cx="10720080" cy="556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1274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37D3-3D54-8CBB-4FE3-2FF323D1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8861A92-E940-F1D7-A7BF-462A93C15CF4}"/>
              </a:ext>
            </a:extLst>
          </p:cNvPr>
          <p:cNvSpPr txBox="1"/>
          <p:nvPr/>
        </p:nvSpPr>
        <p:spPr>
          <a:xfrm>
            <a:off x="0" y="0"/>
            <a:ext cx="2117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BUCK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1D1B8C-2D56-A863-AD69-F5ED5B185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184" y="842856"/>
            <a:ext cx="5995632" cy="25861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25DCFB2-DD3D-7EB5-61AD-9BE829E14B1A}"/>
                  </a:ext>
                </a:extLst>
              </p14:cNvPr>
              <p14:cNvContentPartPr/>
              <p14:nvPr/>
            </p14:nvContentPartPr>
            <p14:xfrm>
              <a:off x="292680" y="349560"/>
              <a:ext cx="11433240" cy="61394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25DCFB2-DD3D-7EB5-61AD-9BE829E14B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320" y="340200"/>
                <a:ext cx="11451960" cy="615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165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C2A64-0658-1693-AFDD-9E33370B4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90105BE-A2B2-918C-5471-CB3DA8E9EFED}"/>
              </a:ext>
            </a:extLst>
          </p:cNvPr>
          <p:cNvSpPr txBox="1"/>
          <p:nvPr/>
        </p:nvSpPr>
        <p:spPr>
          <a:xfrm>
            <a:off x="0" y="0"/>
            <a:ext cx="2117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BUCK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335EE6-0E9E-E954-C314-4122DF234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184" y="842856"/>
            <a:ext cx="5995632" cy="25861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76AE1C9-FC7D-BCB9-9FE8-75C073A56FE2}"/>
                  </a:ext>
                </a:extLst>
              </p14:cNvPr>
              <p14:cNvContentPartPr/>
              <p14:nvPr/>
            </p14:nvContentPartPr>
            <p14:xfrm>
              <a:off x="2543400" y="3674160"/>
              <a:ext cx="6952320" cy="26593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76AE1C9-FC7D-BCB9-9FE8-75C073A56F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4040" y="3664800"/>
                <a:ext cx="6971040" cy="267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5F9D140A-DC90-606E-8D86-39415D9C130C}"/>
                  </a:ext>
                </a:extLst>
              </p14:cNvPr>
              <p14:cNvContentPartPr/>
              <p14:nvPr/>
            </p14:nvContentPartPr>
            <p14:xfrm>
              <a:off x="267120" y="560520"/>
              <a:ext cx="9992880" cy="48103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5F9D140A-DC90-606E-8D86-39415D9C13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760" y="551160"/>
                <a:ext cx="10011600" cy="482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124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EABFE42-B0AF-DE4D-B254-33902B3607D0}"/>
              </a:ext>
            </a:extLst>
          </p:cNvPr>
          <p:cNvSpPr txBox="1"/>
          <p:nvPr/>
        </p:nvSpPr>
        <p:spPr>
          <a:xfrm>
            <a:off x="0" y="0"/>
            <a:ext cx="2389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BOOST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646B9B-9D63-3109-56BA-A17357744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422" y="1755787"/>
            <a:ext cx="8063155" cy="33464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62B77C7-6DEA-31D7-D776-08CD30DFA50C}"/>
                  </a:ext>
                </a:extLst>
              </p14:cNvPr>
              <p14:cNvContentPartPr/>
              <p14:nvPr/>
            </p14:nvContentPartPr>
            <p14:xfrm>
              <a:off x="2728800" y="1608480"/>
              <a:ext cx="6082560" cy="23734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62B77C7-6DEA-31D7-D776-08CD30DFA5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9440" y="1599120"/>
                <a:ext cx="6101280" cy="239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5558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EB5B194-9269-0F92-3DFD-DA93BCCE26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5" r="48923" b="-1"/>
          <a:stretch/>
        </p:blipFill>
        <p:spPr>
          <a:xfrm>
            <a:off x="1336659" y="2041932"/>
            <a:ext cx="3042836" cy="244069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3CD7042-61B2-1B90-7755-C9A021FE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45"/>
          <a:stretch/>
        </p:blipFill>
        <p:spPr>
          <a:xfrm>
            <a:off x="7614409" y="2047088"/>
            <a:ext cx="2890690" cy="24406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DCF724C7-606D-C3D0-4751-C23A49B5F87F}"/>
                  </a:ext>
                </a:extLst>
              </p14:cNvPr>
              <p14:cNvContentPartPr/>
              <p14:nvPr/>
            </p14:nvContentPartPr>
            <p14:xfrm>
              <a:off x="2236680" y="1298880"/>
              <a:ext cx="8386920" cy="31064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DCF724C7-606D-C3D0-4751-C23A49B5F8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7320" y="1289520"/>
                <a:ext cx="8405640" cy="312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6442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EFEC728-69D7-6F5F-8075-BF1E77E7F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350" y="769199"/>
            <a:ext cx="5993299" cy="24873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513A6F1-2843-B1CA-5A59-F856790CF103}"/>
                  </a:ext>
                </a:extLst>
              </p14:cNvPr>
              <p14:cNvContentPartPr/>
              <p14:nvPr/>
            </p14:nvContentPartPr>
            <p14:xfrm>
              <a:off x="297720" y="185760"/>
              <a:ext cx="11615760" cy="60195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513A6F1-2843-B1CA-5A59-F856790CF1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360" y="176400"/>
                <a:ext cx="11634480" cy="603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524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0EB263B-0FA5-590F-9D04-614F0D62F718}"/>
              </a:ext>
            </a:extLst>
          </p:cNvPr>
          <p:cNvSpPr txBox="1"/>
          <p:nvPr/>
        </p:nvSpPr>
        <p:spPr>
          <a:xfrm>
            <a:off x="1803878" y="2284145"/>
            <a:ext cx="935426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DC-DC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外围器件多，电路复杂，成本高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DC-DC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负载响应比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慢，输出纹波大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,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噪声大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DC-DC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效率高，输入电压范围宽泛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DC-DC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支持降压和升压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DC-DC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输出电流高，功率大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C7F972-4BBF-B9E4-F17D-BD1840B6944C}"/>
              </a:ext>
            </a:extLst>
          </p:cNvPr>
          <p:cNvSpPr txBox="1"/>
          <p:nvPr/>
        </p:nvSpPr>
        <p:spPr>
          <a:xfrm>
            <a:off x="0" y="0"/>
            <a:ext cx="4570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DCDC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开关电源电气特性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DE92D43-5A70-8FAF-6971-40E112A3C720}"/>
                  </a:ext>
                </a:extLst>
              </p14:cNvPr>
              <p14:cNvContentPartPr/>
              <p14:nvPr/>
            </p14:nvContentPartPr>
            <p14:xfrm>
              <a:off x="4651560" y="2029680"/>
              <a:ext cx="5132520" cy="35452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DE92D43-5A70-8FAF-6971-40E112A3C7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2200" y="2020320"/>
                <a:ext cx="5151240" cy="356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1935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6474357A-3DD2-78F9-D55E-CFD93C2D0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2481"/>
            <a:ext cx="12203119" cy="362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0AE8E88-C038-7767-6148-02A578544316}"/>
              </a:ext>
            </a:extLst>
          </p:cNvPr>
          <p:cNvSpPr txBox="1"/>
          <p:nvPr/>
        </p:nvSpPr>
        <p:spPr>
          <a:xfrm>
            <a:off x="0" y="0"/>
            <a:ext cx="45752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和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DCDC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优劣势对比</a:t>
            </a:r>
          </a:p>
        </p:txBody>
      </p:sp>
    </p:spTree>
    <p:extLst>
      <p:ext uri="{BB962C8B-B14F-4D97-AF65-F5344CB8AC3E}">
        <p14:creationId xmlns:p14="http://schemas.microsoft.com/office/powerpoint/2010/main" val="2258714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3C7A686-BCE6-B867-2CCC-82ED5CD26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117" y="1179655"/>
            <a:ext cx="9707765" cy="449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BFACC2F-8B5F-E68C-5C9F-5888C3A301E9}"/>
              </a:ext>
            </a:extLst>
          </p:cNvPr>
          <p:cNvSpPr txBox="1"/>
          <p:nvPr/>
        </p:nvSpPr>
        <p:spPr>
          <a:xfrm>
            <a:off x="0" y="0"/>
            <a:ext cx="45752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LDO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和</a:t>
            </a:r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DCDC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优劣势对比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02BE5A1-2B2E-FDD3-7B6A-633427464E10}"/>
                  </a:ext>
                </a:extLst>
              </p14:cNvPr>
              <p14:cNvContentPartPr/>
              <p14:nvPr/>
            </p14:nvContentPartPr>
            <p14:xfrm>
              <a:off x="1223640" y="1267200"/>
              <a:ext cx="6241680" cy="24721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02BE5A1-2B2E-FDD3-7B6A-633427464E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4280" y="1257840"/>
                <a:ext cx="6260400" cy="249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2794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A788BC3-F89C-25CA-4C78-CCFAD82A7D2A}"/>
              </a:ext>
            </a:extLst>
          </p:cNvPr>
          <p:cNvSpPr txBox="1"/>
          <p:nvPr/>
        </p:nvSpPr>
        <p:spPr>
          <a:xfrm>
            <a:off x="0" y="0"/>
            <a:ext cx="2724849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MCU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最小系统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529D03-12B8-F588-379E-3B430B413C8E}"/>
              </a:ext>
            </a:extLst>
          </p:cNvPr>
          <p:cNvSpPr txBox="1"/>
          <p:nvPr/>
        </p:nvSpPr>
        <p:spPr>
          <a:xfrm>
            <a:off x="2194229" y="5133935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时钟电路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522E60-2099-C218-362B-43B465DB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42" y="1564807"/>
            <a:ext cx="4875577" cy="17156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A5F658B-F86D-B39E-97A4-583B8B3A7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41" y="3280481"/>
            <a:ext cx="4875577" cy="17822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30D6079-7846-5207-D661-B12537234F1C}"/>
              </a:ext>
            </a:extLst>
          </p:cNvPr>
          <p:cNvSpPr txBox="1"/>
          <p:nvPr/>
        </p:nvSpPr>
        <p:spPr>
          <a:xfrm>
            <a:off x="7659491" y="3501243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6DEAD3-5CED-0C7F-BBF6-893F7C93F692}"/>
              </a:ext>
            </a:extLst>
          </p:cNvPr>
          <p:cNvSpPr txBox="1"/>
          <p:nvPr/>
        </p:nvSpPr>
        <p:spPr>
          <a:xfrm>
            <a:off x="7659492" y="6311614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复位电路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26D9C8-E226-63A4-79F7-5D0064979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508" y="4026228"/>
            <a:ext cx="4939917" cy="22818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A862B3-70B5-D0E0-D1EE-C4455A4AA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0683" y="653143"/>
            <a:ext cx="3611813" cy="284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84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6DF87F-649A-5674-80A1-784D1664D107}"/>
              </a:ext>
            </a:extLst>
          </p:cNvPr>
          <p:cNvSpPr txBox="1"/>
          <p:nvPr/>
        </p:nvSpPr>
        <p:spPr>
          <a:xfrm>
            <a:off x="0" y="0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9847AF-3CE7-FDDF-D1B6-89B6BF375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65" y="842673"/>
            <a:ext cx="7109069" cy="55989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614C729B-E401-1664-B458-F2BCFF09AE75}"/>
                  </a:ext>
                </a:extLst>
              </p14:cNvPr>
              <p14:cNvContentPartPr/>
              <p14:nvPr/>
            </p14:nvContentPartPr>
            <p14:xfrm>
              <a:off x="2980080" y="4590720"/>
              <a:ext cx="3301560" cy="13219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614C729B-E401-1664-B458-F2BCFF09AE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0720" y="4581360"/>
                <a:ext cx="3320280" cy="134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9094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2EA9A4B-B0C8-24DC-3C21-33A000180F49}"/>
              </a:ext>
            </a:extLst>
          </p:cNvPr>
          <p:cNvSpPr txBox="1"/>
          <p:nvPr/>
        </p:nvSpPr>
        <p:spPr>
          <a:xfrm>
            <a:off x="1927200" y="2422494"/>
            <a:ext cx="83375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FF0000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基准电压源</a:t>
            </a:r>
            <a:r>
              <a:rPr lang="zh-CN" altLang="en-US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是一种能提供稳定、精确、不随温度、负载、电源电压变化而波动的电压源。它广泛应用于电子电路中，尤其是在需要高精度和稳定性的</a:t>
            </a:r>
            <a:r>
              <a:rPr lang="zh-CN" altLang="en-US" sz="2800">
                <a:solidFill>
                  <a:srgbClr val="191B1F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场</a:t>
            </a:r>
            <a:r>
              <a:rPr lang="zh-CN" altLang="en-US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合，如模数转换（</a:t>
            </a:r>
            <a:r>
              <a:rPr lang="en-US" altLang="zh-CN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ADC</a:t>
            </a:r>
            <a:r>
              <a:rPr lang="zh-CN" altLang="en-US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）、 数模转换（</a:t>
            </a:r>
            <a:r>
              <a:rPr lang="en-US" altLang="zh-CN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DAC</a:t>
            </a:r>
            <a:r>
              <a:rPr lang="zh-CN" altLang="en-US" sz="2800" i="0">
                <a:solidFill>
                  <a:srgbClr val="191B1F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）、稳压电路、传感器电路等。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AA7E366-C145-C12D-AF8F-6352DE724DFD}"/>
                  </a:ext>
                </a:extLst>
              </p14:cNvPr>
              <p14:cNvContentPartPr/>
              <p14:nvPr/>
            </p14:nvContentPartPr>
            <p14:xfrm>
              <a:off x="1666800" y="2190600"/>
              <a:ext cx="8136000" cy="22356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AA7E366-C145-C12D-AF8F-6352DE724D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7440" y="2181240"/>
                <a:ext cx="8154720" cy="225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6209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D156E03-5763-BCEC-9C9A-FE067945D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000" b="90000" l="10000" r="90000">
                        <a14:foregroundMark x1="71400" y1="9000" x2="69600" y2="11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804" y="2807798"/>
            <a:ext cx="2527921" cy="252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F3772AB-68D9-C4E4-E4A3-9E2AD37AD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873" y="1403899"/>
            <a:ext cx="6480323" cy="405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372FA8C-5DEE-FAC9-D7CD-12E6049284DB}"/>
              </a:ext>
            </a:extLst>
          </p:cNvPr>
          <p:cNvSpPr txBox="1"/>
          <p:nvPr/>
        </p:nvSpPr>
        <p:spPr>
          <a:xfrm>
            <a:off x="1263745" y="1864141"/>
            <a:ext cx="22460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i="0">
                <a:solidFill>
                  <a:srgbClr val="FF0000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基准电压源</a:t>
            </a:r>
            <a:r>
              <a:rPr lang="en-US" altLang="zh-CN" sz="3200" i="0">
                <a:solidFill>
                  <a:srgbClr val="FF0000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TL431</a:t>
            </a:r>
            <a:endParaRPr lang="zh-CN" altLang="en-US" sz="32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3EB5C49-1A4A-342D-7B15-0EBE2CD39A8F}"/>
                  </a:ext>
                </a:extLst>
              </p14:cNvPr>
              <p14:cNvContentPartPr/>
              <p14:nvPr/>
            </p14:nvContentPartPr>
            <p14:xfrm>
              <a:off x="831960" y="1539000"/>
              <a:ext cx="3011040" cy="14605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3EB5C49-1A4A-342D-7B15-0EBE2CD39A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2600" y="1529640"/>
                <a:ext cx="3029760" cy="147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7039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966D81C-A3DB-722A-34A1-2D5DFE54A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10" y="966936"/>
            <a:ext cx="10059367" cy="55741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DF91F30-24C7-68A8-5B3B-6479A9628625}"/>
                  </a:ext>
                </a:extLst>
              </p14:cNvPr>
              <p14:cNvContentPartPr/>
              <p14:nvPr/>
            </p14:nvContentPartPr>
            <p14:xfrm>
              <a:off x="4578840" y="5833080"/>
              <a:ext cx="3219480" cy="9291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DF91F30-24C7-68A8-5B3B-6479A96286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9480" y="5823720"/>
                <a:ext cx="3238200" cy="9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1350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CDE24D-F878-C802-C437-CD754E6BD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019" y="966923"/>
            <a:ext cx="6386978" cy="511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97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B9B06E-BB4B-353F-6A1A-1D6A97704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96" y="1317386"/>
            <a:ext cx="5069807" cy="458180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8FA066C-A5DF-EBF2-F3E9-CD744E089B50}"/>
              </a:ext>
            </a:extLst>
          </p:cNvPr>
          <p:cNvSpPr txBox="1"/>
          <p:nvPr/>
        </p:nvSpPr>
        <p:spPr>
          <a:xfrm>
            <a:off x="-1" y="0"/>
            <a:ext cx="273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TL431</a:t>
            </a:r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应用电路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6584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1961FF-C51A-1876-DDAD-1E49A6EB7F7C}"/>
              </a:ext>
            </a:extLst>
          </p:cNvPr>
          <p:cNvSpPr txBox="1"/>
          <p:nvPr/>
        </p:nvSpPr>
        <p:spPr>
          <a:xfrm>
            <a:off x="-1" y="0"/>
            <a:ext cx="273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TL431</a:t>
            </a:r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应用电路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9B4C2F-39F3-5FDA-6D9E-AD17AD0A0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20" y="1664332"/>
            <a:ext cx="8478159" cy="393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94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974AEEA-6E2E-B867-6CA8-3FF85A1E9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65" y="842673"/>
            <a:ext cx="7109069" cy="559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38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2A15A-1217-331A-4DF9-26EE323D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713F69-BFA7-775D-5E1F-EB2FD7A25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26" t="28839" r="35034" b="24540"/>
          <a:stretch/>
        </p:blipFill>
        <p:spPr>
          <a:xfrm>
            <a:off x="3696560" y="790906"/>
            <a:ext cx="4798880" cy="527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98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406E24-89BD-8EE5-2975-3EF37A161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1619250"/>
            <a:ext cx="8010525" cy="36195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841ECED-6D55-1A84-8285-74560E9FEDAF}"/>
              </a:ext>
            </a:extLst>
          </p:cNvPr>
          <p:cNvSpPr txBox="1"/>
          <p:nvPr/>
        </p:nvSpPr>
        <p:spPr>
          <a:xfrm>
            <a:off x="-1" y="0"/>
            <a:ext cx="273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理想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5883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205E69-4B92-0119-B937-0628190EC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1595437"/>
            <a:ext cx="7820025" cy="36671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1B98E49-599D-93E3-2533-621AB1935AF2}"/>
              </a:ext>
            </a:extLst>
          </p:cNvPr>
          <p:cNvSpPr txBox="1"/>
          <p:nvPr/>
        </p:nvSpPr>
        <p:spPr>
          <a:xfrm>
            <a:off x="-1" y="0"/>
            <a:ext cx="273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实际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5952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F52144-D78A-65D6-B584-AD3EA9338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1828800"/>
            <a:ext cx="80200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70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E40D5A-4AC2-FA6C-378D-BBCA1496F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992" y="1787334"/>
            <a:ext cx="9452016" cy="328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36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3794</TotalTime>
  <Words>449</Words>
  <Application>Microsoft Office PowerPoint</Application>
  <PresentationFormat>宽屏</PresentationFormat>
  <Paragraphs>81</Paragraphs>
  <Slides>42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49" baseType="lpstr">
      <vt:lpstr>等线</vt:lpstr>
      <vt:lpstr>等线 Light</vt:lpstr>
      <vt:lpstr>思源黑体 CN Heavy</vt:lpstr>
      <vt:lpstr>思源黑体 CN Medium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yc x</dc:creator>
  <cp:lastModifiedBy>yc x</cp:lastModifiedBy>
  <cp:revision>97</cp:revision>
  <dcterms:created xsi:type="dcterms:W3CDTF">2024-01-23T04:02:51Z</dcterms:created>
  <dcterms:modified xsi:type="dcterms:W3CDTF">2025-01-17T18:47:58Z</dcterms:modified>
</cp:coreProperties>
</file>