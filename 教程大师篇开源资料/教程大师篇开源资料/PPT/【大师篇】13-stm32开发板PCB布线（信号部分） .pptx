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8"/>
  </p:notesMasterIdLst>
  <p:sldIdLst>
    <p:sldId id="382" r:id="rId3"/>
    <p:sldId id="375" r:id="rId4"/>
    <p:sldId id="383" r:id="rId5"/>
    <p:sldId id="385" r:id="rId6"/>
    <p:sldId id="384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4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856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2-01T15:53:05.6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20541 4916 29 0,'0'-7'150'0,"0"0"16"0,-6-1 18 16,6 5 22-16,0-5 26 0,0 5 30 0,-7-1 32 0,7 0 38 0,0 4 39 16,0-3 4-16,-7-1-14 0,7 4-6 0,0 0-6 0,0 0-5 15,0 0-7-15,0 0-9 0,0 0-15 0,0 0-19 0,0 0-23 0,-6 0-26 16,6 4-29-16,0-4-34 0,0 3-36 0,0 1-30 0,0 3-25 15,0-4-14-15,0 9-9 0,0-5-5 0,0 4-3 0,0 4-3 0,0-1 0 16,6 2 1-16,-6 1 0 0,0 2 1 0,0-1 3 0,0 1-1 16,0 2 0-16,0 1-1 0,0 0 0 0,0 0-4 0,0 4-3 0,0-4-3 15,0 4-3-15,0 3-3 0,0-4-3 0,-6 5-3 0,6-1-3 16,0 1-4-16,-7-1-3 0,7 0-3 0,0 4-3 0,-6 0-3 16,0 0-3-16,6 0-2 0,-7 0 0 0,0 0 0 0,7 0 0 0,-6 0 0 15,0 0 1-15,-2 0 0 0,2 0 0 0,0 0 1 0,6 0-2 0,-7-1 0 16,1-2-2-16,-1 3 0 0,7-4-2 0,-6 0 1 0,6 1-3 15,-7-1 0-15,1-3-2 0,6-1 0 0,0 1-2 0,-6-4-1 16,6 0-2-16,0 0-1 0,0-4 0 0,0 1 0 0,0-5 0 0,0 1-1 16,0 0 1-16,0-5 0 0,0 1 0 0,0-3 0 0,0-1 0 15,0 0 0-15,0-3 1 0,0 0-1 0,0 0 2 0,0-4 1 16,0 0-1-16,0 0 2 0,0 0-1 0,0 0 1 0,0 0-1 0,0 0 1 16,0 0-1-16,0-8 1 0,0 4-1 0,-8-3-2 0,2 0-1 15,6-4 0-15,-6 0-1 0,-1 0-2 0,-6-7-3 0,7 3-4 0,-7-3-3 16,-1-1-3-16,2 1-1 0,5-4-2 0,-6 0-2 0,0 4 0 15,0-4 0-15,0 0 0 0,-1 4 0 0,2-1 2 0,-1 1 1 16,0-1 2-16,0 5 3 0,7-1 3 0,-2 4 3 0,-4 0 4 0,5 0 2 16,7 4 2-16,-7 3 0 0,1-3 0 0,6 3-1 0,-6 4 1 15,6-3-2-15,0 3 1 0,0 0-2 0,0 3-1 0,0 1 1 0,0 3-1 16,0-3 1-16,0 7 0 0,6 0-1 0,0 0 0 0,-6 3 2 0,7 1 0 16,0 3 2-16,-1 1 1 0,0-1 4 0,2 4 2 15,-2-4 2-15,0 4 2 0,1 0 3 0,6 0 2 0,-7 1 0 0,1-2 2 16,5 1 1-16,-4 4 2 0,4-4 0 0,2 0 1 0,-8-4 0 0,7 4-1 15,0-3-2-15,-6-1-2 0,5 0 0 0,2 0-17 0,-1-3-1 16,-7-4 0-16,7 4 0 0,0-4 0 0,1-1 0 0,-2-2 0 16,1-4 0-16,0 0 0 0,6-1 0 0,-5-3 0 0,6-3 0 0,-1-1 0 15,1-8 0-15,-1 2 0 0,7-9 0 0,-6 1 0 0,6-8 0 16,0 1 0-16,-1-5 0 0,1 1 0 0,1-4-64 0,5 0-36 0,-6-3-29 16,1 2-50-16,-1 2-63 0,0-1-79 0,-1 0-87 0,1 7-77 15,1-3-71-15,-7 3-31 0,6 4-12 0,-7 0 3 0,1 4 10 0,-2 0 18 16,2-1 19-16,0 8 25 0,-1-4 27 0,1 4 50 0,0 1 63 15,-1 2 78-15,-6 1 242 0</inkml:trace>
  <inkml:trace contextRef="#ctx0" brushRef="#br0" timeOffset="949.38">23295 5103 91 0,'0'-15'169'0,"0"8"24"0,0-4 26 0,0 4 33 15,-6 3 33-15,6-3 37 0,0 7 38 0,0-4 33 0,0 4 31 0,0 0-10 16,0 0-29-16,-6 0-18 0,6 4-12 0,0-1-8 0,0 1-9 16,0 3-14-16,0 4-17 0,-6 4-23 0,6 0-27 0,0 3-28 15,0 4-29-15,0 4-28 0,-7 3-27 0,7 0-17 0,0 4-11 0,0 4-9 16,0 0-6-16,-7 3-5 0,7-4-6 0,0 9-7 0,0-5-6 16,-6 3-7-16,6 1-5 0,0-3-6 0,-7 3-5 0,7 0-5 15,0 0-4-15,-6 0-4 0,0-4-3 0,6 4-3 0,0-4-2 0,-8 0-3 16,8-3-7-16,-6 0-24 0,6-1 0 0,0-3 0 0,-6 0 0 15,6-4 0-15,0-3 0 0,0 0 0 0,0-4 0 0,0-4 0 0,0 0 0 16,0-3 0-16,0 0 0 0,0-4 0 0,0-4 0 0,0 1 0 16,0-5 0-16,0 1 0 0,0 0 0 0,0-4 0 0,0 0 0 0,0 0 0 15,0-4 0-15,-7 0 0 0,7 1 0 0,-7-5 0 0,1 1 0 16,-7 0 0-16,7-5 0 0,-8-2 0 0,2-1 0 0,-2 1 0 0,2-1 0 16,-8-3 0-16,7-1 0 0,-7-3 0 0,1 4 0 0,-1-4 0 15,0 4 0-15,8-1 0 0,-8 1 0 0,7 0 0 0,-7 3 0 16,8 1 0-16,-2 3 0 0,8-4 0 0,-7 7 0 0,7-3 0 0,-1 4 0 15,0 0 0-15,1 3 0 0,6 0 0 0,0 4 0 0,-6-3 0 16,6 3 0-16,0 0 0 0,0 3 0 0,6 1 0 0,-6 3 0 0,6 1 0 16,-6-1 0-16,7 4 0 0,0 0 0 0,-1 0 0 0,1 3 0 15,-1 5 0-15,0-4 0 0,2-1 0 0,4 5 0 0,-6-1 0 0,8 0 0 16,-8 0 0-16,7 1 0 0,-7-1 0 0,8 1 0 0,-8-1 0 16,8 0 0-16,-2 0 0 0,-5 1 0 0,6-1 0 0,-6-3 0 15,5 3 0-15,2-3 0 0,-8-1 0 0,7-3 0 0,-6 0 0 0,6 0 0 16,-7 0 0-16,7-3 0 0,-6-1 0 0,5-3 0 0,2-1 0 15,-8-3 0-15,7-3 0 0,0-1 0 0,6-7 0 0,-5 0 0 0,5-4 0 16,1-3 0-16,0-7 0 0,5-1 0 0,8-7 0 0,-7 0 0 16,6-4 0-16,8-3 0 0,-8-1 0 0,7-2 0 0,0-1-107 0,7 0-57 15,-7 3-67-15,0-2-83 0,1 2-88 0,-2 4-89 0,1 1-55 16,0 3-41-16,-6 4-12 0,0 3-1 0,0 0 7 0,-8 4 14 0,1 4 18 16,-6 0 20-16,0 7 29 0,-8 0 31 0,1 4 67 15,1-1 85-15</inkml:trace>
  <inkml:trace contextRef="#ctx0" brushRef="#br0" timeOffset="2416.61">25061 4660 0 0,'13'-8'11'0,"0"5"176"0,-6-5 14 0,5 1 18 16,-12 3 24-16,6 4 30 0,2-3 36 0,-8-1 44 0,0 4 48 16,0 0 34-16,0 4 30 0,0-1-21 0,0-3-44 0,0 8-29 0,0-5-20 15,0 5-10-15,-8-1-7 0,8 4-12 0,0 0-15 0,0 0-25 16,-6 3-32-16,0 5-39 0,6-1-46 0,-6 1-32 0,-1-1-27 0,-6 4-18 16,6 0-16-16,-5 3-9 0,-2 1-8 0,-6-4-9 0,8 4-7 15,-8 3-7-15,1-3-9 0,-7 3-13 0,6-4-15 0,-6 5-15 16,0-4-17-16,0 3-18 0,-6 1-20 0,5-5-26 0,1 1-32 0,0-1-46 15,0-3-56-15,0-4-62 0,7-3-69 0,-1 0-59 0,7-4-56 16,0-8-29-16,6 1-18 0,7-8-1 0,0-3 7 0,7-4 12 0,6 0 16 16,0-7 25-16,0-1 29 0,6-2 46 0,8-1 55 0,-1-4 62 15,0 1 156-15</inkml:trace>
  <inkml:trace contextRef="#ctx0" brushRef="#br0" timeOffset="2600.53">24937 4993 0 0,'27'-15'77'0,"-9"1"80"0,-4-1 18 16,5 4 25-16,-5 0 31 0,-2 4 40 0,2 0 46 0,-2-1 49 15,-5 1 52-15,6 3 15 0,0 1-5 0,-1-2-14 0,2 2-17 0,-1 0-10 16,0-1-5-16,6 0-8 0,1-3-8 0,0 3-19 0,-1 0-25 15,7 1-35-15,-6-1-43 0,6-3-47 0,-1 3-49 0,2-3-30 16,5-1-23-16,-6 5-15 0,1-5-12 0,5 1-13 0,-6 0-10 0,7 3-8 16,-7-3-9-16,0 0-6 0,-1 3-5 0,-5 0-9 0,0-3-8 0,-1 3-13 15,1 4-13-15,-7-3-18 0,0-1-19 0,0 0-28 0,-6 4-31 16,-1 0-49-16,1-3-54 0,-7 3-73 0,0 0-84 0,0 0-66 16,-7 0-62-16,1 3-26 0,-7 1-10 0,0 0 2 0,-1 3 7 0,-5-3 16 15,-7 7 17-15,0-4 26 0,-7 0 32 0,7 4 46 0,-13 0 55 16</inkml:trace>
  <inkml:trace contextRef="#ctx0" brushRef="#br0" timeOffset="3016.32">24976 5070 0 0,'-12'18'213'15,"4"-3"76"-15,2 3 21 0,0 0 23 0,-7 1 23 0,6 3 34 16,0 0 41-16,1 0 27 0,0 0 24 0,6 0 14 0,-7 0 11 0,0 4-46 16,7-1-77-16,-6-3-59 0,6 4-51 0,-6-4-32 0,6 3-20 15,-7-2-22-15,7-2-22 0,0 1-35 0,-7 0-40 0,7 0-30 0,0-4-25 16,0 4-22-16,-6-3-20 0,6-4-24 0,0-1-22 0,0 1-32 15,-7-4-35-15,7 0-43 0,0 0-50 0,0-8-59 0,0 5-63 16,0-5-51-16,0-3-43 0,0 0-36 0,7-3-35 0,-7-5-12 0,6 1-4 16,1-4 10-16,0 0 14 0,-1-3 26 0,0-5 30 0,1 1 44 15,0-4 47-15,5 0 81 0,-5 0 99 0,6 0 74 0,-6 0 66 0,-1 0 54 16,0 0 56-16,-6 3 42 0,8 1 35 0,-2 4 38 0,-6-5 38 16,0 8 41-16,0-3 41 0,6 3 42 0,-6 4 44 0,0-4 3 0,0 3-15 15,6 0-11-15,-6 1-11 0,7 0-10 0,0 0-8 0,-1-1-15 16,7 5-15-16,-7-5-25 0,8 5-28 0,-2-1-36 0,8 0-36 15,-7 1-37-15,7-1-37 0,0 4-23 0,5-4-16 0,-5 4-10 16,6 0-6-16,-6 0-7 0,5 4-6 0,1-4-7 0,-6 4-7 0,7 3-6 16,-1-3-3-16,-7-1-4 0,7 5-5 0,-6-1-3 0,-1 1-4 0,1 2-6 15,-1 2-4-15,0-1-3 0,-5 3-3 0,-1 1-2 0,0-4 0 16,0 7-2-16,-7-3 0 0,0 3-3 0,-6 0 0 0,8 0-1 16,-8 1-2-16,-8 3-1 0,8-4-2 0,-6 4-9 0,0-4-10 0,-1 1-15 15,1 3-18-15,-7-7-19 0,6 3-21 0,-6-3-39 0,0-1-50 16,-7 1-72-16,8-4-80 0,-8-4-73 0,7 0-66 0,-7 1-46 0,1-5-35 15,-1 1-10-15,0 0 2 0,-5-4 9 0,5 0 15 0,0 0 17 16,2 0 19-16,-2-4 40 0,0 0 48 0,1 1 71 0,-1-1 81 0</inkml:trace>
  <inkml:trace contextRef="#ctx0" brushRef="#br0" timeOffset="3199.37">25041 5649 0 0,'-6'-4'71'0,"0"4"164"0,-2-3 31 0,2 3 37 0,-7-4 38 0,7 4 41 16,6-4 43-16,-7 4 27 0,7-3 17 0,-7 3 12 0,7-4 9 15,0 0-37-15,0 4-60 0,7-3-44 0,-7-1-35 0,7 0-31 0,6-3-26 16,-7 3-33-16,8-3-35 0,-2-1-40 0,8 1-40 0,-1 0-25 15,1-1-18-15,0-3-11 0,-1 4-8 0,1 0-8 0,6 0-6 0,-7-1-12 16,1 1-15-16,0 0-19 0,-2 3-22 0,2-3-37 0,-7 3-46 16,1 4-55-16,-2-4-57 0,-6 1-60 0,2 3-61 0,-2 0-52 15,-6 3-47-15,0-3-33 0,-6 4-25 0,6 3-6 0,-14 1 2 0,8-1 10 16,-7 4 16-16,0 0 33 0,0 0 41 0,-7 3 53 0,0 1 55 0,1-4 59 16,-1 4 172-16</inkml:trace>
  <inkml:trace contextRef="#ctx0" brushRef="#br0" timeOffset="3765.57">25002 5736 159 0,'-6'8'191'0,"-8"-5"19"0,8 5 21 0,-6-4 24 15,4 0 28-15,2-4 19 0,0 3 14 0,6-3 12 0,0 4 9 16,0-4-25-16,0 0-44 0,0-4-19 0,0 4-6 0,6-3 2 16,0 3 5-16,2-4-7 0,4 0-12 0,1 1-18 0,-6-2-22 0,12 2-15 15,-5 0-12-15,-2-2-9 0,8 2-4 0,-1-4-10 0,1-1-11 16,-8 5-19-16,2-1-22 0,5 0-22 0,-5 1-17 0,-2-1-12 0,-4 0-6 16,4 4-5-16,-12-3-2 0,6 3-1 0,-6 3-1 0,0-3-3 15,-6 4-3-15,6 3-1 0,-12 1 0 0,-2-1-1 0,1 7 0 0,-7-3-1 16,0 5 1-16,-5 2-1 0,5-4 0 0,-6 8-2 0,0-3-4 15,0-1-1-15,1 4 3 0,-2-4 2 0,1 4 3 0,0-3 3 16,6-1 2-16,-5 0 2 0,5 0 0 0,6-3 2 0,2-4 0 0,-1 4-2 16,0-8-1-16,6 4 0 0,1-3 0 0,6-1-4 0,0-3-2 15,0-1-4-15,6 1-3 0,1-1-3 0,-1-3-2 0,1 4-2 0,6-4-1 16,-1 0-1-16,2 0 0 0,6 0 0 0,-8-4 0 0,8 4 1 16,6-3 1-16,-7-1 0 0,8-3-1 0,-1 0 0 0,0 2 0 0,-1-5 0 15,9 3 1-15,-9-5 1 0,7 5 0 0,1-4-2 0,1 0 2 16,-9 4 0-16,7-4 0 0,-6 3-1 0,7 1 1 0,-13 0 0 15,6 0 1-15,-7 3-1 0,1 0 3 0,-7 4 2 0,6 0 5 0,-12 0 6 16,0 4 8-16,-1 0 4 0,-6-1 6 0,0 4 3 0,0 4 1 16,-6-3 2-16,-1 6 2 0,-6-3 0 0,0 4 1 0,0 0 0 15,0 3 0-15,-7-3-3 0,0-1-5 0,2 1-7 0,-2 0-6 0,1 3-6 16,-1-7-3-16,-6 3-3 0,6 2-3 0,-5-2-1 0,-2-3-1 0,1 4-6 16,0-4-9-16,0 0-12 0,-1 0-13 0,1-4-16 0,-6 4-16 15,7-4-20-15,-2-3-21 0,1-1-37 0,0 1-45 0,0-4-46 16,0-4-49-16,-1 1-44 0,8-1-42 0,0-3-26 0,6-4-16 0,-7 0-4 15,14 0 5-15,-7 0 9 0,13-4 13 0,-7 4 17 0,7-4 22 16,7 4 36-16,-1-3 44 0,1 3 46 0,-1 4 50 0,0-4 49 0,8 3 49 16,-1 5 42-16,0-1 38 0,0 0 33 0,-1 4 30 0,8 4 35 15,-6 0 35-15,5 3 36 0,1 0 36 0,-1 4 40 0,7 0 43 0,-6 0 28 16,6 7 17-16,0-3 9 0,-1 4 3 0,1-1-6 0,1 4-8 16,5-4-16-16,-6 4-18 0,1-4-28 0,5 4-34 0,-6-3-33 15,7 3-36-15,-1-4-39 0,-5-3-45 0,5 3-33 0,-6-3-28 0,7-4-38 16,-1-1-40-16,-6 2-64 0,7-5-74 0,-7 1-76 0,-1-5-77 15,2-3-59-15,-1 0-52 0,0 0-26 0,-6-3-11 0,5-5-7 0,-5 5-4 16,0-8 6-16,-1 3 9 0,-6-7 23 0,6 4 32 0,1-7 56 16,-7 3 70-16</inkml:trace>
  <inkml:trace contextRef="#ctx0" brushRef="#br0" timeOffset="4166.81">26428 5198 0 0,'7'-25'91'0,"6"6"204"0,-6-3 54 0,-1 4 43 0,-6 3 42 0,6 1 32 0,-6-1 29 0,0 8 27 0,0-4 23 16,-6 3 21-16,6 5 18 0,-6-1-23 0,6 1-44 0,-7 3-63 15,1 0-70-15,-1 3-57 0,-6 1-51 0,-1-1-44 0,2 5-41 0,-8 3-32 16,1 0-31-16,-7 7-25 0,0 0-25 0,-7 4-36 0,-6 0-42 16,7 8 0-16,-8-1 0 0,-5 4 0 0,6-4 0 0,-7 4 0 0,7 0-19 15,-7 0-58-15,7 0-19 0,7-4-22 0,-1-3-24 0,1 0-39 16,6-4-48-16,7-4-58 0,-1-4-66 0,13-3-50 0,-6-3-45 0,13-1-17 15,0-7-7-15,7 0 8 0,-1-4 11 0,1-3 18 0,5 0 17 16,8-1 23-16,-7 1 23 0,7-4 42 0,0 0 53 0,-8 4 68 16,8-4 78-16,-1 4 72 0,-5 3 71 0,-2 0 61 0,8 1 58 0,-7 3 63 15,0 3 66-15,0 5 48 0,1-1 41 0,-2 0 28 0,-6 8 24 16,8 0 16-16,-8 6 15 0,7-2 4 0,-7 7 3 0,2-1-9 0,-2 4-12 16,6 1-23-16,-12-1-30 0,8 1-47 0,-2 2-54 0,0-2-42 15,-6 3-35-15,7-4-24 0,-7 0-20 0,0 4-44 0,0-4-99 0,0 1 0 16,0-5 0-16,0 1 0 0,-7 0 0 0,7-1 0 0,0-3 0 15,-6-3 0-15,6-1 0 0,0-4 0 0,-6 1 0 0,6-4 0 0,0-3 0 16,0-5-188-16,-8 1-124 0,8-4-92 0,0-7-93 0,0-1-63 16,0-7-48-16,8 1-19 0,-2-8-7 0,0-4 9 0,1-3 11 15,-1-4 23-15,1-4 26 0,6-3 33 0,-7-4 36 0,8-4 69 0,-8 5 83 16</inkml:trace>
  <inkml:trace contextRef="#ctx0" brushRef="#br0" timeOffset="4352.18">26617 5150 0 0,'20'-6'114'0,"0"6"188"15,-7-5 52-15,-1 10 42 0,2 1 37 0,-8-2 30 0,7 7 26 0,-6 0 22 16,-1 0 18-16,7 0 17 0,-6 4 14 0,6 3-27 0,-7-3-51 16,0-1-62-16,8 5-67 0,-8-4-57 0,7-1-51 0,-6 1-42 15,6 3-37-15,-7-7-29 0,8 4-26 0,-8-4-26 0,7 0-27 0,-6 0-29 16,5 0-32-16,-5-4-33 0,-1 0-33 0,8 0-39 0,-14 1-45 0,6-4-67 16,0 3-76-16,-6-7-78 0,0 3-79 0,0-3-57 0,-6 5-44 15,6-2-19-15,-6 1-4 0,-8-4 8 0,8 3 14 0,-7-3 19 16,0 0 22-16,0 4 34 0,-1-4 39 0,2 0 63 0,-8 0 75 0</inkml:trace>
  <inkml:trace contextRef="#ctx0" brushRef="#br0" timeOffset="4549.42">26558 5506 0 0,'-12'7'230'0,"-1"-3"70"0,0 0 28 0,0-1 27 15,6 1 28-15,-6 0 27 0,7-1 27 0,6-3 21 0,0 0 21 16,0 0 15-16,0 4 15 0,6-4-41 0,0 0-69 0,8-4-55 0,-1 4-44 16,6 0-27-16,0 0-18 0,1 0-20 0,6-3-21 0,1 3-24 15,-1-4-24-15,-1 4-20 0,1-4-19 0,7 4-16 0,-7-3-14 0,0 3-14 16,0-4-14-16,1 4-17 0,-8-4-18 0,7 4-21 0,-6-3-23 15,-8 3-24-15,8 0-24 0,-7 0-25 0,-7 0-26 0,8 0-42 16,-14 0-51-16,6 0-71 0,-6 0-81 0,-6 0-71 0,-1 3-65 0,0-3-41 16,1 4-30-16,-7 3-8 0,0-3 5 0,-6 3 12 0,5-3 16 0,-5 3 20 15,-7 4 23-15,6-4 39 0,-6 4 51 0,1 0 71 0,-2 1 79 16</inkml:trace>
  <inkml:trace contextRef="#ctx0" brushRef="#br0" timeOffset="4968.32">26500 5711 182 0,'-19'11'209'0,"-1"0"9"15,7-3 8-15,0-2 10 0,0 2 11 0,7 0 17 0,-2-1 16 16,2-4 16-16,6 5 17 0,0-5-20 0,6 1-41 0,-6 0-35 0,8-1-34 15,4 1-21-15,-5 0-16 0,6-1-10 0,0 1-6 0,0 0-20 16,6-1-24-16,-5-3-39 0,5 4-51 0,1-4-52 0,0 0-53 16,5 4-45-16,-5-4-41 0,0 0-34 0,6-4-30 0,-1 4-31 0,-5 0-34 15,6 0-14-15,7-4-9 0,-7 4 4 0,0 0 11 0,7 0 24 16,-7 0 31-16,-1 0 36 0,8 0 37 0,-7 0 58 0,0 0 71 0,-6 0 73 16,-1 0 43-16,1 0 82 0,-8 0 80 0,2 4 78 0,-8 0 77 15,0-4 58-15,2 3 52 0,-8 1 33 0,-8 0 27 0,2-1 18 0,0 1 14 16,-8-1-15-16,2 1-31 0,-1 3-29 0,-7 1-32 0,0-5-40 15,-6 8-45-15,1-3-61 0,-1 3-67 0,-7 0-56 0,1 0-48 0,-1 4-34 16,-7-1-25-16,2 1-18 0,-1-1-15 0,0 5-11 0,-1-1-12 16,1 1-9-16,-6-2-5 0,5 6-5 0,2-5-4 0,-1 0-1 15,-1 1-2-15,7-1 0 0,-5 1-1 0,11-1-1 0,-5-4 1 0,6 1 0 16,7 0-1-16,-1-4 0 0,0 0 0 0,7-4-1 0,7 0-1 16,-7 0 0-16,13-3 1 0,0 0 0 0,0-4 1 0,0 3 2 15,7-3 4-15,-1 4 7 0,0-4 7 0,7 0 11 0,7 0 14 0,0 4 13 16,-1-4 16-16,7 0 14 0,0 0-81 0,7 3 0 0,-1-3 0 0,1 0 0 15,5 0 0-15,9 0 0 0,-9 0 0 0,8 0 0 0,-7-3 0 16,6 3 0-16,2 0 0 0,-2-4 0 0,-6 4 0 0,0 0 0 0,0 0 0 16,-6-4 0-16,6 4 0 0,-6 0 0 0,-8 0 0 0,9 0 0 15,-16 0 0-15,9 0 0 0,-7 0 0 0,-2 0 0 0,-4 0 0 16,-1-3 0-16,-7 3 0 0,8 0 0 0,-8-4 0 0,-6 4-407 0,0 0-336 16,0 0-29-16,0 0-2 0,0-4 17 0,0 4 29 0,-6-3 35 15,-1 3 36-15,0 0 44 0,-6 3 45 0,1 1 55 0,-2 0 60 0,-6 3 91 16,8 0 211-16</inkml:trace>
  <inkml:trace contextRef="#ctx0" brushRef="#br0" timeOffset="29365.42">20580 8019 0 0,'0'-4'11'0,"-7"4"120"0,7-3 7 0,0-1 10 0,-6 4 15 0,6-4 18 0,-6 4 22 16,6-4 26-16,-7 1 28 0,7 3 9 0,-7-4 1 0,7 1-2 0,-6 3-4 16,0-4 6-16,6 0 10 0,-7 1 8 0,0-1 10 0,7 0-1 15,-6 1-5-15,-1-1-13 0,7 0-16 0,-6 1-20 0,0-1-21 16,-1 0-23-16,7 1-20 0,-7 0-18 0,1-1-16 0,0 0-18 0,-2 0-18 16,2 1-14-16,0 3-12 0,-1-4-7 0,7 0-5 0,-6 1-2 15,-7-1-2-15,6 4-2 0,1-5-3 0,0 3-3 0,-2 2-3 0,-4-4-2 16,5 0-3-16,-6 4-1 0,0-3-4 0,0-1 0 0,0 4 0 15,0-4 0-15,-7 4 0 0,8-4-3 0,-8 4-2 0,6 0-1 16,-5 0-1-16,0-3 3 0,0 3 2 0,-8 3 0 0,8-3-1 0,-1 0 0 16,1 4-2-16,-1-4 0 0,-6 0-3 0,7 4-2 0,-1 0-2 0,0-1-3 15,1-3-1-15,-1 4-1 0,8 0-2 0,-8-2-3 0,0 3-4 16,1-1-1-16,5 3-3 0,-5-3-2 0,-1-1 0 0,0 5-2 16,2-4-1-16,-2 2-1 0,1 2 0 0,-1-1 0 0,0 0 0 0,1 1-1 15,-1-1-2-15,0 0 0 0,1 0-1 0,-1 1 1 0,8 3-1 0,-8 0 0 16,7-3-1-16,-7 3 0 0,1-2 0 0,6 3 0 0,-7-1-1 15,7 4 1-15,-6-4 0 0,6 4 0 0,-7-1-1 0,7 1 2 16,0 4 0-16,-6-6-1 0,5 6 2 0,2-4 0 0,-8 3 0 0,7 0 2 16,0 1-1-16,0-1 0 0,0 4 0 0,6-3 2 0,-6 3-1 15,7-4 0-15,-7 4-1 0,6 0-1 0,1 0 0 0,0-4-1 16,-2 4-1-16,2 0 0 0,6 0-1 0,-6-4 0 0,6 4 0 0,0 1-2 16,0-6 1-16,0 6-1 0,0-5-1 0,0 0 0 0,0 4 1 0,6-7 1 15,-6 3 0-15,6 1-1 0,2-5 1 0,-2 5-1 0,0-5 0 16,1 1 0-16,6 3 1 0,-7-3-1 0,7-1 0 0,-6 1 1 15,6-1-1-15,0 2 1 0,0-2 1 0,0 1 0 0,0-1-1 0,6 1 1 16,-5 3 1-16,5-3 0 0,-6-1 1 0,0 2 0 0,7 1 0 16,0-2 1-16,-1 0-1 0,1 0 1 0,-8 3 0 0,8-4 0 0,-1 1 0 15,1 3 0-15,0-3 1 0,-1-1-2 0,-6 2 1 0,6-2-1 16,1-3 0-16,-7 4-1 0,7-1 1 0,-7-3 0 0,6 0-2 0,-5 0 2 16,5-3 0-16,-6 2-1 0,6-2 3 0,1-1-1 0,0 0 1 15,-1-2 1-15,1 1 1 0,-1-6 0 0,1 4 0 0,0 0 0 16,-2-4 1-16,9 4 2 0,-7-4 0 0,6-4-9 0,-7 4-1 0,7 0 0 15,-6-4 0-15,6 4 0 0,-7-4 0 0,7 1 0 0,-6 3 0 16,6-3 0-16,-7-2 0 0,1 2 0 0,6-1 0 0,-7 0 0 0,1 1 0 16,0 3 0-16,-1-8 0 0,1 5 0 0,0-1 0 0,-1-3 0 15,0 3 0-15,0-3 0 0,1 3 0 0,0-3 0 0,-1 0 0 16,-5-1 0-16,5 1 0 0,0 0 0 0,-6-1 0 0,1 1 0 0,-2-4 0 16,8 4 0-16,-7-5 0 0,0 5 0 0,0-3 0 0,1 2 0 15,-8-3 0-15,6 0 0 0,2 0 0 0,-8 0 0 0,7 4 0 0,-6-4 0 16,0-4 0-16,5 4 0 0,-6 0 0 0,2-3 0 0,-2 2 0 15,0-2 0-15,1-1 0 0,-1 4 0 0,1-4 0 0,0-3 0 16,-1 4 0-16,0-1 0 0,2 0 0 0,-2 0 0 0,0-3 0 0,-6 3 0 16,6 1 0-16,1-1 0 0,0 1 0 0,-7-1 0 0,6 4 0 0,1-3 0 15,-7 3 0-15,6 0 0 0,0 0 0 0,-6 0 0 0,8 3 0 16,-8 1 0-16,0-1 0 0,6 1 0 0,-6 0 0 0,0 3 0 16,0-3 0-16,0 3 0 0,6-3 0 0,-6 3 0 0,0 0 0 0,0 1 0 15,0-1 0-15,0 1 0 0,0-5 0 0,0 5 0 0,0-1 0 16,0-3 0-16,0 3 0 0,0-3 0 0,0 3 0 0,-6-3 0 0,6-1 0 15,0 1 0-15,0-4 0 0,0 3 0 0,-6 1 0 0,6-4 0 16,0 4 0-16,-8-4 0 0,8 4 0 0,0-4 0 0,-6 0 0 16,6 0 0-16,0 3 0 0,-6-4 0 0,6 3 0 0,0 1 0 0,-7-3 0 15,7 3 0-15,-6-2 0 0,6 2 0 0,0 1 0 0,-7 0 0 16,7-1 0-16,-7 1 0 0,7 0 0 0,-6-1 0 0,6 1 0 0,-6 3 0 16,6-3 0-16,-6 0 0 0,6 3 0 0,-8-3 0 0,2 0 0 15,6 3 0-15,-6-1 0 0,-1-2 0 0,0 4 0 0,1-4 0 16,6 3 0-16,-7-3 0 0,1 3 0 0,0 0 0 0,-2-3 0 0,-4 3 0 15,6-3 0-15,-1 4 0 0,0-5 0 0,1 4 0 0,-1-3 0 16,1 3 0-16,-8-3 0 0,8 4 0 0,0-1 0 0,0-3 0 0,-2 3 0 16,2-3 0-16,0-1 0 0,-1 5 0 0,7-1 0 0,-6-3 0 15,-1 3 0-15,0-3 0 0,1 2 0 0,0-2 0 0,0 4 0 0,-2-5 0 16,-4 1 0-16,5 3 0 0,-6-3 0 0,6 0 0 0,-5-1 0 16,-2 2 0-16,2-6 0 0,-2 5 0 0,1-4-195 0,1 4-252 0,-2-4-102 15,8 0-63-15,-8 0-39 0,2 0-11 0,-1-1 3 0,0 1 14 16,0 1 19-16,-1-2 28 0,2 5 28 0,-2 0 35 0,2 3 34 15,-8 1 66-15,7-1 83 0</inkml:trace>
  <inkml:trace contextRef="#ctx0" brushRef="#br0" timeOffset="33932.55">23784 7920 0 0,'-6'0'103'0,"6"-3"36"0,-7 3 11 0,7-4 16 16,-6 4 16-16,6 0 19 0,-7-5 21 0,7 5 23 0,0 0 23 16,-6-2-6-16,6 2-22 0,-7-4-6 0,7 4-1 0,-6-4 8 15,6 1 14-15,-6 3 10 0,-2-4 9 0,8 0-2 0,-6 4-7 0,0-4-13 16,-1 1-17-16,1-2-18 0,-1 5-17 0,0-3-15 0,1 0-17 16,0-1-14-16,-8 0-14 0,8 1-18 0,0 3-20 0,-8-4-17 15,1 0-16-15,7 1-13 0,-7 3-6 0,0-4-4 0,0 0-2 0,6 4-3 16,-6-3-5-16,0 3-2 0,7-4-5 0,-7 4 1 0,-1-4 0 0,8 1-1 15,-7 3 0-15,7-4-3 0,-7 4-2 0,6-3-1 0,-5 3-1 16,4-4-1-16,-4 4-1 0,5 0-1 0,-6-4 0 0,7 4-2 0,-7 0 1 16,-1 0-2-16,8-3-2 0,-7 3 0 0,0 0-3 0,7 0-1 15,-8 0 0-15,1 0-1 0,1 3-2 0,-2-3 0 0,2 0-1 0,-2 4 0 16,1 0-1-16,-7-1 0 0,8 1-1 0,-2-1 0 0,-5 5-1 16,6-5 1-16,-6 5-2 0,-1-1 2 0,1 0-1 0,5 1 0 15,-6 3-1-15,2-4 1 0,-2 4-1 0,1-1-1 0,-1-1 0 0,6 2-1 16,-5 0-1-16,-1-1 0 0,2 1 1 0,4 0 0 0,1 0 0 15,-7 0 0-15,8 0-1 0,-2 0 0 0,2 0-1 0,-2 4 1 0,1-4 0 16,7 4 0-16,-7-1 0 0,0-2 1 0,7 2-1 0,-8 1 1 16,8 3 0-16,-1-4 0 0,-6 5 0 0,6-1 0 0,1-3 0 0,0 3 1 15,0 1 0-15,-2-1 0 0,2 0 0 0,0 4 0 0,-1-3 0 16,1-1 1-16,-1 0 0 0,0 0-1 0,7 1-1 0,-6-1-1 16,6 0 0-16,-6 0 0 0,6-2 1 0,-6 2 1 0,6 0-1 0,0 0 0 15,0-3-1-15,0 4 0 0,0-2 0 0,0 2 0 0,0-1 0 0,0 1 1 16,6-5 0-16,-6 5 0 0,0-5 1 0,6 4 0 0,-6-3 0 15,6 0-1-15,-6 0 0 0,7-1 0 0,-7-3 1 0,7 4 0 16,-1-4 0-16,-6 0 0 0,7 3-1 0,-1-3 1 0,0 0 0 0,2 0 0 16,-2 0-1-16,0-4 1 0,-6 4-1 0,6 1 1 0,8-5 0 15,-8 4 0-15,1 0-2 0,-1-4 1 0,0 1 1 0,8-1 0 16,-8 0 1-16,1 1 1 0,6-1-1 0,0 0 0 0,-7 0 0 0,8-3 0 16,-2 3 0-16,-5 1 1 0,6-5-1 0,0 5 0 0,0-5 2 15,0 5-1-15,1-5 1 0,-2 5-2 0,1-5 0 0,0 5-1 0,0-4 1 16,1 3-1-16,-2-3 2 0,2-1-1 0,-2 5-1 0,1-5 0 15,1 5-1-15,-2-5 0 0,2 5 0 0,-2-5 0 0,2 4 0 0,-1-3 0 16,-1 3 1-16,-5-3 0 0,6 3 0 0,0-3-2 0,0 3 1 16,-6-3 0-16,5 3 1 0,2-3 0 0,-8 3 0 0,8-3 0 15,-2 0 0-15,-5 0-1 0,6-1 1 0,0 0-1 0,-1 1 1 0,-4 0 0 16,4-1 0-16,1 2 0 0,1-5 1 0,-2 3-1 0,2-3 0 16,-2 0 1-16,2 0 0 0,-1 0-1 0,-1 0 2 0,2 0 0 0,-2 0-1 15,2 0 2-15,-1 0-1 0,0 0 1 0,0-3-1 0,-1 3 1 16,2-5-2-16,-1 5 1 0,0-3 1 0,-7 3 0 0,7-4 0 0,1 4 2 15,-2-4-1-15,2 4 1 0,-2-3 2 0,1 0 0 0,1-1 0 16,-2 0 2-16,-5 0 0 0,6 1-1 0,0-1 3 0,0 0-1 16,0 1 0-16,1-1 1 0,-2-3-1 0,-5 3 1 0,6-3-2 0,0 3 1 15,-1-3-2-15,2-1 1 0,-1 5-1 0,0-4 0 0,0-1 1 16,-7 1-1-16,8 3-2 0,-2-3 1 0,-5 0-1 0,6-1 0 0,0 1 0 16,0-1 0-16,-6 1-1 0,5 3-1 0,-4-2-1 0,4-2 0 15,-6 0-2-15,8 1 1 0,-8 0 0 0,7-1-1 0,-7 1 2 0,8-4-2 16,-8 4 1-16,8 0 0 0,-8-4-1 0,7 3 1 0,-7-3 0 15,8 4 2-15,-8-4-2 0,6 0 1 0,2 3-1 0,-8-3 2 16,7 1-2-16,-6 2 1 0,6-3 0 0,-7 4 0 0,1-4 1 0,6 4-1 16,-7-4 0-16,1 3 2 0,0-2 0 0,-1 2 1 0,1-3 1 0,-1 3 0 15,0 2 3-15,-6-5 0 0,8 3 2 0,-2 1 1 0,-6-4 0 16,6 4 0-16,-6-1 0 0,6-3 1 0,-6 4 0 0,0-4 1 16,8 4-1-16,-8-4 0 0,0 3 0 0,0-3-1 0,6 4-1 0,-6-4-1 15,0 0 0-15,0 0 0 0,0 0 0 0,6 0-1 0,-6 0 1 16,0 0-1-16,0 0-1 0,7 0 1 0,-7 0-1 0,0 0 1 15,0 0-1-15,0 0 1 0,6 0-1 0,-6 0 1 0,0 0 0 0,0 4 0 16,0-4-1-16,0 0 1 0,7 3-1 0,-7 1 1 0,0 0 0 0,0-1 1 16,0 1 1-16,0 0-2 0,0-1 0 0,0 1-1 15,0 4 1-15,0-5-1 0,0 1 1 0,0 2-2 0,0-2 1 0,-7 1 0 16,7 2 1-16,0-4-2 0,0 1 0 0,0 3-1 0,-6-3 1 0,6 0 0 16,0 3-1-16,-7-3 2 0,7-1 0 0,-6 5 0 0,6-5 0 15,0 1-2-15,-6 4 2 0,6-1 0 0,0-3-2 0,-8 3 0 16,8-3-8-16,-6 3 0 0,6-3 0 0,0 3 0 0,-6 0 0 0,6 1 0 15,0-1 0-15,0-3 0 0,-6 2 0 0,6 2 0 0,-8-1 0 0,8 1 0 16,0 0 0-16,-6-2 0 0,6 2 0 0,0-1 0 0,-6 0 0 16,6 1 0-16,-7-1 0 0,7 0 0 0,-6 1 0 0,6-1 0 15,-7 0 0-15,7 1 0 0,-7 0 0 0,1-1 0 0,6 0 0 0,-6 0 0 16,6 1 0-16,-7-1 0 0,0 0 0 0,7 4 0 0,-6-3 0 16,6-1 0-16,-6 1 0 0,6 3 0 0,-7-4 0 0,7 0 0 0,-7 4 0 15,7-4 0-15,-6 1 0 0,6 3 0 0,-7-4 0 0,7 4 0 16,-6-4 0-16,6 4 0 0,-6-3 0 0,6 3 0 0,-8-4 0 0,2 4 0 15,6-5 0-15,-6 5 0 0,6 0 0 0,-6-2 0 0,6 2 0 16,-7 0 0-16,0-4 0 0,7 4 0 0,-6 0 0 0,6-3 0 16,0 3 0-16,-7 0 0 0,7 0 0 0,-6 0 0 0,6-4 0 0,0 4 0 15,-6 0 0-15,6 0 0 0,0 0 0 0,0 0 0 0,-8 0 0 16,8-4 0-16,0 4 0 0,-6 0 0 0,6 0 0 0,0 0 0 0,-6-3 0 16,6 3 0-16,0 0 0 0,0-5 0 0,-6 5 0 0,6 0 0 15,0 0 0-15,-8 0 0 0,8-3 0 0,0 3 0 0,-6-4 0 0,6 4 0 16,0 0 0-16,-6 0 0 0,6-4 0 0,0 4 0 0,-7 0 0 15,7 0 0-15,0-3 0 0,-6 3 0 0,6 0 0 0,-7 0 0 16,7-4 0-16,0 4 0 0,-7 0 0 0,7 0 0 0,-6-3 0 0,6 3 0 16,0 0 0-16,-6-4 0 0,6 4 0 0,0 0 0 0,-6 0 0 15,6 0 0-15,0 0 0 0,-8 0 0 0,8-4 0 0,0 4 0 16,0 0 0-16,-6 0 0 0,6 0 0 0,0 0 0 0,0 0 0 0,0 0 0 16,-6-4 0-16,6 4 0 0,0 0 0 0,0 0 0 0,0 0 0 0,0 0 0 15,0 0 0-15,0 0 0 0,-7-3 0 0,7 3 0 0,0 0 0 16,0 0 0-16,-6 0 0 0,6-4 0 0,0 4 0 0,-7-3 0 15,7 3 0-15,0 0 0 0,-7-4 0 0,7 4 0 0,-6 0 0 0,6 0 0 16,-6-4 0-16,6 4 0 0,0 0 0 0,-7-3 0 0,7 3 0 0,0 0 0 16,-7 0 0-16,7 0 0 0,0 0 0 0,0-4 0 0,0 4 0 15,-6 0 0-15,6 0 0 0,0 0 0 0,0-4 0 0,-6 4 0 16,6 0 0-16,0 0 0 0,0 0 0 0,-7 0 0 0,7-3 0 0,0 3 0 16,0 0 0-16,-7 0 0 0,7 0 0 0,0-4 0 0,0 4 0 15,-6 0 0-15,6 0 0 0,0-4 0 0,0 4 0 0,0 0 0 16,0 0 0-16,0 0 0 0,0 0 0 0,-7 0 0 0,7 0 0 0,0 0 0 15,0 0 0-15,0 0 0 0,0 0 0 0,0 0 0 0,0 0 0 0,0 0 0 16,-6 0 0-16,6 0 0 0,0 0 0 0,0-3 0 0,-6 3 0 16,6 0 0-16,0 0 0 0,0 0 0 0,-7 0 0 0,7 0 0 15,0-4 0-15,0 4 0 0,0 0 0 0,-7 0 0 0,7 0 0 0,0 0 0 16,-6 0 0-16,6 0 0 0,0 0 0 0,0 0 0 0,0 0 0 16,-6 0 0-16,6 0 0 0,0-4 0 0,0 4 0 0,0 0 0 0,-8 0 0 15,8 0 0-15,0 0 0 0,0 0 0 0,-6 0 0 0,6 0 0 16,0 0 0-16,0 0 0 0,-6 0 0 0,6 0 0 0,0 0 0 0,0 0 0 15,0 0 0-15,0 0 0 0,0 0 0 0,0-3 0 0,0 3 0 16,0 0 0-16,0 0 0 0,0 0 0 0,0 0 0 0,0 0 0 16,0 0 0-16,0 0 0 0,0 0 0 0,0 0 0 0,-7 0 0 0,7 0 0 15,0 0 0-15,0 0 0 0,0 0 0 0,0 0 0 0,0 0 0 16,0 0 0-16,0 0 0 0,0 0 0 0,0 0 0 0,0 0 0 0,-6 0 0 16,6 0 0-16,0 0 0 0,0 0 0 0,0 0 0 0,0 0 0 15,0 0 0-15,0 0 0 0,0 0 0 0,0 0 0 0,0 0 0 16,0 0 0-16,0 0 0 0,-7-3 0 0,7 3 0 0,0 0 0 0,0 0 0 15,0 0 0-15,0 0 0 0,0-4 0 0,0 4 0 0,-6-4 0 16,6 4 0-16,-7-4 0 0,7 1 0 0,-6-1 0 0,0 0 0 0,-8-3-50 16,1 0-360-16,0 3-97 0,0-3-87 0,0-1-43 0,-6 4-20 15,-1-4-5-15,1 5 3 0,-1 0 14 0,-6 3 18 0,6 0 26 16,1 0 32-16,-1 3 41 0,7 0 48 0,-6 2 93 0,12-2 209 0</inkml:trace>
  <inkml:trace contextRef="#ctx0" brushRef="#br0" timeOffset="39850.94">27490 8173 0 0,'0'0'113'0,"0"0"19"15,0 3 6-15,7-3 11 0,-7 0 12 0,0 0 16 0,0 0 20 0,0 0 22 16,0 0 21-16,0 0 1 0,0 0-13 0,0 0 0 0,0 0 8 16,6-3 18-16,-6 3 20 0,0-3 15 0,0 3 14 0,0-5 3 0,-6 5-4 15,6-3-9-15,0 3-13 0,0-4-20 0,0 0-20 0,0 4-20 16,-7-3-20-16,7-1-18 0,0 4-17 0,-7-4-24 0,7 4-23 16,-6-3-18-16,6 3-14 0,0-4-11 0,-6 4-7 0,6-4-4 0,-7 4-2 15,7 0-4-15,-6-3-3 0,-1 3-2 0,7 0-2 0,-7-3-2 16,1 3-1-16,0-4-2 0,-2 4 0 0,2 0 0 0,-6-4-2 0,5 4 0 15,0-4 1-15,-6 4 0 0,1 0-1 0,-2-3 3 0,2 3 0 16,-2 0-1-16,-5-4-1 0,5 4-3 0,-4 0-2 0,4-4-1 0,-5 4-2 16,5-3 1-16,-4 3-1 0,-2-4-1 0,6 4-2 0,-5-3-1 15,-1-1-2-15,8 0 0 0,-8 0 0 0,7 1 2 0,-1-1 1 0,-4 0 1 16,4-3 1-16,1 2-12 0,-7-1-24 0,8 3 0 0,-2-5 0 16,2 5 0-16,-2-2 0 0,1-2 0 0,1 3 0 0,-2-3 0 15,2 4 0-15,-2-1 0 0,1-4 0 0,1 5 0 0,-2-1 0 0,2-3 0 16,4 3 0-16,-4 1 0 0,-1-1 0 0,0 0 0 0,0 1 0 15,-1-1 0-15,2 0 0 0,-1-3 0 0,0 3 0 0,0 4 0 16,-1-3 0-16,2 0 0 0,-2-1 0 0,-5 0 0 0,6 4 0 0,-6-4 0 16,5 1 0-16,-5 3 0 0,6-4 0 0,-6 4 0 0,-1 0 0 0,0-4 0 15,1 4 0-15,-7-3 0 0,6 3 0 0,1 0 0 0,-1-4 0 16,-6 4 0-16,6 0 0 0,1 0 0 0,-1 0 0 0,1-5 0 16,-1 5 0-16,0-2 0 0,2 2 0 0,-2 0 0 0,0-4 0 0,1 4 0 15,-1 0 0-15,7 0 0 0,-7 0 0 0,8 0 0 0,-8 0 0 16,7 0 0-16,-7 4 0 0,8-4 0 0,-2 2 0 0,-6-2 0 0,8 5 0 15,-1-5 0-15,-7 4 0 0,8 3 0 0,-2-3 0 0,-6-1 0 16,7 5 0-16,1-1 0 0,-8-4 0 0,7 8 0 0,-7-3 0 0,8-1 0 16,-8 4 0-16,6 0 0 0,-5-4 0 0,6 4 0 0,-6 0 0 15,5 1 0-15,2 2 0 0,-8-3 0 0,7 0 0 0,0 0 0 0,0 0 0 16,-7 0 0-16,8 0 0 0,-1 3 0 0,-1-3 0 0,2 0 0 16,4 0 0-16,-4 0 0 0,-1 1 0 0,6-1 0 0,-6 0 0 0,7 0 0 15,0 0 0-15,-2 0 0 0,2-1 0 0,0-2 0 0,-1 3 0 16,1 0 0-16,-1-4 0 0,7 4 0 0,-6 0 0 0,-1-3 0 15,7 3 0-15,0 0 0 0,-6-4 0 0,6 4 0 0,0 0 0 0,0 0 0 16,0 0 0-16,0-4 0 0,0 8 0 0,0-4 0 0,0 0 0 16,0-1 0-16,6 1 0 0,-6 5 0 0,0-7 0 0,7 3 0 15,-1 3 0-15,-6-4 0 0,7 4 0 0,-1-4 0 0,1 3 0 0,-1 1 0 16,0-4 0-16,2 3 0 0,4-2 0 0,-5 2 0 0,6 1 0 16,-7-4 0-16,7 3 0 0,-7-3 0 0,8 4 0 0,-1-4 0 0,0 4 0 15,-6-4 0-15,5 0 0 0,2-1 0 0,-2 6 0 0,-5-5 0 16,6-1 0-16,0 5 0 0,0-4 0 0,0 0 0 0,-7 0 0 0,8 0 0 15,-1 0 0-15,0 0 0 0,0 0 0 0,-1 0 0 0,2 0 0 16,-1 0 0-16,6 0 0 0,-6 0 0 0,1-4 0 0,5 4 0 16,-6 0 0-16,6-4 0 0,1 4 0 0,0 0 0 0,-1-3 0 0,1 3 0 15,0-4 0-15,-2 0 0 0,2 5 0 0,0-5 0 0,6 0 0 0,-7 4 0 16,8-3 0-16,-7-1 0 0,-2 0 0 0,9 4 0 0,-7-4 0 16,6 1 0-16,-1 3 0 0,1-4 0 0,0 4 0 0,1-4 0 15,-1 5 0-15,0-6 0 0,-1 5 0 0,1-3 0 0,1 3 0 0,-1-4 0 16,0 4 0-16,0-3 0 0,-1-1 0 0,-5 0 0 0,7 4 0 15,-1-3 0-15,0-1 0 0,-7 0 0 0,7 1 0 0,0 2 0 0,0-2 0 16,1-1 0-16,-8 0 0 0,7 1 0 0,0-1 0 0,0 1 0 16,-7-1 0-16,7 0 0 0,-6 1 0 0,6-5 0 0,-7 5 0 0,7-1 0 15,-6-3 0-15,7 3 0 0,-8-3 0 0,7 3 0 0,0-4 0 16,-6 5 0-16,6-5 0 0,-1 1 0 0,-5 0 0 0,6-1 0 16,1 1 0-16,-1 0 0 0,-1-4 0 0,-5 3 0 0,6-3 0 0,-6 4 0 15,5 0 0-15,-5-4 0 0,6 0 0 0,-6 0 0 0,-1 3 0 16,7-3 0-16,-6 0 0 0,-1 0 0 0,1 0 0 0,0 0 0 0,-1 0 0 15,1 0 0-15,-1-3 0 0,1 3 0 0,-1 0 0 0,-6-4 0 16,7 0 0-16,-1 4 0 0,-6-3 0 0,0 3 0 0,7-4 0 16,-7 0 0-16,0 4 0 0,6-3 0 0,-5-1 0 0,-2 0 0 0,8 1 0 15,-7-1 0-15,0-3 0 0,0 3 0 0,7 1 0 0,-8-5 0 16,2 5 0-16,5-5 0 0,-5 1 0 0,-2 3 0 0,2-3 0 0,-2 0 0 16,1-1 0-16,1 1 0 0,-2 3 0 0,2-3 0 0,-2-1 0 15,1 1 0-15,-6 3 0 0,6-3 0 0,-7 0 0 0,8 0 0 0,-8 3 0 16,7-7 0-16,-6 7 0 0,-1-3 0 0,7 0 0 0,-7-1 0 15,2-3 0-15,-2 4 0 0,0 0 0 0,7-1 0 0,-6 1 0 16,-1-4 0-16,1 3 0 0,-1 1 0 0,1-3 0 0,0 2 0 0,-1-3 0 16,0 0 0-16,0 4 0 0,2-4 0 0,-2 0 0 0,-6 0 0 15,6 0 0-15,1 0 0 0,-7 0 0 0,6 0 0 0,1 0 0 0,-7 0 0 16,7 0 0-16,-7 0 0 0,6 0 0 0,-6-4 0 0,0 4 0 16,6 0 0-16,-6 0 0 0,0 0 0 0,0 0 0 0,6 0 0 15,-6 4 0-15,0-4 0 0,0 0 0 0,8 0 0 0,-8 3 0 0,0-2 0 16,0-1 0-16,0 3 0 0,0-3 0 0,0 4 0 0,0-4 0 0,-8 4 0 15,8-1 0-15,0 1 0 0,0-4 0 0,0 4 0 0,0 0 0 16,-6-1 0-16,6 1 0 0,0 0 0 0,0-1 0 0,0 1 0 0,0-1 0 16,-6-2 0-16,6 2 0 0,0 1 0 0,-6-4 0 0,6 3 0 15,0-2 0-15,-7-1 0 0,7 3 0 0,0-3 0 0,-7 4 0 0,7-4 0 16,-6 0 0-16,6 0 0 0,-7 3 0 0,7-3 0 0,-6 4 0 16,6-3 0-16,-6 2 0 0,6-3 0 0,-8 4 0 0,2-1 0 15,6 1 0-15,-6 0 0 0,0-1 0 0,6 1 0 0,-7 0 0 0,0 0 0 16,1-1 0-16,6 0 0 0,-7 5 0 0,1-5 0 0,-1 5 0 0,0-4 0 15,1 3 0-15,0-3 0 0,0 3 0 0,-2 0 0 0,8 1 0 16,-12-5 0-16,5 5 0 0,1-1 0 0,-1 0 0 0,0-3 0 16,1 3 0-16,0 1 0 0,0-1 0 0,-2 0 0 0,-4 1 0 0,5-5 0 15,0 8 0-15,1-3 0 0,-7-4 0 0,7 3 0 0,-8 0 0 0,2 1 0 16,5-1 0-16,-6-3 0 0,0 2 0 0,0 2 0 0,0-4 0 16,-1 3 0-16,2-3 0 0,-1 3 0 0,-1-3 0 0,2-1 0 0,-2 1 0 15,2 4 0-15,-2-5 0 0,1 1 0 0,1-1 0 0,-2 1 0 0,2 4 0 16,-2-5 0-16,8 1 0 0,-7 0 0 0,7 3 0 0,-8-3 0 15,8 3 0-15,0-3 0 0,-8-1 0 0,8 5 0 0,-1-5 0 0,-6 4 0 16,7-2 0-16,-1 1 0 0,-5-2 0 0,4 0 0 0,-4 3 0 0,-2-3 0 16,8-1 0-16,-7 2 0 0,0-2 0 0,-6 1 0 0,5-4 0 15,2 4 0-15,-1-5 0 0,-7 1 0 0,6-1 0 0,-4-1 0 16,-2 1 0-16,1-2 0 0,-1-5 0 0,0 5 0 0,1-4 0 0,-7-1 0 16,6 1-334-16,-6 0-303 0,-1 0-55 0,-5 3-14 0,7-4 5 0,-8 5 16 15,0 3 20-15,8-4 24 0,-8 8 28 0,1-4 31 16,-2 7 33-16,2-3 51 0,-1 7 56 0,0-4 94 0,7 4 250 0</inkml:trace>
  <inkml:trace contextRef="#ctx0" brushRef="#br0" timeOffset="79982.22">29099 8038 31 0,'-6'0'125'16,"-2"0"13"-16,8-5 16 0,-6 5 21 0,6 0 26 0,-6 0 30 0,6 0 33 15,-7 0 21-15,7 0 16 0,0-3 14 0,0 3 12 0,-6 0 9 16,6 0 7-16,0 0 4 0,0 0 2 0,0 0-4 0,0 0-8 0,0 0-13 16,0 0-17-16,0 0-22 0,0 0-23 0,0-4-22 0,6 4-18 15,1 0-24-15,5 0-25 0,2-4-19 0,-1 4-11 0,6-3-7 0,8-1-5 16,-8 1-2-16,13-1-3 0,2-4-4 0,-2 5-4 0,1-4-5 15,5-1-7-15,1 1-9 0,0 0-9 0,1-1-12 0,-1 1-39 0,-1 3-37 16,1 1 0-16,1 0 0 0,-7-1 0 0,5 0 0 0,-5 4 0 16,-1-4 0-16,-5 4 0 0,5-3 0 0,-6 3 0 0,0 0 0 15,1 0 0-15,-8-4 0 0,0 4 0 0,1 0 0 0,-1 0 0 0,-5 0 0 16,-1-4 0-16,-1 4 0 0,-5 0 0 0,0 0-43 0,-1 0-84 16,-6 0-36-16,0 0-43 0,0 0-64 0,0-3-76 0,-6 3-67 0,6 0-64 15,-14 0-48-15,8 3-43 0,0-3-13 0,-7 0 3 0,-7 4 12 16,7 0 16-16,0-1 19 0,-6 1 20 0,-1 0 34 0,0 0 43 0,1-1 64 15,-7 0 76-15</inkml:trace>
  <inkml:trace contextRef="#ctx0" brushRef="#br0" timeOffset="80365.97">29574 8004 43 0,'-6'0'180'0,"6"4"24"0,0 0 25 0,-7-1 32 16,7 1 33-16,0 3 49 0,-6 0 54 0,6 1 36 0,0 0 28 0,-7 1-8 15,7 3-24-15,0 3-21 0,-7-4-21 0,7 7-16 0,0 0-14 16,-6 1-15-16,0 0-19 0,6-1-26 0,-6 4-30 0,-2 0-44 0,2-1-51 15,6 2-34-15,-6 2-25 0,-1-3-19 0,1 0-14 0,-1 0-13 16,7 0-10-16,-7 0-10 0,1 0-8 0,0 0-9 0,-2-3-8 0,2 2-8 16,0-2-9-16,0-1-14 0,-1 1-13 0,0-2-15 0,1-1-15 15,6-2-19-15,-7 1-17 0,1-4-27 0,6 0-30 0,-6 0-37 0,6 0-41 16,0-8-45-16,-8 4-47 0,8-3-34 0,0 0-28 0,8-4-8 16,-8 0 0-16,0 0 7 0,0 0 12 0,6-4 14 0,-6 0 18 0,6-3 26 15,1 4 30-15,-7-5 44 0,6 1 48 0,1 0 60 0,0-4 61 16,-1 3 56-16,-6 1 52 0,6-4 39 0,0 3 35 0,2 2 30 15,-2-6 31-15,7 5 37 0,-6-1 41 0,-1 2 26 0,7-2 20 0,-7 4 8 16,8-3 2-16,-2 0-7 0,2-1-8 0,-1 5-14 0,-1-5-14 0,8 1-19 16,-6 3-20-16,5-3-23 0,-6 2-26 0,6-1-35 0,-5 3-40 15,5-1-27-15,-6-3-20 0,0 2-13 0,0 5-9 0,6-3-7 16,-12-1-7-16,6 4-6 0,0 0-9 0,-7-4-13 0,8 4-16 0,-8 0-20 16,0 0-23-16,-6 0-36 0,8 0-44 0,-8-3-59 0,0 3-70 15,0 0-62-15,-8 0-55 0,8 0-46 0,-6 0-39 0,0 0-17 16,-8 0-8-16,8 0 5 0,-7 0 10 0,7 0 16 0,-8-4 21 0,2 4 35 15,-2-3 43-15,-5 3 60 0,6-4 69 0</inkml:trace>
  <inkml:trace contextRef="#ctx0" brushRef="#br0" timeOffset="80799.14">29014 8338 0 0,'-6'4'113'0,"-1"-4"82"0,0 3 10 0,1 5 27 0,6-5 32 0,0 1 43 16,0 3 49-16,0 0 41 0,0 4 39 0,6-3 12 0,-6 6-1 0,7-3-28 15,-7 4-42-15,7-1-30 0,-7 2-24 0,6-2-15 0,-6 1-12 16,0 3-26-16,0-3-31 0,0 3-42 0,-6 0-48 0,6-3-42 16,0 3-39-16,-7-3-25 0,7 0-20 0,-7-1-15 0,7 1-16 0,-6-4-16 15,6 3-15-15,-7-3-23 0,7-3-25 0,-6 3-30 0,6-4-30 16,-6-3-36-16,6 3-37 0,-7-3-32 0,7 0-31 0,-7-1-18 16,7-3-13-16,-6 4-2 0,6-4 4 0,-6 0 9 0,-1 0 13 0,0 0 20 15,1 0 25-15,6-4 29 0,-7 4 32 0,-5 0 33 0,5-3 37 16,0 3 43-16,1 0 43 0,-8-4 42 0,8 4 40 0,0 0 38 15,-7 0 36-15,6 0 40 0,1 0 42 0,-1 0 34 0,7 0 28 0,-6 0 18 16,6 0 13-16,-6 0 12 0,6 0 11 0,0 0 4 0,0 4 1 0,6-4-8 16,0 0-11-16,1 3-16 0,-1-3-20 0,7 4-25 0,0-4-31 15,7 4-22-15,0-4-19 0,-1 0-10 0,7 3-4 0,0-3-6 16,7 0-5-16,-1 0-8 0,1 0-8 0,-1 0-47 0,1 0-91 0,6 0 0 16,-7 0 0-16,8 0 0 0,-1 0 0 0,-1 0 0 0,-5 0 0 15,7-3 0-15,-1 3 0 0,-1 0 0 0,-5 0 0 0,6 0 0 16,1 0 0-16,-2 0 0 0,-5-4 0 0,6 4 0 0,0 0 0 0,0 0 0 15,0 0 0-15,0-4 0 0,1 4 0 0,-2 0 0 0,1 0 0 0,0 0 0 16,-5 0 0-16,4 0 0 0,-5 0 0 0,-7 0-258 0,7 0-89 16,-7 0-74-16,-1 0-74 0,1 4-58 0,-6-4-50 0,0 0-17 0,-1 4 2 15,1-4 11-15,-8 0 18 0,2 0 24 0,5-4 26 0,-5 0 33 16,-2 1 34-16,2-1 61 0,5-4 74 0</inkml:trace>
  <inkml:trace contextRef="#ctx0" brushRef="#br0" timeOffset="81049.81">30746 7664 0 0,'7'0'74'0,"-7"0"98"0,7 0 15 0,-7 4 22 0,6-1 25 0,-6 4 32 0,0 1 33 0,6-1 35 0,-6 4 37 0,7 3 17 16,-7 1 6-16,7 4-17 0,-7-1-28 0,0 4-24 0,0 0-19 0,0 0-14 15,0 3-14-15,0-3-22 0,-7 3-25 0,7-2-32 0,-7-1-35 16,7 0-42-16,-6 0-47 0,6-4-61 0,-6 0-68 0,6 1-73 0,-7-4-75 16,0-1-62-16,7-2-58 0,-6-2-50 0,0 1-47 0,-1-3-24 15,1 2-11-15,-1-6-5 0,0 3-1 0,1 1 5 0,-8-5 10 0,8-3 30 16,0 4 41-16,0-8 56 0,-8 4 65 0</inkml:trace>
  <inkml:trace contextRef="#ctx0" brushRef="#br0" timeOffset="81232.73">30460 7979 52 0,'-13'-19'175'0,"-7"8"27"15,0-3 29-15,8-1 36 0,-1 3 39 0,0 6 45 0,0-1 46 0,-1-1 31 16,8 1 20-16,0 2-15 0,0 5-35 0,6 0-24 0,0 0-16 16,0 5-18-16,0 2-17 0,0-3-23 0,0 3-27 0,6 3-35 0,0 2-40 15,0-1-43-15,1 4-46 0,6-4-35 0,0 3-28 0,1 1-27 16,-2-4-31-16,2 4-53 0,-2-5-68 0,8 1-76 0,-1 1-80 0,-5-1-74 16,5-4-70-16,7 4-36 0,-6-4-20 0,6 1-8 0,-1-1-4 15,1 0 2-15,7-3 5 0,-1 0 14 0,2-1 21 0,-2 1 45 16,1-4 60-16,6 0 69 0,-7 0 235 0</inkml:trace>
  <inkml:trace contextRef="#ctx0" brushRef="#br0" timeOffset="81400.02">31202 8107 0 0,'14'0'30'0,"5"0"195"0,-13 4 36 16,8-4 43-16,-8 3 49 0,0-3 46 0,-6 4 46 0,0-4 37 0,7 4 28 15,-7-4 24-15,0 0 25 0,0 0-21 0,-7 0-43 0,7 0-38 0,0 4-36 16,-6-4-35-16,0 0-33 0,-1 0-43 0,0 0-48 0,-6 3-46 0,1-3-46 16,-2 0-38-16,-5 0-32 0,6 0-34 0,-7 3-38 0,-5-3-33 15,5 0-32-15,-6 4-29 0,7-4-26 0,-8 0-28 0,1 4-28 16,0-4-46-16,6 3-54 0,-6-3-65 0,1 0-67 0,-2 4-50 0,-5-4-43 15,6 4-29-15,0-4-25 0,-1 0-8 0,1 3-1 0,1-3 9 16,-1 0 15-16,0 4 22 0,-1-4 26 0,7 0 44 0,2 0 54 0,-2 0 72 16,7 0 77-16</inkml:trace>
  <inkml:trace contextRef="#ctx0" brushRef="#br0" timeOffset="81748.5">30506 8173 35 0,'-7'3'126'0,"-6"4"37"0,7 1 35 0,-2 3 37 0,2-3 41 16,0 3 48-16,-7 0 53 0,13 3 33 0,-7 1 23 0,1-4 7 16,-1 3-6-16,1 1-4 0,0 0-6 0,-2 0-8 0,2-1-10 0,6 4-17 15,-6-3-18-15,0 3-27 0,-1 1-31 0,0-5-45 0,1 4-48 16,-1-2-39-16,7 2-33 0,-6-4-25 0,-1 1-19 0,0 0-16 0,1-4-14 15,0 4-12-15,6-5-11 0,-6-3-11 0,6 1-13 0,-8 0-13 16,8-2-15-16,-6-2-13 0,6 0-12 0,0-1-14 0,0 1-11 0,0-4-14 16,0 0-13-16,0 0-12 0,0-4-13 0,0 1-9 0,6-5-10 0,-6 2-8 15,8-2-6-15,-2 0-1 0,0-3 3 0,7-3 5 0,-6 3 10 16,6-4 10-16,7 4 10 0,-8-3 12 0,8-1 14 0,-1 1 12 0,1-2 12 16,0 2 13-16,6 3 14 0,-1-4 13 0,1 4 15 0,7 0 14 15,-1 0 13-15,1 0 9 0,-1 4 11 0,2 0 7 0,5 0 9 0,-7-2 7 16,7 7 5-16,0-3 7 0,-7 5 5 0,8-3 3 0,-7 3 2 15,6 3-2-15,-7-3-2 0,1 5-2 0,-1-3-3 0,-6 3-2 0,7 2-3 16,-7 1-3-16,0-5-4 0,-7 4-1 0,7 1-4 0,-6-1-2 16,0 4-2-16,-7-4-4 0,7 1-2 0,-8-1-5 0,1 0-6 0,-6 1-4 15,-1-1-5-15,1-3-7 0,-1 3-4 0,0 0-6 0,-6-3-4 16,-6-1-11-16,6 5-12 0,-6-4-13 0,-7 0-15 0,6-1-17 0,-6 3-19 0,-7-1-23 16,8-1-25-16,-8-1-42 0,1 1-50 0,-7 0-66 0,-1-1-70 15,1-3-64-15,0 4-60 0,0-4-49 0,-7 0-39 0,8 0-14 16,-7 0-1-16,-2 0 9 0,9 0 15 0,-8 0 20 0,7 0 24 0,0-4 40 15,0 4 51-15,6-3 63 0,-5 3 73 0</inkml:trace>
  <inkml:trace contextRef="#ctx0" brushRef="#br0" timeOffset="82432.46">30655 8503 28 0,'-6'7'202'0,"-7"4"31"0,-1-4 31 0,8 1 34 0,-6 3 40 0,-2-1 46 16,8 5 48-16,-7-3 34 0,6 2 25 0,0 4-1 0,-5-3-14 0,6 3-22 16,-8 0-28-16,8 1-25 0,-1 3-20 0,-6-4-22 0,6 1-22 15,1-1-33-15,0 0-35 0,-8-3-44 0,8-1-48 0,6-3-32 16,-6 0-26-16,-1-3-20 0,7-1-19 0,0 0-14 0,0-3-14 0,0-4-12 15,0 0-13-15,7 0-10 0,-1-4-7 0,0-3-8 0,8 0-5 0,-2-1-8 16,2-3-9-16,5-3-5 0,1-1-7 0,6-3-3 0,-1 0-3 16,9-1-3-16,-9 1-1 0,7 0-2 0,2-1-1 0,-2 1 0 15,1 0-1-15,-1 3 4 0,-5 0 3 0,5 4 6 0,-7 0 6 0,8 1 6 16,-13 2 6-16,6 4 5 0,0 0 4 0,-7 1 2 0,1 3 1 0,0 0 2 16,-1 0 1-16,-6 3 2 0,6 1 2 0,-5 3 4 0,-1-2 5 15,-7 5 4-15,7-3 3 0,-6 5 4 0,-1-1 3 0,1 0 4 16,0 0 5-16,-7 0 3 0,0 3 2 0,0-3 2 0,0 4 1 0,0-4 0 15,-7 3-1-15,0-2-4 0,1-1-4 0,-1 3-4 0,-6-3-3 0,7 0-4 16,-7 0-3-16,-1-4-5 0,2 4-4 0,-8-3-4 0,7-1-2 16,-7 0-8-16,-6 1-7 0,7-5-8 0,-1 5-6 0,-6-5-8 0,0 1-7 15,1-1-9-15,-2 1-6 0,1 0-8 0,0-4-7 0,-6 0-3 16,5 0-2-16,1 0-2 0,1 0 0 0,5-4 4 0,0 4 6 0,-6-4 5 16,13 1 7-16,-7 3 7 0,8-4 6 0,-2 1 9 0,8-1 6 15,0 0 8-15,-7 1 6 0,13 3 3 0,-7-4 3 0,0 0 2 0,7 4 1 16,0-3 1-16,-6 3-1 0,6 0 0 0,0 0 1 0,0 0 0 15,0 3 0-15,-6 1 0 0,6 0 0 0,0-1 2 0,-6 5 2 0,-2-1 2 16,2 0 5-16,6 4 6 0,-13-3 5 0,7 2 6 0,-1 5 7 0,-6-4 8 16,-1 4 8-16,2 0 8 0,6-1 8 0,-8 1 5 0,1 3 6 15,1-3 2-15,-2-1 3 0,8 1-2 0,-7-4-3 0,6 4-5 0,-6-4-7 16,7-4-6-16,6 4-7 0,-7-4-8 0,7-3-6 0,0 0-7 16,7 3-30-16,-7-7-1 0,13 0 0 0,-7 0 0 0,8-4 0 0,4 1 0 15,2-1 0-15,7-3 0 0,-1-4 0 0,6 4 0 0,7-8 0 16,0 4 0-16,1-4 0 0,-1 4 0 0,6-4 0 0,-6 4-9 0,7 0-11 15,0 4 0-15,-8 0-1 0,1-1-1 0,0 5-2 0,-6 3 2 16,-1-4 3-16,2 8 3 0,-9-1 3 0,1 1 3 0,0 0 3 0,-6 3 2 16,-1 0 2-16,1 1 6 0,-7 3 5 0,0-4 5 0,0 4 5 15,-7 0 5-15,1 0 3 0,0 0 4 0,-7 4 3 0,6-4 3 0,-6 3-15 16,0 1-21-16,0 0 0 0,-6-1 0 0,6 1 0 0,-7-1 0 16,7-2 0-16,-7 2 0 0,1 1 0 0,-1-4 0 0,7 4 0 0,-6-4 0 15,0 0 0-15,-1-4 0 0,0 4 0 0,1-4 0 0,0 0 0 0,-1-3 0 16,0 3 0-16,1-2 0 0,-7-2 0 0,6-3 0 0,-6 0 0 15,7 0 0-15,-8 0-45 0,2 0-91 0,-1-3-22 0,6-2-42 0,-6-2-47 16,1 3-58-16,-2-3-59 0,-6-4-50 0,8 4-44 0,-1-4-33 16,-1 0-26-16,-5-4-15 0,6 4-9 0,0-3 5 0,-7-1 10 0,8-4 19 15,-2 5 22-15,-5-4 38 0,6-1 50 0,0 1 57 0,7 0 61 16,-8 0 55-16,8-1 182 0</inkml:trace>
  <inkml:trace contextRef="#ctx0" brushRef="#br0" timeOffset="82615.81">30786 8894 10 0,'0'-3'176'0,"0"3"22"0,-7-3 20 0,7 3 19 0,-7 0 20 0,7 0 26 0,0 0 28 15,-6 3 46-15,6 0 53 0,0 1 12 0,0 0-9 0,0 3-13 0,0 1-15 16,-6-1-14-16,6 8-13 0,0-4-10 0,-7 3-7 0,7 4-10 0,-7 4-10 16,7 4-13-16,-6 0-16 0,0 3-36 0,-1 4-46 0,1 0-30 15,-8 0-23-15,8 7-19 0,-8-3-14 0,8 3-16 0,-6 1-13 0,5-1-25 16,-6-4-29-16,6 1-38 0,1 0-42 0,0-4-64 0,-2-4-76 16,8 0-99-16,0-3-112 0,-6-4-89 0,12-4-76 0,-6 1-38 15,8-8-20-15,-2 0-7 0,0-4-4 0,1-4 10 0,-1-3 16 0,1 0 27 16,6-3 32-16,-7-4 52 0,0 3 61 0,2-7 91 0,-2 4 249 15</inkml:trace>
  <inkml:trace contextRef="#ctx0" brushRef="#br0" timeOffset="87565.99">20430 9612 39 0,'0'0'149'0,"-6"0"16"0,6 0 16 0,-7-3 18 0,1 3 19 16,6 0 22-16,-6-3 26 0,6 3 21 0,-8-5 20 0,2 5 1 15,0-3-9-15,-1-1 4 0,7 0 10 0,-7 1-1 0,1-1-6 0,0 1-8 16,-1-1-11-16,1 0-14 0,-1 1-16 0,0-1-17 0,1 0-19 15,0 1-19-15,-1-1-23 0,-6 0-24 0,6 1-27 0,1-1-24 0,-7 0-24 16,6 4-12-16,1-3-9 0,-8 3-5 0,2 0-2 0,5 0-3 16,-6 0 0-16,0 0-3 0,1 0-4 0,-2 0-2 0,1 3-3 15,0-3-1-15,-6 4-2 0,5-4 0 0,-5 4 1 0,0-1-2 0,-1 1-1 16,7 0 0-16,-7 3-2 0,1-3 1 0,-1 3-1 0,0-3-1 16,2 3-2-16,-2 0-1 0,0 0-1 0,1 1-1 0,-1 0-1 0,1 2-1 15,-7-2-1-15,6 3 1 0,0 0-1 0,1 0 1 0,-1 0 2 16,1 0-1-16,-1-1 1 0,-6 5-1 0,6 0-1 0,1-4 0 15,-1 4-1-15,8-1 0 0,-8-3 0 0,0 4-1 0,1 0-4 0,6-1-1 16,0 1-1-16,-7-1-2 0,7 5-2 0,1-5-1 0,-2 1-2 16,2 4-1-16,-2-5 0 0,-5 4-1 0,6 1 1 0,0 3 0 0,-1-4-2 15,2 4 0-15,-2 0 0 0,1 4 0 0,-6-4 0 0,6 3-2 16,0 1 0-16,0 3 0 0,0-3 0 0,0 3-1 0,0-3 0 0,-7 3 0 16,14 1 0-16,-7-5-1 0,0 4 0 0,0 1 1 0,-1-1 0 15,8 1 1-15,-7-5-1 0,7 4 1 0,-1 0 0 0,1-3 0 16,-1 3 0-16,1-3-1 0,-1 3 0 0,0-3 1 0,1 3-1 0,0-2 0 15,-1 1 1-15,0-2 0 0,7 3-1 0,-6 0-2 0,0-3 1 0,-1 4 0 16,7-1 1-16,-6 0-1 0,-1 0 0 0,0 4 0 0,1-3 0 16,6 3 0-16,-6-4 1 0,-2 4-1 0,2 0 0 0,6-4 0 15,-6 4 0-15,6 0 1 0,-6-1-1 0,6-1 1 0,0 1-1 0,0-2 0 16,0 2 1-16,6-2 0 0,-6 0 0 0,6-5-1 0,-6 4-1 0,6-3 0 16,2 3 0-16,-2-3 0 0,0 0 0 0,8-4 0 0,-8 3 0 15,7-3 0-15,-7 0-1 0,8-1 1 0,-2 2 0 0,-5-5 0 16,6 1-1-16,0 3 0 0,0-8 1 0,0 4 0 0,7 1 1 0,-7-2 0 15,0 3 1-15,0-5 0 0,-1 3 0 0,2-3 0 0,6 2 0 16,-8 2 0-16,1-5 0 0,7 5-1 0,-7-4 2 0,0 3 0 16,0-3 0-16,7 3-1 0,-8-3 0 0,2-1-1 0,5 1 0 0,-6 0-1 15,6-2 1-15,1-1 0 0,-6 3-1 0,5-4 0 0,1 3-1 0,-1-3 0 16,0 0 1-16,1 4-2 0,-1-4 0 0,7 0 1 0,-6 0-1 16,-1 0 1-16,7-4 1 0,-6 3-1 0,0 2 1 0,5-4-1 15,-5 3 1-15,0-4 0 0,-1 0 1 0,1 1 1 0,0-1 0 16,-1 4 1-16,1-8 0 0,-1 5-1 0,1-1 1 0,0-3 0 0,-2 3-1 15,2-3 0-15,-7-1 0 0,7 1 1 0,0 0-1 0,-8-4 0 16,8 3 0-16,-1-3 0 0,1 0 0 0,-7-3-1 0,7 3 1 0,-1-4 1 16,-6 0 0-16,7 1 0 0,-7-1-1 0,6 0 0 0,-6-3 0 15,7 3 0-15,-7-3 0 0,6 3 0 0,-6 1 0 0,1-5-1 16,5 1 0-16,-6 4 1 0,0-5-1 0,0 1 0 0,0 3-1 0,1-3 1 16,-2 0 0-16,1-1 0 0,0 1 0 0,0 0 1 0,-7-4 0 15,8 4 1-15,-1-5 0 0,0 5 0 0,-7-4 1 0,7 0 0 0,1 0 2 16,-2-4 0-16,-5 4 0 0,6-3 1 0,0-1 1 0,0-3 2 15,0 3 3-15,1-3 2 0,-2-1 1 0,1 1 4 0,0-4 2 0,0 4 2 16,-7-4 3-16,8 4 1 0,-2-5 1 0,2 1 2 0,-1 5 0 0,-7-6 1 16,8 1-1-16,-2 4 1 0,-6-4-26 0,8 0-5 0,-8 3 0 15,1-2 0-15,6 2 0 0,-6-3 0 0,-1 4 0 0,0-4 0 16,2 4 0-16,-2-4 0 0,6 0 0 0,-5 0 0 0,0 4 0 0,-7-4 0 16,6 0 0-16,1-1 0 0,-1 5 0 0,0-4 0 0,2 1 0 15,-2-2 0-15,0 2 0 0,0 2 0 0,1-3 0 0,-7 0 0 0,7 0 0 16,-1 4 0-16,-6-4 0 0,7 0 0 0,-7 3 0 0,6-3 0 15,-6 4 0-15,0-4 0 0,7 4 0 0,-7 0 0 0,0-1 0 0,7 1 0 16,-7-1 0-16,0 1 0 0,0-1 0 0,0 2 0 0,0-2 0 16,0 5 0-16,0-4 0 0,6 2 0 0,-6-2 0 0,0 0 0 15,0 3 0-15,0-3 0 0,0 3 0 0,0-3 0 0,0 4 0 0,0-5 0 16,0 5 0-16,0-1 0 0,0 0 0 0,0 0 0 0,0 1 0 16,0-1 0-16,0 4 0 0,-6-4 0 0,6 5 0 0,0-5 0 0,0 1 0 15,-7 3 0-15,7-5 0 0,0 2 0 0,-7 3 0 0,7-4 0 16,-6 1 0-16,6-1 0 0,-7 0 0 0,7 1 0 0,0-1 0 0,-6 0 0 15,6 2 0-15,0-7 0 0,-7 6 0 0,7-1 0 0,0 1 0 16,0-1 0-16,0 0 0 0,0 1 0 0,-7-1 0 0,7 4 0 16,0-4 0-16,-6 4 0 0,6-3 0 0,0 3 0 0,-6-4 0 0,6 4 0 15,0 0 0-15,-6 0 0 0,6 0 0 0,0 0 0 0,-8 0 0 16,8 0 0-16,-6 0 0 0,6 4 0 0,-6-4 0 0,6 0 0 16,-7 0 0-16,1 0 0 0,6 0 0 0,-7 0 0 0,0 0 0 0,7 4 0 15,-6-4 0-15,0-1 0 0,6 2 0 0,-6 2 0 0,-2-3 0 0,8 4 0 16,-6-4 0-16,0 3 0 0,6 1 0 0,-7 0 0 0,0 0 0 15,1-4 0-15,-1 3 0 0,1 5 0 0,6-8 0 0,-6 7 0 16,-2-7 0-16,8 7 0 0,-6-3 0 0,0 0 0 0,0-1 0 0,6 1 0 16,-7 4 0-16,7-5 0 0,-7 0 0 0,1 1 0 0,6 0 0 15,-7 0 0-15,1-1 0 0,6 1 0 0,-7 0 0 0,0-1 0 0,7 1 0 16,0 0 0-16,-6-1 0 0,0 1 0 0,6 0 0 0,-6 0 0 16,6-1 0-16,0 1 0 0,-8 0 0 0,8 2 0 0,-6-2 0 0,6 0 0 15,-6 3 0-15,6-3 0 0,-7 0 0 0,1 3 0 0,6-3 0 16,-7 3 0-16,0-3 0 0,1-1 0 0,0 5 0 0,0-5 0 15,-2 1 0-15,2 0 0 0,0 3 0 0,-1-3 0 0,0 0 0 0,1-1 0 16,-1 1 0-16,-5-4 0 0,-2 4 0 0,8-5 0 0,-7 5 0 0,0-4 0 16,-6 0 0-16,5 0 0 0,-6-3-232 0,8 3-193 0,-8-4-97 15,7 4-64-15,-7-4-47 0,8 4-16 0,-2-4-2 0,2 1 8 16,-1 3 17-16,6 0 23 0,0 4 29 0,7-1 33 0,-6 1 36 16,6 7 64-16,6-4 82 0</inkml:trace>
  <inkml:trace contextRef="#ctx0" brushRef="#br0" timeOffset="90182.61">23804 9675 0 0,'-6'-7'47'0,"6"-4"69"0,-8 3 4 0,2 1 7 0,-7 0 7 0,7-1 10 15,-1-2 14-15,-6 2 14 0,7 0 16 0,-8 1-6 0,8 0-16 16,-7-4-3-16,7 4 8 0,-8-1 9 0,2 1 13 0,-2 3 12 16,2-3 15-16,-8 0 14 0,7 3 17 0,0-3 10 0,-6 3 11 0,-1 0 0 15,0 1-6-15,-5-1-14 0,5 0-12 0,-6 4-14 0,-1-3-14 16,1 3-15-16,1 0-12 0,-1 3-15 0,0-3-14 0,-1 4-16 15,-5-4-21-15,6 4-18 0,-1-1-19 0,1 1-11 0,1 3-9 0,-1-3-6 16,0 3-6-16,-1-3-3 0,1 3-4 0,0 1-2 0,7 3-3 16,-7-4-2-16,0 4-2 0,6 0-2 0,-5 0-2 0,5 4-4 0,0-1-1 15,1 1-1-15,-1 0-1 0,0 3 2 0,1 4-1 0,-1-4 0 16,0 4-1-16,8 4 1 0,-8-4-1 0,7 3-1 0,-7 1-1 16,8 0-1-16,-1 0 1 0,-7 3-2 0,14-4-1 0,-8 1 0 0,2-1-2 15,5 2-2-15,0 2-2 0,1-4-1 0,-1 1 0 0,7-1-2 16,-6-3-2-16,6 4-1 0,0-4-2 0,0 4 0 0,6-8-3 0,1 4 0 15,-7 0-1-15,6-4-1 0,1 0 1 0,0 1-1 0,5-1 1 16,-4 1-1-16,4-1 1 0,1-3 0 0,0 3 0 0,0-4 0 16,1 2 1-16,-2 2-1 0,1-4 0 0,7 1 0 0,-8 0 2 0,8-1-1 15,-6-3 1-15,5 4-1 0,1-1 0 0,-1-3 0 0,0 0 0 0,1 4 0 16,-1-4 0-16,7 0 0 0,1 0 0 0,-1 0-1 0,0-4 1 16,0 4-1-16,-1 0 2 0,9-3 0 0,-9-1 0 0,8 0-1 15,-1-3 2-15,-6 3 0 0,7-3 0 0,-1-1 1 0,8 1 0 0,-7 1 1 16,-1-3 1-16,1 3-1 0,6-5 0 0,-7 0 0 0,7 3 1 0,-6-3-1 15,0 0 1-15,6 0-1 0,-7 0 0 0,1-3 1 0,6 3-1 16,-7-5-1-16,1 3 0 0,-7-3-1 0,6 1 1 0,1 1-2 16,-7-4 2-16,0-1-1 0,0 1 0 0,1 0 1 0,-9-4-1 0,2 0 1 15,7 0-1-15,-9 0 1 0,2-4 0 0,0 1 0 0,-1-2 1 16,1 2 0-16,-7-4 1 0,7-4 1 0,0 3 1 0,-8-2 0 16,8 2 1-16,-7-3-2 0,0-4 2 0,0 4-1 0,-1-3 1 0,-4-1-1 15,-2 1-1-15,0-1 0 0,1-3-1 0,-1-1-1 0,-6-3-1 0,7 1-1 16,-7-2-2-16,0 1-4 0,0-3-3 0,0 3-7 0,-7-3-8 15,7 2-10-15,-6 1-12 0,-1 0-15 0,1 1-16 0,0-2-30 16,-8 5-32-16,2 0-58 0,-8 0-70 0,1-1-69 0,-1 4-72 0,0 4-58 16,-6 1-51-16,-7-1-20 0,1 3-7 0,-1 5 4 0,1-1 7 15,-7 0 15-15,6 8 14 0,-5-4 29 0,-2 7 33 0,7-3 59 16,1 3 67-16</inkml:trace>
  <inkml:trace contextRef="#ctx0" brushRef="#br0" timeOffset="93216.06">27639 9635 58 0,'0'-4'144'0,"-6"0"8"0,6-3 9 0,0 4 15 16,-6-2 17-16,6-1 25 0,-6 1 28 0,6-2 28 0,-7 3 28 15,7-3 5-15,-7 4-4 0,7-5 1 0,-6 1 6 0,6 0 4 16,-7 3 4-16,1-7-2 0,0 7-1 0,-2-7-8 0,2 4-13 0,0 0-19 16,-1-1-24-16,1 1-26 0,-7 0-28 0,6 0-32 0,1-1-34 15,-8 0-25-15,2 2-21 0,5 2-10 0,-6-4-8 0,0 1-5 0,0 3-4 16,0-3-5-16,-7 3-4 0,8-3-4 0,-2 3 0 0,-5 1-4 16,-1-5-4-16,8 5-3 0,-8-1-5 0,0 0-1 0,-5 1-2 0,5-1-2 15,0 1 0-15,-5-1-2 0,5 0-1 0,-7 1-1 0,1-5 0 16,7 5-1-16,-7-5 0 0,0 5-2 0,0-1 1 0,-1-3-1 15,1-1 1-15,0 5 0 0,1-5 0 0,-8 4 0 0,7-2-1 0,-6 1 0 16,5-2 1-16,1 3 2 0,0-3-1 0,-6 3 1 0,5 1 1 0,1-1 0 16,1 1 1-16,-1-1 0 0,-1 0 1 0,1 4-2 0,-6-3 0 15,6 3 0-15,-1 0-3 0,1 0-1 0,-6 0-3 0,5 0-2 16,-5 3-1-16,-1-3 0 0,8 4-3 0,-7 0 0 0,6-1-1 0,-7 1-1 16,1-1-1-16,5 1-1 0,-5 0 1 0,-1 3-2 0,7-3 1 15,-6-1-2-15,5 5 2 0,-5-5-2 0,6 5 1 0,-1-4-1 16,-5 3-1-16,6-3 0 0,0 3 0 0,-1-3 0 0,2 3 1 0,-1 0 0 15,0-3-2-15,0 3-1 0,-1 1 0 0,1-1 0 0,1 0 0 16,-1 0 0-16,-1 1 0 0,1-1 0 0,0 0 1 0,7 1 0 0,-7-1 0 16,6 4-1-16,-6-3-1 0,7 3 1 0,-1-4 0 0,0 4 0 15,1 0 1-15,-1-4 0 0,0 4-1 0,8 0 1 0,-8 0-2 0,7 0 0 16,1 0 0-16,-2 0 0 0,8 3-1 0,-8-3 1 0,8 0 1 16,-7 4-1-16,7 4 1 0,-8-5 0 0,8 5 0 0,0-1 1 15,-8 0 1-15,8 4 0 0,0-3 0 0,-1 3 1 0,-6 3-1 0,6-3 1 16,1 4 1-16,0-4-2 0,-2 4 0 0,2-1-2 0,0 4 0 15,-7-3-2-15,6-1 1 0,7 2 1 0,-6 2-1 0,-1-4 0 16,7 1 0-16,-6-4 0 0,6 3-1 0,0-2 0 0,0-1-1 0,0-4 1 16,6 4 1-16,-6-4 0 0,7 0 1 0,-1 1 1 0,-6-5-1 0,14 4 0 15,-8-2-1-15,0-2 0 0,8 4 0 0,-8-3 1 0,7 0 1 16,-7-1-1-16,8 1 2 0,-2-1-1 0,2 2 0 0,-2-6 0 0,2 5 0 16,-1 0 0-16,7-1 1 0,-8 1 0 0,2-1 0 0,5-3 1 15,-6 4-1-15,6 1 0 0,1-3-1 0,-1 2 1 0,1-4 0 16,6 4 0-16,-6-4 0 0,5 3 1 0,1-3-1 0,1 0 0 0,5 0 1 15,1 0 1-15,-7-3-1 0,6 2 1 0,1-1 0 0,6 1 0 16,-6-2 1-16,0-1 2 0,-1 0-2 0,1 4 2 0,5-4 2 0,-5 0 1 16,-1 1 0-16,1-1 2 0,-1 1 0 0,7-1 2 0,-5 0 0 15,-2 0 0-15,1 1 0 0,-1 3 1 0,1-4 0 0,6 0 1 16,-7 1 1-16,7 0 0 0,-7-1 0 0,8 0-1 0,-7 4 0 0,6-4 0 16,-1 1-1-16,2-5-2 0,-1 5-1 0,-7-1 0 0,7 0-3 0,0 0 1 15,1-3 0-15,-1 3-1 0,0 0-2 0,-1-3-2 0,2 4 1 16,-1-1-2-16,0 0 1 0,1-3-2 0,-8 3 0 0,7 1 0 15,0-1-1-15,0-4 0 0,-7 5 2 0,8-5-1 0,-8 5-1 0,7 0 0 16,-6-5-1-16,-1 5 1 0,1-5-1 0,-1 4 0 0,1-3 0 0,-1 0 0 16,-6-1 1-16,7 1 0 0,-7 0 0 0,0-4 1 0,1 3-1 15,-1-3 1-15,0 0 0 0,-1 0 1 0,-5 0-1 0,6 0 1 16,-7-3-1-16,7 3-1 0,-6-4-1 0,0 0 0 0,-1 4 0 0,1-3 0 16,0-1 0-16,-1 0 0 0,-6 1 0 0,6-1 0 0,1 1 0 15,-7-1 0-15,7-3 0 0,-8 3 0 0,8-3 0 0,-7 2 0 0,0-1 0 16,6 1 0-16,-5-2 0 0,-1 0 0 0,6 1 0 0,-6-3 0 15,1 2 0-15,-2 0 0 0,8-1 0 0,-7 1 0 0,0 0 0 16,0-1 0-16,1-2 0 0,-8 2 0 0,6 1 0 0,2 0 0 0,-8-4 0 16,7 3 0-16,-7 1 0 0,2 0 0 0,-2-5 0 0,0 5 0 15,0-4 0-15,1 4 0 0,0-4 0 0,-1 0 0 0,1 3 0 0,-1-2 0 16,1-1 0-16,-7-1 0 0,7 2 0 0,-1-1 0 0,-6 0 0 16,6-1 0-16,0 6 0 0,-6-10 0 0,8 6 0 0,-8-1 0 15,6 0 0-15,-6 0 0 0,6 0 0 0,-6-4 0 0,7 4 0 0,-7-3 0 16,6 3 0-16,1-5 0 0,-7 2 0 0,7-1 0 0,-1-3 0 15,0 0 0-15,-6 3 0 0,6-3 0 0,2 0 0 0,-2-4 0 16,0 3 0-16,1 1 0 0,0 0 0 0,-1-4 0 0,1 3 0 0,-1 1 0 16,0-1 0-16,-6 2 0 0,7 1 0 0,0-2 0 0,-7 4 0 0,6-1 0 15,-6 0 0-15,0 1 0 0,0-1 0 0,0 4 0 0,0-4 0 16,0 5 0-16,0-2 0 0,-6 1 0 0,6 4 0 0,-7-4 0 16,7 0 0-16,-7 0 0 0,7 4 0 0,-6 0 0 0,6-4 0 0,-6 3 0 15,-1 1 0-15,7-4 0 0,-6 4 0 0,-1-1 0 0,0 1 0 16,1-1 0-16,0-3 0 0,-2 4 0 0,2 0 0 0,0-4 0 0,0 4 0 15,-1-1 0-15,7 1 0 0,-7-4 0 0,1 4 0 0,-1-1 0 16,1 1 0-16,6 3 0 0,-6-3 0 0,-2 0 0 0,2 3 0 0,0-4 0 16,0 2 0-16,-1 2 0 0,7-3 0 0,-7 2 0 0,1-2 0 15,-1 0 0-15,1 3 0 0,-1-3 0 0,0 0 0 0,1 3 0 16,0-3 0-16,0 3 0 0,-2-3 0 0,2-1 0 0,0 5 0 0,-1-5 0 16,1 1 0-16,-1 0 0 0,-6 0 0 0,7 3 0 0,0-7 0 15,-2 7 0-15,-4-3 0 0,5-4 0 0,-6 4 0 0,6-5 0 0,-5 5 0 16,-2-4 0-16,8 4 0 0,-7-4 0 0,0 3 0 0,0-2 0 15,0-1 0-15,0 0 0 0,-1 3 0 0,2-3 0 0,-1 0 0 16,-1 4 0-16,2-4 0 0,-8 3 0 0,7-3 0 0,0 4 0 0,-6 0 0 16,5-4 0-16,-5 4 0 0,6-1 0 0,-6 1 0 0,5 0 0 15,-6-1 0-15,1-3 0 0,0 4-128 0,0-4-156 0,-1 0-103 0,0 0-90 16,1 0-86-16,-1 0-38 0,0-7-16 0,1 3-2 0,-1-3 3 16,0-1 11-16,8-2 16 0,-8 2 19 0,7-3 24 0,1 1 33 15,-2 2 38-15,1-3 85 0,0 0 179 0</inkml:trace>
  <inkml:trace contextRef="#ctx0" brushRef="#br0" timeOffset="109698.68">29300 9737 0 0,'-6'-4'109'0,"6"1"126"16,-6 3 17-16,6-4 9 0,-7 4 5 0,7 0 11 0,-6 0 12 0,6 0 33 16,0 4 41-16,0-1 35 0,6 1 32 0,-6 0-27 0,0 3-58 15,7 4-41-15,-7-3-35 0,0 3-20 0,0 0-14 0,6 3-6 16,-6 1-4-16,0-4-9 0,0 3-13 0,0 1-30 0,0 0-42 0,6-1-35 15,-6 1-31-15,0-4-20 0,0 4-14 0,0-8-9 0,0 4-8 0,0 0-3 16,0-4-5-16,0 1-3 0,0-1-4 0,0-3-4 0,0-1-5 16,0 1-7-16,0 0-6 0,8-4-7 0,-8 0-6 0,0 0-15 15,0 0-16-15,0 0-27 0,0 0-29 0,0-4-26 0,0 0-24 0,6 1-15 16,-6-5-9-16,0 1 0 0,0 0 2 0,6-4 4 0,-6 0 5 16,6 0 8-16,-6-1 5 0,7-2 15 0,-7-1 17 0,7 1 27 15,-1-1 30-15,-6 0 37 0,7 1 42 0,-1-1 37 0,-6 1 37 0,7-1 35 16,0 0 31-16,5 1 24 0,-6 2 17 0,2-2 12 0,4 3 9 0,-5 0 6 15,6 3 8-15,0-2 7 0,-1 2 8 0,2 1-6 0,-1 3-10 16,7 1-16-16,0-1-20 0,-8 0-23 0,8 4-25 0,5 0-15 16,-5 0-10-16,6 4-6 0,1-4-3 0,-9 7-3 0,9-3-4 0,-1 3-3 15,0-3-3-15,0 3-4 0,0 4-3 0,1-4-2 0,-2 4-6 16,-5-3-2-16,0 3-6 0,6-4-4 0,-14 4-5 0,8-3-3 16,-1 3-5-16,-5-4-3 0,-1 4-2 0,-1-4-5 0,-5 1-2 0,0-1-4 15,-1 0-2-15,0 0-2 0,2 1-4 0,-8-1-2 0,0 0 0 0,0-3-4 16,-8 3-9-16,-4 1 0 0,5-1 0 0,-6 0 0 0,0 0 0 15,-7 5 0-15,1-5 0 0,-1 1 0 0,-6-1 0 0,0 0-16 16,0 0-12-16,1 1-7 0,-9-1-7 0,2 0-6 0,-1-3-6 0,1 0-4 16,-1 3-3-16,1-3-2 0,-1-1-2 0,1 1 2 0,5-4 2 15,-5 4 5-15,6-4 6 0,-1 0 7 0,2 0 8 0,5 0 5 0,0 0 7 16,8 0 6-16,-1-4 4 0,0 4 5 0,6-4 1 0,7 4 2 16,-6-3 3-16,12 3 2 0,-6 0 4 0,7-4 3 0,-1 0 4 0,8 4 3 15,-2-3 4-15,2 3 1 0,5 0 3 0,1-4 1 0,-2 4 1 16,2 0 3-16,7 0 2 0,-7 0 2 0,5 0-1 0,-5 4-1 0,0-4-2 15,6 0-5-15,-7 3-3 0,1-3-4 0,-2 4-4 0,2-4-6 16,-6 4-8-16,5-4-15 0,-6 0-16 0,-6 3-21 0,5-3-25 16,-5 0-39-16,0 4-45 0,-1-4-69 0,-6 0-78 0,-6 0-66 0,6 4-61 15,-7-4-52-15,-6 3-46 0,7 1-18 0,-8-1-7 0,2 1 7 16,-8 0 13-16,7-1 19 0,-7 1 21 0,8 3 38 0,-8-2 46 0,1-2 67 16,-7 0 77-16</inkml:trace>
  <inkml:trace contextRef="#ctx0" brushRef="#br0" timeOffset="110148.8">29268 10136 0 0,'-19'8'75'0,"-1"3"133"0,7-4 23 0,-7 0 29 0,8 1 31 0,-2 3 44 0,2-4 50 16,-2 4 36-16,1-3 34 0,7 3 16 0,-1-4 9 0,1 4-28 16,-1 0-44-16,1 0-31 0,0 0-23 0,6 0-18 0,-8 3-16 0,8-3-23 15,0 1-28-15,0-6-43 0,0 5-47 0,0 1-37 0,0-5-32 16,0 4-22-16,0-4-15 0,8 1-13 0,-8-5-11 0,6 5-10 0,-6-5-10 16,6 1-8-16,1 0-7 0,-1-4-5 0,1 0-3 0,6 0-3 15,0-4-3-15,0 0-3 0,0-3-1 0,6 0-3 0,8-5-2 0,-7 2-2 16,5-1-2-16,1-4 0 0,6 1-1 0,1-2-1 0,-1 6 0 15,8-5-1-15,-7 4-1 0,6 0 2 0,-7 0 1 0,7 7 1 0,-7-3 3 16,1 7 0-16,7-4 2 0,-8 8 2 0,1-4 2 0,-7 7 1 16,-1-3 2-16,9 3-1 0,-15 1 1 0,7-1 2 0,-6 0 1 0,-1 1 0 15,-6 3 2-15,0-4 0 0,0 4 2 0,0-3 3 0,-7 3 3 16,1-5 3-16,0 2 3 0,-7 3 2 0,0-4 2 0,0 0 0 16,-7 5 1-16,0-5 0 0,1 0-1 0,0 1-1 0,-8-1-1 0,1 0-1 15,-6 0-1-15,0 1-4 0,-1-1-2 0,0-3-4 0,-5 3-6 16,-2-3-5-16,1 4-8 0,0-5-4 0,0 1-7 0,0-4-5 0,-7 3-5 15,7-3-1-15,-7 4-2 0,7-4-1 0,-6 0 1 0,7 0 0 16,-2-4 0-16,1 4 2 0,6-3 0 0,-6 3 5 0,13-4 6 0,-7 4 4 16,8-3 5-16,6 3 5 0,-1 0 5 0,0-5 1 0,1 5 3 15,6 0 2-15,6 0 2 0,1 5 4 0,0-5 3 0,5 3 3 16,2 1 2-16,-2-1 1 0,8 1 1 0,-1 0-1 0,1-1 1 0,6 5 1 16,-7-5-1-16,7 1 0 0,-6 3-1 0,7-3-2 0,-1 0-2 15,-7-1-6-15,7-3-7 0,0 3-13 0,-6-3-16 0,5 5-19 16,-5-5-21-16,0-5-35 0,-7 5-43 0,6-3-57 0,-6 0-67 0,1-1-64 15,-8 0-66-15,0-3-56 0,1 3-50 0,-1-3-24 0,-6 0-8 0,0-4 4 16,0 4 10-16,0-5 17 0,0 1 19 0,0 0 35 0,-6-3 42 16,6-1 58-16,-7 0 65 0</inkml:trace>
  <inkml:trace contextRef="#ctx0" brushRef="#br0" timeOffset="110399.25">29835 9433 0 0,'6'-11'41'0,"-6"0"175"0,0 7 15 0,0-3 14 0,0 3 16 16,0 4 39-16,0 0 52 0,0 4 48 0,0 3 44 0,0 1 29 0,0 6 22 16,0 1-23-16,0 4-47 0,0 6-36 0,-6 1-32 0,0 7-15 15,-2 0-4-15,2 7-5 0,0 0-4 0,-8 8-32 0,8 0-46 16,-7 3-43-16,7 4-41 0,-8-1-27 0,8 5-21 0,-7 0-15 0,6 0-13 16,1-1-11-16,-7-3-12 0,7 0-11 0,-1 0-11 0,0-4-16 15,7-3-19-15,-6-4-24 0,0 0-28 0,6-4-26 0,-8-7-28 16,8 0-41-16,0-7-47 0,0-1-69 0,0-6-79 0,0-5-80 0,8 1-82 15,-8-8-49-15,0-3-37 0,6 0-12 0,0-8 0 0,-6 0 12 16,7-7 17-16,0 4 23 0,-1-8 24 0,7 1 37 0,-7-5 47 0,1-2 67 16,6-2 80-16</inkml:trace>
  <inkml:trace contextRef="#ctx0" brushRef="#br0" timeOffset="110965.03">30284 9972 188 0,'0'7'217'16,"7"0"29"-16,-7 4 32 0,6 0 47 0,-6 4 54 0,7-1 40 15,-7 5 35-15,6-1 23 0,-6 1 18 0,0 3-24 0,0 3-44 0,0 1-34 16,0-1-31-16,0 1-20 0,-6 3-15 0,6-3-24 0,-7 3-29 0,1-3-43 16,6 3-54-16,-7-3-39 0,0 0-33 0,7-1-21 0,-6 1-19 15,0-4-11-15,6 0-12 0,-6-4-6 0,-2 0-6 0,8 1-6 16,0-8-9-16,-6 3-4 0,6-5-7 0,0-3-7 0,0 1-9 0,0-3-8 15,0-4-9-15,0-4-13 0,0 4-12 0,6-7-9 0,-6 1-9 0,8-6-9 16,-8-3-10-16,6 0-8 0,0-3-8 0,0-4-7 0,1 0-5 16,0 1 1-16,6-6 2 0,-7 2 6 0,0-4 8 0,2-1 11 15,-2 1 10-15,6 0 10 0,-5-4 10 0,0 0 9 0,-1 4 11 0,1-5 18 16,-1 5 20-16,1 0 19 0,0 0 16 0,-1 3 15 0,0 1 14 16,0 2 10-16,2 1 11 0,4 4 7 0,-5 0 8 0,6 3 8 0,0 1 5 15,-7 3 7-15,8-5 5 0,-2 9-2 0,2 0-4 0,5 0-5 16,-5 3-3-16,4 0 0 0,2 1-2 0,-1 3-3 0,1-4-2 0,6 8-5 15,1-4-4-15,-1 3-4 0,0 1-2 0,6 0-4 0,-6-1-2 0,6 5-5 16,-6-1-4-16,1 1-5 0,-1-1-51 0,0 3-15 0,0-2 0 16,0 3 0-16,0 0 0 0,-6 0 0 0,6 0 0 0,-6 4 0 0,-1-4 0 15,0 3 0-15,-6 1 0 0,7-4 0 0,-7 4 0 0,0-1 0 16,0 1 0-16,-7 0 0 0,1-4 0 0,6 3 0 0,-7 1 0 0,-6-1 0 16,0 1 0-16,7 0 0 0,-7-1 0 0,-7 5 0 0,7-4 0 0,-6 3 0 15,0-4 0-15,-1 5 0 0,-6-5 0 0,0 4 0 0,0 1 0 16,-6-5 0-16,5 5 0 0,-5-1 0 0,-1 1 0 0,-6-5 0 0,6 4 0 15,-5 1 0-15,-1 0 0 0,-1-5 0 0,-5 4 0 0,6-3 0 16,-7 3 0-16,1-3 0 0,-1-4 0 0,-6 3 0 0,7-3 0 0,-8 0 0 16,1 0 0-16,1-4 0 0,-2 1 0 0,7-4 0 0,-6 0 0 0,1-1 0 15,-1-3 0-15,6 0-253 0,0-3-156 0,-6-1-88 0,6 0-88 16,1-4-44-16,6 1-18 0,-7-4-2 0,7 4 9 0,0-8 18 16,7 4 22-16,-7-3 30 0,6-1 31 0,1-3 43 0,-1 0 50 15,0-1 76-15,8 1 131 0</inkml:trace>
  <inkml:trace contextRef="#ctx0" brushRef="#br0" timeOffset="125515.77">31678 10250 127 0,'0'4'153'0,"0"-4"9"0,-7 3 12 0,7-3 15 0,0-3 16 0,0 3 20 16,-6 0 21-16,6 0 12 0,0 0 11 0,0 0-6 0,0 0-11 16,0 0 0-16,0 0 7 0,0 0 10 0,0 0 10 0,6 0 3 0,-6 0 0 15,0 0-8-15,0 0-11 0,0 0-14 0,7 0-14 0,-7 0-17 16,7 0-17-16,-1 0-19 0,0 0-14 0,0 0-19 0,8 3-18 0,-8-3-18 16,1 0-15-16,6 4-8 0,0-4-4 0,0 0-3 0,0 4 0 0,0-4 0 15,0 3 0-15,0-3-1 0,0 4-1 0,6-4-2 0,1 4 0 16,0-1-2-16,-1-3-2 0,1 4-2 0,6 0-3 0,0-4-2 0,-7 3-2 15,14 1-3-15,-7 0-3 0,7-4-4 0,-7 3-3 0,6 1-5 0,1-1-5 16,-1 1-2-16,-6 0-5 0,7-1-4 0,-1 2-3 0,-5-2-3 16,-1 0-7-16,6 5-19 0,-5-5 0 0,-1 2 0 0,-1 2 0 0,1-4 0 15,0 5 0-15,-6-5 0 0,7 4 0 0,-9-3 0 0,2 0 0 0,-1 0 0 16,1 3 0-16,0-3 0 0,-7-4 0 0,7 3 0 0,-8 1 0 0,2-4 0 16,-2 4 0-16,1-4 0 0,1 0 0 0,-8 0 0 0,7 0 0 15,-6 0 0-15,-1 0-60 0,7-4-24 0,-13 0-17 0,7 4-19 0,-1-3-22 16,1-1-34-16,-7 0-42 0,6 1-56 0,-6-5-64 0,0 4-54 15,-6-3-47-15,6 4-46 0,-7-5-45 0,1 5-14 0,-1-1 0 0,0 1 9 16,1-2 13-16,-7 2 17 0,0 0 20 0,0-2 34 0,-7 2 42 0,8 0 56 16,-8-2 65-16</inkml:trace>
  <inkml:trace contextRef="#ctx0" brushRef="#br0" timeOffset="126231.78">32173 9862 0 0,'0'-4'9'0,"6"4"121"0,-6 0 10 0,7-4 14 0,-7 4 15 0,0 0 20 0,0 0 23 0,0 0 28 0,0 0 30 16,0 0 14-16,0 0 3 0,0 0 13 0,0 0 17 0,-7 0 10 15,7 0 6-15,0 0 3 0,0 0 0 0,0 0-5 0,-6 4-8 0,6-4-14 16,0 0-17-16,-7 0-22 0,7 0-25 0,-6 4-26 0,6-4-25 0,-7 3-27 16,1-3-32-16,0 4-19 0,-2 0-15 0,2-1-10 0,0 5-8 0,-7-5-4 15,0 1-4-15,6 4-5 0,-5-1-1 0,-2-3-4 0,1 2-3 16,-6 2-4-16,6-1-5 0,-1 1-7 0,-5-1-6 0,6 0-6 0,-7 1-5 16,1 3-3-16,-1-4-3 0,1 0-2 0,-1 4-2 0,-6-4-3 15,0 4-1-15,0 0-2 0,0-3 0 0,0 3-2 0,6 0-1 0,-12-4 1 16,6 4-1-16,7-3 1 0,-7 3 0 0,6-4 2 0,-7 0 0 0,15 1 0 15,-8-1 0-15,7 0 0 0,0-3-2 0,0-1 0 0,0 1-1 0,6 0-1 16,1-1 0-16,0 1-1 0,6 0 0 0,-7-4-2 0,7 0 0 16,0 0-2-16,0 0-1 0,0 0 0 0,0 0-2 0,0 0 0 0,0 0 0 15,0 0 0-15,0 3 2 0,0-3 4 0,7 4 6 0,-7 0 5 16,6-1 6-16,0 1 2 0,1 0 3 0,0 3 2 0,5 0 3 0,2 1 4 16,-1-1-26-16,-1 4-12 0,2 0 0 0,5 0 0 0,-6 0 0 0,6 4 0 15,1-4 0-15,0 3 0 0,-1 1 0 0,1-1 0 0,0 2 0 16,-1-2 0-16,1 1 0 0,-1 3 0 0,0-3 0 0,1 3 0 0,-1-4 0 15,1 5 0-15,0 0 0 0,-7-5 0 0,6 4 0 0,0 1 0 16,-5-1 0-16,5 0 0 0,-5-3 0 0,-2 3 0 0,2 0 0 0,5-3 0 16,-6 4 0-16,-6-5 0 0,5 1 0 0,2-4 0 0,-2 3 0 0,-4-6 0 15,4 3 0-15,-5 0 0 0,-1-4 0 0,1 0 0 0,-1-2 0 16,1-3 0-16,-1 3 0 0,-6-2 0 0,6 0 0 0,-6-3 0 0,0 0 0 16,0 0-214-16,0 0-194 0,0 0-86 0,-6-3-85 0,0 3-41 15,-1-3-19-15,7 3 1 0,-13-5 8 0,7 3 20 0,-1 2 20 0,1 0 24 16,0-5 25-16,-8 5 37 0,1 0 43 0,6 0 76 0,-5 0 91 0</inkml:trace>
  <inkml:trace contextRef="#ctx0" brushRef="#br0" timeOffset="130498.78">23915 11364 0 0,'-7'-4'5'16,"0"-3"184"-16,1 4 25 0,-7-5 20 0,6 4 13 0,-5-3 17 0,-2-1 14 15,1 0 23-15,1 2 27 0,-2-2 37 0,2 1 41 0,-2 0-15 16,1-4-43-16,-6 3-23 0,12 1-16 0,-5-4-18 0,-8 4-19 0,7-4-10 16,-1 4-8-16,2-1-8 0,-8-3-10 0,7 5-16 0,-7-2-21 15,1 1-29-15,0-1-35 0,-1 0-22 0,-6 1-13 0,7 0-8 0,-8-1-6 16,1 5-3-16,0-1-3 0,0 1-4 0,0-2-5 0,0 5-3 16,0 0-5-16,0 0-6 0,0 0-2 0,0 5-5 0,-1-2-5 0,1 4-4 15,1 1-3-15,-8-1-4 0,7 0-3 0,6 4-4 0,-6-3-5 16,0 4-1-16,1-2-4 0,-1 5 0 0,6-1-2 0,-7 1-2 15,9-1-2-15,-2 1-2 0,0 0-2 0,1 2-2 0,-1-1 0 0,0 3 0 16,7-1-2-16,-6 0 1 0,0 0-2 0,5 4 0 0,1-4 0 16,-7 0 0-16,8 5-2 0,-2-5 1 0,-5 4 0 0,6 0 0 0,0 0 0 15,1-1 0-15,-2 6 0 0,1-5 0 0,6 3-1 0,-6-3 0 16,7 4 0-16,-7-4 0 0,6 4-2 0,1-4 0 0,0 4 0 0,-1-5 1 16,0 1 0-16,7 3 0 0,-6-3-1 0,6 3 1 0,0 2 0 15,0-5 0-15,6 3 1 0,-6-3-1 0,7 4 0 0,0-4 1 16,-1 4 1-16,0-4 0 0,8 4-1 0,-8-5 1 0,7 2 0 0,0-1 0 15,6-1 0-15,-5 1 0 0,5-3 0 0,1 3-1 0,0-4 1 16,-2 1-1-16,2-1 2 0,7-4 0 0,-8 5 0 0,7-5-1 0,0 1-1 16,6-4 1-16,-5 3 0 0,-1-3 0 0,6 0 1 0,1-3 0 15,-1 3-1-15,-5-4 0 0,5 1 0 0,1-1-2 0,-1 0 0 16,-6 1 0-16,7-1 2 0,-1-3 0 0,-5-1 0 0,5 4 1 0,1-3-1 16,-7 0 0-16,6-4-1 0,1 3 0 0,-7 1 1 0,6-4 1 15,-5 0 1-15,5 0-1 0,1 0 2 0,-7 0-2 0,6-4 0 0,-6 4-1 16,7-3 1-16,-8-1 0 0,8-3-1 0,-7 0 0 0,7-1-1 15,-7 1 0-15,0-4 0 0,6 0 0 0,-5-4 1 0,-1 4-1 0,0-4 0 16,-1-3 1-16,1 3 0 0,1-3 0 0,-1 0 0 0,-6 0-1 16,-1-4-1-16,7 3 1 0,-6-3 1 0,-1 0-1 0,-6 0 1 0,6 0-1 15,-5 1 0-15,6-6 0 0,-8 6 0 0,1-9-1 0,1 5-5 0,-2-4-4 16,-6-1-9-16,2-3-9 0,-2 0-12 0,0 0-14 16,1-3-16-16,-7-5-20 0,-7 5-22 0,7-8-47 0,-6 0-58 0,-8 3-77 15,2-2-85-15,-1-1-75 0,-7-1-66 0,-6 2-31 0,6 3-9 0,-12 3 0 16,6 0 8-16,-13 4 12 0,6 4 15 0,-6-1 21 0,1 8 20 15,-2 0 46-15,-5 0 59 0,6 8 77 0,-7-4 239 0</inkml:trace>
  <inkml:trace contextRef="#ctx0" brushRef="#br0" timeOffset="153165.81">27789 11459 0 0,'-6'-4'1'0,"0"4"105"15,-1-3 3-15,0-1 5 0,1 4 9 0,0-4 8 0,-1 0 9 16,1 1 9-16,-8-1 8 0,8-3-16 0,0 3-28 0,-8 1-10 16,8-1 0-16,0 0-2 0,-7-3 0 0,6 3 1 0,-6-3 3 0,7 3 2 15,-8-3 2-15,2 3-3 0,-2-3-5 0,1 4 1 0,1-5 6 16,-2 5 2-16,-5-4 0 0,6 3-3 0,-7-4-5 0,1 5-2 0,5-1 1 15,-5-4 0-15,-1 5 1 0,-6-2-2 0,7 5-1 0,-1-3 6 16,0 0 9-16,-5 3 3 0,5-4 1 0,-6 4 0 0,6 0 0 0,-5-4 1 16,5 4 2-16,-6 0-2 0,6-3-2 0,1 3-3 0,-1-4 0 15,-6 4-4-15,7-4-5 0,5 4-7 0,-4-3-9 0,-2-1-12 16,0 4-12-16,1-4-7 0,-1 1-2 0,0-1-3 0,1 4-6 0,-1-4-3 16,1 1-3-16,-7-1-2 0,6 0-2 0,-6 4-1 0,0-3-2 15,7-1 0-15,-7 4-1 0,0-3 1 0,-1 3-1 0,1-4-1 16,1 4 0-16,-1 0-3 0,6 0 0 0,-6-4 0 0,-1 4 1 0,2 0 0 15,-1 0-1-15,0 4-2 0,6-4-2 0,-6 0-1 0,-1 0-2 0,9 0-1 16,-9 0-1-16,7 4-2 0,-5-4 0 0,5 3-2 0,-6-3-1 16,6 4 0-16,1-4 1 0,-1 3-1 0,2 1 0 0,-2 0 0 0,0-1-1 15,7 1-1-15,-7 3-1 0,1-3 0 0,6 3 0 0,-6-3 0 16,5 3 1-16,2 1 0 0,-8-2-1 0,7 2-1 0,-1 0-2 16,-4 3-1-16,4 0 0 0,1-4-1 0,0 4 0 0,-6 0-1 0,5 0 1 15,2 0-2-15,-2 0 0 0,1 0-3 0,1 3 0 0,-2-2-1 16,2 3 1-16,4-4-1 0,-4 3-1 0,-1 1 0 0,0-4 0 0,6 4 0 15,-5-1-1-15,4-3 0 0,-4 3 1 0,5 1 0 0,-6-4 1 16,7 4 0-16,-7 0 0 0,6-1 0 0,0-3-1 0,1 4 1 16,-7 0 0-16,6-1 1 0,1-3-1 0,0 4 1 0,-1-4 0 0,1 3 0 15,-1 1-1-15,0-5-1 0,7 6 1 0,-6-2 0 0,0-3 0 0,-2 0 1 16,2 4 0-16,6-4-1 0,-6 3 1 0,-1-3 0 0,1 0 0 16,6 5 1-16,-7-6-1 0,1 0 0 0,6 2 1 0,-7-1 0 15,7 1-1-15,-6-2 1 0,6-2 0 0,0 3 0 0,0-1 1 0,-6-2-2 16,6 3 2-16,0-4-1 0,0 0 0 0,0 1-1 0,0-1 1 15,6 1-1-15,-6-1 0 0,0 0-1 0,6 1 0 0,-6-1 0 0,0-3-2 16,7 3 1-16,-1 0-1 0,1-3 0 0,-7 0 1 0,13 3-1 16,-7-4-1-16,0 5 1 0,8-5 2 0,-8 5 0 0,8-4 1 15,-1 3 1-15,-1-4 1 0,8 5 3 0,-7-5 0 0,0 1 0 16,7 3 1-16,-1-3 1 0,1-1 2 0,-1 2-1 0,1-2 1 0,6 5 1 16,-6-6-2-16,5 3 1 0,1 2 0 0,-6-3 0 0,6-1-1 0,1 5 0 15,-2-5-1-15,1 5-2 0,0-5 1 0,0 5 0 0,7-5-1 16,-7 5 0-16,7-5 0 0,-7 5 1 0,6-5 2 0,1 5 0 15,-1-1 2-15,1 0 0 0,6 0 3 0,-7-3 0 0,1 3 3 0,6 1 1 16,0-5 0-16,-6 5 2 0,6-4 0 0,-1 3 2 0,2-3 2 16,-7 3 0-16,6-3 0 0,-1-1-2 0,2 1 0 0,-1 0-1 0,0-1-3 15,0 1-1-15,0 0-1 0,0-1-2 0,0 1 0 0,1 0-1 16,-1-1-1-16,-7-3-2 0,7 4-1 0,0 0-2 0,1-4-1 0,-8 3-1 16,7-3-2-16,-7 4 1 0,1-4-2 0,-1 3 1 0,1-3-1 15,-1 5 2-15,1-5-2 0,-7 0 1 0,7 3-1 0,-7-3 1 0,0 0-1 16,0 0 1-16,0 0 2 0,-7 0 1 0,8 0 2 0,-8 3 3 15,8-3 1-15,-8 0 1 0,0 0 1 0,0 0 0 0,1-3-1 0,0 3 2 16,-1 0 2-16,1-3-1 0,0-2 1 0,-1 2-2 0,1-1 1 16,0 1-1-16,-2-5-3 0,9 5-2 0,-7-5-1 0,-1 1-1 15,0 0-2-15,1-1 1 0,-1 1-2 0,1 0 0 0,-1-1-2 0,-5 1 0 16,6-1-1-16,-8 1 1 0,8 0-1 0,-14-1 0 0,13 1 0 0,-11 0 0 16,4 0 0-16,1-1 1 0,-6 1-1 0,6 0 1 0,-7-1 0 15,1 5 1-15,0-8-2 0,5 3 1 0,-6 1 1 0,2 0-1 16,-2 0 1-16,0-2 0 0,1 2-1 0,-1-4 1 0,1 4 1 0,0 0 0 15,-1-4 0-15,0 4-1 0,0 0 1 0,2-5 0 0,-2 5 1 16,0-4 1-16,-6 4 1 0,7 0 0 0,0-4 0 0,-1 3 0 16,1-3 3-16,-1 4-1 0,0-5-1 0,8 5 1 0,-8-4 0 0,0 4 0 15,1-4-2-15,0 0 1 0,-1 4-1 0,1-4-1 0,-1 4-6 16,1-1-2-16,0-2 0 0,-1 2 0 0,-6 1 0 0,6-1 0 0,-6 1 0 16,6 0 0-16,-6 3 0 0,0-3 0 0,0 0 0 0,0-1 0 15,0 0 0-15,0 1 0 0,-6 3 0 0,0-3 0 0,6 0 0 0,-6 0 0 16,-1-1 0-16,0 1 0 0,-6-4 0 0,7 4 0 0,-8-1 0 15,8 2 0-15,-7-6 0 0,0 5 0 0,7-4 0 0,-7 4 0 16,-1-4 0-16,2-1 0 0,-2 1 0 0,2 0 0 0,-2 0 0 0,1 0 0 16,1-3 0-16,-2 3 0 0,8 0 0 0,-7 0 0 0,6 0 0 15,-6 4 0-15,7-4 0 0,-1 0 0 0,-6 3 0 0,7-3 0 16,0 3 0-16,-2 1 0 0,2 0 0 0,0 0 0 0,-1 0 0 0,1 3 0 16,-1-3 0-16,-6-1 0 0,7 1 0 0,0 4 0 0,-2-5 0 0,2 4 0 15,0 1 0-15,-8-5 0 0,8 5 0 0,-1-4 0 0,-5 3 0 16,5-3 0-16,-6 3 0 0,7-3 0 0,-8 2 0 0,1-1 0 15,7-2 0-15,-7 4 0 0,0-3 0 0,-1-1 0 0,8 5 0 0,-7-4 0 16,0-1 0-16,0 1 0 0,7 3 0 0,-8-3 0 0,2 0 0 0,5 3 0 16,-6-3 0-16,0-1 0 0,7 5 0 0,-8-4 0 0,8 3 0 15,-7-3 0-15,0 3 0 0,6-3 0 0,-5 3 0 0,-2-3 0 16,2 3 0-16,-2-4 0 0,1 5 0 0,0-5 0 0,0 5 0 0,1-5 0 16,-2 5 0-16,1-1 0 0,0-3 0 0,-6 3 0 0,5 0 0 15,-5-3 0-15,6 3 0 0,-6-3 0 0,5 3 0 0,-6 1-21 0,2-4-52 16,4 3-19-16,-5-3-19 0,-1 3-26 0,7-3-25 0,0 3-55 15,-6-3-66-15,5-1-69 0,2 2-70 0,-2 1-61 0,2-2-58 0,-1-1-23 16,6 5-5-16,-6-1 6 0,7-2 13 0,-8 1 15 0,8 5 19 16,0-4 25-16,-8 1 26 0,14 3 54 0,-6 0 66 0,6 0 73 15,-7 0 256-15</inkml:trace>
  <inkml:trace contextRef="#ctx0" brushRef="#br0" timeOffset="169782.2">29268 11500 0 0,'0'-8'165'0,"-7"-3"31"0,1 3 27 0,0 2 30 0,0-6 30 0,6 5 26 15,-8-1 27-15,2 5 26 0,0-1 23 0,6 1-2 0,0-1-15 16,0 4-14-16,0 0-15 0,0 4-15 0,0-1-15 0,0 4-20 16,6 1-22-16,0 3-23 0,2 0-27 0,4 0-26 0,-6 4-25 0,8 3-25 15,-1-3-22-15,-1 3-21 0,2 0-20 0,-2 0-17 0,2 1-19 16,5-1-22-16,-5-3-23 0,-2 3-40 0,8-3-49 0,-7-4-65 15,0 3-76-15,0-3-62 0,-1-3-56 0,-4-1-51 0,-2 0-52 0,0-3-26 16,1 0-11-16,0-1-6 0,-7-3 0 0,0 0 9 0,-7 3 14 0,7 2 32 16,-7-5 42-16,-5 3 62 0,-2 1 72 0</inkml:trace>
  <inkml:trace contextRef="#ctx0" brushRef="#br0" timeOffset="170066.05">29020 11910 18 0,'-19'3'143'0,"6"1"8"0,0 0 9 0,0-2 7 0,6-2 6 16,-5 5 5-16,5-5 3 0,7 0 12 0,0 0 14 0,0 0-8 15,0 0-21-15,7 4-5 0,-1-4-1 0,0 0 7 0,1 3 11 16,0 1 9-16,5-4 6 0,1 4 9 0,1 3 6 0,-2-3 11 0,-4 0 10 16,4 3 1-16,-5 0-8 0,6 0-12 0,-7 1-16 0,1-1-14 15,-1 4-15-15,0 3-13 0,-6-3-15 0,0 4-14 0,0 4-11 0,-6-1-12 16,0 0-7-16,-1 0-11 0,1 5-10 0,-7 2-8 0,6 0-6 16,-13 1-3-16,14 0-4 0,-7 0-5 0,-7 3-4 0,14-4-5 15,-7 5-3-15,0-4-3 0,0-1-4 0,6-3-3 0,1-4-5 0,6 4-5 16,-7-7-3-16,7 0-4 0,0-4-3 0,7 0-4 0,-7-4-2 0,6-3-2 15,8-1-2-15,-8 1-3 0,7-8-4 0,6 1-7 16,-6-4-12-16,7-1-11 0,0-6-14 0,-1-5-27 0,7 1-34 0,0-4-50 16,0-3-56-16,1-1-60 0,-1-4-63 0,6 1-54 0,-5-4-50 0,5 0-33 15,-7 0-27-15,8-1-7 0,-7 2 4 0,6-1 8 0,-5 4 12 16,-1-4 26-16,0 3 35 0,0 1 48 0,-7 0 56 0,7 0 61 0,-6-2 153 16</inkml:trace>
  <inkml:trace contextRef="#ctx0" brushRef="#br0" timeOffset="170282.44">29698 11679 152 0,'-7'11'189'0,"-5"0"25"0,12 0 31 0,-14 3 34 0,8 5 37 0,0-4 43 16,6 3 43-16,-7 4 30 0,0 0 19 0,1 0-22 0,-1-1-46 15,1 5-28-15,0 0-23 0,-2 3-13 0,2 1-11 0,0-5-21 16,0 4-28-16,-8 1-34 0,8-1-34 0,-1 4-42 0,-6-4-44 0,6 0-28 16,-5 1-20-16,6-4-14 0,-8-1-10 0,8 1-8 0,-1-4-5 15,1 0-13-15,-1-5-16 0,0 3-19 0,7-9-23 0,-6 0-30 0,6 0-34 16,0-8-33-16,6 1-34 0,-6-8-44 0,7 1-49 0,0-5-38 15,-1-3-35-15,1-7-26 0,5 0-23 0,2-8-14 0,-2 0-12 0,8-3-3 16,-1-4-1-16,-5-3 17 0,6-1 26 0,-1 0 29 0,1-3 31 16,-2-1 43-16,2 1 47 0,0 4 40 0,-1-6 33 0</inkml:trace>
  <inkml:trace contextRef="#ctx0" brushRef="#br0" timeOffset="170598.86">29809 11668 0 0,'6'-29'118'0,"0"-1"23"0,2 4 20 0,-2 5 25 0,0 2 25 16,1 1 28-16,-1 7 29 0,1-3 24 0,-1 6 17 0,1 1 19 0,5 0 17 15,-4 2 7-15,4 2 1 0,2 0-3 0,-8 3-5 0,7 3-10 16,7-3-13-16,-8 8-17 0,2-5-16 0,5 1-22 0,1 3-26 0,0 1-26 15,-1 2-27-15,0-2-30 0,0 3-31 0,8 0-19 0,-8 3-11 16,1-3-11-16,-1 4-6 0,1 3-4 0,6-3-1 0,-13 3-1 16,7 1-4-16,-1-1-4 0,-6 4-2 0,0 0-4 0,1 0-4 0,-8 0-2 15,6 4-3-15,-5 0-5 0,0-1-5 0,-7 4-2 0,6 0-4 0,-6-3-2 16,0 7-4-16,-6-4-5 0,6 4-5 0,-7 0-2 0,0 4-2 16,1-1-3-16,-6 1-1 0,4-1-3 0,2 1 0 0,-7 4-2 0,0-5-2 15,0 5-1-15,1-5 1 0,-2 4-1 0,1-3-1 0,0 0-1 16,6-4 0-16,-5 0 0 0,-2-4 0 0,8 1 0 0,-7-5-1 0,6-3 0 15,1 0 0-15,-1-4 0 0,1 0 1 0,6-7 0 0,-7 4 0 16,7-8-2-16,0 1-1 0,-6-4-5 0,6-1-7 0,0-3-13 16,-7 0-13-16,7 0-14 0,0-7-14 0,-6-1-14 0,0 1-14 0,6-4-20 15,-8-4-20-15,2 1-33 0,0-4-37 0,-1-4-40 0,1 0-40 16,-1-4-36-16,-6-3-36 0,7 0-25 0,0-5-15 0,-8-2-15 16,1-1-14-16,0 0-17 0,0-3-18 0,0 0 3 0,-6-4 14 0,5 0 27 15,-5 4 36-15,-1-4 38 0,8 3 41 0,-8 1 42 0,0 4 44 0,7 2 35 16,1 6 121-16</inkml:trace>
  <inkml:trace contextRef="#ctx0" brushRef="#br0" timeOffset="170732.33">29776 11873 110 0,'0'-4'122'0,"-6"4"5"16,6 0 4-16,0 0 10 0,6 0 12 0,-6 4 13 0,7-1 11 0,-1 1-8 16,0 0-16-16,8-4-15 0,-8 0-16 0,8 3-11 0,5-3-11 0,-6 0-5 15,6 0-3-15,-5 0-5 0,5 0-2 0,0 0-11 16,1 0-12-16,-1-3-25 0,1 3-28 0,-1 0-28 0,1 0-26 0,-6-4-24 16,5 4-24-16,-6-4-27 0,6 1-28 0,-5-1-24 0,-2 0-22 0,1 1-12 15,-6-1-6-15,6 1 0 0,0-5-2 0,-6 5 12 0,-1-1 17 16,0-3 17-16,1 3 18 0</inkml:trace>
  <inkml:trace contextRef="#ctx0" brushRef="#br0" timeOffset="171215.37">30174 11778 0 0,'-7'-5'51'0,"-6"5"97"0,0-2 17 16,6 2 20-16,-6 2 21 0,1 3 24 0,-2-1 27 0,1-1 21 15,0 1 20-15,0 3-3 0,1 0-14 0,-2 1-9 0,1 3-9 0,0-4-3 16,0 0-2-16,0 4-7 0,0 0-8 0,0-4-12 0,0 4-14 0,6 0-20 16,-5 0-23-16,-2 1-20 0,2-1-17 0,-2 0-16 0,8 0-15 15,-7 0-17-15,6 0-16 0,-6 0-13 0,7-4-14 0,0 4-9 16,-2-4-9-16,2 0-8 0,0 1-7 0,6-5-5 0,-7 1-4 0,7 0-2 15,0-1-2-15,0 1 0 0,7-4 1 0,-7 4 0 0,6-4 2 16,0 0-2-16,8 0-2 0,-8 0 1 0,7 0 1 0,7 0 0 0,-8-4 0 16,2 4 1-16,6-4 0 0,-1 4 1 0,-6 0 0 0,6-3-1 15,1 3 0-15,-7 3 0 0,7-3-1 0,-8 0 0 0,2 4 3 0,5-4-1 16,-12 4 2-16,6-1 0 0,-7 1 2 0,8-1 4 0,-8 2 5 16,-6 2 3-16,6-3 3 0,-6 3 3 0,0-3 0 0,-6 3 1 15,0 0-2-15,-2 1 1 0,2-1-1 0,-7 4 1 0,0-4 0 0,0 0-1 16,1 1-1-16,-8 3-4 0,0-4-4 0,7 0-2 0,-7 1-2 15,8-5-1-15,-8 4 2 0,1-2 0 0,5-2 2 0,2 0 1 0,-8 2 2 16,7-5 3-16,6 2 2 0,-6-2 0 0,7 0 2 0,0 0 0 16,-2 0-2-16,8 0 0 0,0 0-2 0,0 0-1 0,0 0-3 0,0 0-1 15,8-2-3-15,-2 2-1 0,0 0-2 0,1-5-4 0,6 5-2 16,0 0-3-16,-1 0-1 0,2 0-1 0,6 0 1 0,-8 5 0 16,8-3 1-16,-7 3 1 0,7-1 1 0,-1 3 0 0,-6 0 4 0,0 0 1 15,1 1 1-15,-2 3 5 0,1 0 2 0,0 0 4 0,-6-4 4 16,-1 4 7-16,0 0 4 0,2 0 6 0,-2 0 5 0,-6 0 4 15,0 0 4-15,0 0 1 0,-6 0 1 0,-2-4-1 0,2 4 1 0,0-3-3 16,-7 3-1-16,6-4-5 0,-6 1-5 0,1-2-5 0,-2-2-4 0,-6 0-6 16,8-1-6-16,-1-3-8 0,-1-3-9 0,2-1-13 0,-2 0-12 15,1-2-19-15,1-6-17 0,5 1-33 0,-6 0-38 0,7-7-56 16,-2 0-66-16,2 0-65 0,6-5-68 0,0 1-58 0,0-3-58 0,6-5-24 16,-6 0-9-16,8 2 3 0,-2-1 7 0,7-4 14 0,-6 3 16 15,5-3 31-15,1 4 35 0,1-4 56 0,5 4 67 0</inkml:trace>
  <inkml:trace contextRef="#ctx0" brushRef="#br0" timeOffset="171615.24">30447 11650 0 0,'19'3'93'0,"-5"-3"134"0,5 8 31 0,-6-5 44 15,-6 5 48-15,5 3 44 0,2-4 39 0,-8 4 24 0,7-4 18 0,-6 4 4 16,6 0 0-16,-7-1-33 0,8 2-48 0,-8-1-42 0,6-3-39 0,-4 3-35 16,-2-4-33-16,0 4-42 0,7-3-49 0,-6-2-50 0,0 2-49 15,-1-1-41-15,-6-3-34 0,6 3-45 0,0-3-51 0,-6-1-51 0,0 1-56 16,8 0-48-16,-8-1-43 0,0 1-33 0,-8-1-23 0,8 1-17 15,-6 0-13-15,6-1-4 0,-6 5-1 0,0-5 4 0,-8 5 8 0,8 0 22 16,-7-1 30-16,-1 0 42 0,8 4 50 0,-14-4 47 0,8 4 48 16,-1-3 41-16,-1 3 34 0,2-4 29 0,-2 4 23 0,2-3 24 0,-1-2 20 15,6 2 22-15,0-1 21 0,-5 0 20 0,4 1 19 0,2-1 18 16,6-3 16-16,-6 3 16 0,6-4 15 0,-6 5 11 0,6-4 11 0,0 3 9 16,0-3 8-16,0 3 12 0,0-3 13 0,0 3 19 0,6 1 16 15,-6-5 15-15,0 8 12 0,6-4 2 0,-6 1-2 0,6 3-8 0,-6 0-10 16,0 3-13-16,0 1-13 0,0-1-13 0,0 5-11 0,0-1-17 15,-6 1-18-15,0 3-22 0,6 0-22 0,-6-1-19 0,-1 2-17 0,0 2-12 16,1-3-8-16,-7 4-7 0,7-4-6 0,-2 0-8 0,8-4-8 0,-6 4-8 16,0-7-8-16,6 3-6 0,0-3-7 0,0-4-6 0,6 0-5 15,-6-4-6-15,6-3-2 0,2-1-6 0,-2 1-2 0,7-4-7 16,0-4-10-16,0-3-12 0,7 0-12 0,-8-4-19 0,15-8-18 0,-7 1-28 16,5-4-31-16,1-4-47 0,0 1-54 0,0-5-58 0,1 1-60 15,-1-5-46-15,0 6-36 0,-1-1-29 0,-5-4-27 0,0 3-13 0,-1 5-9 16,1-5 6-16,0 5 12 0,-8 3 26 0,1-4 30 0,0 4 46 15,0-3 53-15,1 2 58 0,-8 5 60 0</inkml:trace>
  <inkml:trace contextRef="#ctx0" brushRef="#br0" timeOffset="171798.41">30994 11876 0 0,'7'0'15'0,"-1"0"151"0,-6 0 19 15,7 0 24-15,-1 0 28 0,0-3 30 0,1 3 32 0,0-4 32 16,5 4 35-16,2-4 21 0,-1 1 12 0,0-1-12 0,0 1-23 0,7 3-18 16,-1-4-16-16,0 0-15 0,1 1-14 0,-1 3-19 0,1-4-23 0,6 4-27 15,-7-4-29-15,1 4-31 0,6 0-33 0,-7 0-30 0,7-3-26 0,-6 3-20 16,-1 0-13-16,1 3-11 0,0-3-8 0,-1 0-4 0,1 0-6 15,-7 4-8-15,0-4-9 0,0 0-12 0,-6 0-13 0,-1 4-17 0,1-4-19 16,-1 0-34-16,-6 0-42 0,0 0-56 0,0 0-62 0,0 0-54 16,-6 3-46-16,-1-3-46 0,-6 4-44 0,6 0-25 0,-5-1-15 0,-2 1-2 15,-5-1 7-15,6 1 14 0,0 3 14 0,-7-3 35 0,8 3 39 16,-8-3 56-16,0 3 63 0</inkml:trace>
  <inkml:trace contextRef="#ctx0" brushRef="#br0" timeOffset="172098.75">30955 12104 104 0,'0'4'122'16,"0"-1"10"-16,0 4 12 0,6-3 12 0,-6-4 12 0,7 4 11 16,6-1 10-16,-7-3-5 0,8 4-13 0,-8 0-10 0,7 0-8 0,0-1 1 15,6 1 6-15,-5-1 2 0,-1 1 5 0,0 0-5 0,0-1-3 0,-1 5-7 16,2-5-5-16,-1 1-4 0,-7 4-2 0,7-2-3 0,-6 1-7 16,-1 2-2-16,-6-2-3 0,7 4 0 0,-7-4-4 0,0 4 1 0,0 0 0 15,-7 0 4-15,7 4 4 0,-6-4 3 0,-7 3 3 0,6 1 0 16,1 0-2-16,-7 3-2 0,-1-3-6 0,2 3-3 0,-1 0-6 0,0 0-6 15,0 1-6-15,-1-1-8 0,8 1-8 0,-7-1-9 0,0 0-8 0,7 0-9 16,-7 1-8-16,6-4-8 0,0-5-6 0,7 1-6 0,-6 1-6 16,6-6-3-16,6 2-6 0,-6-5-5 0,7-3-4 0,0 0-9 15,-1 0-8-15,7-7-13 0,0 0-14 0,0 0-27 0,1-8-32 0,5 1-43 16,0-9-47-16,0 2-58 0,1-1-62 0,0-4-45 0,-1-4-40 16,1 5-39-16,0-4-40 0,-1-1-16 0,-6 1-6 0,6-1 6 0,-5 1 10 15,-2 0 23-15,-5 0 33 0,6 0 42 0,-6-1 48 0,-1 1 56 0,0 0 62 16</inkml:trace>
  <inkml:trace contextRef="#ctx0" brushRef="#br0" timeOffset="172349.49">31248 11430 129 0,'0'-4'208'0,"-7"8"22"15,7-1 18-15,-6 8 29 0,-1 0 35 0,7 4 42 0,-6 4 49 16,6 6 33-16,0 1 26 0,-6 6-12 0,6 1-30 0,0 8-28 16,0-1-24-16,6 4-21 0,-6-1-14 0,6 6-16 0,-6 2-13 0,7-3-26 15,-1 3-29-15,1 0-40 0,0-3-47 0,5-1-31 0,-5 5-27 16,6-8-19-16,0 3-16 0,0-3-13 0,0-3-11 0,1-1-10 0,-2 0-7 15,8-3-8-15,-1-4-5 0,-5 0-3 0,4-4-5 0,-4 0-3 0,5-7-1 16,-5 4-1-16,5-8-2 0,-6 1 0 0,0-5-1 0,0-3-5 16,-6 0-7-16,5 0-5 0,-4-7-7 0,-2-1-5 0,0 1-8 0,0-8-8 15,-6 4-11-15,7-7-13 0,-7 0-15 0,0-4-19 0,0-4-23 16,0-3-35-16,0 0-39 0,0-4-45 0,-7-4-47 0,1-3-43 0,0-1-41 16,-8 1-37-16,8-7-34 0,-7 2-23 0,-7-2-14 0,8-4 0 0,-8-5 8 15,7 5 18-15,-7-7 20 0,0 2 35 0,2-5 40 0,-2-2 49 16,0 1 53-16,1-4 49 0,5 0 180 0</inkml:trace>
  <inkml:trace contextRef="#ctx0" brushRef="#br0" timeOffset="172514.93">31423 11268 93 0,'8'4'172'0,"-8"0"14"0,6 3 16 0,-6 0 25 16,6 1 30-16,-6-1 27 0,7 3 24 0,-1 2 28 0,1-4 26 0,0 3-15 16,-1 3-34-16,7-3-26 0,-6 4-16 0,5-4-15 0,2 3-12 0,-8 5-14 15,7-5-17-15,1 4-39 0,-2 1-50 0,1 0-71 0,0-5-81 0,-6 5-88 16,5-1-90-16,-4 0-75 0,4 0-64 0,-6-3-34 0,8 3-19 15,-8-3-9-15,1 0-6 0,-1-1 0 0,1-3-2 0,0 0 14 0,-1 0 20 16,0 0 45-16,0 0 55 0</inkml:trace>
  <inkml:trace contextRef="#ctx0" brushRef="#br0" timeOffset="181247.68">6414 9532 107 0,'-6'-7'165'0,"0"-1"11"0,-1 5 11 0,-6-5 19 16,0 5 24-16,0-4 28 0,6 3 28 0,-5-3 31 0,-2 3 33 15,2-3-4-15,-2 2-21 0,8-1-13 0,-7 2-7 0,-1-4-4 16,2 5-4-16,-1-1-4 0,0 0-6 0,0-3-14 0,-7 3-19 0,7 1-24 16,-6-1-25-16,-1 4-28 0,1-4-30 0,-7 1-30 0,6 3-30 0,-7-4-15 15,-5 4-11-15,7 0-5 0,-9 0-4 0,2 4-3 0,-1-1-4 16,1 1 0-16,-7 0-1 0,6 3-2 0,-5 0-1 0,-2 1-1 16,1 3-1-16,0-4-3 0,0 8-2 0,7-4-2 0,-8 3-1 0,8 1-3 15,-7 3-2-15,6-3-1 0,1 3-2 0,-1 0-3 0,1 4-2 16,-1 1-3-16,1-1-2 0,-1 0-2 0,7-1 0 0,0 5-2 0,-7 4 0 15,13-5-1-15,-6 5-1 0,7-1-2 0,-1 0-1 0,0 1-1 16,2 2 0-16,4 1-2 0,1-3 0 0,1 2 0 0,-2 2-1 0,8-5-1 16,0 4 0-16,-2-4-1 0,2-3 0 0,6 3 0 0,0-3 0 15,0-1-2-15,6 1 2 0,-6-4-1 0,8 0 0 0,4 0 0 16,-6 0-1-16,8 0 1 0,-1-4 0 0,0 4 1 0,0 0-1 0,7 0 1 16,-1 0 1-16,1 0 2 0,-1 0-1 0,7 4 1 0,0-3 0 0,-6-6 0 15,12 5-1-15,-6 0 0 0,1 0 1 0,5-4 0 0,-6 1-1 16,7-1 1-16,-1-4 1 0,1 2-1 0,-1-6 0 0,1 1 0 15,-1 0 1-15,7 0 1 0,-6-7 0 0,7 3 1 0,-2-3-1 0,1 0 1 16,0-4-1-16,1 0 2 0,5 0-1 0,-6-4 1 0,1 0 2 16,-2-3 0-16,7 3 0 0,-5-3 0 0,-1 0 1 0,0-4 0 15,-7 0 1-15,7-1 1 0,-5 1 2 0,4 0 1 0,-5-3 2 0,-7 3 1 16,7-4 1-16,-1 1 1 0,-6-5 3 0,7 1 0 0,-7 0 0 16,-1-1 1-16,8 1-1 0,-7-4 0 0,0 0 0 0,-6-3-1 15,6 3 1-15,0-4 0 0,-7 0-1 0,8 1-1 0,-7-1 1 0,-2-3 0 16,2 3 0-16,-1 0 2 0,-5-3 1 0,-1 3 2 0,0 1 3 0,0-4 2 15,-7 3 2-15,1 0 1 0,0 0 0 0,-7 1 0 16,0-4 1-16,0 3-2 0,0 0-1 0,-7 1-1 0,0-5-3 0,1 5-2 16,-7-4-2-16,0-1-4 0,0 4-3 0,-1-3-2 0,-5 0-3 0,-1 0-7 15,8-1-4-15,-14 1 0 0,6 3 0 0,-6-3 0 0,0 3 0 16,0 0 0-16,0 5 0 0,0-1-22 0,-7 3-12 0,7 1-15 16,-6 3-16-16,-1 5-19 0,1 2-19 0,-1 1-24 0,-6 7-27 0,-1 0-58 15,2 4-72-15,-1 3-78 0,0 4-82 0,-7 3-58 0,7 8-48 16,-7 0-18-16,1 4-3 0,-8-1 9 0,8 9 12 0,-1-1 17 0,1-1 18 15,-1 5 23-15,7-4 29 0,-6 0 57 0,5 4 72 0</inkml:trace>
  <inkml:trace contextRef="#ctx0" brushRef="#br0" timeOffset="182632.22">6349 13800 98 0,'0'-7'177'0,"0"-1"11"0,-6 4 13 0,6-2 18 15,-6 2 25-15,-1 0 29 0,0-4 29 0,-5 5 35 0,5-1 38 0,-6-3-6 16,-6 3-27-16,5-3-22 0,1 3-20 0,-6-3-13 0,0 3-10 15,-8-3-8-15,8 3-8 0,-8-3-16 0,1 3-21 0,1 1-25 0,-1-1-27 16,0 0-32-16,-1 1-36 0,1-1-24 0,-6 4-19 0,5-4-9 16,1 4-7-16,-6 0-3 0,6-3-1 0,-7 3-4 0,8 0-2 0,-9 0-2 15,9 3-4-15,-7-3-2 0,-1 4-5 0,1-4-1 0,5 7-1 16,-5-3-2-16,-1 0-2 0,0 3-2 0,0 0-2 0,8 1-1 16,-7 3 1-16,-2 0 0 0,2-1 1 0,-1 1 1 0,7 5 0 0,-7-2 2 15,1 1 1-15,7-1 3 0,-9 1 1 0,9 3 0 0,-1 0 0 0,0 1 0 16,-1 3 0-16,1 0-3 0,0 4-1 0,1-1-3 0,-1 4 0 15,-1 1-3-15,7-1-1 0,-6 8 0 0,7-4-2 0,-7 3-2 16,6 5-2-16,1-5-2 0,-1 4 0 0,8-2 0 0,-8 2-1 0,7 0-1 16,6-4 1-16,-6 1-1 0,7 0-1 0,-1-1 1 0,7-3 0 15,-7 0 0-15,14 0-2 0,-7 0 0 0,7-4 0 0,-7 1 1 16,13-4-2-16,-7-1-1 0,8 1 1 0,-2-1-1 0,2-3 1 0,-2 0-1 16,8 1 1-16,-7-5 0 0,7 0 1 0,-1 0-1 0,7 1 0 15,-6-5 2-15,6 4 0 0,-1-3 0 0,1 0 2 0,7-3-1 16,-7 2-1-16,7 0 1 0,-1-3 1 0,1 0 0 0,6 0 0 0,-6 0 0 15,6-4 0-15,0 1 1 0,0-1 0 0,0 0-1 0,0 1-1 0,0-5 1 16,1-3 1-16,5 3 1 0,1-3 1 0,-7-3 1 0,6 0 1 16,7-1-1-16,-7 0 1 0,8-7 0 0,-7 4 0 0,5-4 1 0,2 0 0 15,-1-3 0-15,-1-1 0 0,2 0 0 0,-1 1 0 0,-7-5-1 16,8 0 0-16,-8 1-1 0,1 0 1 0,-1-4 0 0,1 0 0 16,-7 0 0-16,0 4 0 0,1-4-1 0,-2 0 0 0,-5-4 1 0,-1 4 1 15,1 1 1-15,-1-1 1 0,-5-1 1 0,-1 1 2 0,0 0 1 16,0 1 1-16,0 2 1 0,-7-3 0 0,1 0 3 0,-7 5 1 0,7-6 4 15,-8 5 2-15,2-4 3 0,-1 3 3 0,-1-2 2 0,-4-1 2 0,-2 3 2 16,6-3 1-16,-12 0 1 0,8-4 0 0,-2 5 0 16,-6-5-1-16,6 0 1 0,-6 0-2 0,0 1-3 0,-6-1-2 0,6-3-3 15,-6-1-4-15,-2 1-2 0,-4-4-4 0,6 0-3 0,-8 0-4 16,-5-3-3-16,5-5-4 0,-4 5-7 0,-9-5-10 0,7 1-10 0,-6 0-11 16,-6-4-11-16,6 4-14 0,-7-1-14 0,7 1-15 0,-13 0-18 15,6 3-19-15,-5 4-35 0,-1 0-44 0,-1 4-59 0,1 7-66 0,-6 3-60 16,5 5-59-16,-5 3-38 0,-1 11-31 0,1 4-9 0,-1 3 2 15,1 7 10-15,-1 5 10 0,1 3 18 0,-2 7 17 0,2 1 36 16,-1-1 44-16,1 4 59 0,6 0 68 0</inkml:trace>
  <inkml:trace contextRef="#ctx0" brushRef="#br0" timeOffset="186198.31">15435 7766 95 0,'-13'-3'182'0,"7"0"19"0,-8-2 20 16,2 2 21-16,-2-1 25 0,1-4 29 0,0 5 31 0,0-1 40 15,1-4 42-15,-2 5-3 0,1-4-29 0,0 3-15 0,0-3-8 0,0 3-13 16,0-3-13-16,-7 0-10 0,7 3-11 0,1-3-15 0,-8 3-18 15,0-3-24-15,1 3-26 0,6-3-32 0,-6 3-38 0,-1 0-24 16,0-3-18-16,-5 4-11 0,5-1-9 0,-6 0-7 0,6 1-7 0,-6 3-7 16,0-4-8-16,0 4-7 0,0 0-5 0,0 0-5 0,-7 0-5 15,1 4-5-15,-1 3-6 0,-6-3-3 0,7 6-6 0,-8-2-3 16,1 3-4-16,0 3-3 0,1 1-1 0,-2 3-1 0,-5 0-1 0,6 5 3 16,-1-1 0-16,1 0 2 0,0 3 2 0,7 1 2 0,-8-1 0 15,8 1-1-15,-1 4 1 0,1-5 0 0,5 1 1 0,2 3 1 16,-7-4 0-16,12 0 2 0,-7 6 2 0,8-6 0 0,0 4 0 0,-1 1-8 15,0-4-15-15,7 3 0 0,1 0 0 0,-2 0 0 0,1 1 0 0,7-4 0 16,-1 3 0-16,7 0 0 0,-6 0 0 0,6 0 0 0,-7 5 0 16,7-5 0-16,0 4 0 0,7-3 0 0,-7 2 0 0,0-2 0 15,6 2 0-15,1-2 0 0,-1-4 0 0,1 3 0 0,-1-4 0 0,8 1 0 16,-2 0 0-16,1-5 0 0,0 6 0 0,7-6 0 0,-7-2 0 16,7 3 0-16,5-4 0 0,-5 4 0 0,6-8 0 0,0 5 0 0,1-4 0 15,-2-1 0-15,8-3 0 0,-7 0 0 0,6 0 0 0,1 0 0 16,0-4 0-16,6-3 0 0,0 3 0 0,-1-3 0 0,2-4 0 0,-1 0 0 15,0 0 0-15,7 0 0 0,-1-4 0 0,-6 1 0 0,7-1 0 0,-7-3 0 16,7-1 0-16,-7 5 0 0,0-4 0 0,-1-1 0 0,-5 1 0 16,7 0 0-16,-8-4 0 0,1 3 0 0,-7 1 0 0,0-4 0 15,7 0 0-15,-14 0 0 0,7 3 0 0,-6-6 0 0,6 3 0 0,-7 0 0 16,-6-4 0-16,6 1 0 0,1-1 0 0,0 0 0 0,-7-3 0 16,7-1 0-16,-8 1 0 0,1-4 0 0,7 0 0 0,-8-3 0 15,2-1 0-15,-2 0 0 0,2-3 0 0,-1 0 0 0,0 0 0 0,0-8 0 16,-7 4 0-16,8 0 0 0,-8-4 0 0,0 0 0 0,1 1 0 15,-7-4 0-15,7 3 0 0,-7-3 0 0,0 3 0 0,-7 1 0 0,7-1 0 16,-7-4 0-16,-5 9 0 0,4-5 0 0,-4 1 0 0,-8 2 0 16,1 5 0-16,-1 0-97 0,-6 0-45 0,-7 3-49 0,1 4-65 0,-1 0-86 15,-12 3-97-15,6 8-70 0,-7 1-57 0,-6 2-23 0,1 5-10 16,-2-1 4-16,1 8 10 0,-1-1 15 0,-4 1 18 0,4 3 24 16,1 4 26-16,-1-4 53 0,8 4 64 0</inkml:trace>
  <inkml:trace contextRef="#ctx0" brushRef="#br0" timeOffset="188498.83">6213 11906 21 0,'-6'-11'120'0,"-8"0"18"0,1 3 17 0,0-3 25 0,7 4 25 0,-7-4 23 0,-7 4 25 0,7 0 13 16,0-1 9-16,0 1 9 0,0 0 11 0,-6 4 11 0,5-5 12 16,-5 4 5-16,6-3 2 0,-6 3-7 0,-1 1-12 0,6-1-17 0,-5 4-21 15,-1-5-19-15,2 3-20 0,-2 2-22 0,0-4-24 0,1 4-23 16,-1-4-24-16,-6 4-23 0,7-3-22 0,-1 3-13 0,0 0-11 0,1 0-5 15,-1 0-4-15,-6 0-4 0,7 3-4 0,-1 1-3 0,-6 0-5 16,6-2-4-16,-5 3-4 0,-1 2-3 0,6 4-2 0,-6-4-2 0,-7 4-2 16,7 4-2-16,1-4-2 0,-9 4 0 0,9 3-1 0,-8-4 1 15,7 5 1-15,-6-2 2 0,-1 3 1 0,7-2 0 0,0 0 0 0,-7 0-2 16,7 1 1-16,0 3-1 0,7 0-1 0,-7-4-2 0,0 4-2 16,6 0 0-16,1 0-3 0,-1 0-3 0,0 0-3 0,1 0-1 15,5 0-2-15,-4 4 0 0,4-4-2 0,1-1 0 0,0 1 0 0,0 1-1 16,7 2 0-16,-8-3-1 0,8 4-1 0,-7-1-1 0,6-3-1 15,1 4 0-15,-1 0 0 0,7-1 0 0,-6 1 1 0,6 0-1 0,-6 0 0 16,6-5-1-16,-8 5 0 0,8 0 1 0,0-5-1 0,0 1 2 16,0 4-1-16,8-4 0 0,-8 0 0 0,0 0 1 0,6 0 1 0,-6 0-1 15,6 0-1-15,1 4 0 0,-1-4 0 0,1-4 0 0,0 4 0 16,5-4-1-16,-6 5 1 0,2-6 0 0,4 2 0 0,2-4 0 16,-1 3 0-16,-1-3 0 0,2-1-1 0,-2 1 0 0,2-1 1 0,5 1 0 15,-5-4 1-15,-2 4-1 0,8-4 1 0,-7 0-1 0,7-4 1 16,-2 4-1-16,-4 0 0 0,6-4 1 0,-1 1 1 0,1-1 0 0,-1 0 0 15,7-3 0-15,-6 3-1 0,6-3 0 0,-7 0 0 0,7-1 2 16,0 1 0-16,-6-4 1 0,6 4 0 0,0-1 1 0,6-3 2 0,-6 4 1 16,1-4 2-16,5 4 4 0,-6-4 1 0,7 0 4 0,-1 0 4 15,7-4 1-15,-5 4 4 0,4-4 2 0,1 4 1 0,0-3 3 16,1-1 1-16,5 0 2 0,1-3 0 0,-7 3 1 0,6-3-1 0,1 3-1 16,-1-3-2-16,1 3-2 0,-1-3-2 0,1 0-3 0,0 3-2 15,-8-3-3-15,9 0-1 0,-9 3-3 0,1 0 0 0,1-3-2 0,-1 3-1 16,0-3-2-16,-7 3 0 0,8 1 0 0,-1-1 0 0,-7 0 0 15,7 0 0-15,0 1 1 0,1-1 1 0,-8 0 0 0,7 1 0 0,0-1 0 16,1 0-1-16,-2 1-1 0,-5-1 0 0,6 0-6 0,-7 1-6 16,1-1 0-16,-1 0 0 0,1 1 0 0,-1-1 0 0,2 1 0 0,-9 3 0 15,1-8 0-15,0 5 0 0,1-1 0 0,-1-3 0 0,-7 3 0 16,7-3 0-16,-6 3 0 0,6-3 0 0,-7-1 0 0,1 1 0 0,0-4 0 16,-1 4 0-16,0-5 0 0,0 5 0 0,-5-3 0 0,6 2 0 15,-1-3 0-15,-6 0 0 0,0 0 0 0,7-4 0 0,-14 4 0 16,14 0 0-16,-14 1 0 0,7-1 0 0,1 0 0 0,-8 0 0 0,0-1 0 15,7-2 0-15,-6 3 0 0,-1 0 0 0,1 0 0 0,-1 0 0 16,-6 0 0-16,6 0 0 0,2 4 0 0,-8-4 0 0,0 0 0 0,0 0 0 16,0 3 0-16,0-3 0 0,0 0 0 0,-8 0 0 0,8 0 0 15,-6 0 0-15,0 0 0 0,-1-3 0 0,1 3 0 0,-1 0 0 16,0-4 0-16,-5 1 0 0,-2 3 0 0,8-5 0 0,-7 2 0 0,0-1 0 16,0 5 0-16,-7-5 0 0,8 0 0 0,-8 1 0 0,7-1 0 15,-7 0 0-15,0-3 0 0,1 3 0 0,-7 0 0 0,6-3 0 0,-5 0 0 16,5 3 0-16,-6-3 0 0,0 0 0 0,0 3 0 0,0-4 0 15,0 1 0-15,-6 4 0 0,-1-5 0 0,1 5 0 0,-2-5 0 16,-5 5 0-16,1-1 0 0,-9 3 0 0,2-1 0 0,-1 1 0 0,-5 1 0 16,-2 0 0-16,1 1 0 0,-7-2 0 0,8 5 0 0,-8 0 0 15,0 0 0-15,1-1 0 0,-1 1 0 0,0 0 0 0,-6 3 0 0,7 0 0 16,-1-3 0-16,0 3 0 0,-6 1 0 0,6-1-23 0,2 0-105 16,4 1-16-16,1-2-29 0,0 2-32 0,0-1-73 0,6-3-93 0,1 3-82 15,6 1-77-15,-1-5-36 0,8 5-13 0,-1-5-1 0,1 5 8 16,-1-1 11-16,7-3 15 0,0 4 17 0,1-1 21 0,5 0 30 15,0 4 39-15,1-4 79 0,5 1 192 0</inkml:trace>
  <inkml:trace contextRef="#ctx0" brushRef="#br0" timeOffset="197814.7">4017 8374 0 0,'-6'-7'9'0,"-6"3"147"0,5 1 19 0,-6-1 20 0,6 1 23 15,-5-1 28-15,-2 0 29 0,8 4 40 0,-8-3 41 0,8 3 27 16,0 0 20-16,-1-4-5 0,1 4-20 0,-1 0-13 0,0 0-8 16,7 0-10-16,-6 4-12 0,6-4-16 0,-6 0-18 0,6 0-23 0,0 0-28 15,-7 0-35-15,7 0-40 0,0 0-36 0,0 3-33 0,0-3-18 16,0 0-11-16,7 4-6 0,-7 0 0 0,0-1 1 0,6 1 0 0,0 3 1 16,1 0 3-16,-7 1 3 0,13 3 1 0,-6-4-1 0,5 8 2 0,-4-4 0 15,4 3 2-15,2 1 0 0,-2 0-3 0,1 3-5 16,1 0-5-16,-2 1-8 0,2-1-18 0,-2 0-44 0,8 5 0 0,-7 2 0 15,7-3 0-15,-8 4 0 0,8-1 0 0,-1 1 0 0,1 0 0 0,0 3 0 16,-7-4 0-16,6 5 0 0,0-1 0 0,1 0 0 0,6 1 0 16,-6-1 0-16,-1-3 0 0,1 3 0 0,-1 0 0 0,1 1 0 15,0-1 0-15,6-4 0 0,-7 5 0 0,-5-4 0 0,5-1 0 0,0 1 0 16,-6-1 0-16,7 1 0 0,-7-4 0 0,0 3 0 0,0-6 0 16,0 3 0-16,0-4 0 0,-7 1 0 0,8-1 0 0,-2 0 0 0,-5-3 0 15,0-1 0-15,-1 1 0 0,7-4 0 0,-13 0 0 0,6-3 0 16,2-1 0-16,-8 0 0 0,6 0 0 0,-6-3 0 0,0 0 0 0,6-1 0 15,-6-3 0-15,0 0 0 0,0 0 0 0,0 0 0 0,-6 0 0 16,6 0 0-16,-6 0 0 0,-2 0 0 0,2-3 0 0,0 3 0 16,-7-4 0-16,-1 0 0 0,-4-3 0 0,-2 3 0 0,0-3 0 0,-6 0 0 15,0 0 0-15,0-1 0 0,0-3 0 0,0 4 0 0,-7-4 0 16,1 0 0-16,-1-4 0 0,7 4 0 0,-7 0 0 0,7 0 0 0,-6-3 0 16,6 3 0-16,-1 0 0 0,8 3 0 0,0-3 0 0,-1 4 0 15,1-1 0-15,5 5 0 0,2-5 0 0,-1 5 0 0,-1-1 0 16,8 0 0-16,0 1 0 0,6 3 0 0,-8 0 0 0,8 0 0 0,0 0 0 15,0 0 0-15,0 0 0 0,0 0 0 0,0 3 0 0,8 1 0 16,-8 3 0-16,6-2 0 0,0 5 0 0,8 1 0 0,-1 0 0 0,-1 0 0 16,2 4 0-16,-2 3 0 0,8 0 0 0,-7 1 0 0,7-1 0 0,0-3 0 15,-1 3 0-15,0 1 0 0,0-1 0 0,1 0 0 16,0-3 0-16,-1-1 0 0,1 1 0 0,0-1 0 0,5-3 0 0,-5 0 0 16,0 1 0-16,-1-5 0 0,1 0 0 0,0 4 0 0,-1-7 0 0,0 3 0 15,1-3 0-15,-1-4 0 0,1 4 0 0,-7-4 0 0,7-4 0 16,-8 4 0-16,8-7 0 0,0-1 0 0,-7 1 0 0,7-4 0 0,-2-3 0 15,2-2 0-15,-7-2 0 0,7-4 0 0,0-3 0 0,-8-1 0 16,8-3 0-16,-7-1 0 0,-1 1 0 0,2-4 0 0,-1 0-177 16,0 4-235-16,-6-4-108 0,5 4-71 0,-4-1-50 0,-2 1-17 0,-6 4 0 15,6-1 10-15,-6 0 19 0,0 8 25 0,0-4 27 0,0 7 34 16,-6-3 35-16,6 7 61 0,0-4 72 0</inkml:trace>
  <inkml:trace contextRef="#ctx0" brushRef="#br0" timeOffset="199365.49">3197 13650 111 0,'-6'-4'219'0,"-7"-3"25"0,6 3 18 0,-5-3 25 15,4 3 25-15,2-3 37 0,0 3 41 0,-1 0 31 0,0 1 25 0,7-1-12 16,-6 4-31-16,6-4-35 0,0 4-38 0,0 0-33 0,0 0-30 0,0 0-22 16,0 4-16-16,6-4-16 0,1 4-18 0,0-1-28 0,5 1-34 15,2 4-24-15,-1-5-21 0,0 8-8 0,6-3-6 0,1 3 1 0,6 3 4 16,-7-3 6-16,7 7 9 0,7-3 3 0,-7 3 2 0,0-3-3 15,7 4-6-15,-1-2-4 0,1 6-5 0,-1-5-2 0,1 0-2 0,-1 0-3 16,1 1-3-16,-1 0-4 0,1-1-6 0,0 0-7 0,0 0-7 16,-1 1-5-16,1-1-4 0,-1 0-12 0,1 0-26 0,-7 1 0 15,7-1 0-15,-1 1 0 0,1-5 0 0,-1 4 0 0,-6-3 0 0,7 3 0 16,-7-3 0-16,-1-1 0 0,9 2 0 0,-9-5 0 0,1-1 0 16,0 1 0-16,0 0 0 0,1 0 0 0,-8-3 0 0,7-1 0 15,-6 4 0-15,0-7 0 0,-1 3 0 0,-6-4 0 0,6 1 0 0,-5 0 0 16,-8-1 0-16,7 1 0 0,-7-4 0 0,1 4 0 0,-7-4 0 15,0 3 0-15,6-3 0 0,-6 0 0 0,0 0 0 0,0 0 0 0,-6 0 0 16,6 0 0-16,-7 0 0 0,1-3 0 0,-1 3 0 0,1-4 0 16,-8 4 0-16,2-4 0 0,-1 1 0 0,-7-1 0 0,0 0 0 0,1 1 0 15,-7-1 0-15,6-3 0 0,-6 3 0 0,1-3 0 0,-1 0 0 16,-1-1 0-16,1 1 0 0,0 0 0 0,0-1 0 0,0 1 0 16,-7-4 0-16,8 3 0 0,-1-3 0 0,-7 4 0 0,7 0 0 0,-6 0 0 15,-1-4 0-15,7 3 0 0,0 1 0 0,-1 0 0 0,1-1 0 16,0 1 0-16,7 0 0 0,-1 3 0 0,1-3 0 0,-1 3 0 0,7 0 0 15,0 1 0-15,1 3 0 0,4-4 0 0,2 4 0 0,0 0 0 16,6 0 0-16,-7 0 0 0,7 0 0 0,0 0 0 0,0 0 0 0,7 4 0 16,-7-1 0-16,6 1 0 0,8 0 0 0,-2 3 0 0,1 4 0 15,0-4 0-15,7 4 0 0,-1 4 0 0,7 0 0 0,-6-1 0 0,5 1 0 16,2-1 0-16,5 1 0 0,-6 0 0 0,7 0 0 0,-7-1 0 16,7 1 0-16,-1-1 0 0,-6 1 0 0,7 0 0 0,-1 0 0 0,1-1 0 15,-7 1 0-15,7 0 0 0,-1-5 0 0,1 5 0 0,-7 0 0 16,6-4 0-16,-6 0 0 0,1 3 0 0,-1-6 0 0,0 2 0 15,-1 2 0-15,2-5 0 0,-8 1 0 0,1-1 0 0,-1-4 0 0,1 1 0 16,-7 0 0-16,0-1 0 0,0-3 0 0,1 0 0 0,-2-3 0 16,-6-1 0-16,8 0 0 0,-8-3 0 0,7 0 0 0,-7-4 0 0,2-4 0 15,-2 0 0-15,0-3 0 0,-6-4 0 0,6-4 0 0,1 1 0 16,-7-4 0-16,0-5 0 0,7 2 0 0,-7-9 0 0,-7 4 0 16,7-3 0-16,0-4 0 0,-7 4 0 0,1-4 0 0,6 4-137 0,-6-4-274 15,0 3-92-15,-2 1-94 0,2 4-42 0,0-5-15 0,-1 4 2 16,1 1 12-16,-8 3 20 0,8-3 24 0,0 2 27 0,-8 1 30 0,8 1 39 15,0 2 40-15,-8-3 73 0,8 4 100 0</inkml:trace>
  <inkml:trace contextRef="#ctx0" brushRef="#br0" timeOffset="200099.39">644 11378 119 0,'0'-3'163'0,"-6"-1"17"0,0 1 14 0,6 3 21 0,-8 0 23 0,2-4 26 16,-6 4 27-16,4 4 24 0,2-4 23 0,6 0 4 0,-6 0-4 16,-1 3-4-16,1 1-6 0,-1-4-11 0,0 3-12 0,1 5-10 15,0-5-8-15,6 8-15 0,-14-3-17 0,8 6-18 0,0-3-22 16,-1 8-28-16,0-1-30 0,1 1-30 0,-1 6-28 0,1-3-16 15,0 4-12-15,-2 2-6 0,8 2-4 0,0 0-7 0,-6-1-6 16,12 11-6-16,-6 8-7 0,8-1-5 0,4 1-8 0,-5-7-6 0,13-5-6 16,-8-7-8-16,8-3-9 0,0-8-5 0,-1-3-8 0,1-4-9 15,6-4-11-15,-7-4-13 0,7-3-13 0,0-7-29 0,1 0-35 0,-1-8-48 16,0-3-54-16,-1 0-54 0,8-7-56 0,-7-5-42 0,0-3-38 0,7 0-28 16,-7-4-25-16,0-3-8 0,0 0 1 0,0-1 10 0,-7-2 12 0,8 2 27 15,-8 1 34-15,-6 0 48 0,7 0 53 0,-7 2 56 0,0 2 132 0</inkml:trace>
  <inkml:trace contextRef="#ctx0" brushRef="#br0" timeOffset="200465.55">1302 10811 0 0,'0'-22'49'0,"6"0"189"0,1 4 39 0,-7 2 34 0,0 6 32 15,7-1 34-15,-7 3 34 0,0 5 25 0,6-1 19 0,-6 4 13 0,0 0 10 16,0 0-30-16,0 0-53 0,0 4-40 0,0 3-34 0,0 0-29 16,6 4-26-16,-6 0-24 0,8 7-22 0,-8 1-27 0,6 6-27 0,-6 1-18 15,6 7-13-15,-6 1-10 0,0 6-8 0,0 0-5 0,0 0-4 0,0 4-9 16,0 4-11-16,0-5-11 0,0 5-11 0,-6 0-9 0,6-1-8 0,-6 1-7 15,6 0-6-15,-8-4-7 0,8-4-4 0,0 4-6 0,-6-7-3 0,6-1-5 16,0-3-4-16,0-3-4 0,0-5-4 0,0-7-2 0,0 1-4 16,6-5-4-16,-6-3-2 0,8-3-2 0,-2-1-2 0,-6-3-2 0,6-4 1 15,0-4 0-15,8 0 1 0,-8-4 1 0,1-2 2 0,5-5 2 0,2-3 1 16,-2-4 3-16,2-3 1 0,5-5 1 0,-5-3 2 0,5-3 2 0,0-1 1 16,1 1 0-16,-1-2 1 0,1 2 1 0,0 3-1 0,-1 0-1 15,-5 4 0-15,4 7-2 0,-4 0-1 0,5 4-1 0,-5 7 2 0,-2 0 0 16,2 3 1-16,-8 5 1 0,7 3 2 0,-7 3 1 0,8 1 3 15,-2 7 2-15,-6 0 2 0,2 0 3 0,4 3 4 0,-5 5 3 0,6-1 4 16,-6 4 3-16,-1 1 0 0,0 2 0 0,1 0-1 0,0 1 0 0,-1 0-2 16,0 0-2-16,-6-1-1 0,7 1-3 0,-7 3-4 0,7-7-10 15,-7 3-15-15,6-2-21 0,-6-5-22 0,0 0-25 0,0-3-27 0,7-4-39 16,-7 0-46-16,0-4-64 0,0 0-77 0,0-7-84 0,0 0-92 0,0-3-49 16,0-5-30-16,0-3-5 0,0-3 3 0,0-4 15 0,0-4 17 15,0-4 25-15,0-4 23 0,0-2 39 0,0-5 44 0,6 1 65 16,-6-2 81-16</inkml:trace>
  <inkml:trace contextRef="#ctx0" brushRef="#br0" timeOffset="200832.09">1895 10781 0 0,'6'-14'17'0,"1"-1"249"0,-1 7 43 0,8 1 28 0,-8 3 21 15,0 4 28-15,1-3 31 0,-1 6 25 0,8-3 21 0,-8 4 16 0,6 1 16 16,2-3-17-16,6 6-33 0,-7-5-57 0,6 5-66 0,0-4-49 16,1 3-40-16,-1 0-26 0,7-3-19 0,-6 3-27 0,0-3-29 0,5 3-25 15,-5-3-18-15,0 3-18 0,-7-3-13 0,7 3-11 0,-8 0-9 16,2-3-6-16,-2 3-5 0,-5 1-4 0,-1-1-1 0,1 0-2 0,-7 4 0 15,0 0-2-15,-7 1-1 0,1-1 0 0,-1 3 0 0,-5-3-2 16,-2 4-1-16,2-1 0 0,-2 4-4 0,1-3-2 0,1 0-2 0,-8 0-2 16,6 0 0-16,2-1-1 0,-1-3-2 0,0 0-1 0,6-4-1 0,-5 4-1 15,4-3-2-15,2-5-1 0,6 5-3 0,-6-5-1 0,6 1 0 16,0 3-1-16,6-4 1 0,-6 2-2 0,6 2 0 0,2-4 0 0,-2 5 1 16,0-1 1-16,7 0 2 0,-6 4 4 0,6-3 8 0,-1 4 6 15,2-6 9-15,-1 5 8 0,0 0 8 0,0 0 7 0,0 0 5 0,0-4 7 16,0 4 6-16,-6 0 8 0,5 0 5 0,-5 0 7 0,6 3 3 15,-13-2 0-15,7-1-1 0,-1 4-53 0,-6 0-30 0,6-5 0 0,-6 9 0 16,-6-5 0-16,6 1 0 0,-6 3 0 0,-1-3 0 0,7 4 0 16,-13-5 0-16,6 1 0 0,-5 3 0 0,5-7 0 0,-6 4 0 0,0-4 0 15,0-4 0-15,0 0-23 0,-7 0-206 0,8-3-80 0,-2-4-97 0,1-4-88 16,0 1-81-16,0-8-37 0,1-4-17 0,-2-3 1 0,1-4 8 0,6-7 16 16,1-1 22-16,0-6 27 0,-1-5 30 0,1-2 44 0,6-5 53 15,0 0 81-15,0-3 203 0</inkml:trace>
  <inkml:trace contextRef="#ctx0" brushRef="#br0" timeOffset="201082.31">2435 10612 0 0,'20'-7'90'0,"-1"7"211"0,-5 0 55 16,-2 0 42-16,-5 4 35 0,6 4 26 0,-7-1 23 0,-6 0 20 0,7 1 19 15,-1-1 18-15,-6 4 21 0,7 0-21 0,-7 0-39 0,7 0-58 16,-7 3-69-16,0 1-56 0,6-1-48 0,-6 2-37 0,0 2-31 0,0 0-23 16,0 4-20-16,0-4-18 0,-6 4-19 0,6 0-41 0,0 1-80 15,0-2 0-15,0 1 0 0,0 0 0 0,0-4 0 0,0 1 0 0,0-1 0 16,6 0 0-16,0-3 0 0,-6 0 0 0,14-4 0 0,-8 0 0 15,7 0 0-15,0-4 0 0,0 0 0 0,1 1 0 0,4-1 0 0,-4-3 0 16,5-1 0-16,1 0 0 0,-8 2 0 0,8-5 0 0,0 0 0 16,-1-5-64-16,1 5-40 0,0-3-18 0,-7 0-23 0,6-1-35 0,-6-3-42 15,0 3-62-15,-6-3-68 0,6-1-68 0,-7-3-68 0,1 1-40 0,0-1-28 16,-1 0-5-16,0-5 6 0,-6-2 11 0,6 0 16 0,-6-1 19 16,0 1 20-16,0 0 37 0,0-4 43 0,0 0 60 0,-6 0 72 15</inkml:trace>
  <inkml:trace contextRef="#ctx0" brushRef="#br0" timeOffset="201281.41">2826 10474 0 0,'0'-4'238'0,"0"4"86"0,-6 4 38 16,6-1 31-16,-7 5 32 0,7 3 24 0,-7 0 22 0,7 3 22 0,0 4 20 15,-6 4 20-15,0 4 18 0,-2 4-40 0,8-1-68 0,-6 7-61 16,0 5-58-16,0 3-40 0,-1 3-29 0,-6 1-29 0,6 3-27 0,1 0-24 16,-8 4-21-16,8-3-22 0,0 3-21 0,0-4-19 0,-1-3-18 0,0-1-22 15,7-4-27-15,-6-5-28 0,6-5-30 0,0-4-30 0,0 0-31 16,0-11-31-16,6 1-32 0,-6-4-48 0,7-4-60 0,0-4-66 0,-7-3-74 15,6-1-65-15,0-6-64 0,0-1-30 0,2-7-14 0,-2-3 3 16,0-2 14-16,1-2 19 0,-1-7 21 0,8 3 27 0,-8-8 27 0,6 2 49 16,-4-7 58-16,4 7 67 0,2-5 160 0</inkml:trace>
  <inkml:trace contextRef="#ctx0" brushRef="#br0" timeOffset="201582.12">2969 10906 0 0,'0'-4'106'0,"7"8"150"0,0-4 32 15,-7 7 39-15,6 4 44 0,-6 0 40 0,6 0 37 0,-6 7 27 0,0 0 22 16,6 5 20-16,-6-1 15 0,8 4-28 0,-2-1-53 0,-6 1-44 0,6-1-40 15,1 4-28-15,0-2-24 0,-1-2-36 0,1 4-40 0,-1-7-39 16,0 4-36-16,8-4-27 0,-2-4-21 0,-5 1-20 0,6-1-16 0,0-4-17 16,0-3-15-16,0 0-12 0,1-3-11 0,5-1-8 0,-6-3-8 15,6-1-3-15,-5-3-3 0,5-3 0 0,0-1-1 0,-6-3 0 16,7-1 2-16,0-3-1 0,-8-3 2 0,8-4 1 0,-7-1 1 0,1-4 1 16,-2-2-1-16,1 0 2 0,0-1-3 0,-6-3-6 0,-1-1 0 15,0-3 0-15,-6 4 0 0,0-4 0 0,0 4 0 0,-6 0 0 0,0-1 0 16,-7 1 0-16,0 4 0 0,0-5 0 0,-7 4 0 0,0 4 0 15,1 0 0-15,-1 4 0 0,1 0 0 0,-1 3 0 0,1 4 0 0,-8 0 0 16,8 4 0-16,0 4 0 0,0 3 0 0,-8 0-15 0,8 3-48 16,-1 4-20-16,7 1-24 0,-7 3-35 0,8-1-40 0,-8 2-69 0,7 2-83 15,-1 4-85-15,8-3-88 0,-6 3-48 0,5 1-27 0,0-1-7 16,1-3 3-16,6 0 10 0,0-1 15 0,6 1 21 0,1-5 23 16,0 2 34-16,5-5 42 0,2-3 68 0,-2 3 88 0</inkml:trace>
  <inkml:trace contextRef="#ctx0" brushRef="#br0" timeOffset="201848.52">3914 10836 0 0,'12'0'74'0,"-4"0"226"0,-2 4 59 0,0-4 43 16,0 0 36-16,-6 0 26 0,8 0 25 0,-8 0 23 0,0 0 22 0,0 0 24 16,0 0 24-16,0 0-20 0,-8 0-40 0,8 3-65 0,-6 1-74 0,0 0-62 15,0 3-57-15,-8 0-41 0,8 4-32 0,-7 5-25 0,-7 2-20 16,7 0-21-16,0 8-21 0,-6 2-89 0,-1 7-15 0,0-4 0 15,8 10 0-15,-8-1 0 0,7 0 0 0,7 1 0 0,-8 3 0 0,8 0 0 16,6-4 0-16,0 0 0 0,6-3 0 0,8 0 0 0,-2 0 0 0,1-5 0 16,7 1 0-16,6-4 0 0,-6-3 0 0,12 0 0 0,-6-4 0 15,6-4 0-15,2 0 0 0,-9-3 0 0,7-4 0 0,2 0 0 16,-2-7 0-16,1-1 0 0,-8 0 0 0,9-3 0 0,-9-3-385 0,1 0-141 16,-6-5-81-16,0 1-42 0,-1-4-21 0,-6 0-6 0,0-3 5 15,0 3 14-15,-6-4 19 0,-7 0 30 0,0-2 36 0,0 1 45 16,0-3 52-16,-7 5 96 0,0 0 228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2-01T16:23:10.1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7528 12679 136 0,'0'0'151'0,"0"0"2"0,-6 0 2 0,6 0 5 0,0 0 6 0,-7 0 8 0,7 4 9 0,-6-4-1 0,6 0-5 16,-6 0-23-16,-2 0-32 0,8 0-14 0,-6 0-8 0,0 0-3 0,-1 3 1 15,1-3 3-15,6 0 4 0,-7 4 3 0,-6-4 1 0,7 0 4 16,-1 4 3-16,-6-1 6 0,7-3 8 0,-8 4 10 0,8-4 10 0,0 4 14 16,-7-1 14-16,-1 1 10 0,8-4 7 0,-7 3 2 15,6 1-1-15,-5-4-2 0,-2 4-4 0,8-4-8 0,-7 3-9 0,-1-3-11 16,2 0-12-16,-1 0-15 0,6 0-20 0,-6 4-20 0,1-4-24 0,-2 0-15 15,1 0-11-15,0 0-4 0,-6 0-4 0,5 0-2 0,2 4-2 16,-8-4-1-16,7 0-1 0,0 0-2 0,-6 3 1 0,-1-3-1 16,7 0-1-16,-7 4 0 0,0-4 0 0,2 4 0 0,-2-4 1 0,0 4-1 15,-5-4-3-15,5 3-2 0,0-3-2 0,-6 4-2 16,7-4 0-16,-8 3-3 0,1-3-2 0,6 4-2 0,-5 0-2 0,-1-4-1 16,6 4-2-16,-6-1-2 0,0-3-2 0,0 4-2 0,6 0 2 0,-6-1 1 15,0 1 2-15,0 0 2 0,1-1 1 0,-2 1 3 0,1 0 2 16,0-1 1-16,0 1 4 0,0 0 0 0,0 3 2 0,0-3 2 15,0-1 1-15,0 4 2 0,0-3 2 0,-1 3-1 0,1-3 0 0,1 3-1 16,-1-3-1-16,0 3-1 0,-1-3-2 0,-5 3-1 0,6-3-1 0,-1 3-1 16,1 1 1-16,1-1-3 0,-1-4 0 0,6 5-2 0,-6 0-2 15,0-1-1-15,7 0-1 0,-8 4-1 0,7-4-1 0,-6 1-1 16,1 3 0-16,5-4 0 0,-6 4-1 0,7-4 0 0,-7 4-1 0,6-4 0 16,-6 4 0-16,7 0-1 0,-1 1-1 0,-6-1 0 0,6 0-1 0,1 0 1 15,-1 0 0-15,1 0 0 0,-1 0-1 0,0 0 2 0,1-1-1 16,0 1 0-16,-1 0 1 0,1 0-2 0,-1 4 1 0,7-4 0 15,-7 0 1-15,8 0 0 0,-8 0-1 0,7 0 0 0,0 4 0 16,0-4-1-16,-1 0 0 0,8 0 0 0,-7 0-2 0,6 0 0 0,1 4 0 16,-7-4 1-16,7 0 0 0,-1 3-1 0,7-3-2 0,-7 4 0 15,7-4 0-15,-6 3 0 0,6 1 1 0,0-1-1 0,-6 1 0 0,6 0 0 16,0 3 0-16,0-3-1 0,6 3 0 0,-6-3 0 0,0 3 1 16,0 0 0-16,6 1 1 0,-6-1 0 0,7 0 1 0,-7 1-1 0,7-1-1 15,-7 0 2-15,6 1 0 0,1-1-1 0,-1 0 0 0,0-3-1 16,1 4-1-16,6-5 1 0,-7 4 0 0,8-3-1 0,-1 0 1 0,6-4-1 15,-6-1-1-15,7 5 2 0,-1-8-1 0,1 4 0 0,0 0-1 0,6-3 0 16,-7-1 1-16,7 1 1 0,0-5 0 0,0 5 1 16,1-5-1-16,-2 1-1 0,8 0 1 0,-7-1 0 0,6-3 1 0,2 4 0 15,-9-4 1-15,7 4-1 0,1-4 1 0,-1 0 0 0,2 0 1 0,-2 0-2 16,1 0 1-16,-1 0-1 0,1 0 1 0,6 0 1 0,-7 3 0 16,1-3-1-16,5 0 0 0,-4 0-1 0,5 0 0 0,0 0 0 0,-7-3 0 15,7 3 0-15,1 0 0 0,-1-4 1 0,-7 4 1 0,7-4 0 16,1 1-1-16,5-1 1 0,-6 0 0 0,0-3-1 0,0 0 1 15,6 3-1-15,-5-3 1 0,5 3 1 0,0-4-1 0,-5 2 1 0,5 1-2 16,1-2 0-16,-1 0 0 0,2 3 0 0,-9-3 0 0,7-1 0 16,2 5 0-16,-9-4 1 0,8 3-1 0,-7-3 2 0,6 3-1 15,-5-3 0-15,-1 3 1 0,0-3 1 0,0 3 0 0,0 0 1 0,0 1 0 16,-6-5 2-16,6 5 1 0,0-1 1 0,-6-4 2 0,6 5-2 16,-7-4 1-16,1 3-1 0,-1-4 1 0,1 1 0 0,-1 3-1 0,1-3 1 15,-1-4 0-15,-6 4-1 0,1 0 1 0,5-4-1 0,-6 0 0 16,1 3 0-16,-1-3 1 0,6 1 0 0,-6-1 2 0,0-4 1 0,0 4 0 15,6-4 0-15,-5 4 0 0,-1-4 0 0,0 1 0 0,0-1-1 16,7 1 1-16,-7-1-2 0,-1-3 1 0,8 3 0 0,-7 0-3 0,6-3-1 16,-5-1-1-16,-1 5 0 0,0-4-1 0,6-1 1 0,-12 1-1 15,6 4 1-15,0-5 0 0,-6 0-1 0,0 5 0 0,-1-4-1 0,0 3 0 16,0 0 1-16,-5 4 1 0,-1-3 0 0,0 3 0 0,0-4 2 16,0 4 1-16,-6 0 0 0,-1 4 1 0,0-4 1 0,1 3 0 15,0-3 1-15,-1 4 2 0,0 0 2 0,-6 0 0 0,0-1 0 0,0 1-5 16,0 0-12-16,0-1 0 0,0-3 0 0,0 4 0 0,0-4 0 15,-6 4 0-15,0-4 0 0,-1-1 0 0,7 1 0 0,-7-3 0 0,-5 3 0 16,5-4 0-16,0 4 0 0,-6-3 0 0,7-1 0 0,0 4 0 16,-8-3 0-16,2-2 0 0,4 6 0 0,-4-5 0 0,5 4 0 0,-6-4 0 15,0 4 0-15,7 0 0 0,-8 1 0 0,2-1 0 0,5 0 0 16,-6 3 0-16,0-3 0 0,0 4 0 0,0-4 0 0,-7 3 0 0,7 1 0 16,1 0 0-16,-8-1 0 0,0 1 0 0,7 0 0 0,-6 3 0 15,0-3 0-15,-1 0 0 0,0 3 0 0,1-3 0 0,-1 3 0 16,0-3 0-16,1 3 0 0,-1 0 0 0,1 1 0 0,0-1 0 0,-1 0 0 15,1 4 0-15,-1-3 0 0,0 3 0 0,1 0 0 0,-1-4 0 16,0 4 0-16,1 0 0 0,-1 4 0 0,1-4 0 0,0 0 0 0,-1 3 0 16,1-3 0-16,-1 0 0 0,0 4 0 0,1 0 0 0,-1-4 0 15,0 3 0-15,1 1 0 0,-1-4 0 0,2 4 0 0,-2-1 0 0,7-3 0 16,-7 4 0-16,0 0 0 0,1-4 0 0,-1 3 0 0,1 1 0 16,6-4 0-16,-7 0 0 0,1 4 0 0,5-4 0 0,-4 3 0 15,4-3 0-15,-5 4 0 0,5-4 0 0,2 0 0 0,-2 3 0 0,-5-3 0 16,6 0 0-16,0 0 0 0,0 0 0 0,6 0 0 0,-5 0 0 15,-2 0 0-15,1 0 0 0,7 0 0 0,-7 0 0 0,6 0 0 16,-5 0 0-16,4 0 0 0,2 0 0 0,-7 0 0 0,7 0 0 0,-1 0 0 16,1 0 0-16,-1 0 0 0,1 0 0 0,-1 0 0 0,0 0 0 15,1 0 0-15,0 0 0 0,-1 0 0 0,0 0 0 0,1 0 0 16,0 4 0-16,6-4 0 0,-7 0 0 0,1 0 0 0,6 0 0 0,-7 4 0 16,7-4 0-16,-7 0 0 0,1 0 0 0,6 3 0 0,0-3 0 0,-6 0 0 15,-1 0 0-15,7 0 0 0,-7 4 0 0,7-4 0 0,-6 4 0 16,6-4 0-16,-6 0 0 0,-1 3 0 0,0-3 0 0,7 4 0 15,-6-4 0-15,-1 4-72 0,1-4-48 0,0 4-59 0,-8-4-72 0,8 3-101 16,-7 1-112-16,0-4-71 0,0 3-46 0,-1 1-21 0,-5 0-9 0,0 0 4 16,-1-4 8-16,1 3 15 0,-7-3 20 0,6 4 25 15,-7-4 29-15,9-4 58 0,-2 4 74 0</inkml:trace>
  <inkml:trace contextRef="#ctx0" brushRef="#br0" timeOffset="5377">9866 8778 0 0,'0'0'48'0,"0"0"30"0,0 0 7 0,0 0 5 0,0 0 5 0,0 0-4 0,0 0-8 0,0 0-4 15,0 0-3-15,0 0 0 0,0 3 0 0,0-3 2 0,0 0 2 16,0 0 0-16,0 0 2 0,0 0 1 0,0 0 0 0,0 0 2 16,0 0 1-16,0 0 5 0,0 0 6 0,0 0 5 0,0 0 7 0,0 0 8 15,0 0 5-15,0 0 5 0,0 0 3 0,0 0 6 0,0 0 4 16,0 0 5-16,0 0 6 0,0 0 7 0,0 0 9 0,0 0 11 0,0 0 10 15,0 0 9-15,0 0 7 0,0 0 1 0,-6 0-5 0,6 0-4 16,0 0-5-16,0 0-8 0,0 0-8 0,-7 0-9 0,7 0-9 0,-6-3-12 16,6 3-15-16,-6 0-18 0,6 0-20 0,-7-4-19 0,0 4-15 15,7 0-10-15,-6 0-7 0,0-4-3 0,-2 4-3 0,2 0-2 16,0 0-1-16,-1 0-2 0,1 0 0 0,-1-3 0 0,1 3 0 0,-1 0-1 16,1 0 1-16,0 0-2 0,-8-4-1 0,8 4 1 0,-1 0 2 0,0 0 0 15,1 0 0-15,-7 0-2 0,7 0 0 0,-1 0-3 0,-6 0-1 16,7 0-3-16,-1 0 0 0,0 0-2 0,-6 4 0 0,7-4 0 15,0 0 0-15,-1 0-3 0,-6 0-1 0,7 0-2 0,-2 0 0 0,2 0 1 16,-7 3 2-16,7-3 2 0,-1 0 2 0,-6 0 1 0,7 0 2 0,-8 0-1 16,8 0 2-16,-7 0 0 0,7-3 0 0,-7 3 1 0,0 0 1 15,6 0 1-15,-6 0 0 0,0 0-2 0,6-4-1 0,-5 4-2 16,-1 0-3-16,-1 0 0 0,2 0-3 0,-2 0 0 0,8 0 0 0,-7 0-1 16,0 0 1-16,0 0-2 0,-1 0-2 0,2 4 0 0,6-4-3 15,-8 0 1-15,1 0-1 0,0 0 0 0,6 0-1 0,-5 3 1 16,-2-3-1-16,2 0-1 0,-1 0-1 0,-1 4-2 0,8-4-1 0,-7 4 0 15,0-4-1-15,0 3 1 0,0-3 0 0,-6 4 1 0,5-1-1 16,2 1 2-16,-2 0-1 0,1-1 1 0,-7 1 0 0,8 0-1 0,-2-1 0 16,2 1 0-16,-8 3 1 0,7-3 1 0,1 0-1 0,-2-1 0 15,1 1-1-15,0 3 1 0,0-3-1 0,0 0 0 0,0-1-1 0,0 1 0 16,0-1-1-16,0 1 1 0,7 0 0 0,-8 3-1 0,2-3 1 16,-2 0 0-16,8 0-2 0,-7-1 1 0,6 0 0 0,-6 1-1 15,7 0 0-15,-8-4-1 0,8 4-1 0,-7 3 0 0,7-3 0 0,-8-1 1 16,8 1 0-16,0 0 0 0,-8 3 0 0,8-3-1 0,-7-1 1 15,6 5-1-15,-6-1 1 0,7-3-1 0,-7 3 0 0,6 0 1 16,1-3 0-16,0 3 0 0,-8 0 0 0,8 1-1 0,-1-5 0 0,1 5 0 16,-1-1 0-16,1 0 0 0,-1-3 1 0,1 4-1 0,0-1 1 0,6 0-1 15,-8-3 1-15,2 3 0 0,0 1 0 0,6-1 1 0,-7 0 0 16,7 0 0-16,-6 1 0 0,-1-5 0 0,7 5-2 0,-6-1-1 16,6 0 0-16,0 1 2 0,-7-1-1 0,7 0 0 0,0-3 1 0,0 4-1 15,0-2 0-15,0 2 0 0,-6 0-1 0,6-1 1 0,0 0-1 16,6 0 0-16,-6 1 1 0,0-1 0 0,0-3 1 0,7 7 0 15,-7-8-2-15,6 5 0 0,-6-1-1 0,7 0 1 0,-1 4-1 0,1-3 1 16,-1-1 1-16,0 0-1 0,2 0 0 0,-2 1 1 0,7 0 0 0,-7-2 0 16,7 6-1-16,-6-5 1 0,5 0 0 0,2 1 2 0,-1-1 0 15,0 0 0-15,-7 1-1 0,7-1 0 0,1 0 0 0,-2 0 0 16,2 1 0-16,-2-1 0 0,2 0 0 0,-1-3 1 0,-1 3 0 0,2 1-1 16,-1-5 0-16,0 5 0 0,0-5 0 0,-7 5-1 0,8-4 0 15,-2-1 1-15,2 5 1 0,-2-5-1 0,1 5 1 0,1-5-1 0,-2 1 0 16,2 0 0-16,-2-1 0 0,1 1 1 0,1-1 0 0,-2 1-1 15,2 0 0-15,-2-1 1 0,2 1 0 0,-1-4 0 0,-1 4 0 16,2-1 0-16,-2 1-1 0,8 0 1 0,-7-1 0 0,1-3-1 0,-2 4 1 16,2 0 0-16,-2-1 0 0,1-3 0 0,1 4 0 0,-2-4-1 15,2 4 1-15,5-4 1 0,-6 3-1 0,0-3 0 0,1 0 0 0,-2 0-1 16,1 0 1-16,0 0-1 0,0 0 1 0,1 0 1 0,-2 0 1 16,2 0-1-16,5 0 1 0,-6 0 0 0,0 0 2 0,-1 0 0 0,8 0 0 15,-6-3 1-15,-1 3 0 0,-1 0 0 0,8 0 0 0,-7 0 0 16,0-4 0-16,0 4-1 0,0 0 0 0,0 0-1 0,1 0 1 0,-2 0-1 15,1 0-1-15,0 0-1 0,0 0-1 0,1 0 0 0,-2-4 0 16,-5 4 0-16,6 0 0 0,0 0-1 0,-7 0 2 0,8 0 0 0,-8 0 0 16,7 0-1-16,-6-3-1 0,6 3 1 0,-1 0 0 0,-5 0 0 15,6-4 0-15,-7 4 0 0,8 0 0 0,-1-4 0 0,-7 4-1 16,7 0 1-16,-6-3-2 0,5 3 1 0,2-4 1 0,-8 4 0 0,8-4 0 16,-2 4 1-16,-5-3-1 0,6 3 0 0,0-4 1 0,-7 4-1 15,8-4 1-15,-2 4 0 0,-5-3-2 0,6 3 1 0,-6-4 1 0,5 4-1 16,-4-4 0-16,-2 4 0 0,0-3 0 0,7 3 1 0,-6-4-1 15,-1 4 0-15,1-3 0 0,-1 3 0 0,0-4 0 0,2 4-1 16,-2-4 1-16,6 4 0 0,-4-3 0 0,-2 3 0 0,0-4 0 0,1 4 0 16,6-4-1-16,-6 1 1 0,-1-2-1 0,6 2 1 0,-4 3 0 0,-2-3 1 15,7-1 1-15,-7 0-1 0,1 0 0 0,6 1 0 16,-7 3-1-16,2-4 0 0,4 0 1 0,-6 1 0 0,1-1 0 0,0 4 0 16,6-4 0-16,-7 1-1 0,0 3 0 0,2-4 0 0,-2 0-2 15,0 4 2-15,0 0-1 0,1-3 2 0,0-1-1 0,-1 4 0 16,1-4 0-16,-1 1 0 0,1 3-1 0,0-4 1 0,-1 0-1 0,0 1 2 0,0 3 0 15,2-4 0-15,-2 1-1 0,0-1-1 0,1 4 1 0,-1-4 0 16,1 1 0-16,0-1 1 0,-1 0 0 0,-6 4-1 0,6-3 1 0,0-1 0 16,2 0 0-16,-8 1 0 0,6-1 0 0,-6 4 1 15,6-4 0-15,1 1 1 0,-7-1-1 0,7 0 1 0,-7 1-1 0,6-1 1 16,-6 0 0-16,7 0 0 0,-7 1 1 0,6 0 0 0,-6-2-1 0,6 2 1 16,-6-1-1-16,7 0 0 0,-7 1-1 0,7-1 1 0,-1 0 0 0,-6 1-1 15,0-1 1-15,6 1-1 0,-6-1 0 0,7 0 0 0,-7 1 0 16,7-1 1-16,-7 0-1 0,6 1 1 0,-6-1-1 0,0 0 0 15,7 1 0-15,-7-5 0 0,6 5 0 0,-6-1-1 0,7 0 1 0,-7 1 0 16,0-1 1-16,6 0 0 0,-6-3 0 0,7 3-1 0,-7 1 1 16,6-1-1-16,-6-3 1 0,0 3 0 0,0 1 1 0,0-2 1 0,6 2 1 15,-6-5-1-15,0 5 1 0,0 0 0 0,0-5 0 0,0 4 0 16,0 1 1-16,0-1-1 0,0-3 1 0,-6 3 0 0,6 0-2 16,0 1-6-16,0-1 0 0,-6-3 0 0,6 3 0 0,-7 0 0 0,7-3 0 15,-6 3 0-15,6 1 0 0,-7-1 0 0,1-3 0 0,-1 3 0 16,7 1 0-16,-6-1 0 0,-1 0 0 0,0-3 0 0,1 3 0 0,6 1 0 15,-6-1 0-15,-1 0 0 0,0 1 0 0,7-1 0 0,-6 0 0 16,0 0 0-16,-1 1 0 0,1-1 0 0,-1 0 0 0,0 1 0 16,1 0 0-16,6-5 0 0,-6 8 0 0,-2-8 0 0,2 5 0 0,0 3 0 15,0-8 0-15,-1 5 0 0,0 3 0 0,1-4 0 0,-1 0 0 16,1 1 0-16,0-1 0 0,-2 4 0 0,2-3 0 0,0-1 0 0,0 0 0 16,-8 4 0-16,8-3 0 0,-1-1 0 0,1 4 0 0,-8-4 0 15,8 4 0-15,0-3 0 0,-8 3 0 0,8-4 0 0,-7 4 0 0,7-4 0 16,-8 4 0-16,8-3 0 0,-6 3 0 0,4 0 0 0,2-4 0 15,-7 4 0-15,6 0 0 0,1-4 0 0,-1 4 0 0,1 0 0 16,-8-3 0-16,8 3 0 0,0 0 0 0,6-4 0 0,-6 4 0 0,-1-4 0 16,0 4 0-16,1 0 0 0,-1-3 0 0,7 3 0 0,-6 0 0 0,0-4 0 15,6 4 0-15,-8 0 0 0,2-4 0 0,6 4 0 0,-6 0 0 16,6-4 0-16,-6 4 0 0,6 0 0 0,-8 0 0 0,8-3 0 16,-6 3 0-16,6 0 0 0,0-3 0 0,-6 3 0 0,6 0 0 0,-7 0 0 15,7-4 0-15,-6 4 0 0,6 0 0 0,-7-4 0 0,7 4 0 0,-7 0 0 16,7-4 0-16,-6 4 0 0,0 0 0 0,6-4 0 0,-6 4 0 15,6 0 0-15,-8-3 0 0,2 3 0 0,6 0 0 0,0 0 0 16,-6-4 0-16,-1 4 0 0,7 0 0 0,-7 0 0 0,7 0 0 0,0 0 0 16,-6-4 0-16,6 4 0 0,-7 0 0 0,7 0 0 0,-6 0 0 15,6 0 0-15,-6-3 0 0,6 3 0 0,-7 0 0 0,7 0 0 16,-7 0 0-16,7 0 0 0,-6 0 0 0,6-4 0 0,0 4 0 0,-6 0 0 16,6 0 0-16,-7 0 0 0,7 0 0 0,-7 0 0 0,7 0 0 15,0 0 0-15,-6 0 0 0,6-3 0 0,0 3 0 0,0 0 0 0,0 0 0 16,0 0 0-16,-7 0 0 0,7 0 0 0,0-4 0 0,-6 4 0 15,6-4 0-15,-6 1-63 0,6-1-93 0,-7-3-64 0,7 3-78 0,-7-3-92 16,1-1-98-16,0-3-62 0,-2 4-45 0,8-4-16 0,-12 0 0 16,5 4 11-16,1-5 15 0,-7 6 20 0,6 2 22 0,-5-3 27 15,-2 3 31-15,1 4 63 0,0 0 78 0</inkml:trace>
  <inkml:trace contextRef="#ctx0" brushRef="#br0" timeOffset="7664.48">9469 9580 49 0,'0'-4'121'0,"-7"4"10"0,7 0 9 0,0-4 11 0,0 4 13 16,-6 0 14-16,6-3 15 0,0 3-2 0,-6 0-8 0,6-4-4 16,0 4-1-16,-7 0-1 0,7-4 0 0,0 4 3 0,-7-3 3 15,7 3 2-15,-6-4 2 0,6 4 5 0,-6 0 3 0,6-4 5 0,-7 4 4 16,1-3 2-16,6 3 1 0,-7-4-3 0,7 4-5 0,-7 0-9 15,1-4-8-15,0 4-10 0,6 0-9 0,-8 0-9 0,2 0-10 0,0-3-12 16,0 3-15-16,-1 0-14 0,0 0-15 0,1 0-15 0,-1 0-14 16,1 0-11-16,-8 0-7 0,8 0-3 0,0 0-2 0,-7 0-1 0,0 3-1 15,6-3-1-15,-6 0 0 0,6 0 0 0,-5 0 1 0,-2 0 0 16,2 4-4-16,-1-4 1 0,6 0 0 0,-6 0-2 0,0 4 0 0,0-4-1 16,0 0-2-16,0 3 1 0,6-3-1 0,-5 4-1 0,-2-4-1 15,2 0-2-15,5 4-4 0,-6-4 0 0,0 3-2 0,-1-3-1 0,8 4-1 16,-6-4-1-16,4 4 0 0,-4-1-1 0,-1-3-3 0,6 4 0 15,-6-4-2-15,7 4-1 0,-8-1 0 0,8 1-2 0,0-1-1 0,-8 1 0 16,8 0 0-16,-7-1-1 0,0 2 0 0,6-2 0 0,-5 0-1 16,5 2 1-16,-6 2 3 0,6-4 1 0,-5 1 3 0,-2 3-1 15,8-3 0-15,-8 3 1 0,2-3 1 0,5 3-1 0,-6-3 1 0,7 3 0 16,-7 1 1-16,7-5-1 0,-8 5 1 0,8-5-2 0,-7 4-1 16,6-3-2-16,0 3-1 0,1-3-2 0,-7 3 1 0,6-3-1 0,1 3 0 15,0-3 0-15,-1 3-1 0,7-3 1 0,-7 0-1 0,1 3 0 16,-1-3 0-16,7 0 0 0,-6-1-1 0,6 1 2 0,-6 0-1 0,-1-1 0 15,7 1 0-15,0 0 0 0,-7-1 0 0,7 1-1 0,-6 0 2 16,6 3-1-16,0-3-1 0,-6-1 0 0,6 4-1 0,0-3 1 16,-8 0 0-16,8 3 0 0,0-3 0 0,0 3-1 0,0-3 0 0,-6 3 1 15,6 0 0-15,0 1-1 0,0-5 0 0,0 5 0 0,0-1 1 16,0 1-1-16,0-1 1 0,0-3 0 0,0 2-1 0,0 2 1 16,0-4 0-16,0 3 0 0,0 0 0 0,0-3 0 0,0 3-1 0,0 1 0 15,0-5 1-15,-6 5 0 0,6-5-1 0,0 5 0 0,0-5-1 16,0 5 1-16,0-5-1 0,0 4 1 0,0-3 0 0,0 0 0 0,6-1 0 15,-6 1 0-15,0 3-1 0,0-2 1 0,0-2-1 0,6 0 1 16,-6 1 1-16,0 0-2 0,0 0 0 0,8-1 0 0,-2 1 0 0,-6 0 0 16,6-1 0-16,1 1 1 0,0 0-1 0,-1-1 0 0,0 1 0 15,1 0-1-15,-1-1 1 0,1 1 0 0,6 0-1 0,0-4 1 0,-6 3 1 16,5 1 1-16,2 0 0 0,-1-4 0 0,-1 3-1 0,2 1 1 16,-1-4 1-16,0 4 0 0,6-4 0 0,-5 3 2 0,-2-3 0 15,8 4 2-15,-7-4-1 0,0 3 0 0,6-3 0 0,-5 0 1 0,-2 4-1 16,8-4 0-16,-7 0 0 0,1 0 1 0,-2 0-1 0,8 0 0 15,-7 4 0-15,-1-4 0 0,2 0-1 0,-2 0 0 0,8 0 1 0,-7 0-1 16,1 0 1-16,-2 0 0 0,2 3 0 0,-2-3 1 0,1 0 0 16,1 4 1-16,-2-4-1 0,2 0 1 0,-2 4 0 0,2-4 0 15,-1 3 0-15,-1-3 0 0,2 4 0 0,5-4 0 0,-6 0 0 0,0 0 0 16,7 4 0-16,-8-4-1 0,2 0-1 0,5 0-1 0,1 0 2 0,-8 0-1 16,8 0 0-16,-6 0 0 0,5-4 0 0,-6 4-2 0,6 0 1 15,1 0-1-15,-7 0 2 0,7 0-2 0,-8-4-1 0,2 4 0 16,-1 0 2-16,0 0-1 0,6 0 0 0,-5-3 0 0,-2 3 0 0,2 0 1 15,-2 0-1-15,-5 0 2 0,6 0-1 0,0 0 0 0,0 0 1 0,0 0 0 16,-6 0 1-16,5 0 0 0,2-4 1 0,-2 4 0 0,2 0 1 16,-8 0 0-16,7-4 0 0,0 4 1 0,0-3-1 0,1 3 1 15,-2-4 1-15,2 4-1 0,-2-4 2 0,1 4-1 0,1-3 1 0,-2-1-1 16,2 1 1-16,-2 3-1 0,1-4 1 0,7 0 0 0,-6 1 0 16,-2-1 0-16,1 0 0 0,0 1-1 0,0-1 1 0,1-3-1 15,-2 3 1-15,2 0-2 0,-2-3 1 0,1 0-1 0,1 3-1 0,-2-3 0 16,2-1-2-16,-2 4 0 0,1-2 0 0,1-2-2 0,-8 4 1 15,8-3 0-15,-2-1-2 0,1 1 0 0,-6 4-1 0,6-5 1 16,-7 5-1-16,0-5 0 0,8 5 0 0,-8-1 0 0,0-3 0 0,1 3-1 16,0 0 2-16,-1 1 0 0,1-1-2 0,-1 0 1 0,-6-3 0 0,7 3 1 15,0 1-1-15,-7-1 1 0,6 1-1 0,0-2 0 16,-6-1 1-16,6 2-1 0,2 0 1 0,-8 1 0 0,6-2-1 0,-6-2 1 16,6 4 0-16,-6-1 1 0,7-3-1 0,-7 3 1 0,6-3-1 0,-6-1 1 15,7 1-1-15,-7 3 0 0,7-3 1 0,-7 0-2 16,6-1 1-16,-6 5-1 0,0-4 2 0,6 3-1 0,-6-3 0 0,0 3 0 15,0 0-1-15,0-3 2 0,0 3 1 0,0 1 1 0,0-1 2 0,0 0 2 16,0-3 0-16,0 7 2 0,0-4 0 0,-6 1 1 0,6-5 1 0,0 4 1 16,-6 1 1-16,6-1-1 0,-7 0 1 0,0 1 0 0,7-1-1 15,-6 0-6-15,-1-3-9 0,1 3 0 0,0 1 0 0,-2-1 0 16,2 0 0-16,6-3 0 0,-12 4 0 0,5-1 0 0,0 0 0 0,1-3 0 16,-1 3 0-16,1 1 0 0,-1-5 0 0,0 5 0 0,-5-1 0 15,6-3 0-15,-2 3 0 0,-4-3 0 0,5 3 0 0,1 0 0 16,-8-3 0-16,8 4 0 0,0-5 0 0,-8 5 0 0,8-5 0 0,-7 4 0 15,6 0 0-15,-6-3 0 0,7 4 0 0,-8-1 0 0,8-3 0 0,-6 3 0 16,5 0 0-16,0 1 0 0,-6-1 0 0,7 4 0 0,-8-4 0 16,8 1 0-16,-6-1 0 0,4 4 0 0,2-4 0 0,-7 4 0 15,7-3 0-15,-1 3 0 0,-6-4 0 0,7 4 0 0,-8-4 0 0,8 4 0 16,0-3 0-16,-8 3 0 0,8-4 0 0,-1 4 0 0,1-4 0 0,0 4 0 16,-8-3 0-16,8 3 0 0,0-4 0 0,-1 4 0 0,0-4 0 15,1 4 0-15,-7-3 0 0,7 3 0 0,-1-4 0 0,0 4 0 16,1 0 0-16,0 0 0 0,-2-3 0 0,2 3 0 0,0 0 0 0,-7 0 0 15,6-4 0-15,1 4 0 0,-1 0 0 0,1 0 0 0,0 0 0 16,-2 0 0-16,2-4 0 0,0 4 0 0,-1 0 0 0,0 0 0 16,1 0 0-16,0 0 0 0,-1 0 0 0,1 0 0 0,-1 0 0 0,7 0 0 15,-7 0 0-15,1 0 0 0,0 0 0 0,6 0 0 0,-7-3 0 0,7 3 0 16,-7 0 0-16,7 0 0 0,-6 0 0 0,6 0 0 0,-7-4 0 16,7 4 0-16,-6 0 0 0,6 0 0 0,-6-4 0 0,6 4 0 15,-7 0 0-15,0-3 0 0,7 3 0 0,-6 0 0 0,0-5 0 0,6 5 0 16,-8 0 0-16,2 0 0 0,0 0 0 0,-1-3 0 0,1 3 0 15,6 0 0-15,-7 0 0 0,1 0 0 0,-7 0 0 0,7 0 0 16,-2 0 0-16,2 0 0 0,0 3 0 0,-7-3 0 0,6 0-60 0,1 0-39 16,-7 5-13-16,6-2-13 0,-6-3-15 0,0 4-17 0,6-4-17 0,1 0-28 15,-7 4-32-15,7-4-39 0,-8 3-41 0,8-3-39 0,0 0-39 16,-8 0-42-16,8 0-46 0,0 0-19 0,-8-3-10 0,8-1 5 16,-7 0 9-16,7 1 17 0,-8-5 22 0,2 1 34 0,-2-1 40 15,1 1 47-15,-7-4 50 0,8 4 49 0,-8-4 195 0</inkml:trace>
  <inkml:trace contextRef="#ctx0" brushRef="#br0" timeOffset="16259.69">13305 9638 14 0,'6'-3'196'0,"1"-1"21"16,0 0 14-16,-7 1 20 0,0 3 23 0,6-4 24 0,-6 4 26 0,0 0 32 16,0 0 36-16,0 0 9 0,-6 4-2 0,6-4-25 0,0 0-37 0,-7 0-29 15,7 0-24-15,0 3-18 0,0-3-14 0,-7 0-19 0,7 4-22 16,0 0-24-16,-6-4-23 0,6 3-31 0,-6 5-33 0,6-1-26 15,-6 0-23-15,-2 4-15 0,2 0-7 0,0 0-5 0,-7 4-4 0,6-1-2 16,-6 5 1-16,1-1-1 0,-2 4 1 0,-6 0-2 0,7 0-1 0,-6 0-1 16,6 4-2-16,-7-5-2 0,1 6 0 0,-1-2-3 0,0-3 0 15,8 4 0-15,-8-1 0 0,1-3 1 0,5 0-1 0,2-3 0 0,-2-1-1 16,1 0 1-16,7-7-1 0,0 0 0 0,-1 0-1 0,0-4 0 16,1 1-1-16,6-5-1 0,0-3 1 0,0 0-2 0,0 0 0 15,0 0-1-15,6-3-2 0,1-1 1 0,0 0 0 0,-1-3-1 0,0 0 0 16,7-4 0-16,1 0 1 0,-2 0 0 0,8-4 0 0,0 1-1 15,-7-1 1-15,7 0-1 0,5 0 1 0,-5 1-1 0,0-1 0 0,-1 1 1 16,7 3 1-16,-6-4 0 0,0 8 0 0,-2-4 1 0,2 3 2 16,-7 1 2-16,7 3 0 0,-1 1 2 0,-6-1 3 0,6 4 3 15,-5-3 1-15,-2 6 2 0,8-3 4 0,-7 4 2 0,1-1 3 0,-2 1 2 16,2 3 1-16,-2-3 4 0,2 3 1 0,-1 4 1 0,-7-3 3 16,7-1 0-16,-6 4 0 0,-1 0-1 0,7-4 1 0,-6 4-2 0,-1 1-3 15,1 2-2-15,-7-3-2 0,6 4-2 0,-6-4-2 0,6 3-1 16,-6 1-4-16,0-4-4 0,-6 3-2 0,6 5-3 0,-6-5-2 0,-1 1-2 15,1 0-1-15,-1 3-6 0,-6-3-5 0,7 3-11 0,-8-3-12 16,2-1-18-16,-1 1-18 0,-7-1-31 0,6 2-36 0,-4-2-56 16,-2-3-68-16,1 0-69 0,-7-4-71 0,6 4-62 0,-7-3-59 0,1-1-24 15,1 0-10-15,-1-3 3 0,0 3 8 0,-1-3 14 0,1 0 17 16,0-1 29-16,0 1 36 0,7-1 56 0,-7-3 67 0</inkml:trace>
  <inkml:trace contextRef="#ctx0" brushRef="#br0" timeOffset="16626.71">12901 10532 0 0,'-6'11'106'0,"-1"4"61"0,7-4 14 0,-6 0 19 0,-1 1 22 0,7 1 29 0,-6 2 29 0,6-4 30 16,0 4 34-16,-6 3 16 0,6-3 9 0,0 3-11 0,0-3-20 0,0 3-13 16,0 1-12-16,6-1-9 0,-6 0-11 0,0 0-16 0,0 1-21 15,6-1-25-15,-6 0-28 0,0 0-31 0,0 1-30 0,7-1-35 0,-7-3-35 16,0 3-23-16,6-3-14 0,-6-4-9 0,0 3-6 0,0-3-4 16,7-3-4-16,-7 4-3 0,0-6-4 0,6-2-2 0,-6-1-4 15,7 1-2-15,-1-4 0 0,-6-4-2 0,7 1 0 0,0-5-1 0,-1 1-1 16,7-8-1-16,-6 0 0 0,-1-3 0 0,7 0-1 0,0-4 1 15,0 0 1-15,1-4 0 0,-2 4 1 0,8-3 0 0,-7 3 2 0,-1 0 0 16,8 4 2-16,-7-5 0 0,0 9 1 0,7-4 5 0,-7 7 4 16,7-4 4-16,-8 8 4 0,8-4 6 0,-7 3 6 0,7 5 5 0,-1-5 3 15,-6 5 6-15,6 3 7 0,1 0 2 0,-7 0 3 0,7 3 2 16,0 1 1-16,-8 0 0 0,8-1-1 0,-7 5-2 0,7-1 0 0,-8 0-3 16,2 4-5-16,-2-3-3 0,2 3-5 0,-1-4-4 0,-1 4-6 15,2 1-4-15,-8 1-2 0,0-1-2 0,1 2-2 0,0-3-4 16,-1 4-1-16,-6 0-5 0,0-1-3 0,0 1-10 0,0-1-9 0,0 5-14 15,-6-4-18-15,-1-1-23 0,-6 1-26 0,7 0-53 0,-8-1-63 16,2 1-71-16,-1-5-75 0,-7 2-68 0,6-1-64 0,-4-4-32 0,-2 4-14 16,1-4-4-16,-1-3 7 0,0-1 10 0,-6 2 16 0,7-2 23 15,-1-3 27-15,1 0 50 0,-1 0 64 0,0-3 71 0,8-2 254 0</inkml:trace>
  <inkml:trace contextRef="#ctx0" brushRef="#br0" timeOffset="16953.18">13149 10924 173 0,'0'0'222'0,"6"-3"27"16,-6 3 27-16,0 0 42 0,0 3 47 0,0-3 41 0,0 8 40 0,0-5 25 15,0 8 21-15,0-3-18 0,0 2-34 0,0-2-38 0,0 6-34 16,0-3-25-16,0 4-18 0,-6-4-22 0,6 3-26 0,-6 2-39 16,-1-2-46-16,0 1-41 0,1 3-37 0,-1-3-26 0,-6 2-19 0,7-2-17 15,-7 5-13-15,7-2-12 0,-8-3-11 0,1 2-12 0,7-2-15 16,-8 0-13-16,8-1-15 0,-6-3-12 0,4 0-15 0,2 0-14 16,0 0-16-16,-1-4-21 0,7-4-26 0,-7 5-26 0,7-4-31 0,0-4-24 15,-6 4-22-15,6-4-9 0,0 0-4 0,6 0 4 0,-6-4 8 16,7 4 11-16,0-4 10 0,-1 4 15 0,0-3 14 0,2-2 22 0,4 5 25 15,1-3 32-15,-6 3 36 0,6-3 35 0,-1 3 38 0,8 0 28 16,-7 0 26-16,0 0 18 0,7 3 14 0,-7-3 11 0,7 3 10 0,-1-3 8 16,1 5 6-16,-8-5 4 0,8 3 3 0,0-3-1 0,-1 0-6 15,-5 0-9-15,4 0-12 0,-4 0-13 0,5-3-14 0,1 3-27 16,-8-5-32-16,2 2-42 0,-1-4-50 0,0 3-52 0,0-3-57 0,-1 3-56 16,-4-3-56-16,-2 3-35 0,0-3-24 0,1 0-11 0,0 3-5 15,-7-3-2-15,6 3 0 0,-6-3 14 0,0 3 19 0,0-3 34 16,0 3 40-16,0-3 46 0,0 0 185 0</inkml:trace>
  <inkml:trace contextRef="#ctx0" brushRef="#br0" timeOffset="17397.41">13852 10206 187 0,'7'-11'259'16,"-1"4"25"-16,0-4 22 0,-6 7 23 0,0 0 29 0,0 4 34 0,0 0 38 15,0 0 27-15,0 4 21 0,0 0-11 0,0 3-30 0,0 4-42 16,0 0-50-16,0 0-37 0,0 4-29 0,0-1-22 0,0 1-16 16,0 3-23-16,0 1-24 0,0-1-33 0,0 1-38 0,0-1-26 15,0 3-22-15,0-2-15 0,0-1-13 0,0 0-9 0,-6 1-9 0,6 0-9 16,0-5-9-16,0 1-11 0,0-4-12 0,0 0-13 0,0 0-10 0,0-4-14 16,0 0-11-16,0-3-11 0,0-1-11 0,0-3-14 0,0 0-15 15,6-3-18-15,-6-1-21 0,0-3-13 0,0 0-10 0,8-4 2 16,-8-4 5-16,6 0 6 0,-6-3 9 0,6-1 9 0,-6 1 12 0,7-4 10 15,-1 0 11-15,1 0 19 0,-7 1 22 0,6-1 35 0,1-1 40 0,-1 1 34 16,-6 0 31-16,7 4 18 0,0 0 14 0,-1 0 10 0,0-1 9 16,8 4 8-16,-8 1 8 0,0-1 6 0,7 4 7 0,1 0 0 15,-2 4-1-15,2 0-10 0,5-1-13 0,-6 5-11 0,14-5-13 0,-8 5-7 16,0 3-4-16,8 0-4 0,5 0-3 0,-6 3-3 0,7 1-4 0,-1 0-4 16,1 3-6-16,-1 0-3 0,1 1-5 0,-1 2-5 0,1-2-6 15,-1 3-6-15,1 3-5 0,-1-3-6 0,-5 4-5 0,-7-4-4 0,6 4-5 16,-7 0-3-16,-6-1-3 0,6 1-1 0,-13-1-1 0,2 1-2 15,-2 3-1-15,0-3-1 0,-6-1 0 0,-6 5-1 0,6-1 0 0,-14 1-1 16,8-1-2-16,-6 0-8 0,-8 4-11 0,1-4-14 0,-1 1-18 16,-6-1-17-16,-1 1-20 0,1-1-32 0,1-4-39 0,-1 1-61 15,-7 0-72-15,1-3-71 0,6-6-73 0,-7 1-58 0,1-3-50 0,5-1-20 16,-5-6-3-16,6-1 9 0,-1 1 11 0,1-7 16 16,0-2 19-16,0 1 31 0,7-8 39 0,-1 5 60 0,1-4 72 0</inkml:trace>
  <inkml:trace contextRef="#ctx0" brushRef="#br0" timeOffset="17593.72">14009 10346 2 0,'0'-8'201'15,"0"5"34"-15,0-2 34 0,0 2 30 0,-7 3 28 0,7-3 33 0,-7 3 33 16,7 0 31-16,0 0 27 0,0 0 4 0,0 0-8 0,7 0-26 16,0 0-36-16,-1 0-28 0,8 0-26 0,-2 0-28 0,1 0-28 0,7 0-26 15,0 0-25-15,5 0-30 0,1-5-31 0,-6 2-29 0,12 3-27 16,-12-4-22-16,13 0-17 0,-7 1-14 0,-1 3-12 0,-5-4-12 16,6 1-14-16,-7 3-16 0,7-4-19 0,-6 4-20 0,-7-4-22 0,1 4-32 15,4 0-37-15,-4 0-47 0,-8 0-54 0,1 4-62 0,0-4-64 16,-1 4-58-16,-6-4-55 0,0 3-32 0,-6 1-21 0,-1-1-2 0,0 5 7 15,-5 0 13-15,-2-5 15 0,2 8 28 0,-2-3 36 0,-5-1 47 16,-1 4 54-16,-6-1 60 0,7 2 169 0</inkml:trace>
  <inkml:trace contextRef="#ctx0" brushRef="#br0" timeOffset="17727">14165 10474 0 0,'-26'14'12'15,"6"1"179"-15,-5-4 19 0,11 4 14 0,-5-5 13 0,6 1 12 0,6 0 11 16,-5-3 15-16,4 3 14 0,8-4 21 0,0-2 23 0,0 1-21 16,8-2-39-16,4-1-28 0,-5 1-21 0,6-4-15 0,0 0-12 15,7 0-13-15,-1 0-13 0,0 0-10 0,1-4-10 0,6 1-16 0,-7-1-16 16,8-2-35-16,-1-3-43 0,-7 2-50 0,7-4-57 0,0 0-60 15,-6 0-64-15,5 0-54 0,-5-3-51 0,6-1-42 0,-6 0-35 0,-1-3-20 16,1 3-10-16,0-7-4 0,-1 4 0 0,-5 0 13 0,4-5 20 16,-4 5 30-16,-1-3 38 0,-7-2 47 0,8-2 79 0</inkml:trace>
  <inkml:trace contextRef="#ctx0" brushRef="#br0" timeOffset="18043.34">14621 9851 0 0,'0'-8'118'0,"-6"1"168"16,-2 3 33-16,8 4 36 0,-12 0 35 0,6 0 32 0,-2 8 31 0,-4-1 22 15,-1 0 18-15,6 4 18 0,-6 4 16 0,1 4-25 0,-2-2-49 16,8 9-54-16,-7 4-59 0,-1-1-36 0,-6 7-26 0,8 1-28 0,-1 4-27 16,0 2-27-16,0 5-23 0,-1 0-17 0,-4 3-16 0,4 0-11 15,1 4-13-15,-7 1-11 0,8-2-27 0,-2 5-78 0,2-4 0 0,-1 0 0 16,6-1 0-16,0-2 0 0,7-1 0 0,-6-3 0 0,12-4 0 16,-6-4 0-16,14-7 0 0,-1 0 0 0,-1-3 0 0,2-9 0 15,5 1 0-15,7-8 0 0,-6 1 0 0,6-7 0 0,0-1 0 0,7-2 0 16,-7-5 0-16,7 0 0 0,-1-9 0 0,1 2 0 0,-7 0 0 15,6-5 0-15,1-2 0 0,-1-4 0 0,-6 0 0 0,7 0 0 16,-8-4-20-16,1-1-191 0,1-2-53 0,-1-1-71 0,-6 1-81 0,5-5-73 16,-5 4-70-16,0-3-32 0,-1 3-16 0,1-3 5 0,-1 4 12 15,-6-4 18-15,7 3 23 0,-7 0 25 0,0-3 26 0,0 3 44 16,-7 1 55-16,8 0 70 0,-8-2 147 0</inkml:trace>
  <inkml:trace contextRef="#ctx0" brushRef="#br0" timeOffset="18252.66">15181 9921 88 0,'-6'7'356'0,"-2"-4"50"15,2 1 33-15,6 3 20 0,-6-3 11 0,6 0 11 0,0-1 10 0,0-3 13 16,0 4 15-16,0-4 16 0,6 4 18 0,0-4-58 0,2 0-94 16,4 0-83-16,2 0-76 0,5 0-42 0,1 0-30 0,-1 0-15 0,7 0-10 15,0-4-9-15,6 0-9 0,1 4-13 0,-1-3-15 0,1-1-15 16,-1 0-18-16,2 1-14 0,-1-1-13 0,-8 0-14 0,1 1-14 0,0-1-20 15,0 1-21-15,-6-2-24 0,-1 2-24 0,1 3-28 0,-7-3-29 16,0 3-52-16,-6 0-58 0,-1 0-78 0,-6 0-86 0,0 0-74 16,0 0-68-16,0 3-30 0,-6 0-12 0,-8 2 5 0,8 2 13 0,-13 0 17 15,5 0 22-15,-5 1 26 0,-1 3 29 0,-6-4 49 0,0 4 60 16,0-4 77-16,-7 4 246 0</inkml:trace>
  <inkml:trace contextRef="#ctx0" brushRef="#br0" timeOffset="18676.59">15161 10147 0 0,'-26'15'9'0,"1"0"191"0,5-1 17 16,0 1 8-16,7 0 5 0,-7-4 9 0,14 0 11 0,-7 0 15 0,6-4 18 15,7 0 20-15,0 1 20 0,0-1-22 0,7 0-43 0,0-3-36 16,5 3-35-16,2-3-22 0,-1-1-15 0,0 1-9 0,6-4-6 16,7 4-13-16,-6-4-20 0,5 0-26 0,2-4-31 0,5 0-37 0,-6 4-40 0,7-3-37 15,-1-1-35-15,8-3-30 0,-7 3-28 0,5 1-20 0,-5-1-19 16,6 0-9-16,-7 1-6 0,1 3 3 0,-1 0 5 0,2-4 13 16,-9 8 15-16,1-4 29 0,0 0 38 0,-6 3 46 0,-1 1 55 15,-5 0 56-15,-2 3 58 0,2-3 62 0,-8-1 64 0,-6 4 43 16,7 1 35-16,-7 0 19 0,-7-5 14 0,1 5 5 0,-1-2 1 0,0 2-8 15,-5-1-15-15,-8 1-24 0,7 2-31 0,-7-2-31 0,0 3-35 0,-5-4-41 16,-1 4-44-16,0-3-33 0,-7 2-27 0,7-2-17 0,-6 3-10 0,-1 0-7 16,1-3-5-16,-1 2-2 0,7-2-3 0,-7 3-1 0,1-4-3 15,-1 0 0-15,7 4-1 0,-6-3-1 0,5-1 0 0,1 0 1 16,6 0 2-16,-5 1 4 0,5-1 4 0,8-3 4 0,-8 3 2 0,7-3 2 16,6-1 0-16,1-3 2 0,-1 4 2 0,7 1 4 0,0-5 7 15,7 0 4-15,-1 2 5 0,7-2 4 0,-6 0 2 0,13 4 1 16,-1-4 0-16,0 0 0 0,8 0 0 0,-1 0 1 0,6-4 1 0,1 4 2 15,-1-2 0-15,1-3-4 0,-1 1-6 0,7 1-6 0,-6-5-6 0,5 5-5 16,-4-5-7-16,5 1-5 0,-7 3-5 0,1-3-8 0,-1 0-10 16,-5 3-13-16,-1-4-16 0,-1 5-17 0,-5-4-17 0,0 3-20 15,-1 1-20-15,-6-5-27 0,0 5-29 0,0-1-46 0,-6 0-54 0,-1-3-66 16,0 3-73-16,2 1-60 0,-8-4-54 0,0 2-22 0,0-2-9 16,0 3 4-16,-8-3 13 0,8 0 14 0,-6-1 18 0,0 1 26 15,-1 0 30-15,-6 3 46 0,7-7 55 0,-7 4 65 0,-1 0 212 0</inkml:trace>
  <inkml:trace contextRef="#ctx0" brushRef="#br0" timeOffset="18893">15435 10085 93 0,'-7'-11'204'0,"1"0"24"0,0 4 24 0,-2 3 23 0,8 1 23 16,-6-1 32-16,6 4 37 0,-6 0 40 0,6 0 40 0,0 7-2 16,0-3-23-16,0 7-22 0,0 0-23 0,0 4-18 0,0 7-15 0,0-1-12 15,0 9-9-15,0-1-9 0,-6 8-8 0,6 3-20 0,-8 4-25 16,2 4-26-16,0 3-28 0,-1 4-18 0,1 4-13 0,-1 4-11 0,-6-2-16 15,7 5-149-15,-8 4 0 0,8-5 0 0,0 5 0 0,-7-4 0 16,6 0 0-16,0-4 0 0,1 0 0 0,0-3 0 0,-1-4 0 0,0-7 0 16,7-1 0-16,0-3 0 0,-6-4-341 0,6-3-135 0,0-7-102 15,6-5-51-15,-6-3-26 0,0-4-6 0,7-6-1 0,-7-4 11 16,0-5 17-16,0-3 25 0,7-3 30 0,-7-5 39 0,0-7 44 0,-7 0 86 16,7 0 140-16</inkml:trace>
  <inkml:trace contextRef="#ctx0" brushRef="#br0" timeOffset="29727.23">12628 15365 60 0,'0'0'115'0,"0"-4"8"16,0 4 9-16,0-4 9 0,0 4 9 0,0-4 4 0,-6 1 1 0,6 3 5 16,0-4 5-16,-7 1 7 0,7-2 8 0,-7 5 4 0,7-3 4 15,-6 0 5-15,-1-2 6 0,7 2 11 0,-6-1 19 0,0 4 16 16,-2-4 17-16,2 1 7 0,0-1 0 0,-1 0-7 0,0 1-12 0,1 3-15 15,-7-4-18-15,7 1-15 0,-8-1-14 0,2 0-14 0,5 1-12 16,-6-1-20-16,0 0-23 0,0 1-25 0,0 3-25 0,-1-4-16 16,-4 0-12-16,4 1-7 0,1 3-3 0,1-4-1 0,-8 4 0 0,0-4 3 15,7 4 1-15,-7 0 1 0,2-3 0 0,-2 3 1 0,0 0 1 0,-5 3 3 16,5-3 0-16,-7 0 4 0,8 4 2 0,-7-4 2 0,0 4 1 16,0-1 0-16,6 1 0 0,-6 0-1 0,1-1-1 0,5 1-1 15,-7 3-2-15,8-3-4 0,0 3-2 0,-8-3-3 0,8 3 0 0,0-3-5 16,-1 3-3-16,7 0-3 0,-7 1-2 0,0-5-3 0,1 5-2 15,6-1-4-15,0-3-3 0,-7 4 0 0,8-1-1 0,-2-4-1 16,2 5-1-16,-1-5 0 0,6 5-1 0,-6-4-1 0,-1-1-1 0,8 4 0 16,0-3-2-16,-7 3 0 0,6-3 0 0,1 3-1 0,-7 0 0 15,7 1 0-15,-2-1-1 0,-4 0 0 0,5 4 0 0,0 1 0 0,-5-4 0 16,5 2 1-16,-6 1 0 0,6 4 0 0,1-4-1 0,-7 0 1 16,6 3-1-16,-5 1 0 0,5-4 0 0,1 3 1 0,-1 1 0 0,0-4 0 15,-5 4-2-15,4-1 1 0,2 2 0 0,0-2 0 0,0 0 0 16,6-3 1-16,-7 4-1 0,0-1 1 0,1 1 0 0,6 0 1 0,-7 0 0 15,7-1 0-15,-6 5-1 0,6-5 0 0,-6 1 1 0,6 3 0 16,-8-3-1-16,8 3 1 0,0-4 0 0,-6 5 0 0,6-4-1 0,0-1 2 16,0 1 0-16,0 3-2 0,0-3 0 0,6-4 0 0,-6 3 0 15,0-3 0-15,0 0 0 0,0 1 0 0,8 2-1 0,-8-3 0 16,6-3 0-16,-6 3 0 0,6 0-1 0,1-4-1 0,-7 4 0 0,6 0 1 16,1-4 0-16,0 0 1 0,-7 4-1 0,6-3 0 0,0-1-1 15,0 1 0-15,2-1 1 0,-2 0 1 0,0 1-1 0,1-1 0 0,0 0 0 16,6 1 1-16,-7-1-1 0,0 0 1 0,8 0-1 0,-2 1 0 15,-5 0 0-15,6-2 1 0,-6 2 0 0,5-1 0 0,2 0 0 0,-2 1 1 16,8-1 0-16,-7 0 0 0,0 1 0 0,6-1 0 0,-5 1 1 16,-1-1 0-16,7 0 0 0,-1 1 1 0,-6-1-1 0,7-4 2 0,-1 5-1 15,1-1 2-15,0 0 0 0,-1-3 1 0,0 3 1 0,0-3 0 0,1 0 2 16,0 0-1-16,6-1 0 0,-7 4 1 0,1-3 1 0,6 0-1 16,-7-4 1-16,7 3-1 0,-6 1-1 0,7-1 0 0,-9 2-1 0,2-5-1 15,7 3 1-15,-8 0-3 0,0 1 0 0,1-4 0 0,-1 4-2 16,1-1 1-16,0-3-1 0,-7 5 0 0,7-5-1 0,-2 3 1 15,-4-3-1-15,5 4 1 0,-5-1-1 0,4-3 1 0,-4 4 0 0,-1-4 0 16,7 4-1-16,-8-4 1 0,2 3 1 0,5-3 0 0,-6 0 3 16,0 4 0-16,7-4 2 0,-8 0 0 0,2 4 1 0,-1-4 1 0,6 0 0 15,-6 0 2-15,1 0-1 0,-2 0 1 0,1 0 1 0,7-4 0 0,-8 4 1 16,2-4-1-16,-1 4-2 0,0-3 0 0,0 3-2 0,7-4 0 0,-8 0-1 16,2 1 0-16,-1-1-1 0,-1 1-1 0,2-2-1 0,-2 2-1 15,2-1 0-15,-1 0-1 0,-7-2 1 0,7 1-1 0,0 2 0 0,-7-1 1 16,8-3-2-16,-8 3 1 0,7 1-1 0,-6-4 1 0,-1 3 0 15,7 0 0-15,-6-3 0 0,0 3 0 0,-1-3 1 0,0-1-1 0,1 5 1 16,0-5 0-16,-1 1 0 0,0 0-1 0,1 0 2 0,-1-1-1 0,1 1 1 16,0-4 0-16,-1 3 0 0,0 1 0 0,2-4 0 0,-2 4 0 15,-6-4-1-15,6 3 1 0,0-3 1 0,1 4 1 0,0-4-1 0,-7 4-1 16,6-4 0-16,1 4 1 0,-1-1 0 0,-6-3 0 0,6 4-1 16,2 0 0-16,-8-1 1 0,6-3 0 0,-6 4 1 0,6-1-2 0,-6-2-1 15,7 2 1-15,-7 1-1 0,6 0 1 0,-6-4 0 0,7 3-1 16,-7-3 0-16,0 4 1 0,6-4-2 0,-6 0 2 0,0-1-1 0,0-1 0 15,7 1 1-15,-7-2 0 0,0-1 0 0,0 0 0 0,0 1-1 16,-7-1-1-16,7-3 1 0,0 3-1 0,-6 1 1 0,6-5 0 16,-7 4 1-16,7-3 0 0,-6 3 1 0,6-3 1 0,-7 4-2 0,1-1-5 15,0-1 0-15,6 6 0 0,-8-5 0 0,2 4 0 0,0-3 0 16,-1 7 0-16,1-4 0 0,-1 0 0 0,0 0 0 0,-5 3 0 16,6-3 0-16,-8 5 0 0,8-2 0 0,-1 0 0 0,-6 1 0 0,0 0 0 15,7 2 0-15,-8-1 0 0,2-1 0 0,5 2 0 0,-6-2 0 0,0 4 0 16,6-5 0-16,-6 1 0 0,7 3 0 0,-8-3 0 0,2 0 0 15,5-1 0-15,-6 5 0 0,7-5 0 0,-7 1 0 0,7 0 0 0,-8 0 0 16,8-1 0-16,-8 5 0 0,8-5 0 0,-7 1 0 0,7 0 0 16,-8-1 0-16,2 5 0 0,5-5 0 0,-6 5 0 0,0-5 0 15,7 4 0-15,-8-3 0 0,2 3 0 0,-2 0 0 0,8-3 0 0,-7 4 0 16,0-1 0-16,6 0 0 0,-5 1 0 0,-2-1 0 0,8-3 0 16,-8 3 0-16,2 4 0 0,5-3 0 0,-6-1 0 0,0 0 0 0,7 1 0 15,-8-1 0-15,2 1 0 0,-1-1 0 0,-1 0 0 0,2 0 0 16,-2 1 0-16,2-1 0 0,-2-3-52 0,-5 3-221 0,5-3-96 15,-4 3-110-15,4-3-71 0,-5 0-55 0,5-1-23 0,-4 0-8 0,4 1 3 16,-5 0 11-16,5-1 18 0,2 1 23 0,-2 4 30 0,2-5 32 16,-2 5 60-16,8-1 74 0</inkml:trace>
  <inkml:trace contextRef="#ctx0" brushRef="#br0" timeOffset="30222.9">12048 14023 0 0,'0'-14'158'0,"0"3"107"0,-6 3 28 0,6-3 26 0,0 8 23 16,-7-4 29-16,7 3 30 0,-6 0 24 0,6 4 20 0,0 0 17 0,0 0 14 0,0 0-41 0,0 8-68 0,6-5-51 15,1 4-39-15,-1 1-32 0,8 3-25 0,-8 3-24 0,6-3-23 0,2 4-28 16,-1 3-29-16,7-3-25 0,-8 3-20 0,2 1-16 0,5-1-14 16,-6-3-16-16,0 3-16 0,1-4-19 0,-2-3-18 0,-6 5-27 0,8-6-31 15,-8 1-42-15,1 0-50 0,-1-4-56 0,0 1-62 0,-6-1-49 16,0 1-44-16,0-5-44 0,-6 5-41 0,6-5-17 0,-6 1-2 15,-7 3 5-15,6-3 12 0,-6-1 21 0,1 5 29 0,-2-5 41 0,-6 1 48 16,7 3 55-16,-6-3 60 0</inkml:trace>
  <inkml:trace contextRef="#ctx0" brushRef="#br0" timeOffset="30458.95">11827 14448 154 0,'-13'4'191'0,"-7"1"30"16,14-3 32-16,-8 2 29 0,8-4 25 0,0 4 28 0,-1-4 26 0,7 0 28 15,0 0 29-15,0 0-11 0,7 0-28 0,-1 0-17 0,0 0-14 0,8 0-15 16,-1-4-15-16,0 4-24 0,6 0-29 0,1-4-22 0,0 2-20 15,5-3-22-15,1 1-24 0,0-3-30 0,7 3-32 0,-7-3-21 16,7 0-16-16,-7-1-12 0,6 1-9 0,-5 0-6 0,-1-1-8 0,6 1-3 16,-5 0-7-16,-2-4-5 0,1 4-6 0,-6-1-10 0,-1 1-11 15,7 0-15-15,-6 0-15 0,-8-1-17 0,2 0-21 0,-1 5-25 16,0-1-29-16,0 0-40 0,-13 1-46 0,6-1-55 0,-6 0-62 0,0 4-45 16,0 0-37-16,-6 0-21 0,0 4-15 0,-8-4-8 0,1 7-5 0,1-3-2 15,-8 3 1-15,7 1 12 0,-13 0 22 0,6 2 36 0,-6 1 43 16,0 4 54-16,1 0 60 0,-2-1 47 0,1 4 37 0</inkml:trace>
  <inkml:trace contextRef="#ctx0" brushRef="#br0" timeOffset="31324.53">12015 14504 0 0,'-32'18'94'0,"6"-4"37"16,7 5 25-16,-7-2 24 0,12-2 26 0,-5 0 26 0,6 0 27 16,0-4 24-16,-1 4 24 0,8-4 8 0,0-1-2 0,-1 5 4 15,7-4 7-15,-6 0 2 0,6 0-3 0,0 0-7 0,0 0-13 0,6 0-19 16,-6 4-20-16,0-8-25 0,7 4-26 0,-1 1-25 0,-6-5-25 16,6 4-28-16,2-4-29 0,-2-4-28 0,0 1-27 0,1 3-17 0,0-7-13 15,-1 0-7-15,7 0-5 0,0-7-3 0,0 3-1 0,0-3-2 16,6-4-1-16,1-3 0 0,-1-1-1 0,7-4 1 0,1 1 0 0,-1 0 0 15,0-1-2-15,0 1 1 0,0-4 0 0,0 4-1 0,6 3-1 16,-12 0 0-16,6 1 2 0,-7 6 0 0,1-2 0 0,0 2 0 16,-1 5 0-16,-5-1 1 0,-2 4 0 0,2 0 2 0,-8 0 1 0,0 4 5 15,1-1 4-15,-7 5 6 0,6-5 5 0,-6 4 4 0,0 4 2 0,-6 0 3 16,6-3 0-16,-7 3 0 0,7 4 1 0,-6-4-1 0,0 3 1 16,-8-3-1-16,8 4-1 0,-7-1-5 0,0-3-3 0,0 4-6 15,6 0-5-15,-6-4-3 0,1 4-3 0,-2 0-1 0,1-5-1 0,0 1-1 16,-6 0-1-16,13 0 0 0,-8 0-1 0,1-4 0 0,0 1-1 15,0-1-1-15,0 0-1 0,0-3 0 0,7 3-1 0,-8-3 0 16,1-1-1-16,0-3-1 0,6 4-2 0,-5-4-1 0,-2 4-2 0,8-4-3 16,-7 0-7-16,7 0-4 0,-8 0-5 0,8 0-4 0,0 3-4 15,-8-3-5-15,8 0-5 0,-7 5-4 0,6-5-3 0,-6 3 0 0,7 5-1 16,0-5 2-16,-1 4 0 0,-6-3 3 0,7 7 5 0,-1-4 4 16,-6 4 5-16,6-3 5 0,1 6 3 0,0-3 7 0,-8 0 5 0,8 4 5 15,0-1 6-15,6 1 4 0,-8 1 5 0,2 1 6 0,0 2 7 16,-1 2 7-16,1-2 6 0,-1 6 6 0,1-3 4 0,-1 1 5 15,1 2 2-15,6 1 2 0,-6-4 4 0,-2 3 0 0,8-2 0 0,-6-2-3 16,6-2-3-16,-6-1-7 0,6-3-4 0,0-1-7 0,0-3-7 16,0 0-4-16,6-4-5 0,-6 0-3 0,0-3-5 0,6-4-1 15,2 0-3-15,-2 0-1 0,0-4-2 0,1-3 0 0,-1 0 0 0,7-4 0 16,-6 0 0-16,5-3 1 0,2-1 1 0,-1-3 0 0,0-4 1 0,0 4-1 16,7-5 2-16,-8 1-1 0,8 0-1 0,-1 5 0 0,1-6 0 15,0 1-1-15,-1 4-1 0,1-1 2 0,0 1 0 0,-2 3-1 16,2 1-2-16,0-1 0 0,-1 4 1 0,7 0 1 0,-6 0 0 0,7 5-1 15,-9-2 1-15,2 0 0 0,7 4 2 0,-9 1 1 0,9-1 0 0,-7 4 2 16,6 0 1-16,-7 0 2 0,7 0 2 0,-6 4 1 0,-1-1-1 16,1 1 1-16,-1 0 0 0,-6 0 1 0,7 4 0 0,-7-2 1 15,-1 2 1-15,2-1 0 0,-8 0 2 0,0 4 1 0,2 0-1 0,-8 0 1 16,6 0 1-16,-6 0 0 0,0 4 2 0,-6-4 0 0,6 3 1 0,-8 1 0 16,2-3 0-16,0 2 0 0,-1 0-1 0,-6-3 0 15,0 0-2-15,7 4-2 0,-8-8-2 0,2 4-1 0,-2-4-1 0,-5 1-1 16,6-1-4-16,-6 0-1 0,5-2 0 0,-5-2-3 0,6-3 0 0,-6 0-1 15,-1 0-1-15,7 0-1 0,-7-3-1 0,0-2 0 0,8-2-1 16,-8 0 0-16,7-4-1 0,0 0-1 0,0 0 1 0,1-4-1 16,-2 1 1-16,8-5-1 0,-8 5-1 0,8-1 1 0,6-3-1 0,-7 3 1 15,7 0-1-15,0 1-1 0,0-1 1 0,7 4 0 0,-7 0 1 0,6 0-1 16,1 4 1-16,0 0-1 0,5-1 1 0,-4 5-1 16,4 0 2-16,-6-2-1 0,8 2 0 0,-1 3 1 0,-7 0 0 0,8 3 1 15,-8-3 1-15,6 5 1 0,-5-2 0 0,0 0 2 0,6 5 1 0,-13-5 3 16,13 5 3-16,-13-1 3 0,7 0 2 0,-1 1 5 0,-6 2 3 15,0-2 3-15,0 3 2 0,0 0 1 0,0 0 1 0,-6 0 1 16,-1 0 0-16,0-1 0 0,1 6-2 0,-1-5-3 0,1-4-2 0,-8 4-4 16,8-3-2-16,-6-2-6 0,-2 2-10 0,8-5-11 0,-7 1-16 15,-1 0-15-15,2-4-16 0,-2 0-21 0,2-4-24 0,-2-3-48 16,1-1-60-16,1-3-76 0,5 0-83 0,-6-3-75 0,0-4-70 0,6-2-31 16,1-1-13-16,-1-1 1 0,1 0 8 0,-1-3 12 0,7 3 13 15,0-4 20-15,0 0 22 0,7 1 48 0,-1-1 60 0,1 1 77 0,-1-2 240 16</inkml:trace>
  <inkml:trace contextRef="#ctx0" brushRef="#br0" timeOffset="31699.01">12498 14657 0 0,'12'7'141'0,"-5"1"129"0,6 3 26 0,-6 0 34 0,-1 0 40 0,0 3 37 0,1 1 36 0,-7 0 24 0,7 0 19 0,-1-1 13 0,0 5 11 0,2-1-40 0,-2-4-66 0,0 4-56 15,1 1-49-15,-7-3-35 0,6 1-25 0,1 2-34 0,0-5-36 0,-1 4-37 16,-6-3-35-16,6 0-25 0,-6-4-18 0,6 3-13 0,-6-3-12 0,8 0-14 15,-8-4-14-15,0 1-15 0,0-1-15 0,6-3-14 0,-6 0-13 16,0-1-10-16,0-3-8 0,6-3-11 0,-6-1-12 0,0 0-15 0,7-3-17 16,-7-1-15-16,7-3-13 0,-7-3-5 0,6-1 1 0,1-3 6 15,-1 0 10-15,-6-4 10 0,6-1 11 0,1 1 8 0,0 1 6 16,5-2 13-16,-5-2 14 0,0 7 26 0,-1-4 32 0,7 4 33 0,-7-1 36 16,8 4 26-16,-8 1 24 0,8-1 14 0,-2 4 10 0,1 4 10 15,0-4 10-15,0 3 7 0,1 5 9 0,5-4 6 0,-6 3 4 0,6 4-3 16,1-4-7-16,-7 4-10 0,6 4-15 0,1-4-9 0,7 4-8 15,-9 3-3-15,2 0-2 0,-1-3-2 0,1 7-6 0,6-4-3 16,-6 4-5-16,-1 4-6 0,1-4-2 0,-1 3-7 0,-5 2-5 0,6-2-7 16,-8 1-4-16,1 3-7 0,0-4-5 0,0 5-6 0,-7-5-6 0,8 5-4 15,-14-1-4-15,6-4-5 0,0 2-2 0,-6 2-3 0,0-4-7 16,-6 1-11-16,6-4 0 0,-6 4-6 0,0-4-24 0,-8 3-22 16,8-7-22-16,-7 4-24 0,-1-3-28 0,2-1-41 0,-8 1-51 0,7-5-64 15,-7 2-73-15,1-5-60 0,-7 0-52 0,6-5-40 0,1 2-32 16,-8-1-16-16,2-4-6 0,5-3 8 0,-6 4 15 0,6-4 22 0,-5-3 23 15,5 3 42-15,-6 0 49 0,6-4 65 0,-5 0 72 0</inkml:trace>
  <inkml:trace contextRef="#ctx0" brushRef="#br0" timeOffset="32010.01">12745 14851 124 0,'-13'-11'192'0,"6"4"31"0,1-4 30 0,0 4 28 0,6 3 28 15,0-3 35-15,0 3 39 0,0 1 30 0,0-1 25 0,6 1-12 16,7 3-30-16,-6-4-24 0,6 4-23 0,6-4-21 0,-6 4-20 0,7 0-22 16,-1 0-25-16,7 0-24 0,0 4-24 0,0-4-34 0,1 0-38 15,-1 4-31-15,-1-1-28 0,1-3-17 0,0 4-15 0,-6-4-9 16,7 3-9-16,-8 1-15 0,0-4-16 0,1 4-18 0,-7-1-17 0,7-3-24 15,-14 4-26-15,7-4-32 0,-7 3-32 0,1-3-38 0,0 4-38 16,-7 0-39-16,0-4-41 0,0 3-24 0,-7 1-17 0,0 0-4 0,1-1 3 16,-7 4 8-16,7-3 12 0,-8 4 19 0,-5-1 23 0,6 0 29 15,-7 2 35-15,1-3 42 0,-1 5 49 0,-6-3 59 0,7 3 64 0,-7-1 58 16,-1 2 55-16,8-2 44 0,-7 1 41 0,6 0 38 0,1 0 38 0,6-3 20 16,-7 3 15-16,14-4 6 0,-7 0 3 0,6-3-5 0,7 3-10 15,-6-7-19-15,12 3-25 0,-6 1-30 0,7-4-34 0,-1 4-35 16,1-4-33-16,5 0-34 0,2 0-36 0,-1 0-22 0,0 0-12 15,6-4-14-15,1 0-15 0,0 1-25 0,-1-4-29 0,1 3-43 0,-8-7-48 16,8 3-57-16,0-2-61 0,-1-1-54 0,-5 0-47 0,5-4-37 0,-6 1-30 16,0-4-16-16,0 2-5 0,0-2 2 0,-7 4 8 0,8-5 22 15,-8 1 30-15,0 0 39 0,1 0 49 0,-1-1 56 0,-6 1 137 16</inkml:trace>
  <inkml:trace contextRef="#ctx0" brushRef="#br0" timeOffset="32226.42">13194 14544 0 0,'-6'-8'214'16,"6"5"60"-16,-7-1 33 0,1 0 41 0,0 4 44 0,6 0 33 0,-7 4 28 15,0 3 19-15,1 1 17 0,6 3 4 0,-6 0 2 0,-1 3-36 16,0 1-56-16,7 7-42 0,-6 0-37 0,-1 3-27 0,7 1-24 0,-6 7-32 16,6 1-36-16,-7-1-27 0,1 3-22 0,6 0-14 0,-7 4-11 15,7 1-12-15,-6-4-11 0,6 3-11 0,0-3-10 0,0-1-12 0,0 1-10 16,6-8-12-16,1 0-10 0,-1 1-31 0,7-8-12 0,-6 0 0 16,13-8 0-16,-8 1 0 0,8-4 0 0,-1-4 0 0,1-3 0 0,0-4 0 15,6 0-50-15,-7-4-15 0,7-7-18 0,-6 4-21 0,5-8-22 16,-5 1-41-16,0-5-51 0,6-2-69 0,-7-6-77 0,1 6-63 15,-7-9-56-15,7 1-40 0,-8 0-33 0,2 0-11 0,-2-5 2 0,2 2 12 16,-1 2 15-16,-1-3 19 0,2 0 22 0,-8 0 41 0,8 4 52 16,-8-4 69-16,7 4 78 0</inkml:trace>
  <inkml:trace contextRef="#ctx0" brushRef="#br0" timeOffset="32827.44">13729 14441 231 0,'0'-7'385'0,"0"3"52"0,0 0 36 0,-7 1 29 15,7 3 23-15,0-4 18 0,-7 4 15 0,7 0 14 0,0 0 11 0,-6 4-5 16,6-4-13-16,0 0-64 0,6 0-91 0,-6 0-83 0,7 3-77 15,0-3-47-15,5-3-33 0,-5 3-24 0,6 0-23 0,6-4-17 0,1 0-103 16,0 1-3-16,-1-1 0 0,1 0 0 0,6 1 0 0,-7-5 0 16,1 4 0-16,6 1 0 0,-6 0 0 0,-1 3 0 0,1-4 0 0,-8 0 0 15,8 4 0-15,-7-3 0 0,0 3 0 0,0 0 0 0,1 0-24 0,-8-4-125 16,0 4-25-16,1 0-46 0,-1 0-54 0,-6 0-65 0,0 0-68 16,0 4-45-16,-6-4-35 0,-1 3-22 0,1 1-17 0,0 0-9 15,-8-1-7-15,1 0 8 0,0 1 15 0,0 4 21 0,1-1 22 0,-8 0 51 16,0 4 64-16,1-3 83 0,-1 3 92 0,0 1 72 0,-6-2 63 15,1 0 50-15,-2 6 47 0,1-2 43 0,-6 1 40 0,6-1 40 0,-1 1 37 16,-5 3 37-16,6-3 34 0,-1-1 26 0,9 2 21 0,-2-2 11 16,1 1 6-16,5-4 1 0,2-1-1 0,4 2-7 0,-4-1-10 0,12-1-14 15,-7-2-15-15,7-1-25 0,7 0-30 0,-1-3-32 0,0 3-32 16,2 1-30-16,4-5-30 0,8 1-29 0,-7 0-30 0,7-1-23 16,6-3-23-16,0 0-18 0,-1 0-17 0,1-3-14 0,7-1-13 0,-1 0-11 15,1-3-10-15,-1 0-6 0,1-1-5 0,0 1-3 0,0 0-4 16,-1-1 1-16,1 1 0 0,-7 4 6 0,-1-1 7 0,2 0 13 15,-8 4 17-15,1 0 29 0,-1 0 34 0,-5 0 31 0,-2 4 28 0,-5 0 23 16,-1-1 19-16,1 1 14 0,-7-1 12 0,0 5 8 0,-7-5 8 16,1 5 4-16,-1-1 3 0,1 4 0 0,-7-4-1 0,0 4-13 15,-7 1-21-15,1-1-19 0,-1 0-21 0,-6 0-15 0,0 3-14 0,1 1-10 16,-2-4-8-16,1 3-7 0,-6 1-3 0,-1 1-2 0,1-3 0 0,-1 2 1 16,-7 0 1-16,8 0 2 0,-1-1 5 0,1-3 6 0,-1 4 7 15,7-4 7-15,-6 3 6 0,13-3 6 0,-1-4 4 0,0 0-1 16,7 1 0-16,0-4-6 0,6 3-3 0,1-3-5 0,6 0-47 0,0-4-16 15,0 3 0-15,6 2 0 0,8-5 0 0,-1 0 0 0,-1 0 0 16,8 0 0-16,0 0 0 0,-1 0 0 0,7 0 0 0,0-5 0 0,7 2 0 16,-7-1 0-16,7 0 0 0,-1 0 0 0,1 1 0 0,-1-1 0 15,1 0 0-15,-1-3 0 0,1 3 0 0,-7 1 0 0,0-1 0 0,0 0 0 16,0 1 0-16,-7-1 0 0,1 1 0 0,0-2 0 0,-7 2-101 16,0 0-53-16,0-1-30 0,-7 0-44 0,8 4-52 0,-14-3-70 0,6-1-78 15,-6-3-60-15,0 3-51 0,0 0-22 0,-6-3-11 0,-1 0 6 16,0 0 13-16,7-1 19 0,-6-3 19 0,-7 0 26 0,6 0 30 0,1 0 44 15,-7-4 52-15,0 1 70 0,6-5 174 0</inkml:trace>
  <inkml:trace contextRef="#ctx0" brushRef="#br0" timeOffset="33009.56">13937 14507 0 0,'-7'-7'66'0,"-6"0"243"0,7 3 61 0,-1 0 43 0,1 4 32 0,-7 0 27 16,7 4 22-16,-2 3 20 0,8-3 20 0,-6 7 20 0,0 0 20 0,6 3-14 15,-7 5-29-15,7 3-60 0,-6 8-75 0,6-2-60 0,0 9-53 16,0 7-34-16,-7 0-26 0,7 7-21 0,-6 4-18 0,-1 7-173 15,7 1-11-15,-6 3 0 0,0 3 0 0,6 5 0 0,-8-5 0 0,2 5 0 16,0-5 0-16,6 1 0 0,-7-4 0 0,7-4 0 0,0-4 0 0,0-6-181 16,0-1-262-16,0-11-89 0,7 0-78 0,-1-7-39 0,0-4-17 15,8-2-5-15,-8-9 7 0,1-7 18 0,6 0 23 0,-7-11 35 16,7 0 37-16,-7-8 55 0,8-3 61 0,-8-3 93 0,1-4 248 0</inkml:trace>
  <inkml:trace contextRef="#ctx0" brushRef="#br0" timeOffset="51460.02">15702 15254 111 0,'0'-3'131'0,"0"0"10"0,-6 3 10 0,6-5 17 0,0 2 19 0,-8 3 25 16,8-4 29-16,-6 0 7 0,6 4-2 0,-6-3-6 0,0-1-8 0,-1 4 3 15,0-3 10-15,1 3 14 0,-1-4 18 0,-5 1 7 0,4 3 2 16,-4-4-7-16,6 4-11 0,-8 0-19 0,1-4-21 0,0 4-20 16,0-4-17-16,1 4-15 0,-8 0-12 0,7 0-15 0,-7 0-17 0,0 0-20 15,8 4-22-15,-8-4-12 0,1 0-8 0,-1 4-6 0,0-4-5 16,7 4-6-16,-7-1-5 0,2 4-2 0,-2-3-3 0,0-1 1 0,7 5 0 15,-7 0-2-15,8-5-4 0,-8 8 0 0,1-4-2 0,5 0-3 16,-6 4-4-16,8 0-2 0,-8 0-1 0,7 0 1 0,-7 4 0 16,8 0 0-16,-8 0 0 0,7 3-2 0,1 0 0 0,-8 0-1 15,6 0 0-15,-5 4 1 0,6 4-1 0,-6-4 1 0,5 0 1 0,1 4 0 16,0-1 0-16,0-3 0 0,1 4-3 0,4 0-1 0,-4-4-2 16,5 3-1-16,-6-3-4 0,7 0 0 0,6-4-2 0,-7 5-2 0,1-1-2 15,6-4-3-15,-6 0-1 0,6 0-1 0,0 1-2 0,0-5 0 0,6 4-1 16,-6-2 0-16,6-2 0 0,-6 1-1 0,7-1 1 0,-1 5 0 15,1-4 0-15,-1-1 0 0,1 0 1 0,-1 2 0 0,0-3 2 16,8 3-1-16,-8-2 2 0,1 5-1 0,6-5 1 0,-7 1 1 0,7 3 0 16,1-3-1-16,-8 3 0 0,7-3 1 0,-6 0 0 0,6-1-1 15,-7 5 0-15,7-5-1 0,0 1 1 0,1-1-2 0,-2 1 0 0,-5-4 0 16,6 4-2-16,0-4 1 0,7 0 0 0,-8 0 0 0,1 0-1 0,0-4 1 16,0 4-1-16,7-4 0 0,-7 4 0 0,0-3-1 0,0-1 1 15,7 0-1-15,-8 1 1 0,2-1-1 0,5-4 0 0,-6 5 0 0,6-1 0 16,-5 0 0-16,5-2 0 0,-6-2-1 0,6 4 1 0,-5-3-2 15,6 0 1-15,-1-1 0 0,-6 1 0 0,6 0 0 0,1-1 0 0,-7-3 1 16,7 4 1-16,0-4 0 0,-8 0 0 0,8 4-1 0,-1-4 0 0,-5-4 1 16,4 4 0-16,2 0 1 0,0-4-1 0,-7 4 2 0,7-3 0 15,-1-1-1-15,1-3 0 0,-1 3 1 0,0 0-1 0,1-3 1 0,-1-1 0 16,1 1 1-16,0 0-1 0,-1-1 1 0,1 1-1 0,-8 0 1 16,8 0-1-16,-7 0 1 0,7-5-2 0,-7 5 1 0,0-4 1 0,7 4-1 15,-7-1 0-15,-1-2-1 0,-5 2 0 0,6-3 0 0,-7 4 0 16,8-4-1-16,-8 3 2 0,7-3 0 0,-6 4 0 0,-1-4 1 0,1 4-1 15,-1-4 1-15,-6 3 0 0,6-3 0 0,2 4 2 0,-2-4 2 16,-6 0 3-16,6 0 1 0,1 0 2 0,-7 0 0 0,6 0 0 0,-6-4 1 16,7 4 1-16,-7-3-1 0,6-1 3 0,-6 1-1 0,7-5 2 15,-7 5-1-15,0-4 1 0,6 2-3 0,-6-2 0 0,0 0-1 0,0 4 0 16,0-5 0-16,0 1 0 0,0 3 1 0,-6-3 0 0,6 0 0 16,-7-1-1-16,7 4 1 0,-6-3-1 0,-1 3-1 0,1-3 0 0,6 4 1 15,-13-5 1-15,7 5-1 0,-2-1-15 0,2-4 0 0,0 5 0 16,-7 3 0-16,6-4 0 0,1 1 0 0,-7-1 0 0,6 5 0 15,-6-6 0-15,7 6 0 0,-8-5 0 0,2 0 0 0,5 3 0 0,-6-2 0 16,0 3 0-16,7-3 0 0,-8-1 0 0,1 4 0 0,0-3 0 16,0-1 0-16,1 4 0 0,-2-4 0 0,1 4 0 0,0-4 0 15,0 1 0-15,1 3 0 0,-2-4 0 0,1 4 0 0,0 1 0 0,0-2 0 16,0 1 0-16,0 1 0 0,0-2 0 0,0 5 0 0,-7-4 0 0,7 3 0 16,1 1 0-16,-8-4 0 0,7 4 0 0,-7 0 0 0,8-1 0 15,-8 1 0-15,0 3 0 0,1-3 0 0,-7 3 0 0,6-3-136 16,-6 3-126-16,-1 1-97 0,2 0-107 0,-1-2-72 0,0 2-54 0,-7-1-24 15,7 0-13-15,0 1 3 0,0-1 7 0,0 4 16 0,7-3 21 16,-1-1 28-16,1 1 32 0,5-5 62 0,2 4 75 0</inkml:trace>
  <inkml:trace contextRef="#ctx0" brushRef="#br0" timeOffset="52376.13">15493 14086 70 0,'7'-15'178'0,"-7"4"28"0,7 0 29 0,-7 4 34 0,6-1 34 0,-6 1 46 16,0 3 50-16,0 1 36 0,0-1 29 0,0 0-10 0,0 4-28 16,0 0-18-16,0 0-15 0,0 0-12 0,0 4-11 0,0-4-19 0,-6 4-24 15,6-1-29-15,-7 5-31 0,0-1-43 0,1 4-49 0,0 4-35 16,-14 0-28-16,7 3-22 0,-7 7-16 0,0 1-15 0,-6 3-12 0,-6 0-12 16,-1 4-8-16,1 4-12 0,-1 0-11 0,-6 3-11 0,1-4-12 15,-2 5-13-15,7-1-13 0,-5-3-13 0,5-4-12 0,1-1-14 16,5 3-15-16,1-10-23 0,0 0-25 0,7-6-37 0,-1-1-40 0,7-4-47 15,7-6-47-15,-1-1-29 0,7-3-18 0,0-4-5 0,0-4 5 16,7-3 7-16,6-1 10 0,-7-3 12 0,8 1 15 0,5-5 23 16,-6 4 28-16,6-4 39 0,-5 4 45 0,5-4 62 0,-6 4 68 0,6 4 63 15,-5 3 59-15,-2-3 50 0,8 7 44 0,-7 0 46 0,0 4 47 0,0 3 33 16,1 0 23-16,-8 4 19 0,7 4 11 0,0 0 8 0,-7 3 6 16,1 1-4-16,-1 2-8 0,0 1-21 0,-6 0-26 0,8 4-29 15,-8 0-31-15,0-1-36 0,0 5-42 0,0-5-29 0,0 1-22 0,0 4-17 16,0-5-12-16,0 1-11 0,0-5-10 0,-8 1-11 0,8 1-12 15,0-1-19-15,-6-8-22 0,6 5-31 0,0-9-34 0,0 1-56 0,0-3-69 16,0-5-79-16,6 1-86 0,-6-8-74 0,8 1-67 0,-2-8-33 16,0-4-17-16,8 1-6 0,-2-12 0 0,1 0 10 0,7-7 14 0,0 0 25 15,-1-7 28-15,7-4 51 0,0 4 66 0,0-4 76 0,1-4 256 16</inkml:trace>
  <inkml:trace contextRef="#ctx0" brushRef="#br0" timeOffset="53226.59">15903 14247 0 0,'27'-18'196'16,"-14"-1"157"-16,6 4 66 0,-12 1 41 0,0 3 28 0,-1 4 21 15,-6-1 21-15,-6 5 15 0,-1 3 14 0,0 0 11 0,1 0 12 0,-7 3-35 16,0 1-60-16,0 3-73 0,-1 4-80 0,-5 1-70 0,0-1-64 0,-8 7-38 16,8-4-26-16,-7 8-23 0,0-3-20 0,0 2-15 0,0 1-13 15,-1 4-13-15,2-4-17 0,-1 0-35 0,6 0 0 0,-6-4 0 16,7 1 0-16,-1-1 0 0,8-4-36 0,-2-2-15 0,1-1-11 0,0-4-13 16,6 0-12-16,1-3-13 0,0 0-14 0,-2-1-13 0,8 1-12 15,0-4-5-15,0 0-2 0,0 0 4 0,0 0 7 0,0 4 8 0,8-4 9 16,-8 3 11-16,6 1 10 0,-6 0 13 0,0 3 14 0,6-3 15 15,-6 7 19-15,0 0 18 0,0-1 22 0,7 5 17 0,-7 0 14 0,0 3 10 16,0 1 8-16,0 3 9 0,0-1 7 0,0 1 5 0,0 0 7 16,0 1 4-16,7-1 5 0,-7 3 0 0,6-3 0 0,1-4-5 15,-1 4-6-15,0-4-5 0,2-2-5 0,-2 2-6 0,6-7-6 0,-5 0-6 16,6 0-7-16,0-4-6 0,1 0-7 0,-2 1-5 0,2-8-5 16,5 3-3-16,-6-6-3 0,0 3-4 0,7-8-5 0,-8 1-12 0,1-4-12 15,7-3-15-15,-7-1-16 0,0-3-18 0,7-1-17 0,-7 1-22 16,-7-5-27-16,7-2-34 0,-6 3-37 0,5 0-33 0,-4 1-28 0,-8-2-17 15,6 1-12-15,-6 4 1 0,0 3 5 0,0-3 11 0,-6 7 14 16,-2 0 15-16,2 0 18 0,-7 3 31 0,6 5 38 0,-5 0 50 16,-1-2 56-16,-1 5 58 0,8 0 57 0,-7 0 49 0,0 5 44 0,7-5 28 15,-8 3 20-15,8 0 12 0,6 1 7 0,-7-4 4 0,1 4 1 16,6-4-8-16,0 4-12 0,0-4-15 0,0 0-17 0,0 3-23 16,0-3-25-16,6 0-27 0,1 0-27 0,-1 0-20 0,1-3-13 0,0 3-9 15,5-4-6-15,2 4-2 0,-8-4-1 0,7-3 0 0,0 4-1 16,0-2-2-16,7-6-2 0,-8 4-9 0,2 0-12 0,-1-5-15 15,0 6-16-15,6-5-29 0,-5 0-33 0,-8 0-36 0,7 0-38 0,-7 0-44 16,7-4-47-16,-6 4-38 0,-1 0-32 0,-6 0-23 0,7 0-16 0,-7 0-5 16,0 0-1-16,0 4 9 0,0-4 12 0,0 3 26 15,-7 1 31-15,7-1 36 0,-6 5 37 0,-1 0 52 0,1-1 58 0,-1 0 52 16,1 1 51-16,-1 3 45 0,1 0 45 0,0 0 38 0,-8 3 36 0,8 1 29 16,-1 0 25-16,1-1 29 0,-1 4 30 0,1 1 30 0,-1-1 28 0,1 4 12 15,6 0 5-15,0 0-4 0,-6 5-10 0,6 1-16 16,6 2-20-16,-6-1-20 0,0 0-18 0,6 4-17 0,1-1-16 0,6 2-20 15,-7 2-21-15,7 1-22 0,1 0-21 0,-2-1-13 0,1 1-10 0,7-4-8 16,-7 4-5-16,6-4-4 0,-5-4-4 0,5 4-8 0,1-4-5 16,-1-3-8-16,1 1-7 0,-1-7-9 0,0 2-7 0,1-3-8 15,0-5-8-15,-1 5-5 0,-5-8-5 0,5 4-4 0,-6-8-4 0,6 1-10 16,-5-2-14-16,-2 2-16 0,-5-5-16 0,6-3-17 0,-7 4-17 0,1-7-23 16,0 3-25-16,-1-4-40 0,-6 0-46 0,0 1-54 0,0-1-60 15,0-3-46-15,-6 7-38 0,-1-3-26 0,-6 2-18 0,0 1-19 16,0 0-15-16,0 4-4 0,-7-1 3 0,8 5 15 0,-8-1 23 0,0 0 36 15,1 4 45-15,-7 0 55 0,6 4 58 0,1 0 67 0,-1 3 73 16,0 0 60-16,1 4 53 0,0 0 48 0,-1 0 46 0,1 4 38 0,-1 0 33 16,7 0 33-16,-7 3 32 0,8 0 31 0,-2-4 32 0,1 5 26 15,0-3 22-15,7 1 1 0,-1-3-12 0,7 1-1 0,0 0 1 0,0 0 0 16,0-4-2-16,7 3-10 0,-1 0-13 0,1-2-20 16,6-1-27-16,-7 3-28 0,8-3-30 0,-2 1-24 0,1-4-22 0,0 2-22 15,0-3-20-15,1 1-25 0,5-5-27 0,-6 1-25 0,6 0-24 0,-5-4-32 16,5 0-35-16,-6-4-46 0,7 0-49 0,-1-3-59 0,1-4-63 15,-7 1-57-15,6-2-50 0,-6-7-40 0,7 5-29 0,-7-4-13 0,6-4-6 16,-6 0 3-16,1 0 10 0,-2-1 22 0,2 1 29 0,-2-3 40 16,2 3 49-16,-1 0 57 0,-7 0 134 0</inkml:trace>
  <inkml:trace contextRef="#ctx0" brushRef="#br0" timeOffset="53933.63">16536 14426 61 0,'0'-3'353'0,"-7"3"54"0,0 3 35 0,1-3 24 0,-1 8 20 0,1-5 17 15,0 5 17-15,-1-1 16 0,0 0 17 0,7 4 14 0,-6 1 13 0,6-1-57 16,-6 0-94-16,6 3-87 0,-7 1-88 0,7 3-50 0,0-3-33 16,0 3-24-16,0 0-19 0,0-3-18 0,0 3-17 0,0 1-16 0,0-5-16 15,7 1-19-15,-7-1-19 0,0-3-22 0,6 0-22 0,-6 0-21 16,6-3-21-16,-6-1-19 0,0-3-20 0,7-1-20 0,-7-3-21 0,7 0-32 16,-7-3-40-16,0-1-45 0,6-3-47 0,-6-4-42 0,6 0-40 15,1-8-20-15,-1 1-8 0,-6 0 3 0,14-8 10 0,-8 0 15 16,0 4 15-16,2-7 29 0,4 4 33 0,-6-1 57 0,1 1 66 0,6 2 79 15,-6-2 83-15,5 3 93 0,2-1 95 0,-2 6 68 0,2-5 56 0,-1 7 35 16,0-4 23-16,0 5 16 0,-1-1 14 0,2 4 3 0,-1 0 0 16,0 4-12-16,0 0-15 0,0 3-22 0,6 0-25 0,-5 4-35 15,-1 0-40-15,-1 0-31 0,2 8-27 0,-2-5-15 0,8 5-12 0,-7-1-8 16,0 4-6-16,0 0-8 0,1 0-9 0,-2 0-9 0,1 3-55 16,1 1-47-16,-2 4 0 0,-6-5 0 0,2 4 0 0,-2 1 0 0,0-1 0 15,1 0 0-15,-7 1 0 0,0 3 0 0,0-4 0 0,-7 4 0 16,7-4 0-16,-6 1 0 0,0 2 0 0,-8-1 0 0,8-3 0 0,-7 2 0 15,0-5 0-15,0 5 0 0,-7-5 0 0,7-3-114 0,-6 0-89 16,6 0-43-16,-7-4-50 0,0 1-50 0,1-8-53 0,6 3-29 16,-6-6-22-16,5-1-2 0,-5-3 7 0,6-1 16 0,0 1 22 0,-1-4 22 15,2 0 25-15,-1-3 33 0,0 2 37 0,0-2 63 0,7 3 74 16,-8 0 84-16,8 0 88 0,-8 1 79 0,8 1 76 0,0 2 56 16,-1 0 47-16,1 3 28 0,-1 1 16 0,7-2 8 0,0 2 3 0,0 3 2 15,0 0-4-15,0-3-13 0,0 3-20 0,7 0-29 0,-1 0-32 16,7 0-39-16,-7 0-42 0,8 0-37 0,-2 3-38 0,8-3-20 0,-7 0-14 15,7 0-6-15,0 0-4 0,-1 0-5 0,1 0-8 0,-1 0-10 16,0-3-15-16,1 3-16 0,-1 0-17 0,1-4-27 0,0 4-33 0,-7-4-40 16,0 4-42-16,0-3-46 0,-1 3-44 0,-4-4-40 0,-2 4-36 15,-6 0-28-15,0 0-25 0,0 0-17 0,0 0-12 0,-6 0-5 16,-2 0 0-16,2 4 18 0,-7-4 27 0,0 3 41 0,0-3 50 0,1 4 56 16,-2 0 60-16,-6-1 54 0,1 0 52 0,-1 5 45 0,1-1 41 15,0 1 45-15,-1-1 50 0,1 0 52 0,-1 4 52 0,-6-3 50 0,13 3 46 16,-7 0 33-16,8 0 28 0,-2-4 9 0,1 4-1 0,0-3-8 15,6 2-12-15,1-2-13 0,6-1-13 0,0 0-22 0,0 1-27 0,0-5-35 16,6 5-40-16,-6-5-40 0,7 1-41 0,6 0-38 0,-6-4-34 16,5 3-22-16,2-6-17 0,-2 3-17 0,8-4-18 0,-7-3-34 15,7-4-44-15,0 0-55 0,-1 0-63 0,1-7-54 0,-1 3-51 16,0-7-51-16,1 4-51 0,-1-5-27 0,1-2-13 0,0-1-5 0,-7 1-2 16,0-1 10-16,6 1 12 0,-5 0 31 0,-2-6 42 0,1 6 54 0,1-1 61 15</inkml:trace>
  <inkml:trace contextRef="#ctx0" brushRef="#br0" timeOffset="54139.45">17024 13969 0 0,'0'-11'139'0,"-13"7"136"0,6 0 36 0,-5 8 42 16,4-4 47-16,-4 7 34 0,-1 4 27 0,0 0 22 0,0 4 20 15,-1-1 15-15,2 8 15 0,-8 4-31 0,7 0-56 0,-7 7-48 16,8 0-45-16,-8 7-30 0,1 4-25 0,5 0-31 0,-5 8-36 0,0 2-24 0,-1 1-18 16,1 4-15-16,5-1-12 0,2 4-13 0,-2 1-67 15,1-5-82-15,7 1 0 0,6-4 0 0,-6 0 0 0,12-7 0 0,0-4 0 0,1-4 0 16,13-7 0-16,-8-4 0 0,14-3 0 0,-6-8 0 0,6-7 0 15,0-4 0-15,6-7 0 0,2-3 0 0,-2-8 0 0,1-8-86 16,-1-2-222-16,7-5-87 0,-6-7-91 0,-1-4-66 0,1-3-54 0,-1 0-21 16,1-5-6-16,-7 1 7 0,0-3 13 0,0 4 20 15,-7 2 24-15,1-3 31 0,-7 4 36 0,0-5 62 0,0 9 78 0</inkml:trace>
  <inkml:trace contextRef="#ctx0" brushRef="#br0" timeOffset="54329.71">17363 14155 0 0,'0'-11'313'0,"0"0"118"0,0 4 43 0,-6 0 26 0,6 3 16 16,-8 0 15-16,8 1 11 0,-6 3 14 0,6 0 14 0,0 0 16 15,6-4 15-15,-6 0-33 0,8 1-59 0,-2-1-102 0,6 0-125 0,2 1-66 16,-1-1-39-16,7-3-22 0,-8 3-14 0,8 1-25 0,-1-5-116 16,1 4 0-16,6 0 0 0,-7 1 0 0,1 0 0 0,0 3 0 15,-1-4 0-15,1 4 0 0,0 4 0 0,-8-4 0 0,2 3 0 0,-2-3 0 16,1 3 0-16,1 1 0 0,-8 0 0 0,0 0-29 0,0 0-195 0,2-1-71 16,-8 1-81-16,0 0-79 0,0-1-78 0,0 1-46 0,-8-1-32 15,8 1-5-15,-12 3 4 0,6-3 17 0,-8 3 21 0,8 1 24 16,-13-5 29-16,5 5 39 0,-6-1 47 0,1 0 69 0,-7-3 80 15</inkml:trace>
  <inkml:trace contextRef="#ctx0" brushRef="#br0" timeOffset="54709.57">17324 14232 0 0,'-33'11'188'0,"7"0"88"0,6-3 21 16,-6 3 16-16,6-4 16 0,8 4 18 0,-1-4 17 0,0 4 25 15,6-4 25-15,1-3 20 0,6 3 16 0,0 1-43 0,0-1-73 16,6-3-60-16,7 3-50 0,-6 1-28 0,6-1-21 0,7 0-15 0,-8-3-17 16,14 3-19-16,-6-4-22 0,6 5-29 0,-7-4-36 0,14-1-34 15,-7 1-36-15,0 0-32 0,7-4-29 0,-1 3-23 0,-5-3-21 0,5-3-19 16,1 3-16-16,-1 0-10 0,-6-4-6 0,7 4-2 0,-7-4 2 15,0 4 6-15,-1 0 9 0,-5 0 20 0,0 0 26 0,-1 0 41 16,-5 0 46-16,-2 4 57 0,2-4 63 0,-8 4 52 0,1-4 49 0,-7 3 30 16,0-3 21-16,0 4 13 0,-7 0 8 0,1-4 8 0,-1 3 7 0,-6 1-1 15,0 0-3-15,-6 3-14 0,-1-3-17 0,1 3-33 0,-7 0-40 16,-1 1-34-16,1-1-31 0,-6 1-21 0,5-1-14 0,-5 0-9 16,-1 4-6-16,-5-4-8 0,5 1-6 0,1 3-4 0,-1-4-5 0,1 4-6 15,-8-4-4-15,14 4-4 0,-7-3-4 0,1 2-1 0,5-2-1 0,8-1 1 16,-7 0 0-16,6 1 1 0,8-1 0 0,5-3-2 0,-6 0 2 15,13-1 0-15,0 5-1 0,0-8 2 0,13 3 1 0,-6 1 4 16,5-4 4-16,8 4 4 0,6-4 6 0,-7 3 3 0,15-3 2 0,-9 0 3 16,8 4 3-16,6-4 2 0,-6 0 2 0,6 3 3 0,0-3 1 15,0 0-1-15,0 4-2 0,0-4-2 0,-7 4-5 0,7 0-5 16,-5-1-6-16,-2 1-9 0,-7 0-12 0,2-1-18 0,-1 1-18 0,0-1-23 16,-6 1-25-16,-1 0-30 0,-6-1-33 0,6 5-48 0,-12-8-56 15,6 3-74-15,-6-3-82 0,-1 4-75 0,-6-4-67 0,0 0-30 0,0 0-8 16,0 0 5-16,-6-4 13 0,-1 1 18 0,1-1 21 0,-1 0 28 15,0-3 31-15,1-4 49 0,-7 4 55 0,0-8 74 0,7 4 246 0</inkml:trace>
  <inkml:trace contextRef="#ctx0" brushRef="#br0" timeOffset="54909.21">17649 14309 0 0,'-6'-18'29'0,"-8"3"213"0,8 1 39 0,-7 3 37 0,0 3 37 16,6-3 37-16,1 8 42 0,-6-5 26 0,4 8 21 0,2-3 15 0,0 3 11 15,-1 0-27-15,0 3-46 0,7 1-46 0,-6 0-47 0,-1 3-36 16,7 4-31-16,-6 0-28 0,6 7-27 0,-6 0-31 0,-1 4-33 0,7 8-21 15,-7-1-16-15,7 8-10 0,-6 3-8 0,0 1-5 0,-1 6-7 16,0 8-7-16,1-4-9 0,-1 8-8 0,1 3-10 0,-7 0-16 16,6 0-22-16,1 1-28 0,-8-1-28 0,8-3-36 0,0-1-40 0,-1-3-72 15,1-3-86-15,-1-5-97 0,0-2-104 0,7-5-59 0,0-7-39 16,7-4-19-16,-7-4-7 0,7-6 3 0,-1-4 9 0,7-4 17 16,-7-4 22-16,8-3 30 0,-1-4 35 0,0-8 67 0,-7 1 82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2-01T16:31:22.3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13175 9386 0 0,'0'0'90'15,"6"-4"76"-15,-6 4 18 0,0 0 22 0,0 0 26 0,0 0 29 16,0 0 29-16,0 0 35 0,0 0 36 0,0 0 16 0,0 0 4 0,0 0-7 16,0 0-16-16,0 0-10 0,0 0-13 0,0 0-11 0,0 4-12 15,0-4-16-15,0 0-21 0,0 0-21 0,0 0-23 0,0 0-28 16,0 3-30-16,0-3-27 0,0 0-26 0,0 4-12 0,0-1-7 0,0 1-3 15,0 0 1-15,0-1 0 0,0 1 2 0,0 3 0 0,0-3-2 0,0 3 0 16,0 1-3-16,0-1-1 0,0-3-3 0,0 3-3 16,0 4-2-16,0-3-6 0,0-1-4 0,0 0-30 0,0 4-47 0,0 0 0 15,0-4 0-15,0 4 0 0,0 0 0 0,0 0 0 0,0-3 0 0,0 3 0 16,0 0 0-16,0-1 0 0,0 1 0 0,0 0 0 0,0 1 0 16,0-1 0-16,0 0 0 0,0 0 0 0,0 3 0 0,0-3 0 0,-6 4 0 15,6-4 0-15,0 3 0 0,0 1 0 0,0 4 0 0,-6-5 0 16,6 5 0-16,0-5 0 0,-7 4 0 0,7 1 0 0,0-1 0 0,-7 0 0 15,7 0 0-15,-6 1 0 0,6-4 0 0,-6 3 0 0,6 0 0 16,-7-3 0-16,7 0 0 0,0-1 0 0,-7 1 0 0,7-1 0 16,0-2 0-16,-6 2 0 0,6-3 0 0,0-3 0 0,0 3 0 0,-7-4 0 15,7 4 0-15,0-7 0 0,0 3 0 0,0-4 0 0,0 1 0 16,0 0 0-16,7-4 0 0,-7 0 0 0,0 0 0 0,0 0 0 16,0 0 0-16,0 0 0 0,0 0 0 0,0 0 0 0,0 0 0 0,-7 0 0 15,7-4 0-15,0-3-171 0,-6 0-340 0,6-1-75 0,-7-3-58 16,7 0-21-16,-6-3-4 0,-1-5 8 0,7 4 13 0,-6-3 20 15,6 0 22-15,-6 0 32 0,6-1 35 0,-8 1 54 0,8 0 62 0,0 3 94 16,0 1 277-16</inkml:trace>
  <inkml:trace contextRef="#ctx0" brushRef="#br0" timeOffset="5933.47">13149 13781 107 0,'-6'0'175'0,"-1"0"13"0,0 4 14 0,7-4 24 15,-6 4 30-15,-1 0 29 0,1-1 29 0,-1 1 33 0,7 0 34 0,-6 3-5 16,-1 0-26-16,1 1-20 0,6 3-16 0,-6-4-10 15,-2 4-7-15,8 0-7 0,-6 3-7 0,6 2-20 0,-6-2-24 0,6 4-24 16,-7-3-22-16,7 3-29 0,0 4-31 0,0 0-23 0,0 0-23 0,0 0-12 16,0 0-6-16,0 0-6 0,0 4-2 0,7-4-6 0,-7 3-4 15,6-2-5-15,-6-2-5 0,6 1-4 0,-6 0-5 0,8-3-2 16,-2-1-4-16,0 0-2 0,-6 0-3 0,7-3-3 0,-1 4-3 0,1-5-3 16,-1-3-1-16,1 4-1 0,-1-4 0 0,1 0 0 0,6-4-2 0,-7 4 1 15,1-4 1-15,0 2 1 0,5-3 3 0,-5-2 1 0,-1 3 2 16,8-4 2-16,-8 2 2 0,8-2 3 0,-2 1 1 0,-6-4 2 15,8 0 1-15,-8 0 2 0,7-4 2 0,1 1 2 0,-2-5 0 0,1 1-2 16,-6-1-2-16,12-3-2 0,-13 0-1 0,8-3-2 0,-2-1-1 16,2 0-1-16,-1-3-2 0,0 4-1 0,0-5-2 0,-1 1 0 15,2-1-2-15,-8 1 0 0,8-4 0 0,-1 4-1 0,-1 0 1 0,-5-1 1 16,6-2 0-16,0 2 3 0,-6 1 1 0,6-1 0 0,-7 1 2 16,0 0 2-16,2 0 0 0,4-1 2 0,-12 1 1 0,6-1 1 0,2 5 1 15,-2-5-1-15,-6 5 0 0,0-4-28 0,0 3-1 0,0 0 0 16,0 1 0-16,0-1 0 0,-6 0 0 0,-2 0 0 0,2 1 0 0,0-1 0 15,0 1 0-15,-8-1 0 0,1 0 0 0,7 4 0 0,-14-3 0 16,7 2 0-16,-6 1 0 0,6 4 0 0,-7 0-50 0,-6 0-67 16,6 3-26-16,-5 0-59 0,-1 4-72 0,-1 0-92 0,1 0-100 0,0 4-66 15,0 0-48-15,1-1-17 0,-9 5-4 0,9-1 9 0,-1 4 11 16,6 0 18-16,-6-3 22 0,7 2 25 0,-1 1 28 0,0 0 57 16,7 0 72-16</inkml:trace>
  <inkml:trace contextRef="#ctx0" brushRef="#br0" timeOffset="27332.6">17572 9664 25 0,'0'-4'131'0,"-8"1"7"0,8 3 9 0,-6 0 9 16,6-4 13-16,-6 4 20 0,-1 0 23 0,7 0 21 0,-7-4 19 16,7 4-4-16,-6 0-14 0,6 0-6 0,-7-3 0 0,7 3 3 0,-6 0 5 15,6-4 11-15,-6 4 11 0,6-4 2 0,-7 4-1 0,7 0-14 16,-7 0-18-16,7-3-21 0,-6 3-24 0,0 0-17 0,6 0-13 0,-7 0-11 16,7 0-11-16,-7-4-12 0,1 4-12 0,6 0-14 0,-7 0-15 15,1 0-10-15,6-4-6 0,-6 4-2 0,-1 0-1 0,0 0-4 0,1-3-3 16,0 3-3-16,-2 0-4 0,2-4 0 0,0 1 0 0,-1 3 0 15,-6-5-1-15,6 5 0 0,-5 0-1 0,6-3-1 0,-8 3 0 0,8 0-1 16,-7 0-3-16,-1-3 0 0,2 3 1 0,-2 3-1 0,2-3 1 16,-2 0 0-16,-5 0-2 0,6 3 1 0,0-3-2 0,-7 5 0 15,7-5 0-15,-6 3-2 0,6-3-5 0,-7 4 1 0,1-4 0 0,6 3 0 16,-7 1-1-16,1-4-1 0,5 4-1 0,-5-1-2 0,6-3-3 16,-6 4-2-16,5 0-1 0,2-1-1 0,-8-3 0 0,7 4 0 15,-1 0-1-15,2-1 0 0,-8 1-1 0,7 0-2 0,1-1-1 0,-2 1 0 16,-6 0-1-16,8-1-1 0,-1 5 2 0,-1-5-2 0,-5 4 0 0,0-3 0 15,5 3-1-15,-5 4 0 0,-1-3 0 0,1-1-1 0,-1 4 0 16,0 0 0-16,2 4 0 0,-2-4-1 0,-7 4-1 0,9-1-1 16,-2 4 1-16,-7-3-2 0,8 3 0 0,0 1-2 0,-8 3 1 0,7-4-1 15,2 0-1-15,-2 4-1 0,0-3-1 0,-5 2 0 0,11-2 0 16,-5 3 0-16,-1 0 1 0,0-4 0 0,8 4-1 0,-8 0 0 16,7-4 2-16,0 4 0 0,0 0-2 0,-1 1 0 0,2-2 0 0,5 1 0 15,-6 0 1-15,7 4 1 0,-7-1-1 0,7 1-1 0,-2 0 1 0,2 0 0 16,0 3 1-16,-1 1 0 0,1-1 0 0,-1 4 0 0,1-1 0 15,-1 1 0-15,1 1 0 0,-1 2 1 0,0 1-1 0,7-5 1 16,-6 5-1-16,6 0 0 0,-6-4-1 0,6 3 0 0,0-2 0 0,0-1 0 16,0-1-1-16,6 1 0 0,-6 1 0 0,6-5 0 0,1 0-1 0,0 0 1 15,-1 0-1-15,1-2 0 0,-1 2 1 0,1 0 2 0,6-4 0 16,-7 1-1-16,0 3-1 0,8-2 1 0,-8-2 0 0,7-3 0 16,-6 3 0-16,6 1 0 0,-7-4 0 0,8 0 1 0,-8 0 0 0,7 0-2 15,-6-4 0-15,5 4 0 0,1 0-1 0,-6-3 2 0,6-1-1 16,-7 4 0-16,8-4 0 0,-2 0 0 0,2 1 0 0,-1-1 0 0,-1 0 0 15,2 1 1-15,-2-1 0 0,2-3-1 0,5 3-1 0,1-3 0 16,-8-1 1-16,8 4 0 0,0-3 1 0,-1 0-1 0,1 0 0 0,6-2 0 16,-7 3 1-16,1-5-1 0,6 4 0 0,-7-1 0 0,1-2 1 15,6 2 0-15,-6-3 1 0,-1 3 1 0,7-3 0 0,-6 1-1 16,-1-1 0-16,7 0 0 0,-6-4 0 0,-1 4-1 0,1-4 1 0,0 4-1 16,-1-4 0-16,1 1 0 0,0-1 1 0,-1 1 0 0,1-5-1 15,6 4 0-15,-7-3-1 0,1 0 0 0,-1-4-1 0,7 3 0 0,-6-3 2 16,6 0-1-16,-6 0 0 0,-1-3 1 0,7-1 1 0,-6 0 0 15,6 1-1-15,-7-4 0 0,1-1-1 0,-1 1 1 0,7-4 1 16,-6 0-1-16,0 0 2 0,5-4 0 0,-5 4 0 0,0-3-1 0,-1-1 2 16,0 0-1-16,1-3 0 0,-1 4-1 0,1-5 1 0,-7 1 0 15,7-4 0-15,-8 3 1 0,8-3-1 0,-7 4 0 0,7-4-2 0,-8 0 1 16,2 1 0-16,-2-5 1 0,2 4 0 0,-1-4-1 0,0 4 0 16,0-4 1-16,-1 4 0 0,2-3 1 0,-1-1 2 0,-7 3 0 15,8-2 2-15,-2 0 1 0,-5-1 1 0,0 1 1 0,5-2 1 0,-5-2-1 16,0 4 1-16,-1-5 2 0,1 2 0 0,-1-2 0 0,0 0-1 15,1 1 0-15,-7-4-2 0,7 0-1 0,-7 0-1 0,6 0-1 0,-6 0-2 16,6-3 0-16,-6 3 1 0,0-4 0 0,7 1-1 0,-7 3 0 16,0-4 0-16,0 4 1 0,0-4-1 0,7 4 1 0,-7 1 1 0,0-2 3 15,0 1 1-15,0 4 1 0,-7 0 2 0,7-3 0 0,0 1 1 16,0 2 0-16,0 4 1 0,-7-5-1 0,1 1 0 0,6 3 0 16,-6-3 1-16,-1 3-5 0,0-3-11 0,1-1 0 0,0 5 0 0,-1-4 0 15,-6 0 0-15,6 3 0 0,-5-4 0 0,-2 1 0 0,8 4 0 16,-7-5 0-16,6 5 0 0,-6-1 0 0,1 0 0 0,-2 4 0 0,2 0 0 15,5 0 0-15,-6 1 0 0,0-1 0 0,-1 3 0 0,2 1 0 16,-2-1 0-16,2 1 0 0,-1 4 0 0,-1-1 0 0,2 0 0 0,-2 4 0 16,2-3 0-16,-2 2 0 0,1 5 0 0,1-4-8 0,-8 4-64 15,0-1-27-15,7 5-31 0,-6-1-59 0,0 0-76 0,-8 4-87 16,1 0-95-16,0 4-67 0,0 3-56 0,0 4-22 0,-7 0-7 0,1 0 3 16,-1 8 9-16,1-4 17 0,-1 3 20 0,1 0 25 0,5 4 31 0,-5-4 58 15,-1 1 76-15</inkml:trace>
  <inkml:trace contextRef="#ctx0" brushRef="#br0" timeOffset="39116.4">16256 8058 0 0,'-7'-2'1'0,"-6"-2"136"16,6-3 12-16,1 3 18 0,-7 1 16 0,6-2 23 0,1 2 27 0,0-1 30 16,-2 0 34-16,2 4 20 0,6-3 16 0,-6-1 9 0,6 4 7 15,0-3 3-15,-7-1 0 0,7 4-4 0,0-4-6 0,0 4-9 0,0 0-11 16,0 0-15-16,0 0-21 0,0 0-23 0,0 0-24 0,0 0-29 15,0 0-31-15,0 0-27 0,0 0-24 0,0 0-15 0,0 0-10 0,0 0-6 16,0 0-4-16,0 0-5 0,0 0-3 0,0 0-6 0,0 0-3 16,0 4-6-16,0-4-5 0,0 0-3 0,7 4-4 0,-7-1-4 0,6 1-2 15,-6-1-2-15,6 1-2 0,2 0-2 0,-2 4 0 0,7-5-1 16,-6 5 3-16,-1 1-25 0,7 0-23 0,0 2 0 0,-6 0 0 16,5 0 0-16,2 3 0 0,-2 1 0 0,-5-1 0 0,6 1 0 0,0 3 0 15,1 1 0-15,-8-1 0 0,6 1 0 0,2 2 0 0,-1 2 0 16,-7-2 0-16,8 5 0 0,-2-4 0 0,-6 4 0 0,8-1 0 0,-1 1 0 15,0-1 0-15,-6 2 0 0,5-2 0 0,2 4 0 0,-2-3 0 0,1-1 0 16,1 5 0-16,-2-4 0 0,2-1 0 0,-8 1 0 16,7-1 0-16,0-2 0 0,0-1 0 0,1 0 0 0,-2-1 0 0,2-2 0 15,-2-1 0-15,1 0 0 0,1-3 0 0,-2 4 0 0,-6-5 0 0,8-3 0 16,-8 0 0-16,1 4 0 0,6-8 0 0,-6 4 0 0,-1-4 0 16,0 4 0-16,1-4 0 0,0 1 0 0,-7-5 0 0,6 5 0 15,-6-5 0-15,6 2 0 0,-6 1 0 0,0-6 0 0,7 4 0 0,-7 0 0 16,0-4 0-16,0 3 0 0,0-3 0 0,0 0 0 0,0 0 0 15,0 0 0-15,0 0 0 0,0 0 0 0,0 0 0 0,0 0 0 0,0 0 0 16,-7 0 0-16,7-3 0 0,-6 3 0 0,0 0 0 0,-1-4 0 16,0 0 0-16,1 4 0 0,-7-3 0 0,6 0 0 0,-6-5 0 15,1 4 0-15,-2-3 0 0,2 3 0 0,-8-3 0 0,7-1 0 0,-7-2 0 16,0 2 0-16,8-3 0 0,-8 4 0 0,1-4 0 0,5 4 0 16,-5-4 0-16,-1-1 0 0,8 2 0 0,-8 2 0 0,7-3 0 0,0 0 0 15,0 4 0-15,-7-4 0 0,14 4 0 0,-8-1 0 0,2 1 0 16,5 0 0-16,-6-1 0 0,6 1 0 0,1 3 0 0,0-3 0 15,0 4 0-15,-2 3 0 0,8-4 0 0,-6 0 0 0,6 4 0 0,0 0 0 16,0 0 0-16,0 0 0 0,0 0 0 0,0 0 0 0,0 0 0 0,0 0 0 16,0 0 0-16,0 4 0 0,0 0 0 0,6-1 0 0,-6 1 0 15,8 3 0-15,-2 0 0 0,0 1 0 0,0-1 0 0,1 4 0 16,0 0 0-16,-1 0 0 0,1 0 0 0,-1 3 0 0,8-2 0 0,-8 2 0 16,0 1 0-16,8-4 0 0,-8 4 0 0,0-4 0 0,7 3 0 15,-6 1 0-15,0-4 0 0,5 3 0 0,-5-3 0 0,6 4 0 0,-7-4 0 16,7 0 0-16,-6 0 0 0,0 0 0 0,5 0 0 0,-4-4 0 15,4 4 0-15,-6-3 0 0,8-1 0 0,-8 0 0 0,7 1 0 0,-7-5 0 16,2 1 0-16,4 0 0 0,2-1 0 0,-8-3 0 0,7 0 0 16,-7 0 0-16,8 0 0 0,-8-3 0 0,6-1 0 0,2-3 0 0,-8-1 0 15,7-3 0-15,1 0 0 0,-2-3 0 0,2-4 0 0,-2-1 0 16,2-3 0-16,-1 1 0 0,-1-6 0 0,2 2 0 0,-2-4 0 0,2-1 0 16,-1-3 0-16,-7 0 0 0,7 0-192 0,0 1-215 0,1-5-100 15,-2 4-70-15,1 0-58 0,1 0-19 0,4 0-2 0,-4 3 11 16,-1 1 17-16,7 4 27 0,-1-1 30 0,0 1 33 0,-5 2 34 15,5 1 59-15,1 0 72 0</inkml:trace>
  <inkml:trace contextRef="#ctx0" brushRef="#br0" timeOffset="42666.23">22449 8382 0 0,'-6'0'71'0,"6"-4"61"0,0 4 8 15,-6-4 11-15,6 4 12 0,-8-3 17 0,8 3 20 0,0-4 24 16,-6 4 27-16,6-4 3 0,0 1-5 0,-6-1 4 0,6 1 12 0,0-1 16 16,-7 0 20-16,7 1 9 0,0-6 5 0,-7 7-1 0,7-6-3 0,-6 5-10 15,0-1-11-15,-1-4-17 0,7 1-18 0,-6 3-20 0,-1-3-21 16,-6 0-22-16,7 0-24 0,-1-1-21 0,-6 4-21 0,0-3-14 16,6 3-7-16,-6-3-7 0,1 4-4 0,-2-5-6 0,-5 5-3 15,6-5-5-15,-6 5-6 0,-1-5-4 0,6 5-4 0,-5-1-5 0,-1-3-5 16,-6 3-5-16,7 0-6 0,-1-4-3 0,-6 5-1 0,7-1-3 0,-7 1 0 15,0 0-3-15,0 3-2 0,-1-5-1 0,-5 5-3 0,6 0-1 16,-7 0-2-16,1 5-3 0,-7-5-2 0,6 6 0 0,-5-2 0 0,-2 4-1 16,1-1-4-16,0 0 0 0,0 4-1 0,0 0 1 0,0 0-1 15,-6 0-1-15,5 4-14 0,1 0 0 0,0-1 0 0,7 1 0 16,-8 3 0-16,7-3 0 0,7 3 0 0,-6 0 0 0,6 1 0 0,0-1 0 16,6 4 0-16,0 0 0 0,2 0 0 0,-2 4 0 0,1-1 0 15,5 1 0-15,2 4 0 0,5-1 0 0,-6 4 0 0,13-4 0 0,-7 4 0 16,1 0 0-16,6 0 0 0,0 3 0 0,0-3 0 0,6 4 0 15,1-4 0-15,-1 0 0 0,1 0 0 0,0 3 0 0,5-2 0 0,2-1 0 16,-2-4 0-16,1 4 0 0,1-4 0 0,-2 0 0 0,8 1 0 16,-7-5 0-16,7 1 0 0,-1-1 0 0,-6 1 0 0,7-4 0 15,-1 0 0-15,7-4 0 0,-6 4 0 0,-1-3 0 0,7-1 0 0,0-4 0 16,-6 2 0-16,6 2 0 0,0-7 0 0,0 3 0 0,0-3 0 16,7 0 0-16,-7 0 0 0,0 0 0 0,6-3 0 0,1-1 0 0,-7-4 0 15,7 1 0-15,-1 0 0 0,1-4 0 0,5 0 0 0,-5 0 0 16,7-4 0-16,-1 0 0 0,-7-3 0 0,7 0 0 0,0 0 0 15,1-1 0-15,-2-3 0 0,1 0 0 0,1 0 0 0,-1-3 0 0,-7-1 0 16,7 1 0-16,-6-2 0 0,-1-2 0 0,1 0 0 0,-7 0 0 16,0-1 0-16,0 1 0 0,0-4 0 0,1 4 0 0,-8-4 0 0,0 3 0 15,0-2 0-15,1 2 0 0,-7-3 0 0,7 0 0 0,-7 4 0 16,0-4 0-16,0 0 0 0,0 0 0 0,0 0 0 0,-7-3 0 16,8-1 0-16,-8 0 0 0,0 0 0 0,2-3 0 0,-2 0 0 0,0 0 0 15,-6 0 0-15,0-5 0 0,0 1 0 0,0 0 0 0,-12 1 0 0,4-5 0 16,-4 0 0-16,-2 1 0 0,1-1 0 0,-6 4 0 15,0-4 0-15,-8 4 0 0,8 1 0 0,-8-2-40 0,2 5-141 0,-7 3-54 16,5 1-70-16,-5 3-85 0,-8 0-94 0,8 3-60 0,-7 8-43 0,0 1-13 16,-1 2 4-16,1 1 11 0,-6 7 15 0,5 0 19 0,-5 3 18 15,7 1 25-15,-9 7 27 0,9-4 54 0,-1 4 70 0</inkml:trace>
  <inkml:trace contextRef="#ctx0" brushRef="#br0" timeOffset="45515.85">22475 7323 13 0,'0'-3'151'0,"0"3"18"0,-6 0 17 0,6 0 23 16,0 0 26-16,-7 0 29 0,7 0 33 0,0 0 39 0,0 0 43 0,-6 0 6 16,6 0-12-16,0 0-9 0,0 0-8 0,0 0-8 0,0 0-8 0,-7 3-10 15,7-3-11-15,0 0-19 0,0 0-19 0,0 0-25 0,0 4-27 16,0-4-33-16,0 3-36 0,-6 2-26 0,6-5-21 0,0 3-12 16,0 4-8-16,0-3-3 0,0 3-5 0,0 0-2 0,0 4-2 0,0 0-2 15,-6 0-2-15,6 0-2 0,0 4-2 0,0-1-3 0,0 0-3 16,0 6-7-16,0-5-5 0,0 3-7 0,0-4-7 0,0 4-4 0,0 1-3 15,0-1-3-15,0-3-2 0,0 3-3 0,6 1-3 0,-6-1-4 16,0-4-2-16,6 5-2 0,-6-1-2 0,7-3-2 0,-7 2 0 0,6-2-2 16,1 0 2-16,-1 0-7 0,1 0-4 0,-1-1 0 0,0 1 0 15,2-4 0-15,-2 0 0 0,7 0 0 0,-7 0 0 0,7 0 0 16,-6-5 0-16,6 2 0 0,-6 0 0 0,5-1 0 0,2-3 0 0,-8 0 0 16,7-2 0-16,0 3 0 0,0-1 0 0,1-4 0 0,-2 0 0 15,1 0 0-15,0-4 0 0,0 4 0 0,-7-5 0 0,8-1 0 0,-2 2 0 16,2-3 0-16,-1-1 0 0,-1-3 0 0,2 4 0 0,-1-4 0 15,0-4 0-15,-7 4 0 0,7-3 0 0,1 3 0 0,-2-4 0 16,2 1 0-16,-2-5 0 0,-5 4 0 0,6-3 0 0,-6 4 0 0,5-1 0 16,-4-3 0-16,-2 3 0 0,0-3 0 0,0 0 0 0,1 2 0 15,-7-2 0-15,7 0 0 0,-7 0 0 0,0-1 0 0,0 1 0 0,-7-4 0 16,7 4 0-16,-7-1 0 0,7-3 0 0,-6 4 0 0,0-4 0 16,0 4 0-16,-2 0 0 0,-4-1 0 0,5 1 0 0,-6 3 0 15,0 0 0-15,0 1 0 0,0-1 0 0,-7 4 0 0,7 0 0 0,-6 0 0 16,0 4 0-16,-8 3 0 0,7 1-234 0,-6-1-98 0,1 8-90 0,-7-4-82 15,5 7-78-15,-5 0-33 0,-1 1-10 0,0 3 3 0,0 3 10 16,1 1 17-16,7-1 22 0,-9 5 26 0,9-4 28 0,-1 3 43 16,0-3 49-16,-1 3 79 0,7-4 190 0</inkml:trace>
  <inkml:trace contextRef="#ctx0" brushRef="#br0" timeOffset="53965.95">21147 10448 176 0,'-7'0'197'0,"0"-4"16"0,-5 4 13 0,5 0 19 0,-6-4 21 16,7 4 28-16,-7 0 33 0,6-3 39 0,-6 3 42 0,-1 0-14 16,2 0-44-16,6-4-24 0,-8 4-12 0,1 0-13 0,1 0-15 0,-2-4-11 15,2 4-8-15,-2-3-14 0,1 3-18 0,0-4-22 0,-6 4-27 16,5 0-34-16,2-3-37 0,-8 3-21 0,7 0-14 0,-7 0-7 16,8 0-2-16,-8 3-2 0,1-3-1 0,5 0-1 0,-5 4-2 0,6-1-2 15,-7 1-3-15,7-4-4 0,-7 7-2 0,8-3-3 0,-8 0-5 16,7 3-2-16,-7-3-2 0,8 4-3 0,-8-5-2 0,1 4-4 15,5 1-5-15,-5-1-1 0,-1 0-4 0,1 4-1 0,6 0 0 0,-7 0 0 16,1 0-2-16,-1 0-2 0,0 4 0 0,1-1-2 0,-7 1-2 0,6 4-2 16,1-1-1-16,-7 0 0 0,6 0-1 0,-6 4 0 0,0 4 0 15,1-3-2-15,-2 2-1 0,1 4 0 0,0 0 0 0,0 0 1 16,-7 4 1-16,7-3 1 0,0 3 2 0,1-1 2 0,-1 5 3 0,-1-3 3 16,1-2 0-16,0 1 2 0,7 4 3 0,-7-4 1 0,6 0 1 15,0 0 1-15,1 0 0 0,-1 0 0 0,8 0 0 0,-8 0-1 0,7 0-5 16,-1 0-22-16,2 4 0 0,-2-5 0 0,8 1 0 0,0 3 0 15,-1 2 0-15,1-5 0 0,-1 3 0 0,0 1 0 0,7 0 0 16,0-5 0-16,0 5 0 0,0-1 0 0,0-2 0 0,7 2 0 0,0-3 0 16,-1 0 0-16,1 3 0 0,-1-2 0 0,0-5 0 0,2 4 0 15,4 0 0-15,1-3 0 0,-6 2 0 0,6-2 0 0,0-1 0 0,0 1 0 16,-1-1 0-16,8 0 0 0,-7 1 0 0,1-5 0 0,-2 4 0 0,8-3 0 16,-7-4 0-16,7 3 0 0,-8 1 0 0,8-4 0 0,0 0 0 15,-7-3 0-15,7 2 0 0,-2-2 0 0,2-1 0 0,-7 0 0 16,7 0 0-16,0-3 0 0,-1 3 0 0,1-3 0 0,-1 0 0 0,0 0 0 15,1-1 0-15,-1-3 0 0,1 4 0 0,0-8 0 0,-1 4 0 16,7 0 0-16,-6-4 0 0,0 1 0 0,5-5 0 0,1 5 0 0,-6-4 0 16,6-1 0-16,1 0 0 0,-2-3 0 0,7 5 0 0,-5-5 0 15,-1 0 0-15,0 0 0 0,6 0 0 0,-5-5 0 0,-1 5 0 0,6-3 0 16,-5 0 0-16,-2-1 0 0,1 0 0 0,0 0 0 0,0 1 0 16,1-1 0-16,-1-3 0 0,0-1 0 0,-1 5 0 0,-5-5 0 15,6 1 0-15,1 0 0 0,-9-1 0 0,2 1 0 0,7-4 0 0,-9 4 0 16,2-4 0-16,0 0 0 0,-1 0 0 0,7 0 0 0,-6-4 0 15,-1 0 0-15,1 1 0 0,6-1 0 0,-6 1 0 0,-1-5 0 16,7 1 0-16,-6 0 0 0,6-5 0 0,-7 2 0 0,1-1 0 0,6 0 0 16,-7 0 0-16,1 0 0 0,0-4 0 0,-1 4 0 0,1-4 0 0,-1 1 0 15,1-1 0-15,-7 4 0 0,6-3 0 0,-5 2 0 0,5-2 0 16,-6 3 0-16,0-4 0 0,1 4 0 0,-2 1 0 0,1-2 0 16,7-2 0-16,-14 3 0 0,8-4 0 0,-2 4 0 0,1 0 0 0,0-4 0 15,-6 4 0-15,6-3 0 0,-6 3 0 0,5-4 0 0,-5 1 0 16,6-1 0-16,-7 0 0 0,7 1 0 0,-6 0 0 0,6-5 0 0,-7 0 0 15,1 5 0-15,6-5 0 0,-7 1 0 0,8 0 0 0,-8 3 0 16,7-3 0-16,-7 3 0 0,2-3 0 0,4 7 0 0,-6-3 0 0,1-1 0 16,0 4 0-16,-1 0 0 0,1 0 0 0,-7 0 0 0,6 4 0 15,-6-5 0-15,0 5 0 0,6-4 0 0,-6 4 0 0,0 0 0 16,0-4 0-16,-6 3 0 0,6-2 0 0,0 3 0 0,-6-2 0 0,-1-1 0 16,1 2 0-16,-1-3 0 0,0 1 0 0,1-1 0 0,-6-1 0 15,-2-2 0-15,8 3 0 0,-7-4 0 0,-1 4 0 0,2-3 0 0,-2 2 0 16,-5-2 0-16,6 3 0 0,0 0 0 0,-7 0 0 0,8 0 0 15,-8 1 0-15,7 2 0 0,-7 0 0 0,0-3 0 0,1 4 0 0,6 0 0 16,-6 0 0-16,-1-1 0 0,0 2 0 0,1-3 0 0,-1 6 0 16,-6-5 0-16,7 1 0 0,-1 0 0 0,-6 0 0 0,0 0 0 0,7-1 0 15,-7 0 0-15,0 1 0 0,-7 0 0 0,7-1 0 0,0 1 0 16,-7 0 0-16,1 4-376 0,-7-5-217 0,6 8-60 0,-6 0-27 16,0 4-6-16,-6-1 5 0,-2 8 11 0,-4 4 15 0,-1 3 23 15,-7 4 29-15,-6 4 37 0,0 4 41 0,0 6 74 0,-7 4 90 0</inkml:trace>
  <inkml:trace contextRef="#ctx0" brushRef="#br0" timeOffset="62116.39">13194 11928 133 0,'-6'0'152'16,"6"0"14"-16,0 0 16 0,-7 4 20 0,7-4 22 0,0 0 25 15,0 0 26-15,0 0 14 0,-6 3 8 0,6-3-2 0,0 0-3 0,0 0 3 16,0 0 7-16,0 0 3 0,0 0 3 0,0 0-3 0,0 0-4 15,0 0-9-15,0 0-13 0,0 0-16 0,0 0-17 0,0 0-18 16,0 4-17-16,0-4-17 0,0 0-20 0,0 0-17 0,0 0-16 0,-6 0-10 16,6 0-11-16,0 4-5 0,0-4-6 0,0 0-5 0,0 0-6 15,0 0-7-15,0 0-5 0,0 0-6 0,0 0-7 0,0 0-5 0,0 0-7 16,0 0-4-16,0 0-5 0,0 0-4 0,0 3-5 0,0-3-2 16,0 0-6-16,0 0-13 0,0 0-22 0,0 0 0 0,0 0 0 15,0 0 0-15,0 0 0 0,-7 4 0 0,7-4 0 0,0 0 0 0,0 4 0 16,0-4 0-16,0 0 0 0,0 4 0 0,0-4 0 0,0 0 0 15,0 3 0-15,0-3 0 0,0 0 0 0,-7 4 0 0,7-4 0 0,0 0 0 16,0 0 0-16,0 0 0 0,0 3 0 0,0-3 0 0,0 0 0 16,0 0 0-16,0 4 0 0,0-4 0 0,-6 0 0 0,6 0 0 15,0 4 0-15,0-4 0 0,0 0 0 0,0 0 0 0,0 0 0 0,0 0 0 16,0 0 0-16,0 0 0 0,0 0 0 0,0 0 0 0,0 0 0 0,0 0 0 16,0 0 0-16,0 0 0 0,0 0 0 0,0 0 0 0,0 0 0 15,0 0 0-15,0 0 0 0,0 0 0 0,0 0 0 0,0 0 0 16,0 0 0-16,0 0 0 0,0 0 0 0,0 0 0 0,0 0 0 0,0 0 0 15,0 3 0-15,0-3 0 0,0 0 0 0,0 0 0 0,0 0 0 16,0 0 0-16,0 0 0 0,0 0 0 0,0 0 0 0,0 0 0 0,0 0 0 16,0 0 0-16,0 0 0 0,0 0 0 0,0 0 0 0,0 0 0 15,0 0 0-15,0 0 0 0,0 0 0 0,0 0 0 0,0 0 0 0,0 0 0 16,0 0 0-16,0 0 0 0,0 0 0 0,0 0 0 0,0 0 0 16,0 0 0-16,0 0 0 0,0 0 0 0,0 0 0 0,0 0 0 15,0 0 0-15,0 0 0 0,0 0 0 0,0 0 0 0,0 0 0 0,0 0 0 16,0 0 0-16,0 0 0 0,0 0 0 0,0 0 0 0,0 0 0 0,0 0 0 15,0 0 0-15,0 0 0 0,0 0 0 0,0 0 0 0,0 0 0 16,0 0 0-16,0 0 0 0,0 0 0 0,0 0 0 0,0 0 0 16,0 0 0-16,0 0 0 0,0 0 0 0,0 0 0 0,0 0 0 0,0 0 0 15,0 0 0-15,0 0 0 0,0 0 0 0,0 0 0 0,0 0 0 16,0 0 0-16,0 0 0 0,0 0 0 0,0 0 0 0,0 0 0 16,0 0 0-16,0 0 0 0,0 0 0 0,0 0 0 0,0 0 0 0,0 0 0 15,0 0 0-15,0 0 0 0,0 0 0 0,0 0 0 0,0 0 0 16,0 0 0-16,0-3 0 0,0 3 0 0,0 0 0 0,0 0 0 15,0 0 0-15,0 0 0 0,0 0 0 0,0 0 0 0,0 0 0 0,0 0 0 16,0 0 0-16,0 0 0 0,0 0 0 0,0 0 0 0,0 0 0 0,0 0 0 16,0 0 0-16,0 0 0 0,0 0 0 0,0 0 0 0,0 0 0 15,0 0 0-15,0 0 0 0,0 0 0 0,0 0 0 0,0 0 0 16,0 0 0-16,0 0 0 0,0 0 0 0,0 0 0 0,0 0 0 0,0-4 0 16,0 4 0-16,0 0 0 0,0 0 0 0,0 0 0 0,0 0 0 0,0 0 0 15,0 0 0-15,0 0 0 0,0 0 0 0,0 0 0 0,0 0 0 16,0 0 0-16,0 0 0 0,0 0 0 0,0 0 0 0,0 0 0 15,0 0 0-15,0 0 0 0,0 0 0 0,0 0 0 0,0 0 0 0,0 0 0 16,0 0 0-16,0 0 0 0,0 0 0 0,0 0 0 0,0 0 0 16,0 0 0-16,0 0 0 0,0 0 0 0,0 0 0 0,0 0 0 15,0 0 0-15,0 0 0 0,0 0 0 0,0 0 0 0,0 0 0 0,0 0 0 16,0 0 0-16,0 0 0 0,0 0 0 0,0 0 0 0,0 0 0 16,0 0 0-16,0 0 0 0,0 0 0 0,0 0 0 0,0 0 0 0,0 0 0 15,0 0 0-15,0 0 0 0,0 0 0 0,0 0 0 0,0 0 0 16,0 0 0-16,0 0 0 0,0 0 0 0,0 0 0 0,0 0 0 0,0 0 0 15,0 0 0-15,0 0 0 0,0 0 0 0,0 0 0 0,0 0 0 16,0 0 0-16,0 0 0 0,0 0 0 0,0 0 0 0,0 0 0 16,0 0 0-16,0 0 0 0,0 0 0 0,0 0 0 0,0 0 0 0,0 0 0 15,0 0 0-15,0 0 0 0,0 0 0 0,0 0 0 0,0 0 0 0,0 0 0 16,0 0 0-16,0 0 0 0,0 0 0 0,0 0 0 0,0 0 0 16,0 0 0-16,0 0 0 0,0 0 0 0,0 0 0 0,0 0 0 0,0 0 0 15,0 0 0-15,0 0 0 0,0 0 0 0,0 0 0 0,0 0 0 16,0 0 0-16,0 0 0 0,0 0 0 0,0 0 0 0,0 0 0 15,0 0 0-15,0 0 0 0,0 0 0 0,0 0 0 0,0 0 0 0,0 0 0 16,0 0 0-16,0 0 0 0,0 0 0 0,0 0 0 0,0 0 0 16,0 0 0-16,0 0 0 0,0 0 0 0,0 0 0 0,0 0 0 15,0 0 0-15,0 0 0 0,0 0 0 0,0 0 0 0,0 0 0 0,0 0 0 16,0 0 0-16,0 0 0 0,0 0 0 0,0 0 0 0,0 0 0 16,0 0 0-16,0 0 0 0,0 0 0 0,0 0 0 0,0 0 0 0,0 0 0 15,0 0 0-15,0 0 0 0,0 0 0 0,0 0 0 0,0 0 0 16,0 0 0-16,0 0 0 0,0 0 0 0,0 0 0 0,0 0 0 0,0 0 0 15,0 0 0-15,0 0 0 0,0 0 0 0,0 0 0 0,0 0 0 16,0 0 0-16,0 0 0 0,0 0 0 0,0 0 0 0,0 0 0 16,0 0 0-16,0 0 0 0,0 0 0 0,0 0 0 0,0 0 0 0,0 0 0 15,0 0 0-15,0 0 0 0,0 0 0 0,0 0 0 0,0 0 0 16,0 0 0-16,0 0 0 0,0 0 0 0,0 0 0 0,0 0 0 0,0 0 0 16,0-4 0-16,0 4 0 0,0 0 0 0,0 0 0 0,0 0 0 15,0 0 0-15,0 0 0 0,0 0 0 0,0 0 0 0,0 0 0 0,0 0 0 16,0 0 0-16,0 0 0 0,0 0 0 0,0 0 0 0,0 0 0 15,0 0 0-15,0 0 0 0,0 0 0 0,0 0 0 0,0 0 0 0,0 0 0 16,0 0 0-16,0 0 0 0,0 0 0 0,0 0 0 0,0 0 0 16,0 0 0-16,0 0 0 0,0 0 0 0,0 0 0 0,0 0 0 0,0 0 0 15,0 0 0-15,0 0 0 0,0 0 0 0,0 0 0 0,0 0 0 16,0 0 0-16,0 0 0 0,0 0 0 0,0 0 0 0,0 0 0 0,0 0 0 16,0 0 0-16,0 0 0 0,0 0 0 0,0 0 0 0,0 0 0 15,0 0 0-15,0 0 0 0,0 0 0 0,0 0 0 0,0 4 0 16,0-4 0-16,0 0 0 0,0 0 0 0,0 0 0 0,0 0 0 0,0 0 0 15,0 0 0-15,0 0 0 0,0 0 0 0,0 0 0 0,0 0 0 16,0 0 0-16,0 0 0 0,0 0 0 0,0 0 0 0,0 0 0 0,0 0 0 16,0 0 0-16,0 0 0 0,0 4 0 0,0-4 0 0,0 3 0 15,0 1 0-15,0-4 0 0,0 4 0 0,0 0 0 0,0 2 0 0,0-2 0 16,0 3 0-16,0-3 0 0,0 3 0 0,0 1 0 0,0-5 0 16,0 5 0-16,0-1 0 0,0-4 0 0,0 5 0 0,0 0 0 15,0-5 0-15,0 5 0 0,0-1 0 0,0-3 0 0,0 3 0 0,0 0 0 16,0-3 0-16,6 3 0 0,-6-3 0 0,0 3 0 0,0-3 0 15,0 3 0-15,0-3 0 0,0 3 0 0,0-3 0 0,0-1 0 16,0 5 0-16,7-5 0 0,-7 5 0 0,0-5 0 0,0 4 0 0,0-2 0 16,0 1 0-16,0 1 0 0,0 2 0 0,0-2 0 0,0 0 0 15,0 0 0-15,0 1 0 0,0 3 0 0,0-4 0 0,-7 4 0 0,7-4 0 16,0 4 0-16,0-3 0 0,0 2 0 0,0-2 0 0,0 3 0 16,0-3 0-16,0 2 0 0,0-2 0 0,0-1 0 0,0 4 0 0,0-4 0 15,-6 1 0-15,6-1 0 0,0 0 0 0,0 1 0 0,0-1 0 16,0 1 0-16,0-2 0 0,0-2 0 0,0 3 0 0,0-3 0 0,0 3 0 15,0-3 0-15,0 3 0 0,0-3 0 0,0 3 0 0,0-3 0 16,0 4 0-16,0-5 0 0,0 1 0 0,-6 0 0 0,6-1 0 0,0 1 0 16,0 0 0-16,0-1 0 0,0 1 0 0,0 0 0 0,0-1 0 15,0 1 0-15,0-4 0 0,0 4 0 0,0-1 0 0,0 1 0 16,0-4 0-16,0 3 0 0,6-3 0 0,-6 0 0 0,0 4 0 0,0-4 0 16,0 0 0-16,0 0 0 0,0 0 0 0,0 0 0 0,0 0 0 15,0-4-397-15,0 1-150 0,0-4-70 0,0 3-43 0,0-7-14 0,0 0 1 16,0 0 12-16,0-4 17 0,6 0 25 0,-6-3 27 0,7 0 35 15,-7 0 36-15,7-1 60 0,-1-3 75 0</inkml:trace>
  <inkml:trace contextRef="#ctx0" brushRef="#br0" timeOffset="83148.84">4812 6246 0 0,'0'0'77'0,"-6"0"60"16,6 0 13-16,0 0 20 0,-6 0 23 0,6-4 26 0,0 4 30 0,0 0 26 15,-7 0 23-15,7 0 10 0,0 0 4 0,0 0 7 0,0 0 8 16,0 0 5-16,0 0 1 0,0 0-3 0,0 0-5 0,0 0-14 0,0-3-16 16,0 3-21-16,0 0-26 0,0 0-24 0,0 0-24 0,0 0-28 15,0 3-29-15,0-3-25 0,0 0-24 0,0 0-15 0,0 0-11 0,0 0-9 16,0 0-7-16,0 0-6 0,0 0-6 0,0 0-5 0,0 0-3 15,0 0-5-15,0 4-3 0,0-4-3 0,0 0 0 0,0 4-2 16,0-4 0-16,7 3 0 0,-7-3 1 0,6 4-1 0,-6 0 0 0,6-1 0 16,-6 1 1-16,6-1-1 0,-6 1 1 0,8 0 1 0,-2-1 1 15,0 5-2-15,1-5-2 0,0 5 0 0,-1-1-2 0,1 1-2 0,-1-1-1 16,0 4-1-16,2 0-1 0,-2 0 0 0,6 0-1 0,-5 0 1 16,6 0-2-16,-6 3 0 0,-1-3-1 0,8 4-1 0,-8 0-1 0,0-5-1 15,8 6 0-15,-8-5-1 0,0 3-1 0,7-3-1 0,-6 0 3 16,0 0-2-16,-1-4 0 0,0 4 0 0,0-3-1 0,2-1 0 15,-2 0 0-15,-6-3 0 0,6-1 1 0,1 5 1 0,-7-5 2 0,7-3 1 16,-7 4 2-16,6 0 3 0,-6-4 1 0,0 3 3 0,7-3 4 16,-7 0 3-16,0 0 4 0,0 0 3 0,0 0 3 0,0 0 3 0,0 0 2 15,0 0 1-15,0 0 1 0,6 0 1 0,-6-3 2 0,0-1 4 16,6 0 7-16,1 1 3 0,0-8 2 0,-1 0-3 0,7-4-1 16,0-7-39-16,6-3-16 0,7-4 0 0,-6-5 0 0,13-6 0 0,-7-4 0 15,6-7 0-15,7 0 0 0,0-1 0 0,-5-6 0 0,4-1 0 16,1 0 0-16,0 1 0 0,1-4 0 0,-8 6-71 0,1 2-125 0,-1-2-85 15,-5 9-106-15,-9 0-90 0,2 6-82 0,-1 8-42 0,-11 0-22 16,-2 11-4-16,-6 0 7 0,0 4 14 0,-6 7 18 0,-2 0 26 16,-4 8 27-16,-1-1 40 0,-1 0 48 0,2 4 85 0,-2 0 208 0</inkml:trace>
  <inkml:trace contextRef="#ctx0" brushRef="#br0" timeOffset="96765.96">25341 10840 67 0,'0'-4'119'0,"-6"0"10"0,6-3 13 0,-8 0 13 16,2 3 12-16,6-3 14 0,-6-1 14 0,0 1-4 0,-1 0-11 0,0 0-5 16,1 3 2-16,-1-3 3 0,1 0 3 0,0-1 6 0,-2 5 6 15,2-4 7-15,0 2 9 0,0 1 5 0,-2-3 0 0,2 4 2 16,0-1 0-16,-1 0 1 0,1 1-3 0,-1-1-7 0,0 0-13 0,1 4-11 16,0-3-12-16,0-1-12 0,-2 0-11 0,-4 4-18 0,5 0-20 15,0-3-13-15,-6 3-12 0,7 0-13 0,-8-4-13 0,8 4-11 0,-6 4-11 16,5-4-6-16,-6 0-3 0,6 3-3 0,-5-3-1 0,-2 0-2 15,8 4-3-15,-8 0 1 0,2-1-1 0,-1 1-1 0,6 0 0 0,-6 3-2 16,1-3 0-16,-8 3 0 0,7 0-1 0,-1 5 1 0,-5-6-1 16,0 6 3-16,5-1 0 0,-5 0 1 0,-7 3 1 0,6 1 0 15,1-1 1-15,-7 1-1 0,6 0-2 0,-6 3 1 0,7 1 0 0,-7-1-1 16,-1 0 0-16,1 4-1 0,-6 0-1 0,6 0 1 0,-1 0-3 0,2 0 1 16,-1 4-1-16,0-1 2 0,0 1 2 0,6-1 2 0,-6 5 1 15,0-1 0-15,0-3 1 0,6 3 0 0,1 4 0 0,-7-4 0 16,6 5-1-16,0-5 0 0,1 4-1 0,6 0-2 0,-6 0-2 0,5 0-1 15,2 0-4-15,-8-1-2 0,13 2-3 0,-5-1 0 0,-2 0-2 0,8-1-1 16,-7-2-2-16,6 3 1 0,-6 0-1 0,7 0 1 0,0-1 0 16,-8-2 1-16,8 3-1 0,0 0 0 0,-2 0 0 0,-4 3-1 15,5-2 0-15,1-1 0 0,-1 0-2 0,0 3 2 0,1-3-1 0,0 4-1 16,6-4 1-16,-6 3-1 0,-2-4 0 0,8 6 0 0,-6-5 0 16,6 3 0-16,0-2-1 0,-6-1 1 0,6-1-1 0,0 1 1 15,0 1 2-15,0-2-1 0,6 1 1 0,-6 0 0 0,0 0-1 0,0 0 1 16,0-3-1-16,6 2-1 0,-6 1 1 0,0 1 0 0,8-2 0 15,-8-2-1-15,0 3 0 0,6-1 1 0,-6-2-1 0,6-1 0 0,-6 4 1 16,6-4-2-16,1 1 0 0,-7-1 0 0,7-3 0 0,-1 3 0 16,1-3 0-16,-1-5 0 0,8 6 0 0,-8-2 0 0,6-3 1 0,-4 0-1 15,4 0 0-15,1-4 0 0,1 4 0 0,-2-3 1 0,2 3 0 16,-2-4 1-16,8 0-1 0,-7-3 0 0,7 3 1 0,-1 0 1 16,-6-3 0-16,6 4 2 0,1-5-1 0,0 4 1 0,-1-3 1 0,1 0 0 15,0-1 0-15,-8 1 0 0,8-1-1 0,-1 2 0 0,1-5 0 16,0 3 1-16,-1-3 0 0,1 0 0 0,0 0-1 0,-1-4 2 0,0 4-1 15,0-3 0-15,1-1 1 0,0 0 0 0,6-3-1 0,-7 3 1 16,7-3 1-16,-6-4 0 0,-1 3 0 0,8 1 0 0,-1-4 2 0,-6 0-1 16,5 0-1-16,-5 0 0 0,6-4 0 0,-6 4 0 0,5-3-1 15,-5-1 1-15,0-3 0 0,6 3 0 0,-7-3 0 0,1 0 0 16,-1-4 2-16,7 0 0 0,-6 3-1 0,0-3 1 0,-1-3 0 0,1 2 1 16,-2-2 0-16,2 3 1 0,0-4 0 0,-1-3-1 0,1 3 1 15,0-3 0-15,-1 3 0 0,1-3 0 0,-8-4 1 0,8 4-1 0,0-4 0 16,-1 3 1-16,-5-6 2 0,5 3 0 0,1 0 1 0,-1-4 0 15,-6 4 1-15,7-3 0 0,-1-1 0 0,-6 0 1 0,6 1-2 0,1-1 0 16,-7 0 0-16,7-3-2 0,-8 3-1 0,8-3-1 0,-7 0-2 16,0-1-2-16,0-2-1 0,7-1-2 0,-7 3 0 0,0-3-1 15,0 0-1-15,0 0 0 0,-6-3-2 0,5 3 1 0,2 0 0 0,-8 0 1 16,7 0-1-16,0 0 1 0,-6 3-1 0,5-2 1 0,-4 2 1 0,-2-3-1 16,0 4 1-16,7 0-2 0,-6-1 2 0,-1 5-1 0,1-4 1 15,-1-1-1-15,0 4 1 0,2-2-1 0,-2-2 1 0,0 1 0 16,1 3 0-16,0-4 1 0,-1 1 0 0,0 4 0 0,1-1 1 0,-1-4-1 15,-6 5 0-15,7 0 0 0,0-5 1 0,-7 5 1 0,6-1-1 16,0 0 0-16,-6-3 0 0,7 3-1 0,-7 1 1 0,7-1 0 0,-7 1 0 16,6-2-1-16,-6 2 1 0,6 3 1 0,-6-4 0 0,0 5 0 15,0-1 1-15,0 2 0 0,0-1 0 0,0-1-6 0,0 4-2 16,0 0 0-16,0-1 0 0,0 2 0 0,-6-3 0 0,6 2 0 0,0 0 0 16,-6 3 0-16,6-3 0 0,-7 3 0 0,7-3 0 0,-7 4 0 15,7-2 0-15,-6 2 0 0,6-1 0 0,-6 1 0 0,6-1 0 0,-7 0 0 16,0 1 0-16,7-1 0 0,-6 4 0 0,6-3 0 0,-7-1 0 15,1-1 0-15,6 6 0 0,-6-5 0 0,-1 4 0 0,7-3 0 16,-7 3 0-16,7-4 0 0,-6 4 0 0,0 0 0 0,-2 0 0 0,8 0 0 16,-6 1 0-16,0-2 0 0,-1 6 0 0,1-6 0 0,6 1 0 0,-7 4 0 15,1-1 0-15,-1 1 0 0,7-4 0 0,-6 4 0 16,0-1 0-16,6 1 0 0,-8 3 0 0,2-3 0 0,6 0 0 0,-6 0 0 16,-1 3 0-16,7-3 0 0,-6 2 0 0,6-1 0 0,-7-2 0 0,1 4 0 15,-1-3 0-15,7 3 0 0,-6 2 0 0,-1-3 0 0,7-2 0 16,-7 3 0-16,1 0 0 0,6-3 0 0,-6 3 0 0,-1 0 0 15,7-3 0-15,-7 4 0 0,1-1 0 0,0-3 0 0,6 3 0 0,-7 1 0 16,1-1 0-16,6-3 0 0,-7 3 0 0,0 0 0 0,7 1 0 0,-6-1 0 16,0 0 0-16,-2-3 0 0,8 3 0 0,-6 1 0 0,0-1 0 15,6 0 0-15,-7 1 0 0,1 3 0 0,6-4 0 0,-7 1 0 16,7-2 0-16,-6 2 0 0,6 3 0 0,-7-4 0 0,7 0 0 0,-6 1 0 16,6-1 0-16,-6 0 0 0,-2 4 0 0,8-3 0 0,0-1 0 15,-6 0 0-15,0 4 0 0,6-3-131 0,0 3-41 0,-7-4-46 0,7 0-56 16,-6 4-72-16,6-3-77 0,0 3-69 0,-7-4-62 0,1 4-24 15,6-4-7-15,-7 4 6 0,1 0 11 0,-8 0 15 0,8 0 18 0,-7 0 21 16,6 0 24-16,-5 0 49 0,-8 0 61 0,7 0 78 0,-7 0 246 16</inkml:trace>
  <inkml:trace contextRef="#ctx0" brushRef="#br0" timeOffset="106998.98">28617 10796 91 0,'0'0'101'0,"0"-4"7"0,0 4 6 0,0-3 6 0,0 3 4 16,0 0-2-16,0-4-6 0,-7 4-4 0,7-4-1 0,0 1 1 15,0 3 3-15,0 0 2 0,-6-4 2 0,6 4 4 0,0-4 3 0,0 4 7 16,0-3 9-16,0 3 8 0,-6-4 9 0,6 1 10 0,0 3 10 15,0-5 12-15,0 2 17 0,0 3 14 0,0-3 16 0,-8-2 8 0,8 3 2 16,0-3-1-16,0 1-6 0,-6 4-9 0,6-3-13 0,-6-1-10 16,6 1-13-16,-6-1-12 0,6 0-13 0,-7-3-20 0,0 3-20 15,7 1-21-15,-6-5-22 0,-1 5-13 0,1-5-10 0,-1 5-4 0,0-1-4 16,7-3-2-16,-6 3-2 0,0 0 0 0,-1-3 2 0,0 3 1 16,1-3 0-16,0 4-3 0,-1-5-1 0,1 1-2 0,-8 3-1 0,8-4 0 15,0 1 0-15,-2 4-1 0,-4-5 0 0,6 1-2 0,-8 3 0 16,1-3-1-16,7 0-5 0,-8 3-1 0,2-3-2 0,-1 3-1 15,0-3-1-15,0 3 0 0,-1-3 1 0,2 3-2 0,-8 1-2 0,7-2-1 16,0 2 1-16,-6 0-2 0,5-1-2 0,-5 0-2 0,6 1-2 16,-6-1 0-16,5 0-3 0,-5 4-1 0,6-3-1 0,-6 3-2 0,5-4-4 15,-6 4-1-15,1 0 1 0,6 0-1 0,-6 0-1 0,-1 0 1 16,0 0-1-16,7 4 0 0,-6-4 1 0,-7 3-1 0,6 1 0 0,1 0 1 16,-8-1-1-16,2 5 1 0,5-5 1 0,-6 5-11 0,0-5-2 15,0 4 0-15,0 1 0 0,0-1 0 0,0 4 0 0,0-4 0 16,6 1 0-16,-5 4 0 0,5-6 0 0,-6 5 0 0,6 0 0 0,1 0 0 15,-1 0 0-15,1 0 0 0,-1 0 0 0,6 0 0 0,-4 4 0 0,4-4 0 16,-5 3 0-16,5 1 0 0,2-3 0 0,-1 6 0 0,0-4 0 16,-7 4 0-16,13 1 0 0,-5-1 0 0,-2 0 0 0,2 4 0 15,5 1 0-15,-6 2 0 0,0-3 0 0,7 3 0 0,-8 1 0 0,8 1 0 16,-7-2 0-16,0 4 0 0,6-4 0 0,1 5 0 0,-7-5 0 16,6 4 0-16,1-3 0 0,-7 4 0 0,6-1 0 0,1-4 0 0,-1 5 0 15,1-4 0-15,0-1 0 0,6 1 0 0,-8-1 0 0,8-3 0 16,0 1 0-16,0 2 0 0,0-3 0 0,0 0 0 0,0-4 0 0,0 4 0 15,8 0 0-15,-8-3 0 0,6 3 0 0,0-4 0 0,1 0 0 16,-1 0 0-16,1 1 0 0,6-1 0 0,-7-3 0 0,1 3 0 0,6-3 0 16,0 3 0-16,-7-3 0 0,8-1 0 0,-2 5 0 0,2-5 0 15,-2 1 0-15,8-1 0 0,-7 2 0 0,1-2 0 0,4 1 0 16,2-4 0-16,-7 4 0 0,7-1 0 0,0 1 0 0,-1-5 0 16,1 5 0-16,-8-4 0 0,8 4 0 0,0-5 0 0,-1 2 0 0,1-1 0 15,-1 0 0-15,1 0 0 0,-1-4 0 0,0 4 0 0,-5 0 0 16,5-4 0-16,1 5 0 0,0-5 0 0,-1 0 0 0,1 0 0 0,-1 1 0 15,0-1 0-15,1 1 0 0,-1-2 0 0,1-1 0 0,0 2 0 16,-1-3 0-16,1 3 0 0,0-4 0 0,-1 1 0 0,0 0 0 0,1-1 0 16,-1 1 0-16,1-4 0 0,-1 4 0 0,1-4 0 0,6 3 0 15,-6-3 0-15,-1 0 0 0,1 0 0 0,0 0 0 0,5-3 0 16,-5 3 0-16,0-4 0 0,-1 0 0 0,7 1 0 0,-6-5 0 0,-1 5 0 16,1-4 0-16,0-2 0 0,-2 7 0 0,2-6 0 0,0-3 0 15,-1 4 0-15,1-1 0 0,-7 1 0 0,7 0 0 0,-2-4 0 0,2 3 0 16,-6-3 0-16,5 4 0 0,-6-4 0 0,6 4 0 0,-5-4 0 15,-1 0 0-15,7 4 0 0,-8-4 0 0,2 3 0 0,-2-3 0 0,1 0 0 16,1 4 0-16,-2-4 0 0,2 0 0 0,-2 4 0 0,2-4 0 16,-1 3 0-16,-7-2 0 0,7-2 0 0,0 5 0 0,-7-4 0 15,8 0 0-15,-8 0 0 0,7 0 0 0,0 0 0 0,-6 3 0 0,5-6 0 16,-4 3 0-16,4 0 0 0,-5-4 0 0,6 4 0 0,-7-3 0 0,7-1 0 16,-7 3 0-16,8-1 0 0,-8-2 0 0,1 0 0 0,6 4 0 15,-7-4 0-15,1 1 0 0,-1-1 0 0,1 4 0 0,0-3 0 16,-1-1 0-16,0 5 0 0,1-6 0 0,0 5 0 0,-1-4 0 0,-6 4 0 15,6 1 0-15,-6-5 0 0,7 4 0 0,-7 0 0 0,0 0 0 16,6 0 0-16,-6 0 0 0,0-3 0 0,7 3 0 0,-7-1 0 16,0 1 0-16,0-3 0 0,7 3 0 0,-7-4 0 0,0 4 0 0,0-4 0 15,6 5 0-15,-6-5 0 0,0 4 0 0,6-4 0 0,-6 0 0 0,0 1 0 16,0-1 0-16,0 4 0 0,8-4 0 0,-8 1 0 0,0-1 0 16,0 1 0-16,0 0 0 0,0 2 0 0,0-3 0 0,0 4 0 15,0 0 0-15,0 0 0 0,0 0 0 0,0 0 0 0,0 0 0 0,0 0 0 16,-8 4 0-16,8-4 0 0,0 4 0 0,0-4 0 0,-6 4 0 15,6-4 0-15,-6 3 0 0,6 1 0 0,-7-1 0 0,7 1 0 0,-7-4 0 16,7 4 0-16,-6-1 0 0,6 1 0 0,-7 0 0 0,1-4 0 16,6 4 0-16,-6-4 0 0,-1 3 0 0,7-3 0 0,-7 4 0 0,1-4 0 15,0 0 0-15,-1 0 0 0,0 0 0 0,1-4 0 0,-1 4 0 16,-5-4 0-16,5 1 0 0,-6 3 0 0,7-4 0 0,-8 1 0 16,1-1 0-16,0 1 0 0,-6-2 0 0,5-2 0 0,-5 4-120 0,0-1-465 15,-1 4-83-15,1-4-32 0,-1 4-7 0,-6 1 7 0,7-1 14 16,-1 3 26-16,0 0 27 0,1 5 35 0,-1-1 38 0,8 1 44 15,-8-1 50-15,13 0 84 0,-6 2 172 0</inkml:trace>
  <inkml:trace contextRef="#ctx0" brushRef="#br0" timeOffset="109932.52">32447 10744 85 0,'0'-2'118'0,"-7"-7"7"0,0 6 6 0,1-4 8 15,0 3 11-15,-2 0 12 0,2 1 13 0,0-1-5 0,-7 0-12 0,6 1-4 16,0 3 1-16,1-4 7 0,-6 0 8 0,4 1 9 0,2-1 10 0,0 0 10 15,-1 1 8-15,1 3 14 0,-8-4 15 0,8-3 10 0,0 7 8 16,-1-4-2-16,0 0-6 0,1 1-13 0,0-5-15 0,-1 5-16 0,0-1-15 16,1 1-12-16,-1-5-10 0,-5 5-12 0,5-1-13 0,0 0-19 0,1-4-22 15,0 5-20-15,-8-4-19 0,8 3-8 0,-1 0-5 0,1 2-3 0,-7-3 0 16,6 1-1-16,1-3-2 0,-8 3-1 0,8 1-4 0,-7-1 0 16,0 0-1-16,7 1-2 0,-7-1-3 0,-1 0 1 0,-5 1-1 0,6 3 2 15,-6-4-1-15,5 0-2 0,-5 1 1 0,0 3 0 0,-1-4 0 0,1 4 1 16,-1-3 1-16,0 3 2 0,-5-5-1 0,5 5 2 0,0-3 1 0,1 3 0 15,-7 0 0-15,6-3-1 0,1 3 0 0,-7 0 0 0,6 0 1 16,0-4 0-16,-5 4-2 0,-1 0-2 0,6 0-3 0,-7 0-1 0,1 4-1 16,1-4-1-16,-1 0 0 0,-7 3-2 0,7 0-1 0,0-3-3 15,-7 5-1-15,7-2-1 0,-6 1 0 0,5 3-1 0,-5-3 0 0,-1-1 1 16,7 5-1-16,-6-5 1 0,-1 5 0 0,7-1 1 0,-6 0 0 16,5-3-1-16,1 3 0 0,-6 1 1 0,6-1 0 0,0 4-2 0,0-3 0 15,6-1-2-15,-6 0-1 0,1 0-2 0,-2 4-1 0,1-3-2 16,6 3 0-16,-6-4-2 0,1 4-1 0,-1 0-1 0,6 0 1 0,-6 0-1 15,-1 1-1-15,9-2 0 0,-9 1 0 0,7 0 1 0,2 4 0 16,-2-5 0-16,0 5 0 0,1-4 0 0,-1 4-1 0,0-1 0 0,7 1 1 16,-7 0 0-16,8 0 1 0,-8-1 0 0,7 1 1 0,0 0 0 15,-6 3 1-15,5-4 0 0,2 5 0 0,-1-5 0 0,6 5 0 0,-6-4 0 16,1 3 2-16,4 0 0 0,-4 0 0 0,5-3 1 0,0 3-2 16,1 0 1-16,-1 2-1 0,1-2-1 0,6 0 0 0,-6 0-1 0,6 0 0 15,-7 0-7-15,7 1 0 0,0-5 0 0,-7 5 0 0,7-1 0 16,0 1 0-16,0-1 0 0,0-4 0 0,7 5 0 0,-7-1 0 15,0-3 0-15,7-1 0 0,-7 1 0 0,6-1 0 0,0 2 0 0,1-2 0 16,-1-3 0-16,1 0 0 0,6 0 0 0,-7 0 0 0,8 0 0 16,-2 0 0-16,2 0 0 0,5-4 0 0,-5 4 0 0,4-4 0 0,-4 1 0 15,5 4 0-15,1-6 0 0,0 2 0 0,5-1 0 0,-5 0 0 0,6 1 0 16,0 3 0-16,1-4 0 0,-2 0 0 0,1 0 0 0,6 1 0 16,1-1 0-16,-1 0 0 0,2 1 0 0,-2 3 0 0,1-5 0 15,6 2 0-15,-7 0 0 0,1-1 0 0,6 1 0 0,-7 3 0 0,1-4 0 16,-1 0 0-16,2 0 0 0,-2 4 0 0,1-3 0 0,-1-1 0 0,1 0 0 15,-1 1 0-15,-6-1 0 0,7 0 0 0,-7 0 0 0,7 1 0 16,-8-1 0-16,7 0 0 0,-6 1 0 0,1 0 0 0,5-5 0 0,-6 4 0 16,1-3 0-16,5 2 0 0,-6-1 0 0,1-1 0 0,5-1 0 15,-6 1 0-15,-1 0 0 0,2-1 0 0,5-3 0 0,-6 0 0 0,1 4 0 16,-1-4 0-16,6 0 0 0,-6 0 0 0,1 0 0 0,-2-4 0 0,1 4 0 16,0 0 0-16,1 0 0 0,-1-3 0 0,-6 3 0 0,5-4 0 0,-5 4 0 15,6-4 0-15,-7 4 0 0,1-3 0 0,0 3 0 0,-1-4 0 16,0 4 0-16,1 0 0 0,-1-5 0 0,1 3 0 0,0 2 0 0,-1-4 0 15,1 4 0-15,-8-4 0 0,8 1 0 0,-1-1 0 0,1 1 0 0,0-2 0 16,-7 2 0-16,7-1 0 0,-8 0 0 0,2 1 0 0,-2-1 0 0,2-3 0 16,-1 3 0-16,-1 0 0 0,2 1 0 0,-2-4 0 0,2 3 0 15,-1 0 0-15,-7-3 0 0,8 3 0 0,-2-3 0 0,-6 0 0 0,8 3 0 16,-8-6 0-16,7 5 0 0,-6-5 0 0,0 2 0 0,5 1 0 0,-6 0 0 16,2-4 0-16,-2 3 0 0,0-4 0 0,1 6 0 0,-7-5 0 0,6 0 0 15,1 0 0-15,0 0 0 0,-7 0 0 0,6 0 0 0,0-4 0 16,-6 4 0-16,7-3 0 0,-7 3 0 0,7-4 0 0,-7 0 0 0,6 0 0 15,-6 1 0-15,0-1 0 0,6-3 0 0,-6 3 0 0,0 1 0 0,7-4 0 16,-7 2 0-16,0-2 0 0,0 4 0 0,0-5 0 0,7 1 0 16,-7 0 0-16,0 0 0 0,0-1 0 0,6 1 0 0,-6-1 0 0,0 1 0 15,0 0 0-15,0 0 0 0,0-1 0 0,0 1 0 0,0 0 0 0,0-1 0 16,0 1 0-16,-6 3 0 0,6-3 0 0,0 3 0 0,-7-3 0 16,7 4 0-16,-7-1 0 0,7 0 0 0,-6 0 0 0,0 2 0 0,6-3 0 0,-7 1 0 15,0 1 0-15,1-1 0 0,0 4 0 0,6-3 0 0,-7-1 0 16,0 4 0-16,1-3 0 0,-1 2 0 0,-5-3 0 0,4 4 0 0,2-3 0 15,0 3 0-15,-7-4 0 0,0 4 0 0,6-3 0 0,-5-1 0 16,-8 1-4-16,6-2-105 0,-5 2-40 0,-1-4-80 0,-6 3-100 0,1-3-100 16,-8-1-101-16,7 5-49 0,-13-4-25 0,6-1-10 0,0 2-4 0,-5 1 8 15,-1-2 13-15,6 3 20 0,-6-4 23 0,6 5 36 0,1 3 38 16,5-3 80-16,2 3 139 0</inkml:trace>
  <inkml:trace contextRef="#ctx0" brushRef="#br0" timeOffset="118332.52">6669 6810 14 0,'0'0'118'0,"0"0"10"0,0 0 11 0,-7 4 13 0,7-4 13 0,0 0 17 0,0 0 19 0,0 3 9 0,0-3 2 0,0 0 4 16,0 0 6-16,0 0 7 0,0 0 9 0,0 0 13 0,0 0 14 16,0 0 14-16,0 0 16 0,0 0 4 0,0 0 1 0,0 0-9 15,0 0-10-15,0 0-13 0,0 4-16 0,0-4-16 0,0 0-16 0,0 0-16 16,0 0-16-16,7 0-18 0,-7 0-17 0,0 4-19 0,0-4-19 16,0 0-12-16,0 0-7 0,0 3-5 0,0-3-1 0,0 0-4 0,0 4-1 15,0-4-2-15,0 4-1 0,6-4-4 0,-6 0-1 0,0 3-3 16,0-3-4-16,0 0-2 0,0 4-1 0,0-4-2 0,0 4 2 15,0-4-3-15,7 3-1 0,-7 1-2 0,0 0-3 0,6-1-22 0,-6 1-36 16,6 0 0-16,2 4 0 0,-2-6 0 0,0 6 0 0,0 0 0 16,1-1 0-16,6 0 0 0,-6 0 0 0,-1 1 0 0,8-1 0 0,-8 0 0 15,7 4 0-15,-6-3 0 0,5-1 0 0,-5 4 0 0,6-4 0 0,0 4 0 16,-7-4 0-16,1 4 0 0,6 0 0 0,-7-3 0 0,1 3 0 16,0-4 0-16,6 4 0 0,-7 0 0 0,0-3 0 0,2-2 0 15,-2 2 0-15,6 0 0 0,-5-1 0 0,6-4 0 0,-6 4 0 0,-1-3 0 16,8-4 0-16,-2 4 0 0,2-4 0 0,-8-4 0 0,7 4 0 15,0-7 0-15,0 0 0 0,-1 0 0 0,8-4 0 0,-7-8 0 16,7 1 0-16,0-4 0 0,-1-4 0 0,1-7 0 0,6-4 0 0,0-2 0 16,0-2 0-16,7-7 0 0,-1-6 0 0,1 2 0 0,6-6 0 15,-7-1 0-15,7 0 0 0,1-3 0 0,-8 3 0 0,7 1 0 0,-7-1-232 16,1 8-292-16,-1 0-84 0,-5 3-41 0,5 8-20 0,-12 0 2 16,5 6 11-16,-5 1 21 0,0 8 24 0,-1-1 30 0,-5 4 32 0,5 0 37 15,-6 4 40-15,0 3 67 0,0-3 82 0</inkml:trace>
  <inkml:trace contextRef="#ctx0" brushRef="#br0" timeOffset="131566.01">6 7257 9 0,'0'0'70'0,"0"-4"4"0,0 4 2 0,0 0-7 0,0 0-10 16,0 0-8-16,0 0-4 0,0 0-2 0,0 0 2 0,-6 4 4 16,6-4 2-16,0 0 3 0,0 4-1 0,0-4-1 0,0 0 0 15,0 3 0-15,0-3 2 0,0 0 3 0,0 3 3 0,0-3 3 16,0 0 2-16,0 0 3 0,0 0 3 0,0 0 2 0,0 0 4 16,0 0 4-16,0 0 4 0,6 0 0 0,-6 0 0 0,0 0 2 15,6 0 6-15,-6 0 3 0,0 0 2 0,7 0 4 0,-7 0 2 16,7 0 3-16,-7 5 2 0,6-5-2 0,-6 0-4 0,6 0-3 15,-6 0-2-15,7 0 5 0,-7 3 8 0,7-3 4 0,-1 0 1 16,-6 4-1-16,7-4 0 0,-1 0 1 0,1 4 4 0,-7-4 3 16,6 3 5-16,1-3 3 0,-1 0 5 0,0 0 0 0,-6 4-1 15,8-4-7-15,-2 0-9 0,0 0-8 0,1 0-4 0,-7 0-6 16,6 0-5-16,1 0-6 0,-1 0-7 0,1 0-11 0,-1 0-10 16,0 0-10-16,2-4-6 0,-2 4-7 0,0 0-4 0,1 0-2 15,0-3-3-15,-1 3-3 0,0-4-3 0,7 4-2 0,-6 0-2 16,0 0-2-16,-1-4-1 0,0 4-2 0,8 0-1 0,-8 0-1 15,0 0-1-15,1 0-1 0,-1 0-1 0,1 0-1 0,0 0-1 0,-1 0 2 16,8 0-1-16,-8 0 1 0,0 0 2 0,0 0 0 16,1 0 2-16,6 0 0 0,-6 0 0 0,-1 0 0 0,8 0 2 0,-8 0-1 15,6 0 2-15,-4 0-1 0,4 0 1 0,-5 0 0 16,6-3-2-16,-6 3 0 0,5 0-1 0,2 0-1 0,-8-5-1 0,7 5-1 16,0-3 0-16,-6 3-2 0,5-3 0 0,2 3-2 15,5-4 0-15,1 0-2 0,-8 4-1 0,2-3-1 0,6 3 0 0,-14-4-2 16,7 4 0-16,0-4-1 0,-6 4 0 0,5 0 0 0,-6 0-1 0,2 0 0 15,-2 0 0-15,7-3-1 0,-7 3 1 0,1 0 0 0,0 0 1 0,-1 0 0 16,6 0-1-16,-4 0 2 0,-2 0 0 0,7 0 0 0,-6-4 1 0,-1 4-1 16,7 0 2-16,-7 0 0 0,8-4 0 0,-8 4 0 0,0 0 1 15,8-3 0-15,-8 3 0 0,7-4 0 0,-6 4 0 0,6-4-1 0,-7 4 1 16,8-3 1-16,-2 3-2 0,-5-4 1 0,6 4-1 0,-7-3 0 0,7 3 0 16,-7-4-1-16,8 4 1 0,-1-4 1 0,-6 4 0 0,6 0 1 0,-7-3 0 15,7 3-1-15,-6 0 1 0,-1 0 0 0,7 0 0 0,-6 0 0 0,6 0 1 16,-7 0 1-16,1 0 0 0,6 0 1 0,-7 3-1 0,0-3 1 0,2 0 0 15,-2 0-1-15,7 0 2 0,-7 0-1 0,1 4 1 0,-1-4-1 16,1 0 1-16,-1 0-2 0,0 0 1 0,2 4-1 0,-2-4-1 0,0 0 0 16,1 0-1-16,0 0 0 0,-7 0 0 0,12 0 0 0,-12 0-1 0,13 0-1 15,-13 0 0-15,14 0 0 0,-8 0 2 0,0-4-1 0,1 4 1 0,0 0 0 16,-1-4 0-16,0 4 0 0,1 0 0 0,-1-3 0 0,1 3 0 0,0 0 0 16,-1-4 0-16,8 4-1 0,-8 0 1 0,0-4-1 0,0 4 0 0,1 0 1 15,0-3 0-15,-1 3 0 0,1 0 1 0,-1 0 0 0,0 0 1 0,2 0-1 16,-2-4 1-16,0 4 0 0,0 0 0 0,2 0 0 0,-2 0 1 15,-6 0-1-15,6-4 1 0,1 4 0 0,-1 0-1 0,-6 0 0 0,7 0 0 16,0 0 0-16,-1-3 0 0,0 3 1 0,1 0 0 0,0 0 1 16,-7 0-1-16,6-4 1 0,0 4-1 0,1 0 0 0,-1-4-1 0,1 4-1 15,0 0 0-15,-1-4 0 0,-6 4 0 0,6 0-1 0,2-3-1 0,-2 3-1 16,0 0-1-16,-6 0-1 0,6-4 0 0,1 4-1 0,0 0 0 16,-1 0-1-16,1 0 2 0,-1 0 0 0,-6 0-2 0,6 0 0 0,2 0-1 15,-2 0 1-15,0 0 0 0,0 4 0 0,1-4 0 0,0 0 0 16,-7 0 1-16,6 0 0 0,1 3-1 0,-1-3 0 0,1 0 0 0,0 4 0 15,-1-4 1-15,0 0 0 0,8 4 0 0,-8-4 1 0,0 0-1 0,1 0 0 16,-1 0 0-16,1 4 0 0,0-4 0 0,5 0-1 0,-6 0 1 16,2 0 0-16,-2 0 0 0,0 0-1 0,1 3 0 0,0-3 0 0,-1 0 0 15,7 0 0-15,-7 0 0 0,1 0 0 0,0 4 0 0,5-4-1 0,-5 0 2 16,0 0-1-16,-1 4 0 0,7-4 0 0,-6 0 0 0,-1 3-1 16,7-3 0-16,-7 0 1 0,2 4-1 0,4-4 1 0,-5 0 0 0,-1 4 0 15,1-4-1-15,6 3 0 0,-7-3 0 0,0 4 0 0,2-4 0 0,4 4 0 16,-5-4 0-16,0 3 1 0,-1-3 0 0,1 4 0 0,-1-4-2 15,0 3 0-15,1-3 0 0,0 0 0 0,-1 4 1 0,0-4 0 0,1 0 1 16,0 4 0-16,-1-4 0 0,1 0 0 0,-1 0 0 0,0 3-1 16,1-3 2-16,0 0 1 0,-1 0 0 0,0 0 0 0,2 0 0 0,-2 4-1 15,0-4 1-15,1 0-1 0,-1 0 1 0,1 0 0 0,-7 0-1 0,6 4 1 16,1-4 0-16,-1 0-2 0,0 0 0 0,2 0 0 0,-2 3 0 16,0-3 0-16,1 0 0 0,0 0 0 0,-1 0 0 0,0 4 1 0,1-4 0 15,-7 0-1-15,6 0 0 0,1 0-1 0,0 0 0 0,-1 4 0 16,-6-4 0-16,6 0 0 0,1 0 0 0,0 0 0 0,-1 0-1 0,0 0 1 15,1 0 0-15,-1 3 0 0,-6-3-1 0,7 0 1 0,0 0 0 0,-1 0 0 16,0 0 1-16,2 4 0 0,-2-4-1 0,0 0 0 0,0 4 1 16,1-4 0-16,0 0 0 0,-1 3 0 0,-6-3-1 0,7 0 0 0,-1 0 1 15,0 3 0-15,2-3 0 0,-8 0-1 0,6 0 0 0,0 5 0 16,1-5 1-16,0 0-1 0,-1 0 1 0,0 3 0 0,1-3 1 0,-1 0 0 16,1 0 0-16,0 0 1 0,-1 4-1 0,0-4-1 0,1 0 2 15,0 4-1-15,-1-4 0 0,0 0 2 0,7 3-1 0,-6-3 0 0,0 0 0 16,-1 0-2-16,0 4 0 0,2-4 0 0,-2 0-1 0,0 0 0 15,0 3 0-15,1-3 1 0,-7 0 0 0,7 0 0 0,-1 0 0 0,1 0 2 16,-1 0 1-16,0 0 0 0,2 0 0 0,4 0 2 0,-6-3 0 16,1 3 0-16,0 0 2 0,6-4-1 0,-7 4 0 0,1 0 0 0,6 0-1 15,-7-3 0-15,0 3-1 0,8-4-1 0,-8 4-2 0,1-4 1 16,-1 4-1-16,8 0-1 0,-8 0 0 0,0-3 0 0,0 3-2 0,2 0 1 16,4-5 0-16,-5 5 1 0,0 0-1 0,-1 0 1 0,1 0-1 15,5 0 1-15,-5 0-2 0,0 0 2 0,-1 0-1 0,0 0 1 0,8 0 0 16,-8 0 0-16,1 0-1 0,-1 5 1 0,1-5 1 0,0 0-1 15,-1 0 0-15,0 0 0 0,0 0-1 0,2 3-1 0,-2-3 1 0,-6 0-5 16,6 0-4-16,1 0-13 0,-7 4-15 0,6-4-21 0,-6 0-24 0,7 0-39 16,-7 0-47-16,0 0-80 0,0 0-96 0,0 0-86 0,-7 4-80 0,7-4-40 15,-6 3-20-15,-1-3-5 0,1 0 0 0,-8 0 9 0,8 0 13 16,-6 0 20-16,-2 0 24 0,-5 0 39 0,5-3 48 0,-5-1 79 16,0 0 212-16</inkml:trace>
  <inkml:trace contextRef="#ctx0" brushRef="#br0" timeOffset="149932.23">136 7693 70 0,'-6'-4'98'15,"6"4"7"-15,0 0 5 0,-7 0 6 0,7 0 7 0,0 0-6 16,-6 0-12-16,6 0-6 0,0 0-6 0,0 0-3 0,-6 0-4 16,6 0-2-16,0 0-3 0,0 0-3 0,0 0-1 0,0 0-1 15,0 0 1-15,0 0 1 0,0 0 0 0,0 0 0 0,0 0 3 0,0 0 0 16,0 0 1-16,0 0 3 0,0 0 3 0,0 0 4 15,0 0 5-15,0 0 6 0,0 0 8 0,0 0 4 0,6 0 2 16,-6 0 1-16,0 4 1 0,6-4 4 0,-6 0 5 0,7 0 7 16,-7 0 5-16,6 0 3 0,1 0 3 0,-1 0 0 0,1 0 0 15,-1 0-3-15,0 0-8 0,2 0-4 0,-2 4-6 0,7-4-4 16,-6 0-3-16,5 0-9 0,-5 0-12 0,-1 0-8 0,8 3-10 16,-8-3-7-16,7 0-9 0,-6 0-8 0,-1 4-8 0,0-4-6 15,7 0-6-15,-6 4-1 0,0-4-4 0,5 3-1 0,-4 1-2 16,-2-4 0-16,0 0 0 0,0 3-2 0,8 1-2 0,-8-4-1 15,1 3-1-15,-1-3-2 0,8 4-1 0,-8 0 0 0,0-4-2 16,8 4 1-16,-8-4 1 0,0 3-2 0,7-3-1 0,-6 0-1 0,0 5-2 16,5-5 1-16,-6 0 1 0,8 3-1 0,-8-3 0 0,7 0-1 15,-6 0 0-15,6 4 1 0,1-4-3 0,4 0 1 16,-4 3-2-16,-1-3 1 0,-1 0-1 0,2 0 2 0,-2 5-1 0,-4-5 0 16,4 0 0-16,1 0-1 0,-6 0 1 0,6-5 0 0,-7 5 4 0,8 0 0 15,-2 0 1-15,-5 0 1 0,6-3-1 0,0 3 0 0,-7 0-1 0,8-4-1 16,-8 4 0-16,7 0-1 0,-6-3 0 0,6 3-1 0,-7 0 0 0,7-5 1 15,-6 5-1-15,-1 0 0 0,7-3-1 0,-6 3 1 0,-1 0 0 0,7-4 2 16,-6 4 4-16,-1 0 1 0,7-4 1 0,-7 4 2 0,8 0 1 0,-8-4 1 16,7 4 0-16,-6 0-1 0,6-3-1 0,-1 3-1 0,-4-4 0 0,4 4 0 15,2 0 0-15,-1-3-1 0,-7 3 0 0,7 0-2 0,0-4 0 16,0 4 0-16,0-3-2 0,0 3 0 0,0 0 0 0,0-4-1 0,1 4 1 16,-2 0-1-16,1 0-1 0,0-4-1 0,0 4 0 0,-7 0-2 15,8 0-1-15,-1 0-1 0,0 0-1 0,-7 4 0 0,7-4 0 0,1 0 2 16,-2 0 2-16,-5 4 1 0,6-4 1 0,0 0 1 0,-7 3 1 0,8 1 1 15,-8-4 0-15,8 0-1 0,-2 3 2 0,-6-3-1 0,8 0 0 0,-1 4 0 16,-7-4-1-16,8 0-2 0,-8 3-1 0,6-3-2 0,2 0 0 0,-8 4-1 16,7-4-1-16,1 0-1 0,-8 0 0 0,7 4-1 0,0-4 0 0,-7 0 0 15,7 4-1-15,-6-4 0 0,6 0-1 0,-7 3-1 0,8-3 1 16,-8 0-2-16,7 5 1 0,-6-5-1 0,6 3 0 0,-7-3 1 0,0 4-1 16,8-4-1-16,-8 0 0 0,0 3-1 0,8-3-1 0,-8 0 1 15,1 5 1-15,-1-5 0 0,1 0 1 0,6 0 0 0,-7 0-1 0,0 0 2 16,2 0 1-16,-2 0 2 0,0 0 0 0,1 0 1 0,-1 0 1 0,1-5 0 15,6 5 3-15,-7 0 0 0,0 0 1 0,2-3-1 0,-2 3 1 16,7 0 2-16,-6 0 1 0,-1 0 0 0,7 0 0 0,-7-4 0 0,8 4-1 16,-8 0 0-16,7 0-2 0,-6 0 0 0,6 0 0 0,-7 0-1 15,7 0 0-15,-6 0 1 0,5 0-3 0,-4 0 0 0,4 0-2 0,-5 0-1 16,6 4 0-16,0-4 0 0,-7 0-2 0,8 0 0 0,-8 0-1 0,7 3 1 16,-6-3-1-16,-1 0 1 0,7 5-1 0,-7-5 1 0,1 0 0 15,6 0 0-15,-7 3 2 0,8-3 0 0,-8 0 0 0,1 0 1 0,5 3 0 16,-5-3 2-16,0 0 1 0,5 0 2 0,-4 0 1 0,4 4 2 15,-5-4 1-15,6 0 0 0,-7 4-1 0,1-4 0 0,5 0-1 0,-4 0-1 16,4 0 1-16,-5 0 0 0,6 0 1 0,-7 0-1 0,1 0 0 0,6 0 0 16,0 0-1-16,-7 0 0 0,8 0 0 0,-8 0-9 0,7 0-4 15,0 0 0-15,-6-4 0 0,5 4 0 0,-4 0 0 0,4 0 0 16,1 0 0-16,0-4 0 0,-6 4 0 0,5 0 0 0,2 0 0 0,-8 0 0 16,8 0 0-16,-2 0 0 0,-5-3 0 0,6 3 0 0,-6 0 0 0,5 0 0 15,2 0 0-15,-8 0 0 0,7 0 0 0,-7 0 0 0,8 0 0 0,-8 0 0 16,8 0 0-16,-8 0 0 0,6-3 0 0,-5 3 0 0,6 0 0 15,-6 0 0-15,5 0 0 0,-4 0 0 0,-2 0 0 0,6-5 0 16,-5 5 0-16,0 0 0 0,6 0 0 0,-7 0 0 0,8 0 0 0,-8-3 0 16,0 3 0-16,0 0 0 0,8 0 0 0,-8 0 0 0,1 0 0 0,-1-4 0 15,8 4 0-15,-8 0 0 0,0 0 0 0,0-3 0 0,2 3 0 16,4 0 0-16,-5 0 0 0,0 0 0 0,-1-5 0 0,1 5 0 16,-1 0 0-16,0 0 0 0,1 0 0 0,0 0 0 0,-1-3 0 0,0 3 0 15,1 0 0-15,0 0 0 0,-1 0 0 0,1-4 0 0,-1 4 0 0,1 0 0 16,0 0 0-16,-1 0 0 0,0 0 0 0,0 0 0 0,2 0 0 15,-2 0 0-15,0 0 0 0,1 0 0 0,-1 0 0 0,1 0 0 0,0 0 0 16,-1 0 0-16,0 0 0 0,0 0 0 0,8 0 0 0,-8 0 0 16,1 0 0-16,0 0 0 0,-1 0 0 0,1 0 0 0,-1 0 0 0,0 0 0 15,1 0 0-15,0 0 0 0,5 0 0 0,-5 0 0 0,0 0 0 16,6 0 0-16,-7-4 0 0,0 4 0 0,8 0 0 0,-8 0 0 16,8 0 0-16,-8 0 0 0,7-4 0 0,-7 4 0 0,7 0 0 0,-6 0 0 15,5 0 0-15,-4-3 0 0,-2 3 0 0,7 0 0 0,-6 0 0 0,-1-4 0 16,7 4 0-16,-7 0 0 0,1 0 0 0,0 0 0 0,5-3 0 15,-5 3 0-15,0 0 0 0,-1 0 0 0,7 0 0 0,-7 0 0 16,1 0 0-16,0-4 0 0,-1 4 0 0,8 0 0 0,-8 0 0 0,0 0 0 16,1-3 0-16,-1 3 0 0,1 0 0 0,-1 0 0 0,1 0 0 15,-7 0 0-15,6 0 0 0,0-4 0 0,2 4 0 0,-2 0 0 0,0 0 0 16,1 0 0-16,-1 0 0 0,1 0 0 0,-1-4 0 0,1 4 0 16,-1 0 0-16,1 0 0 0,0 0 0 0,5 0 0 0,-5 0 0 0,0 0 0 15,-1 0 0-15,7 0 0 0,-7-3 0 0,1 3 0 0,0 0 0 16,5 0 0-16,-4 0 0 0,-2 0 0 0,0-4 0 0,7 4 0 15,-6 0 0-15,-1 0 0 0,1 0 0 0,5-4 0 0,-4 4 0 0,-2 0 0 16,6-3 0-16,-5 3 0 0,0 0 0 0,6-4 0 0,-7 4 0 16,8 0 0-16,-2-4 0 0,-6 4 0 0,8 0 0 0,-1-3 0 15,0 3 0-15,0 0 0 0,-7-4 0 0,8 4 0 0,-2-3 0 0,-5 3 0 16,6 0 0-16,0 0 0 0,0-4 0 0,-6 4 0 0,5 0 0 16,-5 0 0-16,6 0 0 0,-6 0 0 0,5 0 0 0,-4 0 0 0,-2 0 0 15,6 0 0-15,-4 0 0 0,-2 0 0 0,0 0 0 0,7 0 0 16,-6 0 0-16,0 0 0 0,-1 0 0 0,0 0 0 0,0 0 0 15,2 0 0-15,-2 0 0 0,0 0 0 0,8 0 0 0,-14 0 0 0,13 0 0 16,-7 0 0-16,0 0 0 0,1 0 0 0,0 0 0 0,-1 0 0 16,0 0 0-16,1 0 0 0,0 0 0 0,-1 0 0 0,1 0 0 0,-1 0 0 15,0 0 0-15,1 0 0 0,0 0 0 0,-1-4 0 0,8 4 0 16,-8 0 0-16,0 0 0 0,7-4 0 0,-6 4 0 0,6 0 0 16,-1-3 0-16,2 3 0 0,-8-4 0 0,8 0 0 0,5 4 0 0,-6-3 0 15,0-1 0-15,7 1 0 0,-8-1 0 0,8 0 0 0,-1 1 0 0,-5-5 0 16,5 5 0-16,1-2 0 0,0-1 0 0,-8 1 0 0,8 2 0 15,-1-1 0-15,-5 1 0 0,5-1 0 0,-6 0 0 0,0 0 0 0,7 1 0 16,-8 3 0-16,2-4 0 0,-2 4 0 0,2-3 0 0,-1-1 0 16,-1 0 0-16,8 4 0 0,-7 0 0 0,0-3 0 0,0 3 0 15,1-4 0-15,-2 4 0 0,2-4 0 0,-2 4 0 0,1 0 0 0,1-4 0 16,-2 4 0-16,2 0 0 0,-2-3 0 0,2 3 0 0,-1 0 0 16,-1-4 0-16,2 4 0 0,-8 0 0 0,7-3 0 0,0 3 0 0,-6 0 0 15,5 0 0-15,-4 0 0 0,4 0 0 0,-6 0 0 0,2 0 0 16,4 0 0-16,-5 0 0 0,-1 0 0 0,1 0 0 0,0 0 0 15,5 0 0-15,-6 0 0 0,2 0 0 0,-2 0 0 0,0 0 0 0,1 0 0 16,0-4 0-16,-1 4 0 0,1 0 0 0,-1 0 0 0,0 0 0 0,1 0 0 16,0 0 0-16,-1-4 0 0,0 4 0 0,1 0 0 0,0 0 0 15,-1 0 0-15,1 0 0 0,-1 0 0 0,-6-3 0 0,6 3 0 16,1 0 0-16,0 0 0 0,-7 0 0 0,6 0 0 0,0 0 0 0,2 0 0 16,-8 0 0-16,6 0 0 0,0 0 0 0,1-4 0 0,-7 4 0 15,6 0 0-15,1 0 0 0,-1 0 0 0,1 0 0 0,-7 0 0 0,6 0 0 16,0 0 0-16,2 0 0 0,-8 0 0 0,6 0 0 0,0 0 0 15,1 0 0-15,-1 0 0 0,-6 0 0 0,7 0 0 0,-1 0 0 16,1 0 0-16,-1 0 0 0,1 0 0 0,-7 4 0 0,7-4 0 0,-1 0 0 16,0 0 0-16,1 0 0 0,-7 0 0 0,7 0 0 0,-1 3 0 15,1-3 0-15,-1 0 0 0,-6 4 0 0,6-4 0 0,1 0 0 0,0 4 0 16,-1-4 0-16,-6 0 0 0,6 0 0 0,2 3 0 0,-8-3 0 16,6 0 0-16,0 0 0 0,-6 4 0 0,7-4 0 0,-1 0 0 15,-6 3 0-15,7-3 0 0,-7 0 0 0,6 4 0 0,-6-4 0 0,0 0 0 16,7 0 0-16,-7 4 0 0,6-4 0 0,-6 0 0 0,0 0 0 15,6 0 0-15,-6 4 0 0,0-4 0 0,0 0 0 0,8 0 0 0,-8 0 0 16,0 0 0-16,0 0 0 0,0 3 0 0,0-3-26 0,0 0-390 16,0 0-103-16,0 0-68 0,0 0-46 0,0 0-16 0,-8-3-2 0,8-1 8 15,-6 4 13-15,0-4 21 0,-1 0 26 0,1-3 30 0,-1 4 33 16,1-5 54-16,-1 1 61 0</inkml:trace>
  <inkml:trace contextRef="#ctx0" brushRef="#br0" timeOffset="153431.59">13514 9778 0 0,'0'0'10'0,"0"0"108"0,0 0 14 0,0 0 16 0,0 0 18 0,0 0 20 15,0 0 23-15,-7 0 19 0,7 3 17 0,0-3 11 0,0 0 9 16,0 0 12-16,0 0 16 0,0 0 15 0,0 0 15 0,0 0 7 0,-7 0 2 16,7 0-6-16,0 0-7 0,0 0-14 0,0 0-14 0,0 0-21 15,0 0-21-15,0 0-18 0,0 0-19 0,-6-3-20 0,6 3-24 0,0 0-23 16,0 0-23-16,0 0-16 0,0 0-8 0,0 0-8 0,0 0-5 0,0 0-6 15,0 0-4-15,0 0-4 0,0 0-5 0,0 0-7 16,0 0-6-16,0 0-7 0,0 0-6 0,0 0-5 0,0 0-5 0,0 0 2 16,6 0 1-16,-6 0 2 0,7 0 0 0,0 0 2 0,-1 0 2 0,7 0 3 15,-6 0 3-15,6 0 2 0,-1 0 3 0,2 0 3 0,-8 0 3 16,14-4 1-16,-7 4-16 0,0 0-41 0,0 0 0 0,-1 0 0 16,2 0 0-16,-8 0 0 0,8 0 0 0,-1 0 0 0,-7 0 0 0,0 0 0 15,1 0 0-15,0 0 0 0,-1 0 0 0,0 0 0 0,1 0 0 16,-7 0 0-16,7 0 0 0,-7 0 0 0,0 0 0 0,0 0 0 0,6 0 0 15,-6 0 0-15,0 4 0 0,0-4 0 0,0 0 0 0,0 0 0 16,0 0 0-16,0 0 0 0,7 0 0 0,-7 0 0 0,0 0 0 0,0 0 0 16,0 0 0-16,0 0 0 0,6 0 0 0,-6 0 0 0,0 0 0 0,0 0 0 15,0 3 0-15,0-3 0 0,0 0 0 0,6 0 0 16,-6 0 0-16,0 0 0 0,7 0 0 0,-7 0 0 0,7 0 0 0,-7 0 0 16,6 0 0-16,0 0 0 0,-6 0 0 0,8 0 0 0,-2 0 0 0,0 0 0 15,1 0 0-15,-1-3 0 0,1 3 0 0,-1 0 0 0,7 0 0 16,-7 0 0-16,8 0 0 0,-8 0 0 0,1-4 0 0,6 4 0 15,-7 0 0-15,7-4 0 0,1 4 0 0,-8 0 0 0,7-3 0 0,-6 3 0 16,5 0 0-16,1-4 0 0,-6 4 0 0,6 0 0 0,-7 0 0 16,8-4 0-16,-8 4 0 0,1 0 0 0,6 0 0 0,-7 0 0 15,1-3 0-15,-1 3 0 0,0 0 0 0,2 0 0 0,-2 0 0 0,0-4 0 16,-6 4 0-16,7 0 0 0,-1 0 0 0,-6 0 0 0,0-4 0 16,7 4 0-16,-7 0 0 0,0 0 0 0,0 0 0 0,0 0 0 0,0 0 0 15,0 0 0-15,0 0 0 0,0 0 0 0,0 0 0 0,0 0 0 16,0 0 0-16,-7 0 0 0,7-4 0 0,0 4 0 0,-6-3 0 0,6 3 0 15,-7-4 0-15,1 4 0 0,6-4 0 0,-6 1 0 0,-2-1 0 16,2 0 0-16,-7-3 0 0,7 3 0 0,-1 1 0 0,1-5 0 16,-1 5 0-16,1-1 0 0,0-3 0 0,-2 3 0 0,-4 1 0 0,5-1 0 15,0-3 0-15,1 3 0 0,-1 4 0 0,1-7 0 0,0 7 0 0,6-4 0 16,-7 0 0-16,0 1 0 0,1-1 0 0,0 0 0 0,6 4 0 16,-7-3 0-16,7-1 0 0,-7 0 0 0,1 1 0 0,6-1 0 0,-7 1 0 15,7-2 0-15,-6 2 0 0,6 3 0 0,-7-3 0 0,7-2 0 16,-6 2 0-16,6-1 0 0,-7 4 0 0,7-4 0 0,0 4 0 0,-6-3 0 15,6 3 0-15,0-4 0 0,0 4 0 0,0 0 0 0,0 0 0 16,0 0 0-16,0 0 0 0,0 0 0 0,0 0 0 0,0 0 0 16,0 0 0-16,0 0 0 0,0 0 0 0,0 0 0 0,0 0 0 0,0 0 0 15,0 4 0-15,6-4 0 0,-6 3 0 0,7-3 0 0,-1 4 0 16,-6 0 0-16,7-1 0 0,-1 2 0 0,1 1 0 0,6-1 0 0,-6-2 0 16,-1 4 0-16,7-3 0 0,-6 0 0 0,-1-1 0 0,7 5 0 15,0-5 0-15,-6 5 0 0,5-1 0 0,-4-3 0 0,4-1 0 16,-5 5 0-16,6-5 0 0,-7 5 0 0,7-5 0 0,-7 4 0 0,2-3 0 15,4 0 0-15,-5-1 0 0,-1 1 0 0,7 0 0 0,-6-1 0 16,-1 1 0-16,1 0 0 0,0-1 0 0,-1 1 0 0,0 0 0 0,-6-1 0 16,7 1 0-16,0-4 0 0,-7 4 0 0,6 0 0 0,-6-4 0 15,6 3 0-15,-6-3 0 0,0 4 0 0,0-4 0 0,0 0 0 16,0 0 0-16,0 0 0 0,0 0 0 0,0 0 0 0,0 4 0 0,0-4 0 16,-6 3 0-16,6-3 0 0,0 4 0 0,-6 0 0 0,-1-1 0 0,0 1 0 15,1 0 0-15,0 3 0 0,-8 0 0 0,1 1 0 0,0 2 0 16,0-2 0-16,1 3 0 0,-2 0 0 0,1 3 0 0,-6-3 0 15,6 4 0-15,-1-4 0 0,-5 3 0 0,6-2 0 0,0 2 0 0,-7-3 0 16,8 0 0-16,-2 0 0 0,1 0 0 0,0 0 0 0,0-4 0 16,7 1-162-16,-8-1-304 0,8-3-83 0,6-1-76 0,0-3-31 15,0 0-8-15,0 0 7 0,0-7 14 0,6 3 21 0,-6-7 24 0,14 4 31 16,-8-4 32-16,7-3 45 0,-6 3 51 0,6-4 82 0,0 0 196 16</inkml:trace>
  <inkml:trace contextRef="#ctx0" brushRef="#br0" timeOffset="153999.16">14366 9565 114 0,'8'4'181'0,"-8"-1"21"0,0 1 24 0,0 0 29 0,0 3 31 0,0-4 33 0,0 5 35 0,0-5 33 16,0 5 32-16,0 0-9 0,0 2-28 0,0-2-22 0,0 3-20 0,0-4-13 15,0 4-12-15,0 0-18 0,6 4-19 0,-6-1-25 0,0-3-28 16,0 4-28-16,6-1-31 0,-6 5-31 0,6-4-33 0,-6-1-21 0,8 1-14 16,-2-1-8-16,0 1-6 0,-6-4-4 0,13 0-6 0,-6 4-2 15,0-4-3-15,5-1-2 0,-6-2-4 0,8 0-2 0,-1-2-3 16,0 2-1-16,0-4-3 0,1-1 0 0,4 1-1 0,-4-4-1 0,-1 0-1 16,7-4 0-16,-2 4 1 0,-4-3 1 0,5-4 0 0,-5-1 1 15,4 1-2-15,-4-5 2 0,-1 2 1 0,7-1 0 0,-8-4 2 16,2 0 0-16,-2 1 2 0,2-4 1 0,-1 3 2 0,-1-3 3 0,-5-1 1 15,6-3 2-15,1 4 4 0,-8-1 3 0,0 1 3 0,1-4 3 16,-1 0 3-16,1 4 0 0,-1-4 1 0,-6 4 1 0,7-4-2 0,-7 3-1 16,0-3-30-16,-7 1-22 0,7 2 0 0,-6-3 0 0,-1 4 0 15,1-1 0-15,-7 5 0 0,7-4 0 0,-8 3 0 0,1 0 0 16,0 4 0-16,0 0 0 0,-7 4 0 0,1-1 0 0,6 5 0 0,-7 0 0 16,-5 3 0-16,5 3 0 0,-6 0 0 0,-1 1-119 0,1 7-113 0,1 0-88 15,-7 0-103-15,5 8-82 0,1-5-71 0,-6 4-34 0,5 1-15 16,7 3 1-16,-6-4 7 0,1 4 17 0,5-4 20 0,0 1 27 15,1-5 31-15,-1 1 49 0,8 0 58 0,-2-1 88 0,2-3 257 16</inkml:trace>
  <inkml:trace contextRef="#ctx0" brushRef="#br0" timeOffset="165465.64">23211 7239 0 0,'0'0'7'0,"-7"0"135"16,1 0 14-16,0 0 17 0,6 3 21 0,-7-3 24 0,7 0 30 0,-6 0 28 15,6 0 32-15,0 0 19 0,0 0 13 0,0 0 6 0,0 0 1 16,0 0 0-16,0 0-3 0,0 0-4 0,0 0-8 0,0 0-10 0,0 0-15 16,0 0-20-16,0 0-22 0,0 0-24 0,0 0-22 0,0 0-26 15,0 0-27-15,0 0-23 0,0 0-19 0,0 0-12 0,0 0-6 0,0 0-1 16,0 0-1-16,0 0 1 0,0 0 1 0,0 0 0 0,0 0 1 15,0 0 0-15,0 0-1 0,0 0-2 0,0 0-3 0,0 0-3 16,6 0-3-16,-6 0-78 0,7 0-17 0,-1 0 0 0,-6 0 0 0,6 4 0 16,1-4 0-16,6 0 0 0,-7 0 0 0,2 0 0 0,4 0 0 0,1 4 0 15,-6-4 0-15,6 0 0 0,-1 0 0 0,2 0 0 0,-1 0 0 16,7 0 0-16,-8 0 0 0,2 0 0 0,-2 0 0 0,8 0 0 16,-7 0 0-16,0 0 0 0,6 0 0 0,-5 3 0 0,-1-3 0 0,6 4 0 15,-6-4 0-15,1 4 0 0,5-4 0 0,-6 3 0 0,0 0 0 0,7 2 0 16,-8-2 0-16,2 1 0 0,-2 0 0 0,1-1 0 0,1 1 0 15,-2-4 0-15,2 3 0 0,-2 1 0 0,-5-4 0 0,6 5 0 16,0-5 0-16,-7 0 0 0,8 0 0 0,-8 0 0 0,7 0 0 0,-6-5 0 16,6 5 0-16,-7-4 0 0,0 4 0 0,2-3 0 0,-2-1 0 15,0 4 0-15,-6-3 0 0,7-1 0 0,-7 4 0 0,0-4 0 16,7 4 0-16,-7-3 0 0,0 3 0 0,0-5 0 0,0 5 0 0,0-3 0 16,-7 0 0-16,7 3 0 0,0-4 0 0,-7-3 0 0,1 3 0 15,0 0 0-15,-2 1 0 0,2-5 0 0,0 1 0 0,-1 3 0 0,-6-3 0 16,0 0 0-16,7 0 0 0,-8-4 0 0,2 3 0 0,-1-3 0 15,-1 4 0-15,8-3 0 0,-7-2 0 0,0 1 0 0,0-1 0 0,0 2 0 16,0 3 0-16,7-4 0 0,-8 0 0 0,2 0 0 0,5 0 0 16,-6 3 0-16,6-3 0 0,1 4 0 0,-1-1 0 0,1 1 0 15,-1 3 0-15,1-3 0 0,0 3 0 0,-2 1 0 0,2-1 0 0,6 0 0 16,-6 1 0-16,6 3 0 0,0-4 0 0,-7 4 0 0,7 0 0 16,0 0 0-16,0 0 0 0,0 0 0 0,0 0 0 0,0 0 0 0,0 0 0 15,0 0 0-15,0 4 0 0,0-4 0 0,0 3 0 0,7 1 0 16,-7 0 0-16,6-1 0 0,0 1 0 0,2 0 0 0,-2 3 0 0,7 0 0 15,-7-2 0-15,7 2 0 0,0 0 0 0,1 4 0 0,-8-4 0 16,7 1 0-16,0 3 0 0,0-5 0 0,7 6 0 0,-8-5 0 16,2 4 0-16,-2 0 0 0,2 0 0 0,-1 0 0 0,-1 0 0 0,2 0 0 15,-1 4 0-15,-7-4 0 0,7 0 0 0,0 0 0 0,1 3 0 16,-2-3 0-16,2 0 0 0,-2 3 0 0,-5-2 0 0,6-1 0 16,0 1 0-16,-7-2 0 0,1 1 0 0,6-4 0 0,-7 4 0 0,1-3 0 15,0-1 0-15,-1 0 0 0,-6-3 0 0,7 3 0 0,-7-3 0 0,0 0 0 16,6-1 0-16,-6-3 0 0,0 0 0 0,0 0 0 0,0 4 0 15,-6-4 0-15,6 0 0 0,-7 3 0 0,1-3 0 0,-1 4 0 0,0 0 0 16,-5 0 0-16,-8 3 0 0,7-4 0 0,-7 5 0 0,-6 3 0 16,6-4 0-16,-5 3 0 0,-1 2 0 0,0-1 0 0,-1 1 0 0,-5-2 0 15,6 1 0-15,0-3 0 0,7 2 0 0,-8-6 0 0,14 3 0 16,-6-7-299-16,13 0-369 0,-8-3-35 0,14-1-11 0,0-7 9 16,6 0 18-16,2 0 25 0,-2-3 27 0,7-5 32 0,0-3 33 0,6 4 37 15,1-4 38-15,-7-4 67 0,13 1 79 0</inkml:trace>
  <inkml:trace contextRef="#ctx0" brushRef="#br0" timeOffset="166032.35">24481 6491 107 0,'0'0'155'0,"0"4"26"0,0-4 31 0,0 0 37 0,0 4 41 0,0-4 49 0,0 0 52 0,0 3 24 15,0-3 11-15,0 0 4 0,0 0-2 0,0 4-2 0,0-4 0 16,0 0-5-16,-6 0-6 0,6 0-15 0,0 3-18 0,0-3-27 15,0 0-29-15,0 4-38 0,0-4-42 0,0 4-29 0,0-4-21 0,-6 4-13 16,6-1-9-16,0 5-61 0,0-5-113 0,-8 5 0 0,8-1 0 16,0 4 0-16,0-4 0 0,-6 4 0 0,6 4 0 0,0-4 0 15,-6 4 0-15,6 3 0 0,-7 0 0 0,7 1 0 0,-7 2 0 0,1 1 0 16,6 4 0-16,-6 0 0 0,-1-1 0 0,7 5 0 0,-6-1 0 0,-1 4 0 16,7 0 0-16,-7 0 0 0,1 0 0 0,0 0 0 0,-1 4 0 15,0-4 0-15,1-1 0 0,0-1 0 0,-1 1 0 0,0-3 0 0,1-3 0 16,-1-1 0-16,1-3 0 0,0 0 0 0,-2-3 0 0,2-1 0 15,0-3 0-15,0-4-473 0,-1 0-258 0,0-4-28 0,7 0-7 16,0-7 15-16,0 0 25 0,0 0 31 0,0 0 33 0,0-7 41 16,0 0 44-16,7-1 57 0,-7 1 63 0,7 0 101 0,-7-4 259 0</inkml:trace>
  <inkml:trace contextRef="#ctx0" brushRef="#br0" timeOffset="179615.5">5646 7485 64 0,'0'-4'130'0,"0"0"13"0,0 4 16 16,0-4 20-16,0 1 25 0,0-1 28 0,-7 0 31 0,7 4 15 15,0-4 8-15,0 4 8 0,0 0 8 0,0 0 11 0,0-3 9 0,0 3 2 16,0 0 0-16,0 0-7 0,0 0-10 0,0 0-16 0,0 0-21 16,-6 0-25-16,6 0-27 0,0 0-26 0,0 0-25 0,0 0-28 0,0 0-28 15,0 0-25-15,0 0-21 0,0 0-13 0,0 0-9 0,0 0-7 16,0 0-2-16,0 0-2 0,6 3 2 0,-6-3 1 0,0 4 3 0,0-4 3 15,0 4 5-15,7-4 3 0,-7 4 3 0,7-1 1 0,-1-3 2 16,-6 4 2-16,7 0 3 0,-1 0 0 0,-6-1 1 0,6 1-3 16,2-1-3-16,-2 1-2 0,-6 3-3 0,6-3-6 0,0 3-5 0,1-3-5 15,0 3-4-15,-1-3-3 0,1 3-2 0,-1 0-1 0,0 1-3 0,2-1-2 16,-2 0-1-16,0 0 0 0,0 1-2 0,2-1-3 0,-2-3-2 16,0 4-1-16,1-2-2 0,-7 2 0 0,6 0-1 0,1-1 1 15,0-3 1-15,-1 3 0 0,0 0 1 0,1-3 2 0,0 3-1 0,-1 1 0 16,-6-5 0-16,6 1-1 0,1-1 0 0,-7-3 1 0,7 4-1 15,-1-4 1-15,-6 4 0 0,7-4 0 0,-7 0 2 0,6 0 1 16,0-4 1-16,-6 4 5 0,8-4 3 0,-2 1 5 0,0-1 5 0,0-3 1 16,8-1 1-16,-1-3 1 0,-1 1-1 0,2-9 2 0,6 5 0 15,-1-9-12-15,7-2-25 0,-6-1 0 0,6-3 0 0,6-4 0 16,-6 0 0-16,6-4 0 0,-6 1-10 0,7-4-62 0,-7 3-19 0,7-4-23 16,-7 5-22-16,0-1-35 0,0 0-40 0,0 5-57 0,-7-1-68 0,1 7-63 15,0-4-63-15,-7 8-47 0,-1 0-38 0,2 1-12 0,-1 6 3 16,-7-3 10-16,1 3 16 0,-7 4 19 0,6 1 21 0,-6-2 35 15,0 5 37-15,-6-1 59 0,6 1 66 0</inkml:trace>
  <inkml:trace contextRef="#ctx0" brushRef="#br0" timeOffset="185465.5">13917 14097 0 0,'-6'0'48'0,"6"3"93"0,-7-3 16 0,7 0 24 16,0 4 27-16,-6-4 34 0,6 0 34 0,0 4 38 0,0-4 35 16,-7 0 16-16,7 0 5 0,0 0 2 0,0 0-2 0,0 0-3 15,0 0-3-15,0 0-7 0,0 0-9 0,0 0-18 0,0 0-18 0,0 0-24 16,0 0-24-16,7 0-24 0,-7 0-26 0,0 0-27 0,6 0-26 16,1 0-16-16,-1 0-10 0,1 0-4 0,-1 0-4 0,1 0-2 0,0 0 0 15,5 0-2-15,-5 0 0 0,6 0-6 0,-7 0-6 0,14-4-7 16,-13 4-104-16,13 0 0 0,-8-4 0 0,1 4 0 0,0-3 0 0,6-1 0 15,-5 4 0-15,5-4 0 0,-6 1 0 0,7 3 0 0,-1-4 0 16,1 1 0-16,-7 3 0 0,7-4 0 0,-8 4 0 0,8-4 0 0,0 4 0 16,-7-3 0-16,7 3 0 0,-8 0 0 0,8 0 0 0,-7 0 0 15,7 0 0-15,-8 0 0 0,2 3 0 0,5-3 0 0,-6 0 0 0,0 4 0 16,7-4 0-16,-8 4 0 0,2-4 0 0,-1 0 0 0,-1 3 0 16,2-3 0-16,-2 0 0 0,2 0 0 0,-1 0 0 0,-7-3 0 15,8 3 0-15,-8-4 0 0,0 4 0 0,0-4 0 0,-6 4 0 0,8 0 0 16,-8-3 0-16,6 3 0 0,-6 0 0 0,0 0 0 0,0 0 0 15,0 0 0-15,0-4 0 0,-6 0 0 0,6 4 0 0,-8-4 0 0,8 0 0 16,-6 1 0-16,0-4 0 0,-8 3 0 0,8-3 0 0,-7-1 0 16,0 1 0-16,0 0 0 0,1-1 0 0,-2-3 0 0,-5 4 0 0,5-4 0 15,-6 4 0-15,2-4 0 0,4 4 0 0,1-4 0 0,-7 3 0 16,8 1 0-16,-2-4 0 0,-5 3 0 0,6 2 0 0,0-2 0 16,1 0 0-16,-2 5 0 0,8-5 0 0,-7 1 0 0,-1 3 0 0,8 1 0 15,0-4 0-15,-1 3 0 0,0 4 0 0,7-4 0 0,-6 4 0 16,6-3 0-16,-6 3 0 0,6 0 0 0,0 0 0 0,0 0 0 15,6 0 0-15,-6 3 0 0,6-3 0 0,-6 4 0 0,7 0 0 0,0-1 0 16,-1 4 0-16,7-3 0 0,-6 0 0 0,6 3 0 0,-1 0 0 16,-4-3 0-16,4 3 0 0,1 1 0 0,0-1 0 0,0 1 0 0,1-1 0 15,4-3 0-15,-4 7 0 0,-1-4 0 0,7 0 0 0,-8 1 0 16,2 3 0-16,5-4 0 0,-6 4 0 0,0-4 0 0,7 4 0 0,-8-4 0 16,2 4 0-16,5 0 0 0,-5-3 0 0,-2 2 0 0,2-2 0 15,-8 3 0-15,7 0 0 0,0-4 0 0,-6 4 0 0,-1-3 0 16,0 3 0-16,0-4 0 0,2 0 0 0,-2 1 0 0,-6-1 0 0,0 4 0 15,0-4 0-15,0 0 0 0,0 4 0 0,0-3 0 0,-6 3 0 16,-2 0 0-16,2 0 0 0,0 0 0 0,-7 0 0 0,0 4 0 0,0-4 0 16,-1 3 0-16,2-3 0 0,-8 4 0 0,7-1 0 0,-7-2 0 15,2-1 0-15,4 3 0 0,-5-6 0 0,-1-1 0 0,6 0-193 0,2-4-277 16,-1 1-95-16,0-4-59 0,6 0-38 0,1-4-11 0,6-2 4 16,0-5 16-16,0 0 23 0,6 0 30 0,1-4 33 0,-1-4 39 15,1 5 39-15,6-1 71 0,-1-3 86 0</inkml:trace>
  <inkml:trace contextRef="#ctx0" brushRef="#br0" timeOffset="185848.59">14960 13983 0 0,'0'7'239'0,"0"1"66"0,0-1 31 0,0 0 37 0,-7 4 40 0,7-3 31 0,0-1 25 0,-7 4 21 0,7 0 18 0,0 0 12 0,-6 0 13 16,-1 0-47-16,7 4-77 0,-6-1-59 0,6 1-49 0,-7 0-34 15,7-1-25-15,-6 1-34 0,6-1-36 0,0 1-27 0,0 0-25 16,0-1-17-16,0 1-18 0,0-4-12 0,6 0-12 0,1 0-8 0,-1 0-9 16,1 0-5-16,-1-4-5 0,8 1-5 0,-8 0-4 0,7-1-2 15,0-4-5-15,6 1-1 0,-5-4-1 0,-2 4-1 0,8-8-1 0,-7 4 0 16,7-4 1-16,-8 1-2 0,8-4-1 0,-7-1-1 0,7 0 0 0,-8-3-2 16,2 0-1-16,6 0-1 0,-8 1 0 0,1-5-1 0,1 0 0 15,-2 1-1-15,2-1 0 0,-2-4 1 0,2 1 2 0,-1 0 3 16,-7 0 4-16,8-1 4 0,-8 1 4 0,6-4-22 0,-5 4-1 0,0 0 0 15,-1-5 0-15,-6 5 0 0,7 3 0 0,-7-3 0 0,-7 4 0 16,7-5 0-16,-6 5 0 0,-8 3 0 0,8-4 0 0,-6 4 0 16,-8 0 0-16,7 0 0 0,-7 3 0 0,0 1 0 0,-6 0 0 0,7 3 0 15,-7 4 0-15,-7 0 0 0,7 0 0 0,-6 4 0 0,-1 3 0 16,1 0 0-16,-1 1 0 0,1 3-132 0,-1 3-329 0,7-3-87 0,-7 4-70 16,1 0-34-16,6-4-17 0,0 4 2 0,6-4 6 0,-6 3 17 15,13-7 21-15,-7 4 32 0,14-3 35 0,-7-1 52 0,7 0 61 16,6-3 98-16,0-4 268 0</inkml:trace>
  <inkml:trace contextRef="#ctx0" brushRef="#br0" timeOffset="187465.82">13449 12221 208 0,'0'0'245'0,"0"0"28"16,0 0 25-16,0-4 29 0,0 4 28 0,6 0 39 0,-6 0 44 0,6 0 30 15,-6 0 25-15,7 0-21 0,0 0-40 0,-1 0-31 0,1 0-21 16,-1 0-26-16,7 0-24 0,-6 0-19 0,5 0-15 0,2 0-18 16,-1 0-20-16,7 0-30 0,-8 0-35 0,8 0-25 0,-1 0-19 0,1 0-9 15,0 0-8-15,6 0-9 0,-7 0-76 0,7 0-47 0,-6 0 0 16,-1 0 0-16,1 0 0 0,0 0 0 0,5 0 0 0,-12 0 0 0,6-3 0 16,1 3 0-16,0 0 0 0,-7 0 0 0,7-4 0 0,-8 4 0 15,2 0 0-15,-2-3 0 0,1-1 0 0,1 4 0 0,-2-5 0 16,-4 3 0-16,4 2 0 0,1-5 0 0,-6 2 0 0,-1 0 0 0,1-2 0 15,-1-2 0-15,0 4 0 0,2-1 0 0,-2 0 0 0,-6 1 0 16,0-1 0-16,6 0 0 0,-6-3 0 0,-6 4 0 0,6-1 0 0,0 0 0 16,-6-3 0-16,-2 3 0 0,2-3 0 0,0 3 0 0,-1-3 0 15,-6 3 0-15,0-3 0 0,7 0 0 0,-8 3 0 0,2-3 0 0,-2-1 0 16,1 1 0-16,1 0 0 0,-2-1 0 0,8 1 0 0,-7-1 0 16,0 1 0-16,0 0 0 0,6-1 0 0,1 1 0 0,-1 3 0 0,1 1 0 15,0 0 0-15,-2-1 0 0,8 0 0 0,-6 0 0 0,6 4 0 16,0 0 0-16,0 0 0 0,0 0 0 0,0 0 0 0,0 0 0 15,0 0 0-15,0 0 0 0,6 0 0 0,-6 4 0 0,8-4 0 0,-2 4 0 16,0 0 0-16,1-4 0 0,-1 3 0 0,7 4 0 0,0-3 0 0,1-1 0 16,-2 5 0-16,2-5 0 0,-2 1 0 0,8 3 0 0,-7-3 0 15,7 3 0-15,-1-3 0 0,-6 4 0 0,6-1 0 0,1 0 0 16,-7 1 0-16,7-1 0 0,-7 0 0 0,6 4 0 0,1-3 0 0,-7 2 0 16,0-2 0-16,6 3 0 0,-5 0 0 0,-2-4 0 0,2 4 0 15,-1-4 0-15,-1 5 0 0,-4-1 0 0,-2-4 0 0,6 4 0 16,-12-4 0-16,7 4 0 0,0-4 0 0,-7 1 0 0,0 3 0 0,0-4 0 15,0 0 0-15,-7 4 0 0,7-3 0 0,-7-1 0 0,1 4 0 16,0 0 0-16,0 0 0 0,-8 0 0 0,8 0 0 0,-7 0 0 0,-1 4 0 16,-5-4 0-16,6 3 0 0,0 1 0 0,-7-4 0 0,8 3 0 15,-8 1 0-15,7-4 0 0,-7 4 0 0,7-4 0 0,-6 0 0 0,5 0 0 16,2 0-426-16,5-8-214 0,-6 5-56 0,7-8-13 0,6 0 8 16,-7-4 14-16,7-3 21 0,7-4 28 0,-7-4 32 0,13 1 37 0,-7-5 39 15,7-3 53-15,1 0 60 0,-2 0 86 0,8 0 233 0</inkml:trace>
  <inkml:trace contextRef="#ctx0" brushRef="#br0" timeOffset="187731.07">14868 11748 0 0,'7'-8'77'0,"5"-2"186"0,-4 3 46 16,-8 3 50-16,6-3 51 0,0 3 38 0,-6 0 30 0,7 1 26 15,-7-1 24-15,6 4 25 0,-6 0 24 0,0 0-20 0,0 0-41 0,0 0-44 16,0 0-43-16,-6 0-39 0,6 7-36 0,0-3-38 0,-7 3-37 16,7 4-27-16,-6 0-132 0,6 0-120 0,-6 8 0 0,6-1 0 0,-8 5 0 15,2 2 0-15,0 0 0 0,-1 4 0 0,1 1 0 0,-1 3 0 16,7-4 0-16,-6 4 0 0,-1 0 0 0,1-3 0 0,0 3 0 16,6-4 0-16,-8 0 0 0,8 1 0 0,-6-5 0 0,6 1 0 15,-6-4-473-15,6-4-156 0,-7 0-55 0,7 0-22 0,0-3-5 0,-7-5 10 16,7 2 18-16,0-4 25 0,7-1 28 0,-7-3 37 0,0-4 43 15,7-4 63-15,5 0 74 0</inkml:trace>
  <inkml:trace contextRef="#ctx0" brushRef="#br0" timeOffset="-208381.48">1888 1604 0 0,'-6'-10'115'0,"6"-1"38"0,0 3 20 0,-7-3 22 0,7 4 25 16,-6-1 27-16,6 1 27 0,0 0 28 0,0 3 28 0,-7 0 3 0,7-3-8 16,0 7-1-16,0-4 4 0,0 4 1 0,0 0-1 0,0-3-10 0,0 3-11 15,7 0-13-15,-7 0-12 0,6 0-17 0,1 0-18 0,-1 0-18 0,7 0-18 16,-6-4-22-16,13 4-25 0,-8 0-17 0,8 0-17 0,-1-4-8 16,1 4-7-16,0-3-4 0,5 3-2 0,-5 0-7 0,6-4-8 0,-7 4-8 15,7 0-5-15,-6 0-7 0,6 4-6 0,-7-4-5 0,1 3-4 0,6 1-2 16,-6 0-3-16,-1 3-2 0,-5-3-3 0,5 3-4 0,-6 0-3 0,0 1-1 15,1 3-33-15,-2-4-8 0,1 4 0 0,-6-3 0 0,-1 3 0 0,1-1 0 16,-1 1 0-16,-6 0 0 0,6 4 0 0,-6-4 0 0,-6 0 0 16,6 4 0-16,-6-1 0 0,-1 1 0 0,1-4 0 0,-1 7 0 0,-6-3 0 15,7 0 0-15,-8 3 0 0,2-4 0 0,-2 1 0 0,-5 3 0 0,6-3 0 16,0 0 0-16,0 0 0 0,-7-1 0 0,8-3 0 0,-2 4 0 0,2-4 0 16,-2 0 0-16,1-4 0 0,0 0 0 0,7 1 0 0,-7-1 0 15,7-3 0-15,-2-1 0 0,2 1 0 0,6-4 0 0,-6 4 0 0,6-4 0 16,0 0 0-16,0 0 0 0,0 0 0 0,0 0 0 0,0-4 0 0,0 4 0 15,6-4 0-15,-6 4 0 0,6-3 0 0,-6 3 0 0,8 0 0 0,-2-4 0 16,0 4 0-16,7-4 0 0,-6 1 0 0,6 3 0 0,-1-4 0 0,2 0 0 16,-1 1 0-16,0-1 0 0,0 0 0 0,0 4 0 0,6-3 0 15,-5-1 0-15,-2 0 0 0,1 4 0 0,1-3 0 0,-2-1 0 0,2 4 0 16,-8 0 0-16,0 0 0 0,8 0 0 0,-8 0 0 0,-6 0-127 0,7 0-22 16,-7 4-32-16,0-4-37 0,0 3-59 0,0-3-68 0,0 4-67 15,-7 0-62-15,7-1-48 0,-6 1-40 0,-8 0-9 0,8-1 5 0,0 1 17 16,-8 0 18-16,2-4 21 0,5 3 20 0,-6-3 30 0,0 0 37 0,0-3 57 15,0-1 70-15</inkml:trace>
  <inkml:trace contextRef="#ctx0" brushRef="#br0" timeOffset="-208031.32">2077 1626 0 0,'-7'-3'9'0,"7"3"176"0,-6-4 20 0,6 4 23 0,-6 0 22 16,6 4 27-16,0-4 29 0,0 3 40 0,-7 5 47 0,7-5 29 15,0 5 19-15,0 3-17 0,7-4-32 0,-7 8-26 0,0-1-19 0,0 1-15 16,0 3-12-16,0 1-13 0,0 3-18 0,0 0-21 0,-7 3-25 0,7 1-36 15,-7-1-44-15,7 1-30 0,-6 3-24 0,0 1-19 0,-1-5-15 0,1 4-12 16,-8 1-9-16,8-1-10 0,-8 1-8 0,8-5-7 0,-6 4-6 0,5-3-8 16,-6 0-10-16,6-1-11 0,-5 1-13 0,-2-8-12 0,8 4-15 0,-1-4-10 15,1-2-10-15,-1-6-15 0,1 1-15 0,-1-3-28 0,1-1-35 16,6-7-43-16,-7 0-43 0,7 0-37 0,0-7-30 0,7-1-13 0,-7-3-6 16,6 1 3-16,1-6 8 0,-1-2 8 0,1 4 9 0,-1-5 14 0,1 1 14 15,5 3 27-15,-4-3 35 0,4 4 44 0,-5 3 50 0,6 0 48 16,0-1 46-16,-7 5 40 0,8 0 36 0,-8 3 33 0,7 0 32 0,0 1 35 15,-6 3 37-15,5 3 32 0,2 1 26 0,-2 0 17 0,2-1 12 0,-1 5 5 16,-1 3 3-16,8-4-3 0,-6 4-5 0,5 0-12 0,-6 0-16 0,6 4-21 16,-5-4-25-16,5 0-32 0,-6 0-36 0,6 3-29 0,-5-3-26 0,-2-3-16 15,8 2-12-15,-7-2-14 0,0 3-18 0,0-7-23 0,-7 3-26 16,8 0-52-16,-8-3-60 0,7 3-77 0,-6-3-82 0,-1 0-73 0,-6-1-69 16,7-3-36-16,-7 4-18 0,0-4-8 0,0 0-4 0,0 0 5 15,0 0 7-15,0 0 16 0,6 0 20 0,-6-4 45 0,6 1 57 0,-6-5 71 16,8 1 242-16</inkml:trace>
  <inkml:trace contextRef="#ctx0" brushRef="#br0" timeOffset="-207648.34">3106 1516 108 0,'7'-7'343'0,"-7"3"53"0,6 4 39 0,-6-3 27 0,0 3 20 15,0 0 15-15,0 0 14 0,0-4 11 0,0 4 13 0,-6 0 2 0,6 0-3 16,-7 4-63-16,1-4-95 0,-1 3-84 0,-6 1-76 0,0 0-52 15,6 3-38-15,-12 0-26 0,6 1-18 0,0 3-16 0,-7 0-12 0,1-1-11 16,6 6-11-16,-6-2-9 0,5 4-5 0,-5-3-5 0,6 0-3 0,0 3-2 16,-1-3-2-16,8 3-1 0,0-4-3 0,-1 1-1 0,0 0-2 0,7-4 0 15,0 4-2-15,7-1 0 0,-7-3-1 0,13 0 1 0,-7 0 0 0,1 0 1 16,6 0 1-16,0 0 2 0,1 0 2 0,-2 0 3 0,2 0 5 16,5-3 6-16,-6 3 5 0,0 3 5 0,-1-3 4 0,2 0 7 0,-1 0 6 15,7 0 6-15,-14 4 7 0,7-4 5 0,0 3 5 0,-7 1 6 0,1-4 5 16,6 4 6-16,-13-1-13 0,7-3-71 0,-7 4 0 0,0 0 0 15,0-1 0-15,0-3 0 0,-7 4 0 0,1-1 0 0,-1 1 0 0,-6 0 0 16,0 0 0-16,0-1 0 0,0 1 0 0,0-1 0 0,-6-3 0 16,-1 4 0-16,0 0 0 0,-5-4 0 0,5-1 0 0,-6 1 0 0,-1-3 0 15,8 3 0-15,-7-7 0 0,0 3 0 0,0-3 0 0,0-4 0 16,-1 0 0-16,9 0 0 0,-9-4 0 0,7-3-87 0,2 0-349 0,4-5-88 16,1 2-84-16,0-5-38 0,6-4-14 0,7 1 4 0,0-4 13 0,0 0 21 15,7-3 25-15,0 2 29 0,-1-2 31 0,7-1 36 0,1 1 41 0,4-1 79 16,-4 0 116-16</inkml:trace>
  <inkml:trace contextRef="#ctx0" brushRef="#br0" timeOffset="-207249.13">3380 1509 22 0,'13'-4'265'0,"0"-3"41"0,0 3 38 16,-7-3 40-16,8 4 42 0,-8-5 29 0,7 5 21 0,-7-5 17 0,7 5 12 15,-6-5 8-15,6 1 2 0,0 3-45 0,0-3-70 0,0 3-51 0,0-3-41 16,7 3-35-16,-8 0-31 0,8-3-36 0,0 3-37 0,-1 4-24 15,1-3-20-15,-1-1-16 0,1 0-11 0,0 4-12 0,6 0-13 0,-7-3-10 16,7 3-9-16,-6-4-11 0,-1 4-8 0,1 0-8 0,6 0-5 0,-14 0-7 16,8-4-3-16,-1 4-4 0,1 0-3 0,-6 0-8 0,-2 0-7 0,1 0-12 15,1 0-13-15,-8 0-15 0,0 0-16 0,0 0-16 0,-6 0-19 0,8 0-26 16,-8 0-29-16,0 0-45 0,0 0-56 0,-8 0-58 0,2 0-59 16,0 0-42-16,0 0-32 0,-8 4-22 0,8-4-15 0,-7 0-15 0,-1 0-13 15,-4 4 3-15,4-4 12 0,1 0 22 0,-7 3 27 0,8-3 44 0,-8 0 55 16,7 0 74-16,0 0 81 0,0 4 68 0,-1-4 61 0,8 4 51 15,-6-1 46-15,-2-3 45 0,8 4 44 0,-1 0 37 0,1 3 33 0,0-3 37 16,-2 3 36-16,2 0 44 0,0 1 45 0,0 3 28 0,-1 0 15 16,0 4 5-16,1-1-2 0,-1 4-3 0,1 1-4 0,-1 3-6 0,0 0-6 15,1 3-17-15,0 1-20 0,0 0-27 0,-2 3-33 0,2 0-39 16,6 1-44-16,-6-1-41 0,6 0-39 0,0 0-24 0,-7 1-20 0,7-1-14 0,7-3-14 16,-7 3-17-16,0-3-16 0,0-1-25 0,6 1-23 0,0-4-35 15,-6 0-41-15,8 0-66 0,-8-4-81 0,0 0-82 0,6 1-86 16,-6-5-51-16,0 5-40 0,0-4-18 0,0-1-9 0,-6-3 1 0,6 4 5 15,-8-4 15-15,2 3 17 0,0-3 31 0,-1 4 35 0,-6-4 66 0,6 0 78 16</inkml:trace>
  <inkml:trace contextRef="#ctx0" brushRef="#br0" timeOffset="-206165.02">2019 3154 99 0,'-7'-8'152'0,"7"1"23"15,0 0 29-15,-7 0 34 0,7-1 40 0,0 5 37 0,-6-5 38 0,6 4 24 16,0 4 17-16,-6-3-2 0,6 3-12 0,0 0-11 0,0 3-9 16,-8 1-9-16,8 4-7 0,0-1-16 0,-6 4-19 0,6 3-29 0,0 2-32 15,-6 5-31-15,6 1-31 0,0 4-33 0,-6 3-32 0,6 4-18 16,0 0-13-16,-7 0-7 0,7 4-3 0,0-1-7 0,-7 2-6 0,7 1-8 15,-6-2-8-15,-1 4-7 0,7-1-5 0,-6-4-6 0,0 4-6 0,-8 0-3 16,8-3-3-16,-1 4-4 0,-6-5-3 0,7 2-7 0,-7-5-9 16,6-1-12-16,0-3-15 0,1-3-17 0,0-4-20 0,-1-4-22 0,7-3-22 15,0-4-41-15,0-4-50 0,0-3-67 0,0-8-73 0,7-3-63 16,-1-4-58-16,0-4-37 0,1-3-25 0,6-9-6 0,-6-1 5 0,6-5 12 16,0-4 18-16,-1-3 20 0,2 0 21 0,-1-4 40 0,0-4 50 0,0 0 65 15,-1 1 118-15</inkml:trace>
  <inkml:trace contextRef="#ctx0" brushRef="#br0" timeOffset="-205698.9">2019 3146 0 0,'0'-21'106'0,"-7"2"159"16,7 1 37-16,0 3 40 0,0 4 41 0,0-3 29 0,0 7 25 0,0-1 17 16,7 0 15-16,-1 2 11 0,-6 2 11 0,7-4-34 0,5 5-57 0,-5-1-48 15,6 0-44-15,0 1-33 0,0 3-29 0,6-4-31 0,-5 4-32 0,6-4-23 16,-1 4-16-16,0 0-11 0,0 0-7 0,8 0-7 0,-8 0-5 16,8 4-5-16,-8-4-6 0,0 4-6 0,8-1-7 0,-7 1-8 15,-8 3-10-15,8-2-6 0,-1 2-8 0,-5-1-5 0,-2-1-8 0,2 2-4 16,-8 0-39-16,0 4-2 0,1-4 0 0,-7 4 0 0,0 0 0 0,0 4 0 15,-7-4 0-15,1 4 0 0,0-1 0 0,-8 4 0 0,2 1 0 0,-8-1 0 16,0 1 0-16,1 3 0 0,-7-5 0 0,-1 6 0 0,1-1 0 16,-6-4 0-16,6 4 0 0,-7-3 0 0,7-1 0 0,-7 0 0 0,7-3 0 15,1-1 0-15,-1 2 0 0,6-6 0 0,1-2 0 0,-1 3 0 16,0-7 0-16,8-1 0 0,-2 0 0 0,8 1 0 0,-1-4 0 0,1 0 0 16,0 0 0-16,6 0 0 0,0 0 0 0,0 0 0 0,0 0-8 15,6 0-2-15,-6 0-1 0,6 0 2 0,1 0-1 0,6 0 1 0,-6 4 0 16,5-4 0-16,2 0 1 0,5 3 1 0,-6 1 3 0,6-4 1 0,-5 4 1 15,5 3 3-15,1-3 3 0,-8-1 4 0,8 5 6 0,0-5 5 16,-7 4 5-16,6 1 5 0,-6-4-29 0,1 3 0 0,-2 0 0 0,8 4 0 16,-14-4 0-16,7 1 0 0,-6 0 0 0,6 2 0 0,-7-2 0 15,1 3 0-15,-7-4 0 0,0 4 0 0,7 0 0 0,-14 4 0 0,7-1 0 16,-7-3 0-16,1 4 0 0,0-1 0 0,-1 1 0 0,-6 4 0 0,0-5 0 16,0 1 0-16,0-1 0 0,-1 5 0 0,-5-5 0 0,6 1 0 15,-6 3 0-15,-1-3 0 0,0 0 0 0,1-1 0 0,-1 1 0 0,1 0 0 16,-7-1 0-16,6-3 0 0,0 0 0 0,-5 0 0 0,5 0 0 0,-6-4 0 15,7 1 0-15,-1-2 0 0,0-1 0 0,1-2 0 0,0 1 0 16,6 0-144-16,-1-4-215 0,2 0-70 0,4 0-75 0,2-4-59 0,6 0-47 16,0-4-12-16,0-2 7 0,6-1 16 0,2 0 21 0,4-7 23 15,2 3 25-15,-1-2 25 0,6-6 25 0,0 1 50 0,1-1 66 0,0-2 79 16,-1 0 266-16</inkml:trace>
  <inkml:trace contextRef="#ctx0" brushRef="#br0" timeOffset="-205364.97">2468 3443 47 0,'6'12'244'0,"-6"-1"32"0,7 3 29 0,-14-3 38 0,7 4 44 0,0-1 33 0,0 1 27 16,-6 0 19-16,-1 3 16 0,7 1 0 0,-6-1-10 0,6 0-40 0,-6 4-55 15,6 0-44-15,-7-4-36 0,7 7-26 0,0-6-24 0,0 3-35 16,0 0-39-16,7-4-32 0,-7 1-25 0,6-1-18 0,7-3-14 0,-7-1-10 16,8-3-9-16,-2 1-9 0,-5-5-8 0,12 1-7 0,-6-2-4 15,7-6-6-15,-6 0-3 0,4 0-3 0,2-3-3 0,-1-4-1 16,1-1-2-16,6-3-1 0,-6-1-3 0,-1-2-1 0,1-4-2 0,-1 0-2 15,1-1-1-15,0 1-1 0,-1-4-2 0,-6 0-1 0,0 0 0 0,0 0-1 16,-6 0-1-16,5 0 0 0,-5 1-1 0,0-2 0 0,-7 1 1 0,6 0 0 16,-6 0-2-16,0 0 1 0,0 0-1 0,-6 1 0 0,-1 2 0 15,0-3 1-15,1 4-1 0,0-1 2 0,-8 5 0 0,2-1 0 16,-1 1 1-16,-1 3 0 0,-6 3 1 0,8 1 0 0,-8 3-1 0,-5 1-1 16,5 3-3-16,-6 3-6 0,-1 1-9 0,9 3-13 0,-9 1-14 15,-5 3-18-15,6 3-20 0,-1 1-28 0,8-1-33 0,-7 5-59 0,6-5-75 16,-6 4-76-16,6 1-75 0,8-4-59 0,-1-1-49 0,-1 1-19 15,8 0-5-15,0-5 6 0,0 2 11 0,6-5 16 0,0-3 20 0,6-1 26 16,-6 1 32-16,12-8 58 0,-5 4 75 0</inkml:trace>
  <inkml:trace contextRef="#ctx0" brushRef="#br0" timeOffset="-205031.61">2871 3491 0 0,'7'11'25'0,"0"0"180"0,-7 0 24 0,6 0 31 0,1 0 33 0,-7 0 37 15,6 0 39-15,1 0 33 0,-7 0 30 0,7 4 19 0,-1-4 15 0,-6 3-31 16,6 1-55-16,0 0-37 0,2-1-33 0,-2 1-22 0,0-1-20 16,1 1-28-16,-1 0-33 0,8 0-36 0,-8-4-38 0,6 0-31 0,2-1-30 15,-1-2-19-15,0-1-14 0,0-3-8 0,7-1-5 0,-8 1-4 16,8-4-2-16,-7-4-2 0,7 1-3 0,0-1-2 0,-1-3-1 0,-6-4-1 16,6 0 1-16,-5-4-2 0,-2 1 1 0,8-1 0 0,-7-4 1 15,0 1 2-15,0-4 2 0,-7 4 3 0,8-4 3 0,-8 0 3 16,0-4 1-16,1 4 3 0,-7 0 2 0,0 0 2 0,0 0 3 0,0 1 2 15,0-6 3-15,-7 9 1 0,1-4 1 0,0 4-2 0,-8 0-1 0,8 3-4 16,-7 1-1-16,0 3-5 0,-6 0-3 0,-1 3-1 0,0 4-4 16,1 1-8-16,-1 6-8 0,-6-3-13 0,0 8-14 0,0-1-20 0,0 4-20 15,-6 0-30-15,6 4-34 0,0-1-56 0,-1 1-65 0,-5 3-67 16,6-3-70-16,6 3-63 0,-6-3-60 0,7-4-26 0,6 4-7 0,-1-8 0 16,2 4 9-16,4-7 14 0,2-4 18 0,6 0 28 0,6 0 34 15,-6-8 52-15,8 1 66 0</inkml:trace>
  <inkml:trace contextRef="#ctx0" brushRef="#br0" timeOffset="-204731.17">3250 2905 0 0,'-7'-4'214'15,"0"1"94"-15,1 3 39 0,6-4 38 0,-6 0 36 0,6 4 23 0,-8-3 15 16,8 3 12-16,0-4 9 0,0 0 11 0,0 4 10 0,8 0-45 15,-8-4-70-15,6 4-58 0,7-3-53 0,-6-1-38 0,5 4-34 0,1-4-31 16,7 2-32-16,0-3-18 0,-1 1-11 0,7 4-9 0,0-3-6 16,0-1-7-16,1 0-9 0,-2 4-8 0,1-3-9 0,7 3-8 0,-7-4-7 15,0 4-7-15,0 0-7 0,0 0-5 0,1 0-4 0,-2 4-4 16,-5-4-5-16,6 0-3 0,-6 0-3 0,-1 0-6 0,1 0-7 0,-2 0-11 16,-4 0-11-16,-1 0-15 0,7 0-16 0,-14 0-17 0,7 0-19 15,-6-4-24-15,-1 4-27 0,-6 0-56 0,6-4-66 0,-6 1-67 16,-6 3-68-16,6-4-51 0,-6 1-44 0,-1-1-24 0,0 0-15 0,-5 1 2 15,5-1 10-15,-6 0 13 0,0 4 17 0,-1-3 23 0,2 3 28 0,-1 0 53 16,0 0 68-16,-6 0 66 0,5 0 189 0</inkml:trace>
  <inkml:trace contextRef="#ctx0" brushRef="#br0" timeOffset="-204548.16">3575 2824 0 0,'-6'0'70'0,"-1"4"82"16,0-1 16-16,1 5 24 0,6-1 31 0,-7 0 34 0,7 4 37 0,-6 0 46 16,6 4 50-16,0 0 16 0,0 3-1 0,-6 0-6 0,6 8-9 15,0-4-7-15,0 8-4 0,0-1-8 0,0 4-8 0,0 3-19 0,0 1-25 16,-7 0-30-16,7 3-34 0,-7 0-44 0,7 1-48 0,-6 3-33 15,6-4-30-15,-6 3-19 0,6-2-17 0,-7-1-12 0,7 0-9 16,0-3-12-16,-7-4-12 0,7 0-16 0,0 0-20 0,0-7-22 0,0 3-27 16,0-7-42-16,0 0-54 0,0-7-71 0,7 3-79 0,-7-7-73 15,0 0-73-15,0-4-43 0,7 0-27 0,-7-3-12 0,0-4-2 0,6 0 6 16,0-4 12-16,1-3 18 0,0-4 23 0,5 0 40 0,1-3 51 0,1-1 70 16,-2-7 133-16</inkml:trace>
  <inkml:trace contextRef="#ctx0" brushRef="#br0" timeOffset="-204215.16">3907 3304 147 0,'0'4'254'0,"0"7"25"0,-6-4 18 0,6 1 22 0,0-1 26 16,0 4 30-16,0 0 36 0,0 0 25 0,0 0 21 0,0 3-11 0,0 1-26 16,6 0-45-16,-6-1-55 0,7 5-41 0,-7-5-34 0,0 5-22 15,6-1-19-15,0-4-20 0,2 1-25 0,-2 3-30 0,0-7-35 0,0 5-25 16,2-6-21-16,4 1-13 0,1-3-10 0,1-1-6 0,-2-3-6 15,2 3-4-15,-2-7-3 0,8 0 0 0,-7 0-3 0,7-4-1 16,-8-3-1-16,8 0 0 0,-7-1 0 0,7-3-1 0,-8 1 1 0,2-6-1 16,5-2 0-16,-6 4 0 0,0-5 1 0,-7 1 0 0,8 0 1 15,-8 0 4-15,1-1 6 0,0 1 7 0,-1 3 8 0,0-3 6 0,-6 3 7 16,0-3 6-16,0 3 4 0,0 1 6 0,0-1 4 0,-6 0 4 16,0 0 2-16,-1 4 3 0,0-3 4 0,1 2-2 0,-8 2-3 15,8-1-4-15,-7-1-6 0,-6 6-6 0,6 2-6 0,-7-3-6 0,0 3-4 16,1 4-6-16,-1 0-6 0,-6 4-12 0,7-1-15 0,-7 5-22 15,-6 3-22-15,5 0-29 0,1-1-31 0,-6 9-59 0,5-5-73 16,-5 5-91-16,6-1-100 0,-1 1-65 0,2-1-49 0,-1-4-23 0,6 5-11 16,1-5 3-16,6 1 9 0,-7-8 15 0,13 4 20 0,-5-6 25 15,12-3 27-15,0-2 57 0,0 0 71 0</inkml:trace>
  <inkml:trace contextRef="#ctx0" brushRef="#br0" timeOffset="-159914.67">4637 2337 0 0,'0'-4'55'0,"0"1"66"0,0 3 12 0,-7-4 13 0,7 1 12 15,0 3 14-15,0-4 16 0,-7 0 10 0,7 4 7 0,0-4 7 0,0 4 7 16,0 0 7-16,0-4 6 0,0 4 9 0,0 0 8 0,0 0 11 16,0 0 10-16,0 0 5 0,0 0 2 0,0 0-2 0,0 0-7 0,0 0-12 15,0 0-14-15,0 0-17 0,0 0-15 0,0 0-17 0,0 0-15 16,0 0-18-16,0 0-18 0,0 0-17 0,0 0-16 0,0 0-13 0,0 0-11 15,0 0-7-15,0 0-5 0,0 0-5 0,0 0-3 0,0 0-5 16,0 0-3-16,0 0-4 0,0 0-4 0,0 0-3 0,0 0-4 0,0 0-4 16,0 0-4-16,0 0-4 0,0 0-5 0,0 0-4 0,0 0-3 15,0 0-3-15,0 0-3 0,0 0-1 0,0 0-2 0,0 0 3 16,0 0 1-16,7 0 3 0,-7-3 4 0,0 3 2 0,7 0 5 0,-7 0 3 16,6 0 4-16,1-3 5 0,-7 3 3 0,6 0 2 0,-6-5 1 0,6 5 1 15,2-3 0-15,-8 3-1 0,6 0 1 0,0-4-2 0,-6 4-2 0,6 0-4 16,-6-3-3-16,7 3-3 0,0 0-5 0,-7-4-4 0,6 4-1 15,-6 0-2-15,7-4 1 0,-1 4 0 0,-6 0-2 0,7 0-1 16,0 0-3-16,-1 0-2 0,0 0-1 0,0 0-2 0,2 0 0 0,-2 0 0 16,0 0 2-16,1 0-2 0,-1 0-5 0,1 0-5 0,6 0 0 0,-7 0 0 15,0 0 0-15,8 0 0 0,-8 4 0 0,8-4 0 0,-8 0 0 16,1 0 0-16,5 4 0 0,2-4 0 0,-8 0 0 0,7 3 0 16,0-3 0-16,-6 0 0 0,5 0 0 0,2 0 0 0,-2 0 0 0,2 4 0 15,-8-4 0-15,14 0 0 0,-13 0 0 0,5 0 0 0,8 0 0 0,-7 0 0 16,0-4 0-16,0 4 0 0,7 0 0 0,-8 0 0 0,2 0 0 15,5-3 0-15,-6 3 0 0,6 0 0 0,-5-4 0 0,-1 4 0 0,6 0 0 16,-6-4 0-16,1 4 0 0,-2 0 0 0,8-3 0 0,-7 3 0 16,0 0 0-16,0-4 0 0,0 4 0 0,0 0 0 0,0-4 0 0,-7 4 0 15,8 0 0-15,-2 0 0 0,-4 0 0 0,4-3 0 0,1 3 0 16,0 0 0-16,0 0 0 0,-7 0 0 0,8 0 0 0,-1 0 0 16,0 0 0-16,0 0 0 0,0 0 0 0,0 0 0 0,0 0 0 0,0 0 0 15,-7 0 0-15,14 0 0 0,-13 0 0 0,13 0 0 0,-8 0 0 0,-6 0 0 16,8 0 0-16,-1 0 0 0,-1 0 0 0,2 0 0 0,-2 0 0 15,2 0 0-15,-1 0 0 0,-7 0 0 0,8 0 0 0,-2 3 0 0,-6-3 0 16,8 0 0-16,-8 0 0 0,7 0 0 0,-6 4 0 0,6-4 0 16,-7 0 0-16,1 4 0 0,6-4 0 0,-7 0 0 0,1 3 0 0,6-3 0 15,-6 0 0-15,5 0 0 0,-4 4 0 0,4-4 0 0,-6 0 0 16,1 0 0-16,6 4 0 0,0-4 0 0,-7 0 0 0,8 0 0 0,-8 0 0 16,8 0 0-16,-8 0 0 0,7 0 0 0,0 0 0 0,-6 0 0 15,5 0 0-15,-6 0 0 0,8 0 0 0,-1 0 0 0,0 0 0 0,-6 0 0 16,5 0 0-16,2 0 0 0,-2 0 0 0,-5 0 0 0,6 0 0 15,-6 0 0-15,5-4 0 0,2 4 0 0,-8 0 0 0,8 0 0 0,-8 0 0 16,0-4 0-16,7 4 0 0,-6 0 0 0,-1 0 0 0,1 0 0 16,5 0 0-16,-4 0 0 0,-2-3 0 0,0 3 0 0,1 0 0 0,-7 0 0 15,6 0 0-15,1 0 0 0,0 0 0 0,-7 0 0 0,6 0 0 0,-6 0 0 16,6 0 0-16,-6 0 0 0,7 0 0 0,-7 0 0 0,7 0 0 16,-7 0 0-16,6 0 0 0,-6 0 0 0,6 0 0 0,-6 0 0 15,7 3 0-15,-7-3 0 0,0 0 0 0,7 0 0 0,-7 0 0 0,0 0 0 16,0 0 0-16,6 0 0 0,-6 0 0 0,0 0 0 0,0 0 0 15,0 0 0-15,0 0 0 0,0 0 0 0,0 0 0 0,0 0 0 0,0 0 0 16,0 0 0-16,0 0 0 0,0 0 0 0,0 0 0 0,0 0 0 16,0 0 0-16,0 0 0 0,7 0 0 0,-7 0 0 0,0 0 0 0,0 0 0 15,0 0 0-15,0 0 0 0,0 0 0 0,0 0 0 0,0 0 0 0,0 0 0 16,0 0 0-16,0 0 0 0,0 0 0 0,0 0 0 0,0 0 0 16,0 0 0-16,0 0 0 0,0 0 0 0,0 0 0 0,0 0 0 15,0 0 0-15,0 0 0 0,0 0 0 0,0 0 0 0,0 0 0 0,0 0 0 16,0 0 0-16,0 0 0 0,0 0 0 0,0 0 0 0,0 0 0 0,0 0 0 15,0 0 0-15,0 0 0 0,0 0 0 0,0 0 0 0,0 0 0 16,0 0 0-16,0 0 0 0,0 0 0 0,0 0 0 0,0 0 0 0,0 0 0 16,0 0 0-16,0 0 0 0,0 0 0 0,0 0 0 0,0 0 0 0,0 0 0 15,0 0 0-15,0 0 0 0,0 0 0 0,0 0 0 0,0 0 0 0,0 0 0 16,0 0 0-16,0 0 0 0,0 0 0 0,0 0 0 0,0 0 0 0,0 0 0 16,0 0 0-16,0 0 0 0,0 0 0 0,0 0 0 0,0 0 0 15,0 0 0-15,0 0 0 0,0 0 0 0,0 0 0 0,0 0 0 0,0 0 0 16,0 0 0-16,0 0 0 0,0 0 0 0,0 0 0 0,0 0 0 0,0 0 0 15,0 0 0-15,0 0 0 0,0 0 0 0,0 0 0 0,0 0 0 16,0 0 0-16,0 0 0 0,0 0 0 0,0 0 0 0,0 0 0 0,0 0 0 16,0 0 0-16,0 0 0 0,0 0 0 0,0 0 0 0,0 0 0 0,0 0 0 15,0 0 0-15,0 0 0 0,0 0 0 0,0 0 0 0,0 0 0 16,0 0 0-16,0 0 0 0,0 0 0 0,0 0 0 0,0 0 0 0,0 0 0 16,0 0 0-16,0 0 0 0,0 0 0 0,0 0 0 0,0 0 0 0,0 0 0 15,0 0 0-15,0 0 0 0,0 0 0 0,0 0 0 0,0 0 0 0,0 0 0 16,0 0 0-16,0 0 0 0,0 0 0 0,0 0 0 0,0 0 0 15,0 0 0-15,0 0 0 0,0 0 0 0,0 0 0 0,0 0 0 0,0 0 0 16,0 0 0-16,0 0 0 0,0 0 0 0,0 0 0 0,0 0 0 0,0 0 0 16,0 0 0-16,0 0 0 0,0 0 0 0,0 0 0 0,0 0 0 15,0 0 0-15,0 0 0 0,0 0 0 0,0 0 0 0,0 0 0 0,0 0 0 16,0 0 0-16,0 0 0 0,0 0 0 0,0 0 0 0,0 0 0 0,0 0 0 16,0 0 0-16,0 0 0 0,0 0 0 0,0 0 0 0,0 0 0 0,0 0 0 15,0 0 0-15,0 0 0 0,0 0 0 0,0 0 0 0,0 0 0 16,0 0 0-16,0 0 0 0,0 0 0 0,0 0 0 0,0 0 0 0,0 0 0 15,0 0 0-15,0 0 0 0,0 0 0 0,0 0 0 0,0 0 0 16,0 0 0-16,0 0 0 0,0 0 0 0,0 0 0 0,0 0 0 0,0 0 0 0,0 0 0 16,0 0 0-16,0 0 0 0,0 0 0 0,0 0 0 0,-7 0 0 15,7 0 0-15,0 0 0 0,0 0 0 0,0 0 0 0,0 0 0 0,0 0 0 16,0 0 0-16,0 0 0 0,0 0 0 0,0 0 0 0,0 0 0 0,0 0 0 16,0 0 0-16,0 0 0 0,0 0 0 0,0 0 0 0,0 0 0 0,0 0 0 15,0 0 0-15,0 0 0 0,0 0 0 0,0 0 0 0,0 0 0 16,0 0 0-16,0 0 0 0,0 0 0 0,0 0 0 0,0 0 0 0,0 0 0 15,0 0 0-15,0 0 0 0,0 0 0 0,0 0 0 0,0 0 0 16,0 0 0-16,0 0 0 0,0 0 0 0,0 0 0 0,0 0 0 0,0 0 0 16,0 0 0-16,0 0 0 0,0 0 0 0,0 0 0 0,0 0 0 0,0 0 0 15,0 0 0-15,0 0 0 0,0 0 0 0,0 0 0 0,0 0 0 0,0 0 0 16,0 0 0-16,0 0 0 0,0 0 0 0,0 0 0 0,0 0 0 16,0 0 0-16,0 0 0 0,0 0 0 0,0 0 0 0,0 0 0 0,0 0 0 15,0 0 0-15,0 0 0 0,0 0 0 0,0 0 0 0,0 0 0 0,0 0 0 16,0 0 0-16,0 0 0 0,0 0 0 0,0 0 0 0,0 0 0 15,0 0 0-15,0 0 0 0,0 0 0 0,0 0 0 0,0 0 0 0,0 0 0 16,0 0 0-16,0 0 0 0,0 0 0 0,0 0 0 0,0 0 0 0,0 0 0 16,0 0 0-16,0 0 0 0,0 0 0 0,0 0 0 0,0 0 0 0,0 0 0 15,0 0 0-15,0 0 0 0,0 0 0 0,0 0 0 0,0 0 0 0,0 0 0 16,0 0 0-16,0 0 0 0,0 0 0 0,0 0 0 0,0 0 0 16,0 0 0-16,0 0 0 0,0 0 0 0,0 0 0 0,0 0 0 0,0 0 0 15,0 0 0-15,0 0 0 0,0 4 0 0,0-4 0 0,0 0 0 16,0 0 0-16,0 0 0 0,0 0 0 0,0 0 0 0,0 0 0 0,0 0 0 15,0 0 0-15,0 0 0 0,0 0 0 0,0 0 0 0,0 0 0 0,0 0 0 16,0 0 0-16,0 0 0 0,0 0 0 0,0 0 0 0,0 0 0 0,0 0 0 16,0 0 0-16,0 0 0 0,0 0 0 0,0 0 0 0,0 0 0 0,0 0 0 15,0 0 0-15,0 0 0 0,0 0 0 0,0 0 0 0,0 0 0 16,0 0 0-16,0 0 0 0,0 0 0 0,0 0 0 0,0 0 0 0,0 0 0 16,0 0 0-16,0 0 0 0,0 0 0 0,0 0 0 0,0 0 0 0,0 0 0 15,0 0 0-15,0 0 0 0,0 0 0 0,0 0 0 0,0 0 0 16,0 0 0-16,0 0 0 0,0 0 0 0,0 0 0 0,0 0 0 0,0 0 0 15,0 0 0-15,0 0 0 0,0 0 0 0,0 0 0 0,0 0 0 0,0 0 0 16,0 0 0-16,0 0 0 0,0 0 0 0,0 0 0 0,0 0 0 0,0 0 0 16,0 0 0-16,0 0 0 0,0 0 0 0,0 0 0 0,0 0 0 15,0 0 0-15,0 0 0 0,0 0 0 0,0 0 0 0,0 0 0 0,0 0 0 16,0 0 0-16,0 0 0 0,0 0 0 0,0 0 0 0,0 0 0 0,0 0 0 16,0 0 0-16,0 0 0 0,0 0 0 0,0 0 0 0,0 0 0 15,0 0 0-15,0 0 0 0,0 0 0 0,0 0 0 0,0 0 0 0,0 0 0 16,0 0 0-16,0 0 0 0,0 0 0 0,0 0 0 0,0 0 0 0,0 0 0 15,0 0 0-15,0 0 0 0,0 0 0 0,0 0 0 0,0 0 0 0,0 0 0 16,0 0 0-16,0 0 0 0,0 0 0 0,0 0 0 0,0 0 0 16,0 0 0-16,0 0 0 0,0 0 0 0,0 0 0 0,0 0 0 0,0 0 0 15,0 0 0-15,0 0 0 0,0 0 0 0,0 0 0 0,0 0 0 0,0 0 0 16,0 0 0-16,0 0 0 0,0 0 0 0,0 0 0 0,-6-4 0 0,6 4 0 16,0 0 0-16,0 0 0 0,0 0 0 0,0 0 0 0,0 0 0 15,0 0 0-15,0 0 0 0,0 0 0 0,0 0 0 0,0 0 0 0,0 0 0 16,0 0 0-16,0 0 0 0,0 0 0 0,0 0 0 0,0 0 0 0,0 0 0 15,0 0 0-15,0 0 0 0,0 0 0 0,0 0 0 0,0 0 0 0,0 0 0 16,0 0 0-16,0 0 0 0,0 0 0 0,0 0 0 0,0 0 0 16,0 0 0-16,0 0 0 0,0 0 0 0,0 0 0 0,0 0 0 0,0 0 0 15,0 0 0-15,0 0 0 0,0 0 0 0,0 0 0 0,0 0 0 16,0 0 0-16,0 0 0 0,0 0 0 0,0 0 0 0,0 0 0 0,0 0 0 16,0 0 0-16,0 0 0 0,0 0 0 0,0 0 0 0,0 0 0 0,0 0 0 15,0 0 0-15,0 0 0 0,0 0 0 0,0 0 0 0,0 0 0 0,0 0 0 16,0 0 0-16,0 0 0 0,0 0 0 0,0 0 0 0,0 0 0 15,0 0 0-15,0 0 0 0,0 0 0 0,0 0 0 0,0 0 0 0,0 0 0 16,0 0 0-16,0 0 0 0,0 0 0 0,0 0 0 0,0 0 0 0,0 0 0 16,0 0 0-16,0 0 0 0,0 0 0 0,0 0 0 0,0 0 0 15,0 0 0-15,0 0 0 0,0 0 0 0,0 0 0 0,0 0 0 0,0 0 0 16,0 0 0-16,0 0 0 0,0 0 0 0,0 0 0 0,0 0 0 0,0 0 0 16,0 0 0-16,0 0 0 0,0 0 0 0,0 0 0 0,0 0 0 0,0 0 0 15,0 0 0-15,0 0 0 0,0 0 0 0,0 0 0 0,0 0 0 0,0 0 0 16,0 0 0-16,0 0 0 0,0 0 0 0,0 0 0 0,0 0 0 15,0 0 0-15,0 0 0 0,0 0 0 0,0 0 0 0,0 0 0 0,0 0 0 16,0 0 0-16,0 0 0 0,0 0 0 0,0 0 0 0,0 0 0 16,0 0 0-16,0 0 0 0,0 0 0 0,0 0 0 0,0 0 0 0,0 0 0 15,0 0 0-15,0 0 0 0,0 0 0 0,0 0 0 0,0 0 0 0,0 0 0 16,0 0 0-16,0 0 0 0,0 0 0 0,0 0 0 0,0 0 0 0,0 0 0 16,0 0 0-16,0 0 0 0,0 0 0 0,0 0 0 0,0 0 0 0,0 0 0 15,0 0 0-15,0 0 0 0,0 0 0 0,0 0 0 0,0 0 0 16,0 0 0-16,0 0 0 0,0 0 0 0,0 0 0 0,0 0 0 0,0 0 0 15,0 0 0-15,0 0 0 0,0 0 0 0,0 0 0 0,0 0 0 0,0 0 0 16,0 0 0-16,0 0 0 0,0 0 0 0,0 0 0 0,0 0 0 16,0 0 0-16,0 0 0 0,0 0 0 0,0 0 0 0,0 0 0 0,0 0 0 15,0 0 0-15,0 0 0 0,0 0 0 0,0 0 0 0,0 0 0 0,0 0 0 16,0 0 0-16,0 0 0 0,0 0 0 0,0 0 0 0,0 0 0 0,0 0 0 16,0 0 0-16,0 0 0 0,0 0 0 0,0 0 0 0,0 0 0 15,0 0 0-15,0 0 0 0,0 0 0 0,0 0 0 0,0 0 0 0,0 0 0 16,0 0 0-16,0 0 0 0,0 0 0 0,0 0 0 0,0 0 0 15,0 0 0-15,0 0 0 0,0 0 0 0,0 0 0 0,0 0 0 0,0 0 0 16,0 0 0-16,0 0 0 0,0 0 0 0,0 0 0 0,0 0 0 0,0 0 0 16,0 0 0-16,0 0 0 0,0 0 0 0,0 0 0 0,0 0 0 0,0 0 0 15,0 0 0-15,0 0 0 0,0 0 0 0,0 0 0 0,0 0 0 0,0 0 0 16,0 0 0-16,0 0 0 0,0 0 0 0,0 0 0 0,0 0 0 16,0 0 0-16,0 0 0 0,0 0 0 0,0 0 0 0,0 0 0 0,0 0 0 15,0-3 0-15,0 3 0 0,0 0 0 0,0-4 0 0,0 4 0 16,0 0 0-16,0-4 0 0,0 4 0 0,0 0 0 0,0 0 0 0,0-3 0 0,0 3 0 15,0 0 0-15,0 0 0 0,0-4 0 0,0 4 0 0,0 0 0 16,0 0 0-16,0 0 0 0,0 0 0 0,0-4 0 0,0 4 0 0,0 0 0 16,0 0 0-16,0 0 0 0,0 0 0 0,0 0 0 0,0 0 0 0,0 0 0 15,0 0 0-15,0 0 0 0,0 0 0 0,0 0 0 0,0 0 0 0,0-3 0 16,0 3 0-16,0 0 0 0,0 0 0 0,0 0 0 0,0 0 0 16,0 0 0-16,0 0 0 0,0 0 0 0,0 0 0 0,0 0 0 15,0 0 0-15,0 0 0 0,0 0 0 0,0 0 0 0,0 0 0 0,0 0 0 0,0 0 0 16,0 0 0-16,0 0 0 0,0 0 0 0,0 0 0 0,0 0 0 15,0 0 0-15,0 0 0 0,0 0 0 0,0 0 0 0,0 0 0 0,0 0 0 16,0 0 0-16,0 0 0 0,0 0 0 0,0 0 0 0,0 0 0 0,0 0 0 16,0 0 0-16,0 0 0 0,0 0 0 0,0 0 0 0,0 0 0 15,0 0 0-15,0 0 0 0,0 0 0 0,0 0 0 0,0 0 0 0,0 0 0 16,0 0 0-16,0 0 0 0,0 0 0 0,0 0 0 0,0 0 0 0,0 0 0 16,0 0 0-16,0 0 0 0,0 0 0 0,0 0 0 0,0 0 0 15,0 0 0-15,0 0 0 0,0-4 0 0,0 4 0 0,0 0 0 0,0 0 0 16,0 0 0-16,0 0 0 0,0 0 0 0,0 0 0 0,0 0 0 0,0-4 0 15,0 4 0-15,0 0 0 0,0-3 0 0,0 3 0 0,0 0 0 0,0-4 0 16,0 4 0-16,6-4 0 0,-6 4 0 0,0 0 0 0,0-3 0 0,0 3 0 16,0-4 0-16,0 4 0 0,0 0 0 0,0 0 0 0,0-4 0 0,0 4 0 15,0 0 0-15,0 0 0 0,0-3 0 0,0 3 0 0,0 0 0 16,0 0 0-16,0-4 0 0,0 4 0 0,0 0 0 0,0 0 0 16,0 0 0-16,0 0 0 0,0 0 0 0,0 0 0 0,0 0 0 0,0 0 0 15,0-3 0-15,0 3 0 0,0 0 0 0,0 0 0 0,0 0 0 0,0 0 0 16,0 0 0-16,0 0 0 0,0 0 0 0,0-4 0 0,0 4 0 0,0 0 0 15,0 0 0-15,0 0 0 0,0 0 0 0,0 0 0 0,0 0 0 0,0 0 0 16,0 0 0-16,0 0 0 0,0 0 0 0,0 0 0 0,0 0 0 16,0 0 0-16,0 0 0 0,0 0 0 0,0 0 0 0,0 0 0 0,0 0 0 15,0 0 0-15,0 0 0 0,0 0 0 0,0 0 0 0,0 0 0 16,0-4 0-16,0 4 0 0,7 0 0 0,-7 0 0 0,0-3 0 0,0 3 0 16,0 0 0-16,0-4 0 0,0 4 0 0,0 0 0 0,0-4 0 0,0 4 0 15,0 0 0-15,0-3 0 0,0 3 0 0,0 0 0 0,6-5 0 0,-6 5 0 16,0 0 0-16,0 0 0 0,0 0 0 0,0-3 0 0,0 3 0 15,0 0 0-15,0-3 0 0,0 3 0 0,0 0 0 0,0 0 0 0,0 0 0 16,0 0 0-16,0-4 0 0,0 4 0 0,0-4 0 0,0 1 0 0,0 3 0 16,0 0 0-16,0-4 0 0,6 4 0 0,-6-4 0 0,0 4 0 0,0-4 0 15,0 1 0-15,0 3 0 0,0-4 0 0,0 0 0 0,0 4 0 16,0-3 0-16,0-1 0 0,7 0 0 0,-7 4 0 0,0-3 0 0,0-1 0 16,0 0 0-16,0 1 0 0,7 3 0 0,-7-4 0 0,0 0 0 0,0 1 0 15,0-1 0-15,0 4 0 0,0-4 0 0,0 1 0 0,6-1 0 0,-6 1 0 16,0 3 0-16,0-4 0 0,0 0 0 0,0 1 0 0,0-1 0 0,0 0 0 15,0 4 0-15,6-3 0 0,-6-1 0 0,0 0 0 0,0 1 0 0,0-1 0 16,8 0 0-16,-8 1 0 0,0-1 0 0,0-3 0 0,6 3 0 0,-6-3 0 16,6 0 0-16,1 2 0 0,-7-2 0 0,6 0 0 0,1-1 0 0,-7 1 0 15,6 0 0-15,1 0 0 0,-7-4 0 0,6 3 0 0,0 1 0 16,2 0 0-16,-8-1 0 0,6 1 0 0,0-4 0 0,1 4 0 0,-7 0 0 16,6-4 0-16,1 3 0 0,-1 0 0 0,-6 1 0 0,7 0 0 0,-7 0 0 15,6-4 0-15,1 3 0 0,-7 1 0 0,7 0 0 0,-7-1 0 0,6 1 0 16,-6 0 0-16,6 3 0 0,-6-3 0 0,7 0 0 0,-7 3 0 15,7-3 0-15,-7 3 0 0,6-3 0 0,-6 3 0 0,6-3 0 0,-6 3 0 0,7-3 0 16,-7 3 0-16,6 0 0 0,1-3 0 0,-7-1 0 0,7 5 0 16,-1-5 0-16,0 1 0 0,1 0 0 0,0 0 0 0,-7 3 0 0,6-3 0 15,0-1 0-15,1 1 0 0,0 0 0 0,-1-1 0 0,1 1 0 0,-1 0 0 16,0-1 0-16,2 5 0 0,-2-5 0 0,0 1 0 0,0-1 0 0,-6 2 0 16,7-2 0-16,0 0 0 0,-1 5 0 0,1-4 0 0,-7-1 0 0,6 1 0 15,0 0 0-15,2 3 0 0,-2-3 0 0,0-1 0 0,1 1 0 16,0 0 0-16,-1-1 0 0,0 5 0 0,1-4 0 0,-1-1 0 0,1 1 0 15,6 3 0-15,-13-3 0 0,6 3 0 0,8-3 0 0,-14 3 0 0,12-3 0 16,-5 3 0-16,0 1 0 0,-1-5 0 0,1 4 0 0,-1-3 0 0,0 3 0 16,2-3 0-16,-2 3 0 0,0 1 0 0,0-5 0 0,1 5 0 0,0-1 0 15,-7 1 0-15,6-1 0 0,1 0 0 0,-1 1 0 0,-6-1 0 0,6 0 0 16,2 1 0-16,-2-1 0 0,-6 0 0 0,6 1 0 0,0-1 0 0,2 0 0 16,-8 4 0-16,6-3 0 0,0-1 0 0,-6 0 0 0,7 4 0 0,-1-3 0 15,-6-1 0-15,0 4 0 0,7-4 0 0,-7 1 0 0,7 3 0 16,-7-4 0-16,0 4 0 0,6-4 0 0,-6 4 0 0,0 0 0 0,0-4 0 15,0 4 0-15,0 0 0 0,6 0 0 0,-6 0 0 0,0 0 0 0,0 0 0 16,0 0 0-16,0 0 0 0,0 0 0 0,0 0 0 0,0 0 0 0,0 0 0 16,0 0 0-16,0 0 0 0,0 0 0 0,0 0 0 0,0 0 0 0,6 0 0 15,-6 0 0-15,0-3 0 0,8 3 0 0,-8 0 0 0,0-4 0 0,6 4 0 16,-6 0 0-16,6-4 0 0,1 4 0 0,-7 0 0 0,6 0 0 0,1-3 0 16,0 3 0-16,-1 0 0 0,-6-3 0 0,6 3 0 0,1 0 0 0,6-5 0 15,-7 5 0-15,1 0 0 0,0-3 0 0,-1 3 0 0,7 0 0 0,-7 0 0 16,1-4 0-16,0 4 0 0,5 0 0 0,-4 0 0 0,-2 0 0 0,7-4 0 15,-7 4 0-15,8 0 0 0,-8-3 0 0,6 3 0 0,-4 0 0 0,4 0 0 16,-5-4 0-16,6 4 0 0,0 0 0 0,-7-3 0 0,8 3 0 0,-2-4 0 16,2 4 0-16,-1-4 0 0,-1 4 0 0,2-3 0 0,-2 3 0 0,-5 0 0 15,6-4 0-15,0 4 0 0,0 0 0 0,0-4 0 0,-7 4 0 0,8 0 0 16,-8-3 0-16,7 3 0 0,-6 0 0 0,6 0 0 0,-7-4 0 0,8 4 0 16,-8 0 0-16,0 0 0 0,8 0 0 0,-8 0 0 0,0-4 0 0,7 4 0 15,-6 0 0-15,6 0 0 0,-7 0 0 0,1 0 0 0,6 0 0 0,-7 0 0 16,8 0 0-16,-8-3 0 0,7 3 0 0,-7 0 0 0,8 0 0 15,-8 0 0-15,7 0 0 0,-6-4 0 0,6 4 0 0,-1 0 0 0,-4-4 0 16,4 4 0-16,-5 0 0 0,6-3 0 0,-7 3 0 0,7 0 0 0,-6-4 0 0,6 4 0 16,-7 0 0-16,8-4 0 0,-2 4 0 0,-5 0 0 0,6 0 0 15,-6-3 0-15,-1 3 0 0,0-4 0 0,8 4 0 0,-8 0 0 0,0-4 0 16,1 4 0-16,6 0 0 0,-6-3 0 0,-1 3 0 0,0 0 0 0,2 0 0 16,-2-4 0-16,0 4 0 0,0 0 0 0,2 0 0 0,-2 0 0 0,0 0 0 15,1-3 0-15,-1 3 0 0,1 0 0 0,0-4 0 0,5 4 0 0,-6 0 0 16,2 0 0-16,-2-4 0 0,0 4 0 0,7 0 0 0,-6 0 0 0,6-3 0 15,-7 3 0-15,8 0 0 0,-2-5 0 0,-5 5 0 0,6 0 0 0,0-3 0 16,-7 3 0-16,8 0 0 0,-8 0 0 0,8-3 0 0,-8 3 0 0,7 0 0 16,-7 0 0-16,8 0 0 0,-8 0 0 0,0-4 0 0,8 4 0 0,-8 0 0 15,7 0 0-15,-7-4 0 0,1 4 0 0,6 0 0 0,0-4 0 0,-6 4 0 16,5 0 0-16,-5-3 0 0,6 3 0 0,-6 0 0 0,5-4 0 16,-5 4 0-16,6 0 0 0,-7 0 0 0,1 0 0 0,6-4 0 0,-6 4 0 15,-1 0 0-15,7 0 0 0,-6 0 0 0,-1 0 0 0,0 0 0 0,2 0 0 16,-2 0 0-16,7 0 0 0,-7 0 0 0,1 0 0 0,-1 4 0 0,1-4 0 0,-1 0 0 15,0 0 0-15,2 0 0 0,-2 0 0 0,0 0 0 0,1 0 0 16,0 0 0-16,-1 0 0 0,0 0 0 0,1 0 0 0,-1 0 0 0,1 0 0 16,0 0 0-16,-1 0 0 0,0 0 0 0,1 0 0 0,0 0 0 0,-1 0 0 15,0 0 0-15,1 0 0 0,0 0 0 0,-1 0 0 0,1 0 0 0,-1 0 0 16,-6 0 0-16,6 0 0 0,2 0 0 0,-8 0 0 0,6 0 0 0,-6 0 0 16,6 0 0-16,-6 0 0 0,7 0 0 0,-7 0 0 0,6 0 0 0,-6 0 0 15,0 0 0-15,7 0 0 0,-7 0 0 0,6 0 0 0,-6 0 0 0,0 0 0 16,7 0 0-16,-7 0 0 0,0 0 0 0,6 0 0 0,-6 0 0 0,0 0 0 15,6 0 0-15,-6 0 0 0,0 0 0 0,8 0 0 0,-8 4 0 0,0-4 0 16,6 0 0-16,-6 0 0 0,0 0 0 0,6 3 0 0,-6-3 0 16,7 0 0-16,-7 0 0 0,0 0 0 0,7 0 0 0,-7 0 0 0,6 4 0 0,-6-4 0 15,0 0 0-15,0 0 0 0,6 0 0 0,-6 0 0 0,0 0 0 0,0 0 0 16,0 0 0-16,0 0 0 0,0 0 0 0,0 0 0 0,0 0 0 16,0 0 0-16,0 0 0 0,0 0 0 0,7 0 0 0,-7 0 0 0,0 0 0 15,0 0 0-15,0 4 0 0,0-4 0 0,0 0 0 0,0 0 0 0,0 0 0 0,0 0 0 16,0 0 0-16,0 0 0 0,0 0 0 0,0 0 0 0,6 0 0 15,-6 0 0-15,0 0 0 0,0 0 0 0,0 0 0 0,0 0 0 0,0 0 0 16,0 0 0-16,0 0 0 0,0 0 0 0,0 0 0 0,0 0 0 0,0 0 0 16,0 0 0-16,0 0 0 0,0 0 0 0,0 0 0 0,0 0 0 0,0 0 0 15,0 0 0-15,0 0 0 0,0 0 0 0,-6 0 0 0,-1 0 0 0,1 0 0 16,0 4 0-16,-1-4-155 0,-6 6-691 0,-7-1-4 0,7-2 14 0,-6 5 23 16,0-5 36-16,-1 4 42 0,-7-3 41 0,8 3 36 0,0-3 55 15,-1-4 59-15,7 4 109 0,-7-4 190 0</inkml:trace>
  <inkml:trace contextRef="#ctx0" brushRef="#br0" timeOffset="-155565.68">4656 3099 0 0,'0'0'42'0,"0"0"56"0,-6 0 8 0,6 0 11 15,0 0 8-15,-7 0 3 0,7 0 0 0,0 0 0 0,-6 0 0 0,6 0 4 16,0 0 8-16,0 0 9 0,0 0 8 0,0 0 8 0,-7 0 5 0,7 0 7 15,0 0 5-15,0 0 4 0,0 0 5 0,0 0 4 0,0 0 6 16,0 0 4-16,0 0 3 0,0 0 0 0,0 0 1 0,0 0-3 16,0 0-3-16,0 0-8 0,0 0-8 0,0 0-8 0,0 0-5 0,0 0-8 15,0 0-5-15,0 0-8 0,7 0-9 0,-7-4-10 0,0 4-10 16,6 0-12-16,-6-3-9 0,7 3-10 0,-1 0-9 0,-6-4-5 0,6 4-4 16,2 0-5-16,-2-4-7 0,0 4-4 0,-6-3-6 0,6 3-4 15,1 0 0-15,0-4 0 0,-1 4 0 0,1-4-2 0,-1 4-2 0,-6 0 0 16,7 0-1-16,0-4 2 0,-1 4 3 0,0-3 1 0,8 3 2 15,-8-4 0-15,0 4 2 0,1-3 1 0,6 3 0 0,-6-4-2 16,5 1 0-16,2-1-3 0,-8 0 1 0,7 1-1 0,0-1-2 0,0 0-2 16,1 1-6-16,4-2-2 0,-4 2-1 0,-1 0-2 0,-1-4-2 15,2 2-1-15,-2 2-2 0,8-1-2 0,-7 4-1 0,1-4 1 16,-2 1 1-16,2-1-28 0,-2 4-1 0,8 0 0 0,-7-4 0 0,0 4 0 16,0 0 0-16,0 0 0 0,0 0 0 0,6 0 0 0,-5 0 0 15,-2 0 0-15,2 0 0 0,-1 0 0 0,6 0 0 0,-6 0 0 0,1 4 0 16,-2-4 0-16,8 0 0 0,-7 0 0 0,0 0 0 0,6 0 0 15,-5 0 0-15,-1 0 0 0,-1 0 0 0,2-4 0 0,6 4 0 16,-8 0 0-16,1 0 0 0,0-3 0 0,6 3 0 0,-5 0 0 0,5-4 0 16,-6 4 0-16,7-4 0 0,-7 1 0 0,7-1 0 0,-1 4 0 15,-6-4 0-15,6 1 0 0,1-5 0 0,0 5 0 0,-1-1 0 0,-5 0 0 16,4-3 0-16,2 4 0 0,-7-1 0 0,7-4 0 0,0 5 0 16,-8-1 0-16,8-3 0 0,-7 3 0 0,7 1 0 0,-8-1 0 0,8 0 0 15,-1 4 0-15,-5-3 0 0,5-1 0 0,1 0 0 0,-8 4 0 0,8-4 0 16,0 4 0-16,-1-3 0 0,1 3 0 0,-8 0 0 0,8-4 0 15,0 4 0-15,-1 0 0 0,1-4 0 0,-7 4 0 0,7 0 0 16,-1-2 0-16,-6 2 0 0,1 0 0 0,5-5 0 0,-6 5 0 0,0 0 0 16,7 0 0-16,-8 0 0 0,1 0 0 0,7 0 0 0,-7 0 0 0,0 0 0 15,0 0 0-15,7 0 0 0,-8 0 0 0,8 0 0 0,0 0 0 16,-1 0 0-16,-6 0 0 0,6 0 0 0,1 0 0 0,0 0 0 0,-1 0 0 16,1-4 0-16,0 4 0 0,-8 0 0 0,8 0 0 0,-1 0 0 15,1-3 0-15,0 3 0 0,-1 0 0 0,1 0 0 0,-8 0 0 0,8 0 0 16,-1-4 0-16,1 4 0 0,0 0 0 0,-7-4 0 0,7 4 0 0,-1 0 0 15,0 0 0-15,1 0 0 0,-1-3 0 0,-5 3 0 0,5 0 0 16,1 0 0-16,-8 0 0 0,8-4 0 0,-6 4 0 0,5 0 0 0,-6 0 0 16,0 0 0-16,-1 0 0 0,8 0 0 0,-7 0 0 0,1 0 0 0,-2 0 0 15,2 0 0-15,-2 0 0 0,8 0 0 0,-7 0 0 0,0 0 0 0,0 0 0 16,1-4 0-16,5 4 0 0,-6 0 0 0,0 0 0 0,-1 0 0 16,8-3 0-16,-7 3 0 0,7 0 0 0,-7-4 0 0,6 4 0 0,-5 0 0 0,5-3 0 15,1 3 0-15,-8-4 0 0,8 4 0 0,-7-4 0 0,7 4 0 16,-8 0 0-16,8-3 0 0,-7 3 0 0,7-4 0 0,-8 4 0 15,8 0 0-15,0-4 0 0,-7 4 0 0,7 0 0 0,-1-3 0 0,-6 3 0 16,7 0 0-16,-1 0 0 0,-5 0 0 0,4 0 0 0,-4 0 0 0,5-5 0 16,1 5 0-16,-7 0 0 0,6 0 0 0,1 0 0 0,-7 0 0 0,0 0 0 15,6-3 0-15,-5 3 0 0,-1 0 0 0,7 0 0 0,-8 0 0 0,1 0 0 16,0 0 0-16,0 0 0 0,1 0 0 0,-2 0 0 0,2 0 0 16,-2 0 0-16,-5 0 0 0,6 0 0 0,0 0 0 0,-1 0 0 0,-4 0 0 15,4 0 0-15,1 0 0 0,1 0 0 0,-8 0 0 0,7 0 0 0,0 0 0 16,-7 0 0-16,8 0 0 0,-1 0 0 0,-7 3 0 0,7-3 0 15,0 0 0-15,-7 0 0 0,8 0 0 0,-8 0 0 0,7 0 0 0,1 5 0 16,-8-5 0-16,6 0 0 0,2 0 0 0,-8 0 0 0,7 3 0 0,1-3 0 16,-2 0 0-16,2 0 0 0,-8 4 0 0,7-4 0 0,0 0 0 0,0 4 0 15,0-4 0-15,-6 0 0 0,5 3 0 0,2-3 0 0,-1 0 0 16,0 4 0-16,0-4 0 0,-1 4 0 0,2-4 0 0,-1 0 0 0,0 3 0 16,0-3 0-16,-1 0 0 0,2 4 0 0,-1-4 0 0,0 0 0 15,0 3 0-15,0-3 0 0,0 0 0 0,0 4 0 0,6-4 0 0,-5 4 0 0,-1-4 0 16,-1 3 0-16,-4-3 0 0,4 4 0 0,1 0 0 0,0-4 0 15,-6 3 0-15,5 1 0 0,2 1 0 0,-8-3 0 0,8-2 0 0,-8 4 0 16,7 0 0-16,-7-1 0 0,8 1 0 0,-8-4 0 0,7 8 0 0,-6-8 0 16,5 3 0-16,-5 1 0 0,-1 0 0 0,8-1 0 0,-8-3 0 0,0 4 0 15,8 0 0-15,-8-4 0 0,0 3 0 0,1-3 0 0,0 4 0 16,-1-4 0-16,1 0 0 0,-1 3 0 0,0 1 0 0,2-4 0 0,-8 4 0 16,6-4 0-16,0 0 0 0,-6 4 0 0,6-4 0 0,2 0 0 15,-8 3 0-15,6-3 0 0,0 4 0 0,-6-4 0 0,7 3 0 0,-7-3 0 16,6 4 0-16,-6-4 0 0,0 0 0 0,7 4 0 0,-7-4 0 0,0 0 0 15,0 0 0-15,0 0 0 0,0 0 0 0,-7 3 0 0,7-3 0 16,-6 0 0-16,-1 0 0 0,1 0 0 0,0 0 0 0,-8 0 0 16,2 4 0-16,-8-4 0 0,0 4 0 0,-5-1-223 0,5 1-693 0,-7 0 0 15,1 3 11-15,0-3 38 0,-6-4 51 0,5 3 56 0,2-3 62 16,-7 0 64-16,5-3 67 0,-5-1 94 0,6-3 110 0</inkml:trace>
  <inkml:trace contextRef="#ctx0" brushRef="#br0" timeOffset="-154565.3">6779 751 134 0,'0'0'181'0,"7"0"8"0,-7 0 5 16,0 0 3-16,0 0 1 0,0 4 6 0,0-4 8 0,0 3 22 0,0 1 31 15,0-1-9-15,7 1-27 0,-7 3-16 0,0 1-12 0,0-1-6 16,6 0-1-16,-6 4-2 0,0-3 0 0,6 3-1 0,-6 0 1 0,0 3-6 0,0-2-5 15,7 1-26-15,-7-1-31 0,0 3-38 0,0-1-37 0,6 1-42 16,-6 0-41-16,0-1-51 0,0 1-57 0,0-1-45 0,0 1-38 0,0 4-33 16,0-5-28-16,-6 1-32 0,6 3-35 0,0-3-17 0,-7 3-11 15,7-3 6-15,0 3 12 0,-6 1 21 0,6-1 26 0,-6-4 38 0,6 5 46 16,0-5 38-16,0 5 82 0</inkml:trace>
  <inkml:trace contextRef="#ctx0" brushRef="#br0" timeOffset="-154432.12">6812 1553 0 0,'-7'14'40'0,"7"-2"74"15,-6 3 10-15,6-5 4 0,-6 5 5 0,6-4 5 0,-7 4 2 16,7-4-6-16,0 3-12 0,-7 1-14 0,7-4-17 0,0 3-15 16,0-3-15-16,0 4-11 0,0 0-11 0,7-4-9 0,-7 4-9 0,0-1-12 15,7 1-13-15,-7-4-17 0,0 3-17 0,0 1-20 0,6-4-21 0,-6 3-21 16,0 2-24-16,6-5-10 0,-6 3-6 0,0-3-4 0,0 0 0 16,7 4-1-16,-7-4 3 0,0 0 4 0,0 3 10 0</inkml:trace>
  <inkml:trace contextRef="#ctx0" brushRef="#br0" timeOffset="-154198.34">6825 2202 0 0,'-7'11'7'0,"7"-1"77"16,0 1 5-16,0 0 2 0,-6-3 2 0,6 3-4 0,0-4-6 16,-7 4-10-16,7-4-13 0,0 5-11 0,0-6-9 0,-6 6-8 0,6-5-8 15,0 4-5-15,0-4-8 0,0 4-9 0,0 0-13 0,0-3-7 16,0 3-7-16,0 0-3 0,0-1-2 0,0-2-1 0,0 3 0 0,0 0 0 16,0 0 1-16,6 0 0 0,-6-4 1 0,0 4 5 0,7 0 9 15,-7 0 14-15,0 0 19 0,0 4 14 0,0-4 14 0,0 3 11 0,6-3 10 16,-6 4 6-16,0 0 7 0,-6-4 3 0,6 4 3 0,0-1 3 15,0 0 3-15,0 1-4 0,0 0-6 0,0-4-10 0,-7 4-10 0,7-1-11 16,0-3-8-16,0 0-17 0,0 1-18 0,0-2-23 0,0 1-26 16,0 0-33-16,0 0-40 0,0-3-21 0,0-1-11 0,0 4-5 0,0-4-4 15,0 0-1-15,7 1 0 0,-7-1-1 0,0 0 2 0,6 4 6 16,-6-3 86-16</inkml:trace>
  <inkml:trace contextRef="#ctx0" brushRef="#br0" timeOffset="-154031.64">6858 3110 77 0,'0'15'154'0,"-7"-1"21"15,7-3 21-15,0 4 20 0,-7 0 22 0,7-1 17 0,0-3 18 16,0 3 4-16,-6-2-4 0,6 2-17 0,0 1-23 0,0-4-21 16,0 0-17-16,0 4-19 0,6-4-15 0,-6 0-21 0,0 0-22 0,0 0-26 15,7-4-28-15,-7 4-37 0,7-4-40 0,-7 1-42 0,0 3-42 0,6-4-35 16,-6 0-30-16,6 1-29 0,-6-1-28 0,0 0-31 0,0 4-31 16,7-4-16-16,-7 1-8 0,0 3 0 0,0-3 6 0,0 2 17 15,0-2 22-15,0 3 29 0,0 0 31 0,7 0 27 0,-7-1 117 0</inkml:trace>
  <inkml:trace contextRef="#ctx0" brushRef="#br0" timeOffset="-153732.39">6877 3612 0 0,'0'15'4'0,"-7"-1"120"0,7 5 14 0,0-5 14 0,-6 1 13 16,6 3 16-16,-6-3 17 0,6 0 11 0,0 3 10 0,-7-3 0 16,7-5-6-16,0 5-5 0,-7 0-5 0,7-4-4 0,0 0-6 15,0 3-9-15,0-3-9 0,0 0-11 0,0 1-14 0,-6-1-15 16,6-1-17-16,0 1-15 0,0 0-15 0,0 4-20 0,0-4-21 0,0 0-27 16,0 0-32-16,0 0-31 0,0 0-32 0,6 0-25 0,-6 0-25 0,0-4-16 15,0 4-13-15,7-3-13 0,-7 3-9 0,0-4-11 0,7 4-8 16,-7-3-4-16,0-1 1 0,0 0 6 0,6 4 11 0,-6-4 16 15,0 0 19-15,6 1 16 0,-6-1 19 0,0 0 14 0,0 1 12 0,7-1 11 16,-7 1 11-16,0-2 9 0,0 2 9 0,0 3 7 0,0-3 7 16,0 2 7-16,0-2 8 0,-7 3 7 0,7 0 4 0,0 0 9 0,-6 3 8 15,6-3 8-15,-6 0 9 0,6 4 6 0,-7-1 5 0,7-2 5 16,-7 2 3-16,7-3 4 0,0 4 3 0,-6-4 3 0,6 4 3 0,0-5 0 16,0 2 0-16,0-2-2 0,-6 1-7 0,6 0-6 0,0 1-7 15,0-1-6-15,0 0-5 0,0-4-6 0,0 4-2 0,0 0-6 0,0-4-6 16,0 4-12-16,0-4-17 0,0 4-27 0,0-3-34 0,0-1-25 15,0 0-18-15,-7 1-9 0,7-1-5 0,0 0-3 0,0-3-1 16,0-1 0-16,0 5-1 0,0-8 3 0,0 4 1 0</inkml:trace>
  <inkml:trace contextRef="#ctx0" brushRef="#br0" timeOffset="-153582.1">6832 4777 0 0,'0'11'56'0,"0"0"98"0,-7-4 12 0,7 0 12 0,-7 4 12 0,7-3 11 16,-6-4 8-16,6 3 6 0,0 0 5 0,0-3-16 0,0-1-24 15,0 1-28-15,0 0-30 0,0 0-27 0,0-1-27 0,0-3-34 16,0 4-38-16,0-4-49 0,0 0-55 0,0 0-41 0,0 0-34 0,0 0-19 16,0 0-11-16,0 0-6 0,0 4-3 0,0-4-1 0,0 0 0 15,0 0 7-15,0 0 10 0,0 0 19 0,0 0 151 0</inkml:trace>
  <inkml:trace contextRef="#ctx0" brushRef="#br0" timeOffset="-153448.52">6851 5026 149 0,'0'8'191'0,"-7"-5"18"0,7 4 17 15,0-3 12-15,0 0 9 0,0-1 4 0,-6 1 2 0,6 0-2 16,0-1-9-16,0-3-38 0,0 4-55 0,0-4-61 0,0 0-63 0,0 0-77 16,0 0-79-16,0 4-49 0,0-4-31 0,0 0-19 0,0 3-12 15,0 1-7-15,0-4-4 0,-6 4-3 0,6-4 1 0,-7-4 7 16,0 4 13-16</inkml:trace>
  <inkml:trace contextRef="#ctx0" brushRef="#br0" timeOffset="-151014.89">9925 2428 113 0,'0'0'173'0,"0"4"9"0,0-4 8 0,0 4 22 0,6-1 26 0,-6 1 32 16,7 4 34-16,-7-1 38 0,7 4 40 0,-1-4-6 0,0 4-28 0,2 4-19 16,-2 0-15-16,6-1-7 0,-5 4-5 0,0 1-7 0,-1-5-5 15,1 5-21-15,-7-1-24 0,6 0-31 0,0 1-36 0,2-1-37 16,-8-3-40-16,6 3-37 0,-6-4-36 0,0 1-43 0,6-3-47 0,-6 2-57 16,0-3-63-16,0 0-63 0,0-4-63 0,0 4-60 0,-6-3-57 15,6 3-28-15,-6-4-16 0,-2 0-6 0,2 0-4 0,0 4 7 0,-7 0 10 16,6-3 27-16,-6 3 36 0,1-4 50 0,-2 4 56 0</inkml:trace>
  <inkml:trace contextRef="#ctx0" brushRef="#br0" timeOffset="-150798.14">9762 3055 0 0,'-12'7'65'0,"-2"0"113"0,8-3 21 0,-8 0 28 15,8-4 29-15,-7 4 28 0,7-4 26 0,6-4 31 0,-7 4 36 0,7-4 19 16,7 4 14-16,-7-4-13 0,6 1-24 0,1-1-15 0,-1-3-12 0,7 4-11 16,-6-5-13-16,13 5-18 0,-8-5-22 0,1 0-21 0,7 5-18 15,0-4-28-15,-1 4-31 0,7-5-29 0,-6 4-28 0,6-3-17 16,-7 3-15-16,7 0-11 0,0-3-10 0,0 3-11 0,1 1-7 0,-1-1-10 15,-1 0-7-15,1 1-6 0,-6-5-8 0,6 8-4 0,-7-3-4 16,1-1-9-16,0 0-12 0,-1 4-17 0,1-3-19 0,-8 3-22 0,2 0-25 16,-1 0-38-16,-7 0-45 0,1 0-57 0,0 3-65 0,-7 1-59 15,0 0-60-15,0-1-49 0,-7 5-46 0,0-5-24 0,1 5-13 16,-7-1 3-16,-1 4 11 0,2-4 20 0,-2 4 22 0,-5 1 36 16,-1-1 45-16,2 0 57 0,-2 3 63 0,-7-3 60 0,7 4 222 0</inkml:trace>
  <inkml:trace contextRef="#ctx0" brushRef="#br0" timeOffset="-149815.6">9880 3191 56 0,'-27'11'171'0,"8"0"22"0,6 0 23 15,-7 0 19-15,7-4 21 0,0 0 24 0,7 0 23 0,-1 1 31 16,1-1 30-16,0 0 7 0,6 2-7 0,-8-3-10 0,8 5-10 0,-6-3-13 16,6 3-16-16,0-4-14 0,0 4-19 0,0-4-18 0,-6 4-19 0,6-4-21 15,0 4-25-15,0-3-31 0,0-1-35 0,0-3-34 16,0-1-33-16,6 0-20 0,-6 2-16 0,0-5-10 0,6 0-7 0,2 0-5 16,-2-5-3-16,7-1-2 0,-7-2-3 0,14-3-1 0,-8-3-1 0,8 3 0 15,0-7 1-15,6 3 0 0,-7-4 2 0,7 6 1 0,1-3 0 16,-1 1 0-16,0 1-2 0,-7 3-1 0,7-1 0 0,-6 6 2 15,-1 2 1-15,-5-3 5 0,4 7 6 0,-4-4 5 0,-1 4 7 0,0 4 6 16,-6-1 8-16,-1 1 10 0,0 0 7 0,2 2 11 0,-8-1 8 16,6 6 8-16,-6-4 7 0,0 0 3 0,-6 4 3 0,6 0-2 0,-8 5-2 15,2-6-5-15,0 5-3 0,-1-4-6 0,-6 3-7 0,6 5-9 16,-5-9-8-16,-2 5-10 0,2 0-8 0,-2-1-7 0,1 1-6 0,1-1-5 16,-2-3-4-16,2 1-3 0,-2-1-3 0,1-4-5 0,0 4-4 15,-6-7-6-15,5 3-5 0,8-3-6 0,-14 3-4 0,7-7-5 0,1 4-4 16,5-1-4-16,-6-3-4 0,0 4-3 0,0-4 0 0,6 0-2 15,-5 0 1-15,5 0 1 0,0 0 2 0,1 0 3 0,0 0 5 16,-2 0 4-16,8 0 3 0,0 0 4 0,0 0 4 0,0 0 3 16,0 0 3-16,0 0 2 0,0 3 1 0,0-3-2 0,8 4-5 0,-2-4-5 15,-6 4-6-15,6-4-9 0,1 4-9 0,0-4-9 0,-1 3-10 0,0-3-8 16,-6 4-12-16,7-4-12 0,-1 0-14 0,1 4-19 0,-7-4-21 16,7 0-16-16,-7 0-14 0,0 3-12 0,0-3-13 0,0 0-6 15,0 4-3-15,-7-4 4 0,0 3 7 0,1 1 9 0,-1 0 9 0,1 3 13 16,-7-3 15-16,6 4 23 0,-5-2 27 0,-2 2 30 0,1-1 35 0,0 5 43 15,-6-2 44-15,5 1 43 0,2 0 40 0,-8 0 27 0,7 3 19 16,0 1 14-16,0 0 11 0,-7 0 10 0,7 0 9 0,1 3 5 16,-2 4 4-16,2-4-5 0,-2 4-9 0,1 0-15 0,0 3-21 0,0-2-20 15,1 2-24-15,4 1-16 0,-4 0-12 0,-1-1-10 0,6 1-9 16,1 0-10-16,-1-4-7 0,1 0-9 0,-1-4-8 0,7-4-8 16,-7 1-8-16,7 0-8 0,0-8-7 0,7 4-7 0,-7-8-5 0,7 2-5 15,-1-5-2-15,1 0-3 0,-1-5-2 0,7 2-1 0,-6-8 0 0,5-4-3 16,8 1-1-16,-7-5 0 0,7-2-3 0,0-5 0 0,6 0 0 15,-7-3-1-15,7-1 1 0,0 1-2 0,7-4 2 0,-7 4-1 16,6 0-1-16,1-1 1 0,-1 5 1 0,1-1 2 0,-7 4 3 0,13 4 1 16,-13-1 1-16,13 5 2 0,-13 3 0 0,7-1 2 0,-1 5 0 15,1 4 0-15,-7 3 0 0,0 0 0 0,0 0 0 0,1 7 2 0,-9-4 1 16,2 9 3-16,0-1 3 0,-1-1 6 0,-5 2 4 0,-2 3 6 16,-5-1 5-16,6 5 5 0,-6-5 4 0,-1 4 5 0,0 1 6 15,-6 3 4-15,0-5 5 0,6 3 2 0,-12 1 3 0,6 1-14 0,0-3-51 16,-6 3 0-16,6-1 0 0,-6 1 0 0,-1 1 0 0,0-1 0 15,1-4 0-15,-1 4 0 0,1-4 0 0,-8 0 0 0,8 1 0 0,-6-4 0 16,-2-1 0-16,8 1 0 0,-7-4 0 0,-1 0 0 0,2-4 0 16,-2 1 0-16,-5-1 0 0,6-4 0 0,-6-3 0 0,-1 0 0 0,0 0 0 15,1-3 0-15,-7-1-97 0,0 1-37 0,-1-5-10 0,1-3-6 16,1 4-4-16,-1-8 2 0,0 4 4 0,-1-3 9 0,1-1 10 16,0-4 14-16,7 5 14 0,-1-5 16 0,0 2 14 0,8-2 15 0,-1 1 15 15,6-1 13-15,-6 1 16 0,7 3 11 0,6-3 14 0,-6 3 7 16,6-3 8-16,0 3 4 0,6 1 6 0,0 0 3 0,-6-1 3 0,13 3 4 15,-6-2 2-15,6 3 3 0,-1 0-1 0,2 0 1 0,-1 3-1 16,0-3-1-16,0 4-2 0,7 0-2 0,-1-1-1 0,0 1-1 16,1 4-1-16,-1-1 1 0,-5 4-1 0,5-4-1 0,1 4 1 0,0 4 2 15,-2-4 1-15,-4 4 2 0,5-1 2 0,-5 4 4 0,-2 1 2 0,2 3 5 16,-2 0 2-16,1 0 6 0,-6 3 6 0,-7-3 2 0,7 7 4 16,-7-2-44-16,0 2-38 0,0 0 0 0,-7 0 0 0,0 1 0 15,1 2 0-15,-1-2 0 0,-5-2 0 0,-2 3 0 0,-5-2 0 0,6-3 0 16,0 0 0-16,-7-5 0 0,0 1 0 0,1-4 0 0,-1 1 0 15,2-8 0-15,-2 0 0 0,0-4 0 0,1 0 0 0,-1-3 0 0,0-4 0 16,1-3 0-16,-1-1 0 0,0 1 0 0,8-1-372 0,-8-5-152 16,1 3-92-16,5-2-43 0,2 1-19 0,-2 4 1 0,2-5 9 0,-1 1 20 15,-1 4 23-15,8-2 32 0,-7 1 37 0,6 1 42 0,1 0 47 16,-1-5 83-16,7 5 174 0</inkml:trace>
  <inkml:trace contextRef="#ctx0" brushRef="#br0" timeOffset="-134765.54">11391 3022 0 0,'0'-3'34'0,"0"3"156"16,-7 0 22-16,7 3 13 0,-7-3 8 0,7 0 8 0,-6 3 10 0,6-3 15 16,0 5 18-16,0 2 22 0,0 0 26 0,6 1-15 0,1 2-30 15,-7 1-18-15,7 0-7 0,5 4-15 0,-6 3-16 0,2 0-10 0,4 1-9 16,-5-1-6-16,6 4-7 0,-6-3-16 0,5-1-17 0,-5 0-24 15,6 0-23-15,-7 2-30 0,8-7-35 0,-8 6-21 0,1-8-13 0,-1 4-6 16,0-4-6-16,1-1-9 0,0 1-12 0,-7-3-23 0,6-1-32 16,0 0-31-16,-6-4-34 0,8 2-40 0,-8-2-45 0,6-3-38 15,-6 0-36-15,0-3-25 0,6-2-23 0,-6 2-18 0,0-4-16 0,0-4-5 16,7 0 3-16,-7-3 18 0,0 3 26 0,0-4 33 0,6-3 34 16,-6-1 45-16,0 4 53 0,0-7 48 0,0 8 47 0,0-4 39 15,0-1 38-15,0 1 31 0,0 3 33 0,-6 0 29 0,6 1 32 0,0 3 27 16,-7-4 25-16,7 8 22 0,0-4 20 0,0 4 13 0,0-1 7 0,7 1 14 15,-7-1 17-15,6 1 14 0,7 4 16 0,-6-4 4 0,5 3 1 16,2-3-10-16,-1 3-14 0,7-3-16 0,-1 2-15 0,0-1-11 16,1 2-12-16,6-4-9 0,1 5-9 0,5-1-18 0,-7-3-24 0,9 3-22 15,-2 0-25-15,1 1-15 0,-1-1-12 0,1 0-7 0,-1 4-1 16,-5-3-6-16,5 3-6 0,-6 0-6 0,0 3-8 0,0-3-6 16,0 4-7-16,-6 0-3 0,-1-1-5 0,1 1-4 0,-8 3-3 0,8-3-4 15,-7 3-1-15,-6-2-4 0,6 2-3 0,-7-1-3 0,1 2 1 0,-7 0-1 16,7-1-1-16,-7 0 0 0,-7 0 0 0,7 4-1 0,-13-3-1 15,6 3 0-15,-6-1-1 0,0 5-3 0,1-4 0 0,-8 4 0 16,0-1-2-16,-5 5-3 0,-2-4-7 0,1-1-7 0,-6 5-10 0,5-5-9 16,-5 0-10-16,-1 1-7 0,-5 0-7 0,4 0-6 0,2-4-6 15,-1 4-2-15,-6-4-2 0,7 0 0 0,6 0-2 0,-7-4 3 0,1 4 3 16,5-4 6-16,8 0 9 0,-7 1 7 0,6-5 8 0,0 0 8 16,8 2 5-16,-1-2 6 0,6 1 3 0,1-4 2 0,-1 4 0 0,1-4 2 15,6 0 0-15,0 0-1 0,6 0 2 0,1 0 1 0,-1-4 4 16,1 4 2-16,6 0 3 0,-1-4 4 0,2 4 3 0,6-3 7 15,-1-2 7-15,1 5 7 0,-1-3 3 0,7-4 5 0,0 3 3 0,-6 1 3 16,12-1 3-16,-5 0-1 0,-1-3-3 0,-1 3-2 0,8 1-1 16,-7-4-5-16,0 3-3 0,0 0-6 0,0 1-5 0,1-1-8 0,-2-3-7 15,-5 3-16-15,0 4-15 0,-1-4-18 0,-6 1-22 0,0 3-27 16,0-4-30-16,-6 4-49 0,5 0-59 0,-12 0-73 0,8 0-82 0,-8 0-71 16,-8 0-66-16,8 4-31 0,-6-1-12 0,-7 5 2 0,0-5 9 15,0 5 13-15,-7 3 18 0,1-4 26 0,-1 4 28 0,-6 0 48 16,0 0 58-16,-7 0 74 0,1 0 252 0</inkml:trace>
  <inkml:trace contextRef="#ctx0" brushRef="#br0" timeOffset="-134232.95">11482 3729 44 0,'-7'4'173'0,"7"3"20"0,-7 1 20 0,7-5 22 0,-6 1 25 0,6 0 31 0,-6-1 36 16,6 5 38-16,0-5 42 0,0 4 1 0,0 1-20 0,0-1-17 15,6 0-20-15,-6 4-15 0,0 0-13 0,0 0-15 0,0 0-16 0,0 3-19 16,0-2-21-16,0 3-28 0,0-1-35 0,0 1-37 0,-6 0-41 15,6-1-28-15,0-3-22 0,0 4-13 0,0-4-12 0,0-4-8 0,0 0-6 16,0 1-5-16,6-2-4 0,-6-1-5 0,0-2-6 0,0-3-3 16,6 0-3-16,1 0-1 0,-7-3-2 0,7-2-1 0,-1-1-2 15,7-5 0-15,-6 0-2 0,6-4-1 0,-1 1-1 0,2-1 2 0,6-3 0 16,-8-1 1-16,8 1 1 0,-1-5 1 0,1 6 1 0,0 2 1 16,-1-3 0-16,1 3 2 0,-1 0 0 0,7 1 1 0,-6-1 2 0,6 4 0 15,-7 4 1-15,7-4 3 0,0 3 0 0,0 1 3 0,1 3 2 16,-1-3 3-16,-1 7 4 0,1-4 4 0,0 4 4 0,1 0 2 15,-1 0 3-15,0 0 3 0,-7 4 2 0,1 0 3 0,0-1 2 0,-1 1 2 16,-6 3 0-16,0-3 1 0,1 3 1 0,-2 1-1 0,-6-1 1 0,1 1 1 16,0-1 0-16,-7 0 2 0,6 4 1 0,-6 0 2 0,-6-4 1 15,6 4-2-15,-7 0 0 0,0 4-3 0,-5-4-1 0,6 0-2 16,-8 3-4-16,-6 2-2 0,7-1-5 0,-6-5-3 0,0 5-5 0,-1-1-5 16,-7 1-3-16,1-4-5 0,1 3-3 0,-1-3-3 0,0 0-5 15,-1 0-3-15,-5 0-5 0,6 1-2 0,0-5-2 0,-1 1-1 0,-5-1-2 16,7-4-1-16,5 1-2 0,-6 0-2 0,6-4-1 0,-6 0-1 15,13 0 2-15,-6 0 0 0,-1-4 2 0,6 4 2 0,2-4 4 0,5 1 1 16,-6-1 1-16,7 1 1 0,-1-1 0 0,7 4 1 0,-6-4 0 16,6 0 2-16,6 1 1 0,-6 3 1 0,7 0 0 0,-1-4 0 0,7 4 0 15,0 0 0-15,1 0 2 0,-2 0 0 0,8 0 1 0,-1 4 0 16,1-4 1-16,0 0 3 0,5 3 0 0,1-3 0 0,1 0 1 16,-8 0 0-16,14 0-1 0,-7-3 0 0,0 3-1 0,0-4-9 0,0 0-14 15,6 0-16-15,-6 1-19 0,1-5-30 0,-7 5-35 0,-2-5-57 16,2 5-69-16,0-5-67 0,-1 1-70 0,-12 0-60 0,6 0-55 0,0-1-28 15,-7 1-12-15,1 0 2 0,0-4 10 0,-7 3 14 0,0-3 18 16,6 4 30-16,-6-3 36 0,-6-2 57 0,6-3 66 0</inkml:trace>
  <inkml:trace contextRef="#ctx0" brushRef="#br0" timeOffset="-133931.7">12127 2549 144 0,'0'-7'207'0,"0"3"25"0,-7 1 23 0,7-1 25 0,0 8 26 0,-7-4 35 0,7 7 39 0,-6 0 31 0,6 4 28 0,-7 4-18 0,1 4-37 0,-1 3-26 0,0 3-21 0,7 4-16 0,-12 4-18 16,6 0-15-16,-2 8-17 0,2 3-17 0,0 3-19 0,-7 4-30 15,6 8-32-15,0 0-25 0,1 3-23 0,-6 1-17 0,4 2-11 0,2 5-9 16,0 3-8-16,-1 0-7 0,0 1-9 0,1 2-8 0,-7 1-8 15,7 1-6-15,-1-5-6 0,0 4-7 0,1-4-7 0,0 1-4 16,-1-5-4-16,0-3-11 0,1-4-11 0,-1-7-19 0,1 0-18 0,6-4-22 16,0-7-21-16,0-7-42 0,0-1-50 0,0-6-68 0,0-5-80 15,6-2-62-15,-6-9-56 0,7-3-48 0,-1-4-40 0,1-3-15 16,-7-4 1-16,7-7 9 0,5-4 15 0,-5 0 19 0,0-8 19 0,5-3 41 16,-5 0 50-16,6-7 69 0,-6 0 76 0</inkml:trace>
  <inkml:trace contextRef="#ctx0" brushRef="#br0" timeOffset="-133465.85">12445 3476 47 0,'7'0'209'0,"0"4"36"0,-7 0 36 0,6 3 48 0,-6 4 53 0,7 0 36 16,-7 0 30-16,0 4 20 0,6-1 17 0,-6 4-6 0,0 1-19 16,0 3-30-16,0 0-37 0,0 0-29 0,0-1-25 0,0 5-28 0,0 0-30 15,-6-4-42-15,6 4-49 0,-7-1-31 0,7 1-25 0,-6 0-19 16,-1-5-13-16,7 5-14 0,-7-4-11 0,1 0-11 0,0-3-9 0,6-1-9 15,-8-4-6-15,8 0-8 0,0-2-7 0,-6-4-4 0,6-5-6 16,0 1-3-16,6-4-4 0,-6-4-2 0,8-7-3 0,-2-1-2 16,7-2 0-16,-6-8-1 0,12 1-2 0,-6-9-5 0,6-2-3 0,1-5-6 15,6-4-3-15,-7-2-2 0,8 2-3 0,-1-3-1 0,0 0-1 16,-6 4-1-16,5-1 0 0,1 1-2 0,-6 7 1 0,-1 1 1 16,1 2 0-16,0 4 4 0,-1 4 4 0,1 4 4 0,0 0 3 0,-1 7 3 15,0 0 1-15,1 0 2 0,-7 7 0 0,7 4 5 0,-1 0 5 0,-6 4 6 16,6 3 7-16,-5 1 5 0,5 6 7 0,-6 1 6 0,0 3 6 15,1 4 9-15,-2 0 6 0,-5 1 6 0,6 2 9 0,-7 4 6 16,1-3 6-16,-1 7 2 0,-6-4-32 0,7 0-55 0,-7 4 0 0,0 0 0 16,-7-4 0-16,7 5 0 0,-6-5 0 0,-1 4 0 0,1-4 0 0,-7 3 0 15,6-1 0-15,-5-2 0 0,-2 0 0 0,1 0 0 0,0-3 0 16,-6 0 0-16,5-1 0 0,-5-2 0 0,6-2 0 0,-6-3 0 16,-7 0 0-16,6-3 0 0,-6 0 0 0,-1-4 0 0,2 0 0 0,-1-7 0 15,0 3 0-15,-7-3 0 0,1-4 0 0,6 3 0 0,-7-6 0 16,1 3 0-16,-1-7 0 0,0-1 0 0,1 1 0 0,-1 0-132 15,1-4-263-15,6-4-69 0,0 0-64 0,6 0-49 0,1-3-44 0,-1 0-9 16,7-4 4-16,6 4 17 0,1-5 22 0,6-2 26 0,0 3 28 0,6-4 32 16,8 4 33-16,-8-3 61 0,14-1 75 0</inkml:trace>
  <inkml:trace contextRef="#ctx0" brushRef="#br0" timeOffset="-132948.46">13435 3146 0 0,'0'-7'66'0,"0"3"195"0,0-3 37 0,0 4 29 0,0-1 24 0,0 0 28 0,0 1 30 0,6-1 23 15,2 0 19-15,-2 0 15 0,7 1 14 0,-6-1-28 0,12 1-48 0,-6-1-51 16,0 0-55-16,7 1-39 0,5-1-33 0,-5 0-26 0,0-3-21 16,6 3-28-16,-7 1-29 0,7-1-22 0,1 1-21 0,-1-1-13 0,0 0-15 15,-7 1-9-15,7-1-10 0,0 0-8 0,-6 1-6 0,-1-2-11 16,1 2-13-16,-7 3-14 0,6-3-15 0,-6-1-21 0,1 1-23 16,-2 3-35-16,-5-5-42 0,0 2-45 0,-1 3-46 0,0-4-49 0,-6 4-50 15,0 0-35-15,0 0-30 0,0 0-12 0,-6 0-7 0,0 0 6 0,-1 4 9 16,0-4 19-16,-5 3 22 0,-2 2 41 0,1-5 49 0,0 3 54 15,0 1 56-15,-7-4 60 0,1 3 63 0,0 0 53 0,-8 2 51 16,8-2 45-16,-7 1 44 0,6 3 42 0,-6-3 39 0,7 7 47 16,-1-4 47-16,-6 4 29 0,7 4 17 0,6-1 11 0,-6 5 5 0,-1 2 2 15,6 5 1-15,-5 0-3 0,6 7-7 0,0 3-13 0,-7 1-17 0,8 7-20 16,-1 0-22-16,6 3-32 0,-6 5-36 0,-1-1-24 0,8 4-16 16,0 0-13-16,-7 3-11 0,6 2-10 0,7-2-11 0,-6 1-83 15,-1-4-64-15,1-1 0 0,6 2 0 0,0-9 0 0,0 1 0 0,0 0 0 16,0-8 0-16,0 0 0 0,0-4 0 0,0-6 0 0,6-1 0 15,-6-3 0-15,0-1 0 0,7-6 0 0,-7-4 0 0,6-2 0 16,-6-1-116-16,0-8-146 0,0 0-68 0,0-4-74 0,7 0-80 0,-7-8-60 16,7-4-52-16,-1-1-17 0,0-6-1 0,-6-3 14 0,14 0 19 0,-8-7 26 15,0-4 27-15,8 0 32 0,-8-4 33 0,1 1 55 0,-1-4 67 16</inkml:trace>
  <inkml:trace contextRef="#ctx0" brushRef="#br0" timeOffset="-132798.97">13533 3839 198 0,'7'-26'285'0,"-7"8"58"15,0 0 59-15,0 3 36 0,6 8 27 0,-6 0 15 0,-6-1 9 0,6 5 4 16,0 3 4-16,0 0-23 0,0 0-36 0,6 3-42 0,-6 0-42 15,7 5-50-15,-1 0-52 0,0-1-55 0,2 0-57 0,-2 4-36 16,6 0-26-16,2 0-14 0,-1 0-9 0,0-4-10 0,0 4-11 0,-1 0-21 16,8-3-27-16,0-2-47 0,-1 2-57 0,1-4-80 0,0-1-93 15,-1 2-85-15,1-5-84 0,0 0-41 0,-1 0-22 0,0 0-10 16,0-5-5-16,-5-2 2 0,5 3 6 0,1-3 14 0,-7 0 19 0,0 0 38 16,7-4 48-16,-8 0 74 0,1-4 198 0</inkml:trace>
  <inkml:trace contextRef="#ctx0" brushRef="#br0" timeOffset="-132548.46">14301 3194 0 0,'-6'0'219'0,"-7"4"124"16,0-4 50-16,6 4 28 0,-5-1 16 0,5-3 10 0,0 0 5 0,1 0 7 15,0 0 6-15,6 0 8 0,0-3 10 0,6-1-42 0,0 4-63 0,8-4-73 16,-8 1-76-16,7-1-56 0,7 0-46 0,-8 4-25 0,8-3-16 15,0-1-9-15,-1 4-3 0,1-4-8 0,0 4-6 0,-1 0-8 16,7-3-9-16,-6 3-9 0,-1 0-9 0,7 0-12 0,-6 0-12 0,-1 0-15 16,1-4-16-16,0 4-21 0,-8 0-26 0,8-3-41 0,-7 3-51 15,0-5-61-15,0 5-67 0,-7-3-59 0,8 3-57 0,-8-4-41 0,-6 4-36 16,6-4-12-16,1 1-2 0,-7-1 6 0,0 4 10 0,0-4 18 16,0-3 23-16,-7 4 41 0,7-5 50 0,0 1 61 0,-6-1 82 0</inkml:trace>
  <inkml:trace contextRef="#ctx0" brushRef="#br0" timeOffset="-132148.8">14575 2978 72 0,'-6'-4'168'0,"-7"4"13"0,6 0 13 0,0 0 11 0,7 0 13 16,-6 4 18-16,0 0 21 0,6 3 23 0,0-3 24 0,-6 7 0 15,6-3-14-15,0 5-2 0,0 3 3 0,0-2-2 0,-8 8-2 0,8 0-5 16,0 0-6-16,-6 3-9 0,6 1-9 0,-6 4-17 0,6-1-18 16,-7 0-24-16,1 0-24 0,-1 1-31 0,0-1-32 0,1 0-34 0,6-4-30 15,-6 2-26-15,-2-6-21 0,2 2-27 0,6-1-28 0,-6-4-32 16,0 0-34-16,-1-3-33 0,0 3-33 0,1-7-32 0,-1 4-30 0,1 0-19 15,0-4-15-15,-8 0-6 0,2 3 1 0,-2-3 7 0,1-3 8 16,0 2 20-16,-6-3 25 0,5 1 42 0,-5-1 53 0,-1 1 59 0,8-5 61 16,-8 1 67-16,7-1 67 0,-7-3 57 0,8 0 49 0,-2 0 31 15,8 0 22-15,-7 0 16 0,6 0 16 0,1 0 10 0,-1 0 9 0,1 0-6 16,6 0-12-16,-7-3-23 0,7 3-24 0,0 0-30 0,0 0-32 16,7-4-29-16,-1 4-28 0,1-3-15 0,-1 3-13 0,8-4-8 15,-2-3-8-15,8 3-8 0,-1 0-10 0,1-3-7 0,6 3-6 0,0-3-6 16,1 0-3-16,5 3-6 0,1-3-7 0,-1 3-7 0,1 1-8 15,-1-5-6-15,1 5-7 0,5 3-7 0,-5-4-4 0,-1 1-5 0,1 3-4 16,-1 0-3-16,-5 0-3 0,5-4-6 0,-6 4-5 0,1 0-9 16,-1 0-8-16,-6 0-11 0,5 0-11 0,-5 0-13 0,0-4-13 15,-1 4-16-15,0-4-15 0,1 4-19 0,-1-3-24 0,-5 3-34 0,-1-4-41 16,6 0-49-16,-12 0-50 0,5 4-41 0,-4-3-33 0,-2 0-27 16,0 3-23-16,1-5-20 0,-7 5-22 0,0 0-3 0,-7 0 5 0,1 0 16 15,0 0 20-15,-2 0 35 0,-4 5 43 0,-2-2 51 0,2-3 58 16,-8 3 47-16,1 5 79 0</inkml:trace>
  <inkml:trace contextRef="#ctx0" brushRef="#br0" timeOffset="-131932.52">14224 3839 98 0,'-20'11'169'0,"7"-4"20"16,0 0 22-16,0 1 30 0,13 0 34 0,-6-1 46 0,6 1 50 0,6-5 30 16,0 0 24-16,1 1-6 0,6 0-18 0,6-1-15 0,1-3-14 15,0 4-14-15,6-4-15 0,-1 0-17 0,1-4-20 0,7 1-29 16,-1-1-34-16,1 0-44 0,-1 1-50 0,2 0-40 0,5-5-32 0,-7 4-22 15,1-4-16-15,-1 5-14 0,1-1-10 0,-7 0-13 0,0 0-15 16,0 1-15-16,-7 0-16 0,1-1-23 0,-1 0-29 0,-5 4-32 0,-2 0-37 16,-4-3-40-16,-2 3-42 0,0 0-44 0,-6-4-40 0,7 4-36 15,-7 0-32-15,0 0-26 0,-7 0-25 0,1 0-8 0,6-4 0 0,-6 4 15 16,-2-3 24-16,-4 3 30 0,5 0 35 0,-6-4 39 0,7 4 43 16,-7-4 46-16,-1 1 48 0</inkml:trace>
  <inkml:trace contextRef="#ctx0" brushRef="#br0" timeOffset="-131465.93">14686 3799 89 0,'-14'-4'162'0,"2"-3"38"0,-8 3 37 0,7 0 36 16,1 1 34-16,-2-1 36 0,-6 4 37 0,8 0 26 0,-1 0 21 0,-1 0-9 15,-4 0-24-15,4 4-17 0,1-1-14 0,-7 5-17 0,0-1-20 16,8 4-22-16,-8 0-28 0,1 4-24 0,5-1-28 0,-4 0-28 16,4 6-29-16,1-2-24 0,0 0-20 0,0 0-15 0,7 1-10 0,0-1-9 15,6 0-6-15,6 0-5 0,-6-3-4 0,12 0-4 0,-5 0-6 16,13-4-5-16,-8 0-5 0,14-4-7 0,-6 0-7 0,7-3-5 16,-1-4-5-16,0 3-4 0,-1-6-3 0,1 3-5 0,7-4-6 0,-7-3-14 15,0 0-15-15,1-1-14 0,-9-3-16 0,9 4-13 0,-7-4-13 16,-8 0-13-16,8 0-10 0,-7 0-9 0,-6 0-7 0,6 0-5 0,-7 0-4 15,0 0 2-15,1 4 1 0,-7-4 9 0,0 3 9 0,0 2 13 16,0-2 12-16,-7 4 13 0,7-3 11 0,-6 3 14 0,0 0 12 0,6 4 10 16,-7 0 9-16,1 0 7 0,-1 0 6 0,0 4 5 0,1 3 6 15,0 1 4-15,-1 0 4 0,0 2 4 0,1 5 2 0,0-1 3 16,-1 1 3-16,0 3 0 0,-6 4 1 0,7 1 0 0,0 2 1 0,-8-3 2 16,8 7 0-16,-7-3 0 0,0 3 3 0,6-3 1 0,-5 3 1 15,-2 0 2-15,2 0 0 0,-2-3 0 0,1 4-1 0,0-5-2 16,0 1-1-16,1-1-3 0,-2-3-3 0,1-3-2 0,0-1-3 0,0 1-3 15,7-5-6-15,-8-3-5 0,2 1-4 0,5-2-5 0,-6-3-3 0,0 1-3 16,-1-5-4-16,8-3-2 0,-6 4-3 0,-2-4-2 0,1-4-1 16,7 4-2-16,-8-7 0 0,2 3-1 0,6-3 0 0,-2 0 1 15,-4-1-1-15,5 1 1 0,7-4-2 0,-6 1 1 0,6-2 2 0,-7 1 2 16,14-1 1-16,-7 2 3 0,6-5 2 0,1 4 1 0,-1-3 1 16,8 3 1-16,-2-4-1 0,1 1 1 0,7-1 0 0,0 0-1 0,-2 1 2 15,9-5-3-15,-1 4-4 0,0-3-8 0,0 0-10 0,1 0-13 16,5 0-14-16,1-1-21 0,-7-3-25 0,6 0-47 0,-7 0-57 0,8 0-68 15,-7-4-75-15,0 1-70 0,1 3-66 0,-8-4-31 0,0 0-14 16,1-3-1-16,0 4 7 0,-1-1 10 0,-5-3 13 0,-2 2 19 16,1-1 26-16,0-2 46 0,0-2 55 0,-6-1 70 0,0-1 246 0</inkml:trace>
  <inkml:trace contextRef="#ctx0" brushRef="#br0" timeOffset="-131098.79">14960 3213 0 0,'-7'6'161'0,"0"10"104"0,1-2 30 0,-1 8 41 0,1 0 44 0,6 8 36 0,-7 3 32 0,7 3 25 0,-6 1 23 15,6 7 20-15,0 3 19 0,0 4-34 0,0 1-63 0,0 2-43 16,0 6-34-16,6-2-28 0,-6 1-24 0,0-1-37 0,7 4-42 0,-7-3-36 16,6-4-31-16,1 4-25 0,-1-4-21 0,1-4-21 0,0-4-19 15,5-2-21-15,2-1-19 0,-1-8-20 0,-1-3-21 0,2 0-17 0,-8-7-17 16,8-4-16-16,5-4-11 0,-6-7-14 0,0 0-13 0,-1-4-18 16,2-3-20-16,5-4-31 0,-6-8-37 0,6 1-47 0,-5-4-50 0,6 0-46 15,-8-6-45-15,8-2-28 0,-7 1-19 0,7-4-14 0,-8 0-13 16,2-4-3-16,-1 4-4 0,-1-4 9 0,2 4 11 0,-8 0 29 15,7-4 41-15,-6 8 59 0,-1-4 67 0,1 0 75 0,-7 4 74 0,6 3 64 16,-6 1 58-16,0-1 60 0,-6 1 65 0,6 6 57 0,-7-3 56 16,1 4 53-16,-8 3 52 0,8 0 32 0,-6 0 23 0,-2 1 9 0,1 3 1 15,-7 3-5-15,8 1-11 0,-8 0-15 0,-6 0-17 0,7 3-27 16,-7 4-32-16,6-3-32 0,-13 6-31 0,7-3-34 0,0 4-39 0,1 0-25 16,-9 3-20-16,2-4-16 0,6 4-12 0,0 1-14 0,0-1-10 15,0-3-10-15,0 3-10 0,7-3-12 0,-1-4-13 0,6 4-21 16,2-8-26-16,-1 4-29 0,6-7-32 0,0 3-44 0,1-7-52 0,6 0-81 15,-6-4-94-15,12-3-91 0,-6-4-87 0,6 0-43 0,1-7-21 16,6-1-8-16,0-6-2 0,0-1 9 0,6-7 16 0,-5-3 20 0,5-5 23 16,1 1 39-16,0-4 47 0,-1-4 79 0,0-3 185 0</inkml:trace>
  <inkml:trace contextRef="#ctx0" brushRef="#br0" timeOffset="-130915.84">15337 3216 95 0,'6'0'347'0,"8"0"49"0,-8 3 34 16,1 2 24-16,-7-2 20 0,6 5 15 0,0-1 15 0,2 0 11 0,-2 0 11 15,0 1 7-15,0 3 5 0,2 1-70 0,-2-6-107 0,0 5-86 16,1 0-72-16,-1 0-49 0,1 0-32 0,6 0-27 0,-7 0-22 0,0-4-32 16,2 4-36-16,-2 0-54 0,0-3-58 0,1-2-87 0,-7 6-100 15,7-5-90-15,-7 1-82 0,6 0-42 0,-6-2-22 0,0 1-10 16,0 1-6-16,0 0-1 0,0-4 2 0,-6-1 16 0,6 0 21 0,-7 1 40 16,7-4 50-16,-7 4 79 0,1-4 213 0</inkml:trace>
  <inkml:trace contextRef="#ctx0" brushRef="#br0" timeOffset="-119114.9">52 8132 0 0,'0'-3'77'0,"0"3"8"16,0-3 4-16,0 3-1 0,-7 0-2 0,7-4-1 0,0 4-1 16,0 0-3-16,0 0-2 0,0 0-4 0,0 0-4 0,0 0-4 15,0 0-3-15,0 0-3 0,0 0-3 0,0 0-3 0,0 0-1 16,0 0-1-16,0 0 1 0,0 0 0 0,0 0-2 0,0 0 0 16,0 0-1-16,0 0 2 0,0 0 1 0,0 0 4 0,0-4 5 15,0 4 4-15,0 0 6 0,0 0 12 0,0 0 15 0,7 0 8 16,-7-4 8-16,0 4 3 0,6 0 0 0,-6-3 1 0,0 3-1 15,0 0-3-15,7-4-4 0,-7 4-4 0,0 0-3 0,6-4-3 16,-6 4-5-16,7 0-11 0,-7-3-15 0,6 3-9 0,-6 0-8 0,7-4 2 16,-7 4 5-16,6 0 4 0,0 0 2 0,-6-3 4 15,8 3 4-15,-2 0-2 0,0 0-3 0,1-4-3 0,-1 4-2 16,1 0 0-16,-1 0 1 0,1 0 1 0,-1 0-1 0,0 0-4 16,2 0-8-16,-2 0-4 0,0 4-2 0,1-4-2 0,6 0-1 15,-7 0 3-15,1 3 7 0,-1-3 3 0,8 0 1 0,-8 0-4 16,0 4-5-16,8-4-1 0,-8 0-5 0,7 0-1 0,-7 0-3 15,8 3-2-15,-8-3-2 0,8 0-3 0,-8 0-2 0,0 0-8 0,7 0-7 16,-6 0-5-16,-1 0-2 0,7 0-2 0,-7 0-1 16,2 0 0-16,-2 0-1 0,6 0-1 0,-4 0 1 0,-2 0-1 15,0 0-1-15,1 0 0 0,6 0 1 0,-6 0-2 0,-1 0-1 0,0 0 1 16,8 0 0-16,-8 0-1 0,7 0 0 0,0 0 0 16,0 0 0-16,1 0-1 0,-2 0 1 0,1 0 1 0,-6 0 1 0,-1 0 1 0,7 0-2 15,-7 0 1-15,2 0 0 0,4-3 0 0,-6 3 0 0,2 0-2 16,-2-4 2-16,0 4 0 0,1 0-1 0,-1 0 1 0,8-3-1 0,-8 3-1 15,0-4-1-15,0 4 1 0,2-4 0 0,-2 4 1 0,0-4 1 0,1 4 2 16,6-3 0-16,-6 3 1 0,-1-4 2 0,0 4 0 0,8-4 1 0,-8 4-1 16,7 0 2-16,-6-3 0 0,-1-1-1 0,7 4 1 0,-7 0-1 0,1-5 0 15,6 5 0-15,-7 0-2 0,1-2-1 0,0 2-1 0,6-4-1 0,-7 4-2 16,1 0 1-16,-1 0 0 0,7-3 0 0,-7 3 1 0,2 0-1 0,-2 0 0 16,0 0-1-16,7 0-1 0,-6 0 0 0,-1 0-1 0,1 0 0 15,-1 0 1-15,0 0 0 0,2 0 0 0,-2 0 1 0,0 0-1 0,1 0 1 16,0 0 0-16,6 3 0 0,-7-3 3 0,0 0 1 0,1 0 4 15,0 0 3-15,-1 4 2 0,0-4 3 0,1 0-1 0,0 0 1 0,6 0-1 0,-7 2 1 16,1-2-1-16,-1 0 1 0,1 0-1 0,5 0 0 0,-4-2 0 16,-2 2-2-16,7 0-1 0,-7 0-5 0,7 0-1 0,-6 0-1 0,-1-4-1 15,8 4 1-15,-8 0-1 0,0 0 1 0,8 0 0 0,-8 0 0 0,0 0-1 16,1 0-1-16,-1 4-1 0,1-4 0 0,0 0-1 0,-1 0 1 0,0 0-1 16,1 0 0-16,0 0-1 0,-1 0 1 0,0 0 0 0,1 0-2 0,-1 2 1 15,1-2-1-15,0 0 0 0,-1 0 2 0,8 0-1 0,-8 0 2 16,0 0 1-16,0 0 3 0,8 0 1 0,-8 0 4 0,7-2-1 0,1 2 0 15,-8 0 1-15,6 0 1 0,2 0 1 0,-1-4 0 0,-7 4 0 0,8 0 0 16,-2-3 0-16,2-1-1 0,-2 4-2 0,1-4-2 0,1 4-3 16,-2-3 0-16,8-2 0 0,-7 5-1 0,0-3 0 0,0-1-1 0,1 0 0 15,-2 1 0-15,8 3-1 0,-7-4 1 0,0 1 0 0,0-1 0 16,-1 4 0-16,2-4 0 0,5 0 0 0,-5 1-1 0,-2 3 1 0,8-4-1 16,-7 1 0-16,0 3 0 0,0-4-1 0,7 4 1 0,-8 0-1 0,2 0 1 15,-1 0-1-15,0 0 0 0,0 0-1 0,-1 0-1 0,2 0 1 16,-1 0 0-16,0 0 0 0,0 0 0 0,-1 0 2 0,2 0-1 0,-1 4 1 15,-6-4-1-15,6 0 1 0,-1 0-1 0,-5 0 1 0,6 0 0 0,-7 0 1 16,8 0 2-16,-8 0 0 0,7 0 0 0,-7-4 0 0,1 4 0 16,0 0-2-16,5-4 0 0,-4 4 0 0,-2 0 1 0,0-3 0 0,1 3 0 15,-1-4 0-15,1 4-1 0,-7-4-1 0,6 4-2 0,1 0 1 16,-1-3-1-16,0 3 0 0,-6 0 1 0,0-4-1 0,8 4-1 0,-8 0 2 16,0 0 0-16,0 0-1 0,0 0 2 0,0 0-2 0,0 0-2 0,0 0-7 15,0 0-12-15,0 0-18 0,0 0-23 0,-8 0-44 0,2 0-55 16,0 0-66-16,-1 0-71 0,1 4-61 0,-1-4-58 0,1 3-40 0,-7-3-32 15,7 4-15-15,-8 0-8 0,8-1 6 0,-8 1 7 0,8 0 19 16,-7-4 21-16,7 3 45 0,-8-3 55 0,2 0 65 0,5 0 118 0</inkml:trace>
  <inkml:trace contextRef="#ctx0" brushRef="#br0" timeOffset="-72249.62">4605 8183 43 0,'0'0'200'0,"0"0"24"0,0 0 21 0,0 0 21 0,0 0 21 0,0 0 27 0,0 0 29 0,0 0 35 16,0 0 38-16,0 0 4 0,0 0-16 0,0 0-25 0,0 0-30 0,0 0-28 16,0 0-27-16,0 0-21 0,6 0-19 0,-6 0-15 0,6 0-12 0,-6 0-15 15,6 0-16-15,1 0-25 0,0 0-28 0,6 0-17 0,-1 0-11 16,2 0-7-16,5-3-2 0,1 3-3 0,0 0 0 0,-2-4 2 15,2 4 0-15,7-3-4 0,-1 3-6 0,-7 0-10 0,7-3-9 0,0 3-9 16,0-5-9-16,1 5-8 0,-1-3-8 0,-1-1-6 0,1 0-5 16,7 1-5-16,-7-1-4 0,0 0-3 0,0 1-5 0,7 3-14 0,-7-4 0 15,0 0 0-15,-1 1 0 0,-5 0 0 0,6-1 0 0,-6 4 0 16,-1-4 0-16,1 0 0 0,-1 4 0 0,1-3 0 0,-6 3-14 0,-2-4-40 16,1 4-19-16,0 0-22 0,-6-4-23 0,-1 4-32 0,0 0-36 15,2 0-55-15,-8-3-63 0,0 3-74 0,0 0-79 0,0 0-56 16,0 0-45-16,0 0-14 0,0 0 1 0,-8 0 12 0,8 0 16 0,-6 0 19 15,0 3 22-15,-1-3 32 0,-6 0 36 0,7-3 54 0,-7 3 63 16</inkml:trace>
  <inkml:trace contextRef="#ctx0" brushRef="#br0" timeOffset="-71699.12">5041 7770 0 0,'0'-4'51'0,"0"4"126"0,0 0 27 0,0 0 30 0,0 0 33 0,0 0 36 0,0 0 39 0,0 0 41 0,-8 0 43 0,8 4 15 16,0-4 2-16,0 4-11 0,-6-4-19 0,6 3-19 0,0-3-17 0,-6 4-20 15,6 0-22-15,-6-1-26 0,-1 5-30 0,0-5-33 0,-6 5-33 0,7 3-37 16,-8-1-38-16,2 1-25 0,-2 0-21 0,2 4-16 0,-8 0-13 16,1 0-10-16,-1-2-7 0,1 7-5 0,-1-2-4 0,-6 0-4 15,6 0-3-15,-5 0-4 0,-1 1-5 0,-1 0-4 0,1 1-6 0,6 0-3 16,-5 2-2-16,-1-4 0 0,6 0 3 0,-6 0 1 0,7-2 3 15,-1-3-1-15,7 3 1 0,0-5-1 0,0 0 1 0,6-4 0 0,1 0-1 16,-1-3 0-16,1 0-1 0,6-1 0 0,0 1-1 0,-6-4-4 16,6 0-5-16,0 0-2 0,0 0-4 0,0 0-2 0,6 3-1 0,-6-3-1 15,0 4 0-15,6-4 1 0,1 4 1 0,-1-1 1 0,1 5 2 16,6-1 2-16,0 0 1 0,0 1 3 0,0 3 1 0,0 0 3 16,0-1 4-16,7 2 2 0,-8 3 2 0,8-5 1 0,0 5 0 0,-7 0 0 15,7-4 0-15,-8 3 0 0,8-3-1 0,-1 0 0 0,-5 0-1 16,4 1-4-16,-4-1-4 0,5-2-12 0,1 0-14 0,-8 2-18 15,2-4-19-15,6 0-25 0,-7 1-28 0,-1-5-45 0,2 1-57 0,-8 3-75 16,7-3-85-16,0 0-78 0,-6 0-74 0,5-1-34 0,-4 0-14 16,-2 1-1-16,0 3 8 0,0 1 13 0,2-5 20 0,-8 5 23 0,6 3 25 15,-6-4 46-15,0 4 55 0,0-3 76 0,-6 3 230 0</inkml:trace>
  <inkml:trace contextRef="#ctx0" brushRef="#br0" timeOffset="-69848.61">6467 12562 162 0,'0'4'210'0,"0"-4"22"16,-7 0 19-16,7 0 23 0,0 3 22 0,0-3 28 0,-6 4 29 0,6-4 34 15,0 0 36-15,0 0-11 0,0 0-33 0,6 3-22 0,-6-3-16 16,7 4-13-16,-1-4-11 0,0 4-9 0,8-4-8 0,-8 3-11 15,14-3-10-15,-7 4-19 0,7-4-22 0,-1 0-24 0,0 0-28 0,8 0-19 16,-8 0-14-16,7-4-14 0,0 4-12 0,0-3-11 0,0-1-9 0,1 0-11 16,-1 1-11-16,6-4-11 0,-6 3-67 0,0-4-7 0,0 5 0 15,0-1 0-15,0-3 0 0,1-1 0 0,-1 5 0 0,-7-4 0 16,7-1 0-16,-6 5 0 0,-1-5 0 0,1 5 0 0,-8-5 0 0,8 5 0 16,-7-5 0-16,-6 5 0 0,6-1 0 0,-1 0 0 0,-5 0 0 15,0 1 0-15,-1-1 0 0,0 4 0 0,2-4-97 0,-8 4-35 0,6-3-21 16,-6 3-46-16,0-4-54 0,0 0-75 0,0 4-82 0,0-3-73 15,-6 3-66-15,-2-4-26 0,2 4-4 0,0-4 6 0,-1 4 12 0,0-3 16 16,-5 3 17-16,-1 0 19 0,-1-4 23 0,8 4 43 0,-14-4 56 16,8 4 75-16,-2 0 223 0</inkml:trace>
  <inkml:trace contextRef="#ctx0" brushRef="#br0" timeOffset="-69382.31">6799 12173 0 0,'0'0'147'0,"-6"0"92"0,6 0 25 15,-7 0 20-15,7 0 20 0,0 0 26 0,-7 0 33 0,7 4 35 0,0-4 38 16,-6 0 21-16,6 3 10 0,0-3-27 0,0 5-48 0,0-5-40 15,-6 3-33-15,6 0-24 0,0 2-20 0,-8 2-13 0,8-3-14 16,-6 3-24-16,0 0-28 0,6 4-33 0,-7-4-36 0,-6 4-25 0,6 4-19 16,1-4-15-16,-6 4-10 0,-2 3-9 0,1-4-7 0,-7 5-6 15,8 3-7-15,-8 0-4 0,-6 0-6 0,7 3-4 0,-1 1-3 0,-6 0 0 16,0 0-2-16,7 3 2 0,-8-3 3 0,8 3 3 0,-8-3 2 16,8-5 3-16,6 1 3 0,-6 0 1 0,5-3 1 0,8-5 0 0,-7-3 0 15,13 0 0-15,-7 0 0 0,1-4-1 0,6-3-2 0,6 4 0 16,-6-5-1-16,7 1 0 0,0 3-1 0,-1-3 0 0,7 0 2 0,0 3 2 15,0-3 4-15,7 3 3 0,-8-3 3 0,8 3 4 0,0-3-39 16,5 3-2-16,-5 0 0 0,6 0 0 0,-6 1 0 0,6-1 0 0,0 0 0 16,-6 1 0-16,6-1 0 0,-7 0 0 0,7 5 0 0,-6-6 0 15,6 2 0-15,-7 0 0 0,7-1 0 0,-6 0 0 0,-1 0 0 0,1 1 0 16,0-1 0-16,-1-3 0 0,1 3 0 0,-8-3 0 0,2-1 0 16,-2 1 0-16,2 0 0 0,-8-1-127 0,1-3-108 0,-1 4-79 15,0-4-91-15,-6 0-84 0,0 0-82 0,0 0-37 0,0 0-16 0,-6 4 0 16,0-4 10-16,-1 3 19 0,1-3 23 0,-1 0 28 0,0 0 30 15,-5 0 45-15,-2 0 53 0,2 0 79 0,-1 0 204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  <inkml:channelProperty channel="T" name="resolution" value="1" units="1/dev"/>
        </inkml:channelProperties>
      </inkml:inkSource>
      <inkml:timestamp xml:id="ts0" timeString="2025-02-01T16:39:03.4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15637 13950 0 0,'-6'4'168'0,"-2"-4"110"0,2 0 36 0,0 4 43 0,0-4 45 0,-2 3 36 0,2-3 28 0,6 4 26 15,-6-4 22-15,-1 0 20 0,1 0 19 0,6 0-36 0,0 0-61 0,-7 0-48 16,7 0-40-16,0 0-34 0,0 0-30 0,0 0-37 0,0 0-41 0,0 0-30 16,0 0-24-16,0 4-14 0,7-4-12 0,-7 0-23 0,6 0-123 15,1 3 0-15,5-3 0 0,-4 0 0 0,4 0 0 0,2 0 0 0,-2 0 0 16,8 0 0-16,-7 0 0 0,7 0 0 0,-1 0 0 0,1 4 0 15,-1-4 0-15,7 0 0 0,-6 0 0 0,-1 0 0 0,8 3 0 0,-8-3 0 16,7 0 0-16,-6 0 0 0,5 4 0 0,-5-4 0 0,0 4 0 16,6-4 0-16,-7 0 0 0,1 0 0 0,-1 3 0 0,7-3 0 0,-6 4 0 15,0-4 0-15,-1 4 0 0,0-4 0 0,0 3 0 0,1-3 0 16,0 4 0-16,-7-4 0 0,7 4 0 0,-8-4 0 0,8 0 0 0,-7 0 0 16,0 0 0-16,0 0 0 0,-7 0 0 0,8-4 0 0,-8 4 0 0,0 0 0 15,1-4 0-15,0 1 0 0,-1 3 0 0,-6 0 0 0,7-4 0 16,-7 4 0-16,0-4 0 0,0 1 0 0,0-1 0 0,0-3 0 0,-7 3 0 15,1-3 0-15,-1 0 0 0,0-1 0 0,-5-3 0 0,6 4 0 16,-8-4 0-16,-5 0 0 0,5 3 0 0,2-3 0 0,-8 4 0 0,0 0 0 16,1-1 0-16,6 1 0 0,-6 0 0 0,-1 0 0 0,7-1 0 15,-7 1 0-15,8 0 0 0,-8 3 0 0,7-3 0 0,0 3 0 16,0-3 0-16,6 3 0 0,0 0 0 0,1 1 0 0,0 3 0 0,-1-4 0 16,0 4 0-16,7-4 0 0,0 4 0 0,0 0 0 0,0 0 0 15,0 0 0-15,0 0 0 0,0 0 0 0,0 4 0 0,0-4 0 0,0 4 0 16,7 3 0-16,0-3 0 0,-1 3 0 0,0 0 0 0,8 1 0 15,-8-1 0-15,14 4 0 0,-7 0 0 0,-1-4 0 0,8 8 0 0,0-4 0 16,-1 0 0-16,-5 0 0 0,12 0 0 0,-7 0 0 0,1 0 0 16,-1 4 0-16,0-4 0 0,1-1 0 0,-1 1 0 0,1-3 0 15,-7 3 0-15,7 0 0 0,-8 0 0 0,8 0 0 0,-6-4 0 0,-2 4 0 16,1 0 0-16,1 0 0 0,-2-4 0 0,2 4 0 0,-8-3 0 16,0-1 0-16,7 0 0 0,-13 1 0 0,7-1 0 0,0 0 0 0,-7-3 0 15,6 3 0-15,-6-3 0 0,-6 3 0 0,6 0 0 0,-7 1 0 16,0 3 0-16,-6-3 0 0,7 2 0 0,-7 1 0 0,-6 0 0 0,5 4 0 15,-5-4 0-15,-7 4 0 0,0-1 0 0,-1 1 0 0,1-1 0 16,1 2 0-16,-8-2 0 0,7-3 0 0,0 0 0 0,0 0 0 0,0-1 0 16,0-2 0-16,7-1-134 0,5-7-556 0,1 0-53 0,7 0-4 15,-1-7 18-15,7-4 26 0,7 0 30 0,-7-3 31 0,13-1 32 0,-7-4 34 16,8-3 33-16,5 0 48 0,-6 1 53 0,6-2 91 0,1 2 238 16</inkml:trace>
  <inkml:trace contextRef="#ctx0" brushRef="#br0" timeOffset="465.94">16744 13536 89 0,'0'0'238'0,"0"-3"44"0,0 3 45 0,0 0 47 0,0 0 52 0,0 0 34 16,0 0 28-16,0 0 23 0,7 0 21 0,-7 0-2 0,6 3-13 0,-6-3-23 15,0 4-30-15,0 3-29 0,6-3-29 0,-6 3-31 0,0 4-29 0,0 0-36 16,7 4-35-16,-7-1-23 0,0 5-192 0,7 3-60 0,-7 0 0 16,0 0 0-16,0 7 0 0,0 0 0 0,0 4 0 0,0 4 0 15,0-1 0-15,0 5 0 0,-7-1 0 0,7 4 0 0,-7 0 0 0,7 0 0 16,-6 0 0-16,0 0 0 0,-1 0 0 0,0 0 0 0,1-4 0 15,-1-3 0-15,7 0 0 0,-12-5 0 0,4-2 0 0,8-1-274 0,-6-7-418 16,6-3-44-16,0-1-21 0,0-7 4 0,0-4 18 0,6-7 27 16,8 0 31-16,-8-7 38 0,7-4 43 0,1-4 50 0,-2 1 56 15,8-9 97-15,-7 1 198 0</inkml:trace>
  <inkml:trace contextRef="#ctx0" brushRef="#br0" timeOffset="42216.8">15090 12093 0 0,'-7'0'165'0,"7"4"31"0,0-4 31 0,-6 0 33 0,6 3 39 16,-7-3 43-16,7 0 46 0,-6 0 35 0,6 0 27 0,0 0-8 15,0 0-24-15,0 0-18 0,0 0-17 0,0 0-20 0,0 0-22 0,0 0-25 16,0 0-27-16,0 0-28 0,0 0-30 0,6 0-36 0,1 0-39 16,-1 0-24-16,1 0-18 0,-1 0-11 0,8 4-9 0,-2-4-4 15,1 0 0-15,0 0-2 0,6 4-1 0,1-4 1 0,0 3-2 0,-1-3-2 16,1 4-4-16,6-4-4 0,0 3-5 0,-7-3-6 0,7 0-6 15,1 4-4-15,-1-4-4 0,0 0-1 0,0 0-3 0,-1 0-11 16,2 0-36-16,-1 0 0 0,0 0 0 0,0-4 0 0,1 4 0 0,-9 0 0 16,9 0 0-16,-7 0 0 0,-2-3 0 0,9 3 0 0,-14 0 0 15,6 0 0-15,1 0 0 0,-7 0 0 0,7 0 0 0,-14 0 0 0,7 0 0 16,0 0 0-16,-7 0 0 0,2 0 0 0,-2 0 0 0,0 0 0 16,1 0 0-16,-7 0 0 0,6 0 0 0,-6 0 0 0,0 0 0 0,0 0 0 15,0 0 0-15,0-4 0 0,0 4 0 0,0-3 0 0,-6-1 0 16,6 0 0-16,-7 1 0 0,1-1 0 0,0-3 0 0,-2-1 0 15,2 1 0-15,-7 0 0 0,0-4 0 0,7 3 0 0,-7-3 0 0,-7 0 0 16,7 4 0-16,0-4 0 0,0 3 0 0,-7 2 0 0,8-6 0 0,-2 5 0 16,2 0 0-16,-2 0 0 0,1 3 0 0,7-4 0 15,-8 5 0-15,8-1 0 0,-6-3 0 0,4 3 0 0,2-1 0 0,0 3 0 16,-1-2 0-16,1 4 0 0,6-4 0 0,0 4 0 0,-7-3 0 0,7 3 0 16,0 0 0-16,0 0 0 0,0 0 0 0,0 0 0 0,0 0 0 15,0 0 0-15,7 3 0 0,-1-3 0 0,-6 4 0 0,7 0 0 0,-1 3 0 16,8-3 0-16,-8 3 0 0,6 0 0 0,2 1 0 0,-1 3 0 15,0 0 0-15,0 0 0 0,7-1 0 0,-8 1 0 0,8 0 0 0,-1 4 0 16,-5-1 0-16,5 2 0 0,1-5 0 0,-1 3 0 0,0 1 0 16,-5-1 0-16,5 1 0 0,1 0 0 0,0-1 0 0,-8 1 0 15,1-1 0-15,7 2 0 0,-7-2 0 0,0 1 0 0,0-4 0 0,-6 3 0 16,6-3 0-16,-7 0 0 0,0 4 0 0,1-4 0 0,0 0 0 16,-7-3 0-16,0 2 0 0,0 0 0 0,-7 2 0 0,7-1 0 15,-7 0 0-15,-5 0 0 0,5 0 0 0,-6 1 0 0,-6 2 0 0,5 0 0 16,-12-3 0-16,7 4 0 0,-7 0 0 0,6 0 0 0,-13-4-219 15,7 3-112-15,1-3-88 0,-1 0-78 0,0 0-75 0,-1-3-39 0,7-5-23 16,2 1-2-16,4-1 9 0,1-3 20 0,7-3 24 0,6-1 29 16,0-3 32-16,0-1 52 0,13-3 58 0,-7 0 80 0,8 1 167 0</inkml:trace>
  <inkml:trace contextRef="#ctx0" brushRef="#br0" timeOffset="42648.96">16288 12489 0 0,'0'0'106'0,"0"0"138"0,0 3 24 0,0-3 27 0,0 8 30 16,0-5 39-16,0 5 45 0,-6-1 30 0,6 4 24 0,-7 0 14 15,7 0 11-15,-7 4-39 0,7-5-64 0,-6 5-49 0,6 3-41 0,-6-3-30 16,6 0-21-16,0 3-27 0,-7-3-28 0,14-1-39 0,-7 1-42 16,0-1-30-16,6 1-23 0,0 0-13 0,-6-4-11 0,14 4-5 15,-8-4-5-15,0 0-4 0,8-4 0 0,-1 4-1 0,-7-4 1 0,8 1-1 16,-2-5-1-16,8 1 0 0,-7-1 1 0,-1 1 0 0,8-4 0 0,-6-4-1 16,-2 4 0-16,8-3 0 0,-1-4 1 0,-5-1-2 0,5-3-2 15,-6 0-1-15,6 0 0 0,1-3-1 0,0-1 1 0,-1-4 1 16,-5 1 2-16,4 0 2 0,-4-4 1 0,5 0 4 0,-5 0 4 0,-2 0 2 15,2 0 1-15,-2 4 4 0,-5-4 3 0,-7 3 4 0,6 1 1 16,-6 0 0-16,-6 3 1 0,-1 0-4 0,1 1-2 0,-8-1-2 16,2 4-4-16,-8 1-4 0,1-2-5 0,-1 5-9 0,-6 0-11 0,0 3-15 15,-7 0-20-15,1 4-22 0,-1 0-25 0,1 4-46 0,-7 0-59 16,6-1-87-16,-5 1-99 0,5 3-77 0,0 0-65 0,0 1-33 16,1 3-15-16,5-4-2 0,2 0 3 0,5 1 11 0,0-1 14 0,8-3 19 15,-1-1 22-15,6-3 45 0,7 0 59 0,0 0 85 0,0 0 276 16</inkml:trace>
  <inkml:trace contextRef="#ctx0" brushRef="#br0" timeOffset="44583.2">25276 8979 0 0,'-14'-8'14'0,"8"1"179"0,-6 0 20 0,-8 0 21 0,7-1 21 16,-7 5 27-16,0-5 33 0,1 5 39 0,-7-1 40 0,6 4 30 0,-6-4 22 16,7 4-25-16,-7 0-49 0,0 4-31 0,-1-4-21 0,1 7-17 15,1-3-12-15,-8 3-16 0,0 1-14 0,1-1-24 0,-7 0-26 0,6 4-35 16,-6 4-39-16,0-4-24 0,0 0-18 0,6 3-13 0,-6-2-8 16,1 2-6-16,-2 1-7 0,7 0-5 0,-5 3-4 0,5-4-6 0,1 5-4 15,-1 3-5-15,1-4-4 0,-1 8-4 0,7-4-4 0,0 3-3 16,-1 5-4-16,1-1-4 0,7 0-2 0,-7 4-3 0,6 0 0 15,1 4-3-15,6 0-1 0,-6 3-2 0,5-4 0 0,2 4-1 0,4 5 0 16,-4-5 0-16,5 0 0 0,7 4-1 0,-6-3-1 0,12-1 1 16,-6 0-2-16,7 1 1 0,5-5-1 0,2 1 1 0,-2 0 0 0,2-5 0 15,5-2 0-15,7 2 0 0,0-6 0 0,1 0 1 0,-1 0 0 16,6-1 2-16,1-7 0 0,6 1 1 0,-1-1 0 0,2-7 1 0,-1 3-1 16,0-6 0-16,7 3 1 0,-7-8-2 0,6 5 0 0,1-5 0 15,-1-3-2-15,-5 0 1 0,5 0-1 0,-6-3-1 0,1 0 0 0,-2-2 0 16,1-1 1-16,-6-2 0 0,7-3 0 0,-8 0-1 0,1 0 1 15,-1-4 1-15,-6-3 1 0,-1 3 0 0,8-6 0 0,-7 2-1 16,0-3 0-16,1 0 0 0,-7 0-1 0,6-3 0 0,-7-1 0 0,1 4 0 16,-2-8 0-16,2 1 0 0,0 0 0 0,-1 0 0 0,1-4-2 15,-7 0 0-15,7 0 3 0,-1-4 0 0,-6-3 0 0,0 3 3 0,7-3 0 16,-7 0 3-16,0-5 2 0,-1 2 4 0,2-1 2 0,-8-1 2 16,1 5 2-16,-1-3 1 0,-6 2 0 0,0 1 1 0,0 3-2 0,-6 1 1 15,-1 3-1-15,-5-1-4 0,-2 5-3 0,-5 4-14 0,6-1-16 16,-14 1-20-16,1 3-21 0,1 3-29 0,-1 1-29 0,-7-1-58 15,1 1-69-15,-1 4-81 0,-7-1-86 0,8 4-66 0,-7 0-55 0,0 0-26 16,7 3-10-16,-8-2 3 0,7 2 8 0,1 1 17 0,-1-1 18 16,7 1 25-16,1 4 28 0,-1-5 56 0,0 5 69 0</inkml:trace>
  <inkml:trace contextRef="#ctx0" brushRef="#br0" timeOffset="59265.44">32076 9147 0 0,'0'-7'35'0,"0"0"78"0,0 3 5 0,-8-3 5 0,8-1 4 16,0 5 7-16,0-5 7 0,0 1 10 0,-6 3 9 0,6-3-13 16,0 4-24-16,0-5-6 0,-6 5 5 0,6-1 8 0,0 0 9 0,-7 1 11 15,7-1 9-15,0 0 9 0,0 4 8 0,-7-3 0 0,7 3-4 0,-6-4-4 16,6 4-6-16,-6-4-3 0,6 1-2 0,-7 3-2 0,1-4 0 15,-1 0 5-15,0 0 4 0,1 4 0 0,-7-7-3 0,6 3-6 0,-5 1-6 16,5 0-3-16,-6-2 0 0,0 2-1 0,-1-5 1 0,2 5-3 16,-1-5-5-16,0 5-10 0,-6-5-15 0,-1 1-16 0,6 0-17 0,-5 3-13 15,-1-3-11-15,1 0-6 0,0-1-1 0,-1 1-1 0,1 0-2 0,-1 3-2 16,0-3-3-16,1-1-4 0,-1 1-2 0,0 4-3 0,1-5-1 16,-1 4 0-16,-6 0 1 0,14-3-1 0,-8 3 1 0,1 1 1 0,-1-1-2 15,7 1 0-15,-7 3-1 0,0-4-1 0,8 0 0 0,-8 4 0 16,1 0 0-16,5 0-2 0,-4 0-1 0,-2 0-2 0,0 0-1 0,-6 0-1 15,7 0-2-15,-8 4-1 0,8 0-1 0,-7-4 1 0,-7 3-1 0,8 1 0 16,-8-1-1-16,1 5 1 0,-2-5-2 0,2 5 0 0,-7 0-1 16,0-2 1-16,0 2 0 0,-7 3 3 0,7 0 1 0,-7-4 2 0,1 4 1 15,6 0 2-15,-7 0-1 0,7 0 2 0,7 0-2 0,-7 0 1 16,5 1-1-16,9-6 1 0,-7 5-1 0,12-3 0 0,-6 3-2 0,6-4-3 16,1 4-3-16,-1-3-3 0,7-1-2 0,0 4-2 0,6-4-3 15,-5 0-1-15,-2 1 1 0,8 3-2 0,0-4 0 0,-1 4 2 16,7-4 1-16,-7 5 3 0,1-6 1 0,6 5 1 0,0 1 1 0,-7-1 1 15,7 3-1-15,-6-3 1 0,6 4 0 0,0 0 1 0,-6-1 0 16,6 1-1-16,-7-1-1 0,7 2-2 0,-7-2-1 0,1 1-2 0,6-1-1 16,-6 5-1-16,-1-5-1 0,0 1 0 0,1-1-1 0,-1 1 1 15,7 0 0-15,-6 0 0 0,-1-1 0 0,1 1-1 0,6-1 2 0,-7 1-1 16,7-4 0-16,0 4 1 0,-6-1 0 0,12-3 0 0,-6 4 1 16,0-1 1-16,7-3-1 0,-7 4 1 0,6-4 1 0,1 4 2 15,-1-4 1-15,7 4 2 0,-6-4 1 0,6 3 1 0,0-3 2 0,0 4-1 16,6-1 2-16,-5-2-17 0,6-1-2 0,-8 3 0 0,8-3 0 0,-1 4 0 15,1-4 0-15,-1 3 0 0,1-3 0 0,0 0 0 0,-2 0 0 16,2 4 0-16,7-4 0 0,-9 0 0 0,9 0 0 0,-1 0 0 16,0 0 0-16,0 0 0 0,1 0 0 0,-1 0 0 0,6-4 0 0,-7 4 0 15,9 0 0-15,-9 0 0 0,8 0 0 0,-1 1 0 0,-6-2 0 0,7 1 0 16,-7 0 0-16,7 0 0 0,-7 0 0 0,0 0 0 0,0 0 0 16,0 0 0-16,1 0 0 0,-2 0 0 0,1 0 0 0,0 0 0 0,-6 0 0 15,6 0 0-15,0-4 0 0,-7 5 0 0,8-1 0 0,-8-4 0 16,7 4 0-16,-6-4 0 0,6 0 0 0,-7 1 0 0,7 3 0 0,0-4 0 15,0 0 0-15,-6-3 0 0,6 3 0 0,0 1 0 0,0-5 0 0,0 4 0 16,0-3 0-16,1 3 0 0,-1-2 0 0,-7-2 0 0,7 5 0 16,0-5 0-16,0 0 0 0,-7 2 0 0,7-2 0 0,1 4 0 0,-8-3 0 15,0 0 0-15,8-1 0 0,-8 1 0 0,0-1 0 0,8 1 0 16,-7 0 0-16,-1-4 0 0,0 4 0 0,1-4 0 0,-7 3 0 0,7-3 0 16,0 4 0-16,-1-4 0 0,0 0 0 0,0 0 0 0,1 0 0 0,0 0 0 15,-1-4 0-15,1 4 0 0,0 0 0 0,-1-3 0 0,1 3 0 0,-1 0 0 16,7 0 0-16,-6-4 0 0,0 4 0 0,-2-4 0 0,2 4 0 0,-1-4 0 15,1 4 0-15,0-3 0 0,-1 3 0 0,1-4 0 0,0 1 0 16,-1 3 0-16,1-4 0 0,-8 0 0 0,8 1 0 0,-7-1 0 0,7 4 0 16,-8-3 0-16,8-2 0 0,-6 2 0 0,5 0 0 0,-6-2 0 0,0 2 0 15,-1 0 0-15,8-2 0 0,-13 2 0 0,13-1 0 0,-8 0 0 16,2 1 0-16,-2-1 0 0,-5 1 0 0,13-5 0 0,-14 5 0 0,14-1 0 16,-8 0 0-16,2 1 0 0,-1-5 0 0,0 5 0 0,0-1 0 0,-1-3 0 15,2 3 0-15,-1-3 0 0,-7 3 0 0,8-3 0 0,-2 3 0 0,-5 1 0 16,6-5 0-16,-7 5 0 0,8-1 0 0,-8-3 0 0,1 3 0 0,5-4 0 15,-5 5 0-15,0-1 0 0,5-3 0 0,-4 3 0 0,-2 0 0 0,7 1 0 16,-7-5 0-16,1 5 0 0,-1-1 0 0,1 0 0 0,-1 1 0 0,0-1 0 16,2 0 0-16,-2 4 0 0,0-3 0 0,-6-1 0 0,7 0 0 0,-1 1 0 15,-6-1 0-15,7 1 0 0,-7 3 0 0,6-4 0 0,-6-3 0 16,0 7 0-16,7-4 0 0,-7 0 0 0,6 1 0 0,-6-5 0 0,0 5 0 0,6-1 0 16,-6-3 0-16,8 3 0 0,-8 0 0 0,6-3 0 0,-6 3 0 15,0 1 0-15,0-5 0 0,0 4 0 0,6-2 0 0,-6 1 0 0,0-2 0 16,0 3 0-16,0-3 0 0,0 0 0 0,0 0 0 0,0 3 0 0,0-3 0 15,0-1 0-15,0 1 0 0,0 0 0 0,0 3 0 0,0-3 0 0,0-1 0 0,0 1 0 16,7 0 0-16,-7 0 0 0,0-1 0 0,0 1 0 0,0 0 0 16,0-1 0-16,0 1 0 0,0-1 0 0,0 1 0 0,0 0 0 0,-7-1 0 15,7 1 0-15,0 0 0 0,0-1 0 0,0-3 0 0,0 4 0 0,-6 0 0 16,6-4 0-16,0 4 0 0,0-4 0 0,-6 0 0 0,6 3 0 0,0-3 0 16,-8 0 0-16,8 0 0 0,0 0 0 0,-6 0 0 0,6 0 0 0,0 0 0 15,-6 0 0-15,6 0 0 0,0 0 0 0,-7 0 0 0,7 0 0 0,0 1 0 16,-6-1 0-16,6-1 0 0,-7 1 0 0,7 0 0 0,0 0 0 0,0 0 0 15,-6 0 0-15,6 0 0 0,-7 0 0 0,7 0 0 0,0 1 0 0,-6-1 0 16,6 0 0-16,0 0 0 0,-6-1 0 0,6 5 0 0,0-4 0 0,-8 0 0 16,8 0 0-16,-6 0 0 0,6 4 0 0,-6-4 0 0,6 0 0 0,-7 0 0 15,7 0 0-15,-6 0 0 0,6 4 0 0,-7-5 0 0,7 1 0 0,-6 0 0 16,6 0 0-16,-7 1 0 0,7 2 0 0,-6-3 0 0,6 0 0 16,0 0 0-16,-6 4 0 0,6-4 0 0,-8 0 0 0,8 4 0 0,-6-4 0 15,0 4 0-15,6-5 0 0,-7 5 0 0,7 0 0 0,-7-4 0 0,1 3 0 16,6 1 0-16,-6 0 0 0,-1-4 0 0,1 3 0 0,-1 1 0 0,0 0 0 15,1 0 0-15,0-1 0 0,-1 5 0 0,0-5 0 0,1 1 0 0,0 0 0 16,-1 3 0-16,0-3 0 0,1-1 0 0,-7 4 0 0,7-3 0 0,-8 0 0 16,8-1 0-16,-7 1 0 0,6 3 0 0,-6-3 0 0,7 0 0 0,-8-1 0 15,8 1 0-15,-7 4 0 0,6-5 0 0,-5 1 0 0,5 0 0 0,1 3 0 16,-8-3 0-16,8-1 0 0,0 5 0 0,-8-5 0 0,8 5 0 16,0-5 0-16,-1 4 0 0,-6 1 0 0,6-4 0 0,1 3 0 0,0 0 0 15,-2 0 0-15,2 1 0 0,0-1 0 0,0 0 0 0,-1 1 0 0,-6 3 0 16,6-4 0-16,1 1 0 0,0-1 0 0,-2 0 0 0,-4 4 0 15,6-3 0-15,-2-1 0 0,-4 0 0 0,5 4 0 0,-6-3 0 0,6-1 0 16,1 4 0-16,-6-4 0 0,4 4 0 0,2-3 0 0,0 3 0 0,-7-4 0 16,6 4 0-16,0 0 0 0,1-4 0 0,0 4 0 0,-1 0 0 15,0-3 0-15,-5 3 0 0,5 0 0 0,0 0 0 0,1-4 0 0,-1 4 0 0,1 0 0 16,-7 0 0-16,6 0 0 0,1-4 0 0,0 4 0 0,6 0 0 16,-8 0 0-16,2-3 0 0,0 3 0 0,-1 0 0 0,1 0 0 15,6 0 0-15,-7 0 0 0,0-4 0 0,7 4 0 0,-6 0 0 0,0 0 0 16,0 0 0-16,6 0 0 0,-8 0 0 0,2-4 0 0,6 4 0 0,-6 0 0 15,6 0 0-15,-7 0 0 0,7 0 0 0,-6 0 0 0,-1 0 0 0,7 0 0 16,-7 0 0-16,1 0 0 0,6 0 0 0,-6 0 0 0,-1 0 0 0,7 0 0 16,-7 4 0-16,1-4 0 0,6 0 0 0,-6 0 0 0,-1 0 0 0,7 0 0 15,-7 0 0-15,1 0 0 0,-1 0 0 0,1 0 0 0,0 0 0 16,6 0 0-16,-7 0 0 0,0 0 0 0,1 0 0 0,0 0 0 0,6 0 0 16,-7 0 0-16,0 0 0 0,7 0 0 0,-6 0 0 0,-1 0 0 15,7 0 0-15,-6 0 0 0,-1 0 0 0,7 4 0 0,-6-4 0 0,-1 0 0 16,7 0 0-16,-6 0 0 0,0 0 0 0,6 0 0 0,-8 3 0 0,2-3 0 15,0 0 0-15,-1 4 0 0,7-4 0 0,-6 0 0 0,-1 4 0 0,1-4 0 16,6 0 0-16,-7 3 0 0,1-3 0 0,6 4 0 0,-6-4 0 0,-2 4 0 16,8-4 0-16,-6 3 0 0,6-3 0 0,-6 4 0 0,6-4 0 0,-7 4 0 15,7-4 0-15,-7 3 0 0,7-3 0 0,-6 4 0 0,0-4 0 16,6 4 0-16,-7-4 0 0,1 3 0 0,6-3 0 0,-7 4 0 0,0-4 0 16,1 4 0-16,0-4 0 0,-1 3 0 0,7-3 0 0,-7 4 0 15,1-4 0-15,0 0 0 0,-1 3 0 0,7-3 0 0,-7 0 0 0,1 0 0 16,-1 0 0-16,1 0 0 0,0 0 0 0,-2 0 0 0,2 0 0 15,0 0 0-15,-1 0 0 0,1-3 0 0,-1 3 0 0,1 0 0 0,-1 0 0 16,1 0 0-16,0 0 0 0,-2-4 0 0,8 4 0 0,-6 0 0 0,0 0 0 16,6 0 0-16,-7 0 0 0,0-3 0 0,7 3 0 0,-6 0 0 15,0 0 0-15,6 0 0 0,-7 0 0 0,1 0 0 0,-1 0 0 0,7 0 0 16,-7 0 0-16,1 0 0 0,0 3 0 0,-1-3 0 0,0 0 0 0,1 0 0 16,0 0 0-16,-1 0 0 0,1 4 0 0,-1-4 0 0,0 0 0 15,-5 0 0-15,4 0 0 0,2 3 0 0,0-3 0 0,-7 0 0 0,6 0 0 16,1 0 0-16,-1 0 0 0,-5 4 0 0,4-4 0 0,2 0 0 0,-6 0 0 15,4 0 0-15,-4 0 0 0,5 0 0 0,-6 0 0 0,0 0 0 16,7 0 0-16,-8 0 0 0,2 0 0 0,5 4 0 0,-6-4 0 0,0 0 0 16,7 0 0-16,-8 0 0 0,8 0 0 0,-7 3 0 0,6-3-13 0,-6 0-104 15,7 0-25-15,0 4-33 0,-8-4-39 0,8 0-70 0,-8 0-82 16,8 4-85-16,0-4-84 0,-1-4-39 0,1 4-14 0,-8 0 1 0,14-4 8 16,-6 1 15-16,6-1 17 0,0 4 21 0,0-7 25 0,0 0 34 15,6-4 44-15,1 3 70 0,0-3 168 0</inkml:trace>
  <inkml:trace contextRef="#ctx0" brushRef="#br0" timeOffset="91149.03">4252 12950 47 0,'0'0'84'0,"0"0"5"0,0 0 3 0,0 0 2 0,0 0 1 0,0 0 2 16,0 0 1-16,0 0 1 0,0 0 1 0,0 0-1 0,0 0 2 0,0 0 1 15,0 0 3-15,0 0 3 0,0 0 2 0,0 0 5 0,0 0 4 16,0 0 5-16,0 0 6 0,0 0 4 0,0 0 7 0,0 0 5 16,0 0 4-16,0-4 2 0,0 4 1 0,0-3 0 0,0 3 0 0,-6-4-1 15,6 4-1-15,0-3-3 0,0 3-2 0,-6-4 2 0,6 4 5 16,-8-4 3-16,8 4 3 0,-6-3-5 0,6-1-3 0,-6 4-6 0,6-4-3 15,-7 1-5-15,1-2-3 0,-1 5-5 0,1-3-7 0,6 0-5 16,-7 3-8-16,1-4-11 0,0 0-14 0,-2 0-12 0,2 4-10 16,0-3-6-16,-1-1-4 0,-6 0-2 0,7 1-2 0,-1-1-2 0,-6 4-3 15,6-4-3-15,-5 1-1 0,5-5-3 0,-6 5 1 0,0-1-1 16,0 0 0-16,0 1-2 0,-1-5-3 0,2 5-3 0,-1-4 0 0,-7 3-4 16,8-3-1-16,-8 3-1 0,6-3-2 0,-5 3-3 0,-1-3 0 15,1-1-2-15,0 5-1 0,-1-5-1 0,1 5-3 0,-1-5 0 16,0 4-1-16,-5 1 0 0,5-1-1 0,-6 1 1 0,6-1 0 0,-5 0 0 15,-2 0-1-15,1 4 0 0,0-3-1 0,0-1 0 0,0 4-1 0,0-4 0 16,0 1-1-16,0 3-1 0,0-4 1 0,0 4-2 0,-7-4-1 16,7 4 0-16,0-3-1 0,0 3 2 0,0-4 0 0,-6 4 3 15,5-3 1-15,1 3 1 0,0-4 2 0,0 4 1 0,0 0 2 0,-7-4 1 16,8 4 1-16,5-3-1 0,-6-1 2 0,0 4-1 0,-1-4 1 0,9 1-1 16,-9 3-1-16,7-4-1 0,-6 0-1 0,7 1-1 0,-7-1-2 15,6 0-1-15,-6 1-1 0,7 3-2 0,-7-4 0 0,6 0-1 0,-6 1 0 16,7-1 1-16,-7 0-2 0,6 1 0 0,-5-1-1 0,5 1-1 15,0 3 0-15,-6-4 0 0,7 0-2 0,-8 1 0 0,8 3 1 0,0-5 1 16,-8 2 0-16,7 3 0 0,2-4 1 0,-9 0 0 0,7 4-1 16,1-3 1-16,0 3 1 0,-1-3-2 0,1 3 1 0,-1-4 0 0,0 4 1 15,1-4 1-15,-1 4-1 0,0 0 1 0,8-4-1 0,-8 4-1 0,7 0 2 16,-7-3-1-16,8 3 2 0,-8 0 0 0,7 0 1 0,-7 0 0 16,8-4 1-16,-2 4 0 0,-5 0 1 0,6 0 0 0,0 0 0 0,-7 0 0 15,7 0 2-15,0 0-1 0,0 0 0 0,-7 0-1 0,8 0-1 0,-2 0-1 16,-5 4 1-16,6-4-2 0,0 0 0 0,-1 3-1 0,2-3 0 15,-1 0-1-15,0 4-2 0,0-4 0 0,-1 0 0 0,2 0-1 16,-1 4 0-16,0-4 0 0,6 0 0 0,-6 0 0 0,0 4 1 0,7-4-1 16,-8 0 1-16,8 0-1 0,-7 3 1 0,7-3 0 0,-8 0-1 0,8 0 1 15,-6 0 0-15,-2 0-2 0,8 0 0 0,-8 3 1 0,1-3 1 0,7 0 0 16,-7 0 0-16,0 0-1 0,7 0-1 0,-8 4 0 0,1-4 1 16,1 0-1-16,-2 0 1 0,2 0 0 0,4 0-1 0,-4 4 1 0,-1-4 0 15,-1 0 0-15,2 0-1 0,-2 0 0 0,8 0 0 0,-7 0 1 0,0 3 0 16,0-3-1-16,0 0 0 0,6 0 0 0,-5 0 1 0,-2 0 0 0,1 0 0 15,7 0 0-15,-7 0 0 0,0 0-1 0,7 0 0 0,-8 5 0 0,8-5 0 16,-7 0 0-16,0 0 0 0,6 0 0 0,-5 0 1 0,4 3-1 0,-4-3 1 16,5 0-1-16,1 0 0 0,-7 0 0 0,6 4 1 0,1-4 0 15,-8 0 0-15,8 0-1 0,-7 4 0 0,6-4 1 0,-5 0-1 0,-1 3 1 16,6-3 0-16,-6 4 0 0,7-4-1 0,-8 3 0 0,1-3-1 0,0 4 0 16,7-4 1-16,-7 4-1 0,7-4 1 0,-8 3 0 0,8-3 0 0,-7 0-1 15,6 4 2-15,-6-4-1 0,7 4-1 0,-8-4 0 0,2 3 0 0,5-3 2 16,-6 0-2-16,7 4 1 0,-7 0 0 0,6-4-1 0,-6 3 1 15,-1 1 0-15,2-4-1 0,6 4 0 0,-8-1 0 0,1 1 2 0,7 0-2 16,-8-4 1-16,8 3-1 0,0 1 0 0,-7-4 1 0,6 4-1 16,-6-1 0-16,1 1 0 0,4-4 0 0,-4 3 0 0,-2 1-1 15,2 3 1-15,5-3-1 0,-6 0 1 0,0-1 0 0,1 1-1 16,-2 0 1-16,1 3-1 0,0-3 0 0,6-1 2 0,-5 1-1 16,-2 0 0-16,8 3 0 0,-7-3 1 0,0 0-1 0,6-1 0 15,1 1 0-15,-8 0 0 0,8-1-1 0,0 1 0 0,0 0 0 16,-8-1-1-16,8 1 0 0,-1-4-1 0,1 4-1 0,-1-1-1 15,0 1-1-15,1 0-1 0,0-1-1 0,0 1 0 0,-2-1-1 0,2 1 0 16,0 0 0-16,-1-1-2 0,0 1 1 0,1 0-1 16,-1-1 0-16,7 1-1 0,-6 0 1 0,0 3 0 0,-1-3 1 0,0 3 1 15,7 0 0-15,-6-3 0 0,0 7 1 0,-1-3 2 16,0-1-1-16,1 0 2 0,-1 1 2 0,7 2 0 0,-6-2 1 0,0 3 0 16,-1 0 1-16,0-4 0 0,1 4 2 0,0 0 0 0,-2 0 0 15,2 0 1-15,0 0-1 0,-1 0 1 0,7 0 0 0,-6 0-1 16,-1 0 0-16,1 0 0 0,-1-4 0 0,1 4 1 15,0 0-1-15,6 0 0 0,-8 0-1 0,2 0 0 0,0 0 1 0,-1 0-1 16,7 0 1-16,-6 0 0 0,-1 0-1 0,7 0 1 16,-6-3 1-16,-1 3-2 0,7-1 1 0,-6 1 0 0,6-3 0 0,-7 3 0 15,7-4 0-15,0 4 1 0,-7-4-1 0,7 4 0 16,0-4 0-16,-6 1 0 0,6 0 0 0,0 3 0 0,0-4 0 0,0 0 0 16,-6 0 2-16,6 1-1 0,0-1-1 0,0-3 0 0,0 3 0 15,0 0 0-15,0 1 0 0,0-5 1 0,0 5 0 0,0-1-1 16,0-3 0-16,0 3 1 0,0-4-1 0,0 1 0 0,0 3-1 15,6-3 0-15,-6 0 1 0,0 4 1 0,0-5-2 0,0 0 1 16,0 1-1-16,6 0 1 0,-6 0 0 0,0-1 1 0,7 5-1 16,-7-5-1-16,0 1 0 0,7 0 1 0,-7-1 0 0,6 1 0 15,-6 0 0-15,7 3 0 0,-7-3 0 0,6-1 0 0,1 1 0 16,-7 0 0-16,6-1-1 0,1 1 0 0,-1-1 1 0,0 1 0 16,-6 0 1-16,8-1 0 0,-2 1 0 0,0 0-1 0,1-1 1 15,-1 1 0-15,1 0-1 0,-7-4 0 0,6 3 2 0,1 1-1 16,-1 0-1-16,8-4 1 0,-8 3 0 0,0 1 0 0,1-4 0 15,0 4 0-15,-1-1 0 0,0 1 1 0,7-4 0 0,-6 4-1 16,0 0 0-16,5-4 0 0,-5 3 1 0,6 1 0 0,-7-4 0 16,7 3 0-16,-6 1 0 0,6-4 0 0,1 4-1 0,-8-4-1 15,6 4 1-15,2-4-1 0,-1 0 1 0,-1 3 1 0,-4-3-1 16,10 0 1-16,-4 0 0 0,-1 0-1 0,0 0 0 0,6 0 1 16,1-3 0-16,6 3 0 0,1-4 1 0,-9 0 0 0,9 0 1 0,-7 1 0 15,-2-1-2-15,2 1 2 0,-7-1-1 0,7 0 0 0,-8 0-2 0,8 1 1 16,-7 3 0-16,1-4 0 0,-2 0 0 0,2 1-1 0,-2 3 0 0,2-4 0 15,-1 0-1-15,-1 1 1 0,2 3-1 0,-2-4 1 0,2 4-1 0,-1-4 1 16,0 1 1-16,0-1 0 0,7 4 0 0,-8-4-1 0,1 4 1 16,0-3 0-16,0 3-1 0,1-4 1 0,-2 4-2 0,2-4 2 0,-8 4-1 0,7-3 0 15,0 3 0-15,0 0 0 0,0-4 0 0,0 4 1 0,0 0-1 16,0 0 1-16,0 0-1 0,1 0 1 0,-8-3 0 0,13 3 0 0,-12 0 0 16,6 0-1-16,-1 0 1 0,2 0-1 0,-1 0 0 0,0 0 1 15,0 0-1-15,0-4 1 0,0 4 0 0,0 0-1 0,0 0-1 0,0 0 1 16,-7 0 0-16,8 0 0 0,-2 0 1 0,2 0 0 0,-2 0 0 0,2 0 1 15,-1 0-1-15,-1 0 0 0,2-4 1 0,-2 4-1 0,2 0 1 0,-1 0-2 16,0 0 2-16,0-3-1 0,7 3 0 0,-8 0 1 0,1-4-1 16,7 4-1-16,-6-4 1 0,-2 1 0 0,8 3-1 0,-7-4 1 0,-1 4 0 15,8-4 0-15,-7 1-1 0,0 3 1 0,0-4 0 0,7 4-1 16,-8-4 0-16,2 4 0 0,5 0 0 0,-5-3 0 0,-2 3 0 0,2 0 1 16,-2-4-1-16,2 4 0 0,5 0 1 0,-6 0 0 0,0-4 1 0,7 4 0 15,-7 0-2-15,0-3 1 0,6 3 1 0,-5 0-1 0,-2-4 0 0,8 4 0 16,-7 0 0-16,-1-4-1 0,8 4 1 0,-6-4 0 0,5 4-1 15,-6-3 0-15,6 0-1 0,-5 3 1 0,-1-5 1 0,6 2 0 16,-6-1 0-16,7 4-1 0,-7-4 1 0,0 1 0 0,6-1 0 0,-5 0-1 0,5 1 1 16,-6-1 0-16,6 1 1 0,-5-1 0 0,5 0-1 0,-6 1 0 15,6-1-1-15,-5 0 1 0,-2 1 0 0,8 3 1 0,-7-4-1 0,0 0-1 16,0 1 0-16,7-1 1 0,-7 4-1 0,0-4 1 16,0 1 0-16,0 3-1 0,0-4 0 0,0 0 0 0,0 4 1 0,0-3 0 0,0 3 0 15,0-4-1-15,1 0 1 0,-2 4-1 0,1-3 1 0,0 3-1 16,0-4 1-16,1 1-1 0,4 3-1 0,-4-4 1 0,-1 4 1 15,0-4-1-15,0 1 0 0,-1 3 0 0,2-4 0 0,-1 4 1 0,0-4 2 16,0 1-1-16,-1 3-1 0,-4-5 0 0,4 5 0 0,2-3 0 16,-1 0 1-16,-1 3-1 0,2-5-1 0,-2 2 2 0,2 3 1 0,-1-4-1 15,-7 4 0-15,8-3 0 0,-8 3-1 0,6-4 1 0,2 0-1 0,-8 4 2 16,7-3 0-16,-6-1-1 0,6 4 2 0,-7-4-1 0,8 1 0 0,-8-1 0 16,7 4 1-16,-6-4 0 0,6 1 1 0,-7-1-1 15,0 4 0-15,1-4 0 0,6 1-1 0,-7 3 1 0,1-4 0 0,0 4 0 16,-1-4-2-16,1 1 2 0,5 3-1 0,-5-4 1 0,0 0-1 0,-1 4 1 15,0-3-2-15,8 3 1 0,-8-4 1 0,1 1-2 0,6-1 2 16,-7 0-2-16,1 1 1 0,5-1 0 0,-4 0-1 0,4 1 1 0,-5-1-1 16,6 0 0-16,-7 1 0 0,7 3-1 0,-6-4 0 0,6 0 0 15,-7 1-1-15,1-1 1 0,6 4 0 0,-7-4-1 0,1 4 1 0,-1-4 0 16,1 4 0-16,0-3-1 0,-1 3 0 0,0 0 0 0,2-4 1 16,-2 4 0-16,0 0-1 0,1 0 0 0,-1 0 0 0,-6 0 0 15,7-4 0-15,-1 4 0 0,1 0 1 0,-1 0-1 0,0 0 1 0,2-3-1 16,-2 3 1-16,0 0 0 0,1 0 0 0,-1-4 0 0,7 4 0 15,-6 0-1-15,6-4 1 0,-6 4 1 0,5 0-1 0,-5-3 1 16,6 3-1-16,0-4 0 0,0 4 0 0,-6 0 0 0,5 0 1 0,2-4-1 16,-2 4-1-16,-5 0 1 0,6 0-1 0,0 0 1 0,-7 0 0 15,8 0-1-15,-2 0-1 0,-5 0 1 0,6 0 0 0,-6 0 1 0,6 4 0 16,-6-4 0-16,-1 0-1 0,6 0 1 0,-4 0 0 0,-2 0 0 16,7 4 1-16,-7-4-1 0,1 0 1 0,0 0 0 0,-1 0 2 0,6 0 0 15,-4 0 0-15,-2 0-2 0,0 0 2 0,1 3-1 0,0-3 2 16,-1 0 0-16,1 0 0 0,-1 0 1 0,0 0 1 0,1 0 0 0,0 0 1 15,-1 0 0-15,0 0 0 0,1 0 0 0,0 0 0 0,-1 0 0 16,7 0 0-16,-7 0 1 0,2 0 0 0,4 0-1 0,-6-3 0 16,2 3-1-16,4 0 0 0,-5-4 0 0,6 4-1 0,-6 0 0 0,5-4 0 15,2 4-1-15,-8-3 1 0,7 3-1 0,-6-4-1 0,6 4 0 16,-7 0-1-16,0-4 1 0,8 4-2 0,-8-3 0 0,7 3 0 0,-6 0 0 16,6-4-1-16,-7 4 0 0,0 0 0 0,8-3 1 0,-8 3-1 15,0 0 0-15,2 0-1 0,-2-4 1 0,7 4 0 0,-7 0 0 16,1-4 0-16,-1 4 1 0,7-3-1 0,-7 3 0 0,2 0 1 0,-2 0 0 15,0-4 0-15,8 4-1 0,-8 0 2 0,0-4 0 0,1 4-1 16,-1-3 2-16,1 3-1 0,0-4 1 0,5 4-1 0,-5-4 1 0,0 4-1 16,-1-3 1-16,0 3-1 0,1-4 1 0,-1 4 0 0,1-4 0 15,0 4-1-15,-1-3 0 0,0 3-1 0,2-4 2 0,-2 4-2 0,0-4 2 16,1 4-1-16,6-3 0 0,-13 3 1 0,6-4-2 0,7 0 1 16,-13 4-1-16,14-3 2 0,-8-1-1 0,-6 4 0 0,6-4 1 0,1 1-1 15,-1 3 1-15,-6-4-1 0,7 1 1 0,-7-2-1 0,6 5 1 16,-6 0-1-16,7-3 1 0,-7 3 3 0,0-4 2 0,6 4 2 0,-6-4 2 15,0 4 1-15,0-3 1 0,0 3 0 0,0 0 2 0,7-3 1 16,-7 3 2-16,0 0 0 0,0 0 1 0,0 0 2 0,0-5-2 16,0 5 1-16,0 0 0 0,0 0-1 0,0 0-1 0,0 0 0 15,0 0-2-15,0 0-1 0,0 0 0 0,0 0-2 0,0 0 0 0,0 0 0 0,0 0-1 16,0 0-1-16,0 0 0 0,0 0-1 0,0 0 0 0,0 0 0 16,0 0-1-16,0-3 1 0,0 3 1 0,0 0-11 0,-7 0-2 15,7 0 0-15,0 0 0 0,0-4 0 0,0 4 0 0,0 0 0 0,-6 0 0 16,6-3 0-16,0 3 0 0,-7 0 0 0,7-4 0 0,0 4 0 15,-6 0 0-15,6 0 0 0,0-4 0 0,0 4 0 0,-7 0 0 16,7-3 0-16,0 3 0 0,-6 0 0 0,6-4 0 0,0 4 0 0,-7-4 0 16,7 4 0-16,-6-3 0 0,6 3 0 0,0 0 0 0,0-4 0 15,-6 4 0-15,6 0 0 0,0-4 0 0,-8 4 0 0,8 0 0 0,0-3 0 16,-6 3 0-16,6 0 0 0,0-4 0 0,-6 4 0 0,6 0 0 16,0-4 0-16,-7 4 0 0,7 0 0 0,0-3 0 0,-6 3 0 0,6 0 0 15,0-4 0-15,-7 4 0 0,7 0 0 0,0-4 0 0,-6 4 0 16,6 0 0-16,-7 0 0 0,7 0 0 0,-6-3 0 0,6 3 0 0,0 0 0 15,-6 0 0-15,6-4 0 0,0 4 0 0,-8 0 0 0,8 0 0 16,-6 0 0-16,6-4 0 0,0 4 0 0,-6 0 0 0,6 0 0 16,-7 0 0-16,7 0 0 0,0 0 0 0,-7 0 0 0,7 0 0 0,0 0 0 15,-6 0 0-15,6 0 0 0,0 0 0 0,-7 0 0 0,7 0 0 16,0 0 0-16,-6 0 0 0,6 0 0 0,0 0 0 0,-6-3 0 0,6 3 0 16,0 0 0-16,-7 0 0 0,7 0 0 0,-7 0 0 0,7 0 0 15,0 0 0-15,-6 0 0 0,6 0 0 0,0-4 0 0,-6 4 0 16,6 0 0-16,0 0 0 0,-7 0 0 0,7 0 0 0,-7 0 0 0,7 0 0 15,0-3 0-15,-6 3 0 0,6 0 0 0,-7 0 0 0,7 0 0 0,-6-4 0 16,6 4 0-16,0 0 0 0,-6 0 0 0,6 0 0 0,0 0 0 16,-7 0 0-16,7 0 0 0,-7 0 0 0,7-4 0 0,0 4 0 15,-6 0 0-15,6 0 0 0,0 0 0 0,-6 0 0 0,6 0 0 0,-8 0 0 16,8 0 0-16,0-3 0 0,-6 3 0 0,6 0 0 0,0 0 0 16,-6 0 0-16,6 0 0 0,0 0 0 0,-7 0 0 0,7 0 0 15,0 0 0-15,-6 0 0 0,6 0 0 0,0 0 0 0,-7 0 0 0,7 0 0 16,0 0 0-16,0 0 0 0,-6 0 0 0,6 0 0 0,0 0 0 15,0 0 0-15,-7 0 0 0,7 0 0 0,0 0 0 0,-6-4 0 0,6 4 0 16,0 0 0-16,0 0 0 0,-6 0 0 0,6 0 0 0,-8-4 0 16,8 4 0-16,-6-3 0 0,6 3-11 0,-6-5-87 0,-1 5-22 0,0-3-32 15,1 0-39-15,0-1-60 0,-1 0-73 0,-6-3-71 0,6 3-73 16,-5-3-56-16,-2 3-44 0,2 0-14 0,-1 1 0 0,-7-1 12 16,6 4 19-16,-4 0 20 0,-2 0 21 0,1 0 33 0,-1 4 38 0,0-1 60 15,1 1 72-15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EC70A-F502-4BDD-A00A-8A9C0175DC89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3FA8A-98B0-4AA8-9E57-9232433126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560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8C5DF-0E91-4829-8EB2-D640E95B0EE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389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DC166-603D-2042-6ED8-8D69364C2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522205-4B23-B893-1553-0634EB77C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97177D-3519-CB79-F9AF-1F45F78B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6A825C-6FB2-D1E5-9A03-B589A275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41A728-B656-942D-5F86-7460F9E0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880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2690E-858D-02DF-3DC4-522529BFD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4D7B5-8DFC-28E3-FAC1-9718E20E1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A0BD22-2E21-6596-0430-5FB47CDF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CB24B5-0383-AA6B-03BC-092AA92DD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ABACA4-E5EA-9CE0-FF89-54E8D36B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976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E0921-9590-CD65-E9EF-AA94166EF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DE6134-D737-0D87-9DBF-1341768E3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F3BC85-EDDC-6DD6-B4AD-CFC5DEB93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C85573-1EAC-E1F0-3536-02045C8ED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69E40-4DF6-E5F0-25BC-898492A2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033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0FC0A-F9C1-8A11-B71D-B69F8E50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7395B-9E2B-5E81-6D47-E8BE6B7EF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03DE4D-3592-1818-7FF3-6208CF61F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1531C8-4E0B-F242-14BE-0B3F0308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0D1C1E-2992-79CA-8B85-831E47429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E8C670-3ACD-D4D3-8518-82D49C7A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825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66946-970E-5DA8-06B6-F88778D49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6CF1E-5A91-A80B-A991-EFA7A613F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1872E7-347F-CE68-9BC9-A420A1AB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FC3539-2D75-25F5-E524-2AAE83730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C6E54B-DA4D-2D1A-0D2C-2C7982F2E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00FDB0-5479-2214-5091-1D477232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BCEA2B-1F86-8C7C-2298-C9BBF82F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B7DCE9-15E3-0176-9F68-E1D3BA9B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689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E9933-58A4-CE56-FA39-1C26C08C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ACCADE-AEE4-3BB4-BDB2-B936DA10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2553BC-7CC3-6AF9-6D3B-41E1D4DB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A8D18E-CFE0-DEB6-F08B-400B294D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328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C45BDA-D2FA-94B7-7E72-09EDF881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A595E3-D61C-36F2-195F-72671B0C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D79C69-4805-B8D0-EB65-9652500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125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93348-0BAF-1BF5-587B-8D856D8E3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B8D79-DB93-B501-CAE6-A532F528C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680212-7CB4-FFC5-3DC6-75BCF4FAB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58349F-2573-99F2-0FB2-CB7C4408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711A84-2243-6317-143A-17270ECD4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85FDD4-5488-3074-D1EA-A4AA684C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925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14234-24BE-4D54-3DF4-8A4AB2E8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82E7E0-0050-18CC-DFF2-BF555236B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5EC5DD-35F5-E116-98F4-9962481CA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B26E6F-12BA-B1BA-771A-741421D9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DE1E47-CC1C-D749-0C7A-E35CA7E9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10A29D-90FC-85F9-4E91-B70673B7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517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56762-2B42-6177-93A2-3CFA40BB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CC6F9F-B82E-07AC-F1B3-52331913C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E99E1A-7F34-A60A-A3FB-FE885A3B9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DA7A23-B01C-CE68-7D2E-48E7DE58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CD3BB-737D-63B2-291D-FF47A870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605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6BBD10-83C3-3F7B-720F-D1C594C44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226136-AE72-5300-5F42-E0F58F29F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ACF6E-5607-E6C2-5A2B-C6D555BB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3EB40-A746-36C0-8684-CBD421BB6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53F398-AF2A-35B6-4A5D-9549CF8C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531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1CFB004-0BE2-6594-A684-1D414144F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35A2DA-1F7F-032D-860F-9434CD42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46C-15FD-477F-AEAC-2240925A5F40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57E8D6-1867-44DE-9D94-87167BA4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4DE6E-0DF7-8A53-34F4-4203A502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56C0-451C-4745-96B8-116ACE4EE48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0E35E9-AB26-4483-5917-44E2A83006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D620732-056B-250B-9839-8EF4696944DC}"/>
              </a:ext>
            </a:extLst>
          </p:cNvPr>
          <p:cNvSpPr/>
          <p:nvPr userDrawn="1"/>
        </p:nvSpPr>
        <p:spPr>
          <a:xfrm>
            <a:off x="7888310" y="69562"/>
            <a:ext cx="4303690" cy="6452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Expert</a:t>
            </a:r>
            <a:r>
              <a:rPr lang="zh-CN" altLang="en-US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电子实验室</a:t>
            </a:r>
          </a:p>
        </p:txBody>
      </p:sp>
    </p:spTree>
    <p:extLst>
      <p:ext uri="{BB962C8B-B14F-4D97-AF65-F5344CB8AC3E}">
        <p14:creationId xmlns:p14="http://schemas.microsoft.com/office/powerpoint/2010/main" val="3206535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DC166-603D-2042-6ED8-8D69364C2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522205-4B23-B893-1553-0634EB77C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97177D-3519-CB79-F9AF-1F45F78B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6A825C-6FB2-D1E5-9A03-B589A275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41A728-B656-942D-5F86-7460F9E0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ACCC614-345E-7333-AA10-296E689FE1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96857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2690E-858D-02DF-3DC4-522529BFD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4D7B5-8DFC-28E3-FAC1-9718E20E1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A0BD22-2E21-6596-0430-5FB47CDF4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CB24B5-0383-AA6B-03BC-092AA92DD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ABACA4-E5EA-9CE0-FF89-54E8D36B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675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E0921-9590-CD65-E9EF-AA94166EF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DE6134-D737-0D87-9DBF-1341768E3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F3BC85-EDDC-6DD6-B4AD-CFC5DEB93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C85573-1EAC-E1F0-3536-02045C8ED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69E40-4DF6-E5F0-25BC-898492A2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768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0FC0A-F9C1-8A11-B71D-B69F8E50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7395B-9E2B-5E81-6D47-E8BE6B7EF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03DE4D-3592-1818-7FF3-6208CF61F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1531C8-4E0B-F242-14BE-0B3F0308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0D1C1E-2992-79CA-8B85-831E47429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E8C670-3ACD-D4D3-8518-82D49C7A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150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66946-970E-5DA8-06B6-F88778D49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6CF1E-5A91-A80B-A991-EFA7A613F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1872E7-347F-CE68-9BC9-A420A1AB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FC3539-2D75-25F5-E524-2AAE83730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C6E54B-DA4D-2D1A-0D2C-2C7982F2E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00FDB0-5479-2214-5091-1D477232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BCEA2B-1F86-8C7C-2298-C9BBF82F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0B7DCE9-15E3-0176-9F68-E1D3BA9B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816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E9933-58A4-CE56-FA39-1C26C08C1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ACCADE-AEE4-3BB4-BDB2-B936DA10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2553BC-7CC3-6AF9-6D3B-41E1D4DBE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A8D18E-CFE0-DEB6-F08B-400B294D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435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C45BDA-D2FA-94B7-7E72-09EDF881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A595E3-D61C-36F2-195F-72671B0C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D79C69-4805-B8D0-EB65-9652500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933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93348-0BAF-1BF5-587B-8D856D8E3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B8D79-DB93-B501-CAE6-A532F528C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680212-7CB4-FFC5-3DC6-75BCF4FAB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58349F-2573-99F2-0FB2-CB7C4408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711A84-2243-6317-143A-17270ECD4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85FDD4-5488-3074-D1EA-A4AA684C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915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14234-24BE-4D54-3DF4-8A4AB2E8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82E7E0-0050-18CC-DFF2-BF555236B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5EC5DD-35F5-E116-98F4-9962481CA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B26E6F-12BA-B1BA-771A-741421D9E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DE1E47-CC1C-D749-0C7A-E35CA7E9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10A29D-90FC-85F9-4E91-B70673B7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266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56762-2B42-6177-93A2-3CFA40BB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CC6F9F-B82E-07AC-F1B3-52331913C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E99E1A-7F34-A60A-A3FB-FE885A3B9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DA7A23-B01C-CE68-7D2E-48E7DE58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CD3BB-737D-63B2-291D-FF47A870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25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6BBD10-83C3-3F7B-720F-D1C594C44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226136-AE72-5300-5F42-E0F58F29F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3ACF6E-5607-E6C2-5A2B-C6D555BB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E896-456C-48B5-B916-825A97815996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B3EB40-A746-36C0-8684-CBD421BB6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53F398-AF2A-35B6-4A5D-9549CF8C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744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1CFB004-0BE2-6594-A684-1D414144F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35A2DA-1F7F-032D-860F-9434CD42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46C-15FD-477F-AEAC-2240925A5F40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57E8D6-1867-44DE-9D94-87167BA4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4DE6E-0DF7-8A53-34F4-4203A502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56C0-451C-4745-96B8-116ACE4EE48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0E35E9-AB26-4483-5917-44E2A83006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D620732-056B-250B-9839-8EF4696944DC}"/>
              </a:ext>
            </a:extLst>
          </p:cNvPr>
          <p:cNvSpPr/>
          <p:nvPr userDrawn="1"/>
        </p:nvSpPr>
        <p:spPr>
          <a:xfrm>
            <a:off x="7888310" y="69562"/>
            <a:ext cx="4303690" cy="6452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Expert</a:t>
            </a:r>
            <a:r>
              <a:rPr lang="zh-CN" altLang="en-US" sz="3600" b="1" cap="none" spc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电子实验室</a:t>
            </a:r>
          </a:p>
        </p:txBody>
      </p:sp>
    </p:spTree>
    <p:extLst>
      <p:ext uri="{BB962C8B-B14F-4D97-AF65-F5344CB8AC3E}">
        <p14:creationId xmlns:p14="http://schemas.microsoft.com/office/powerpoint/2010/main" val="307279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CCD1B6-3773-DA7A-13E3-F889B89C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63D2FC-EBF6-6D33-401B-BEB02F777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E5235-638C-EB95-AD7E-F130CC33E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2E896-456C-48B5-B916-825A97815996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A04E0B-BC55-BA37-BA3D-720EAC256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068F38-6F7A-2BD1-1022-580059EC2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550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CCD1B6-3773-DA7A-13E3-F889B89C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63D2FC-EBF6-6D33-401B-BEB02F777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E5235-638C-EB95-AD7E-F130CC33E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2E896-456C-48B5-B916-825A97815996}" type="datetimeFigureOut">
              <a:rPr lang="zh-CN" altLang="en-US" smtClean="0"/>
              <a:t>2025/2/1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A04E0B-BC55-BA37-BA3D-720EAC256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068F38-6F7A-2BD1-1022-580059EC2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A5240-0750-440F-9C52-90FDD242C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94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customXml" Target="../ink/ink4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customXml" Target="../ink/ink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0CA67B6-B341-78B2-0450-4F144AA7B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16" y="1308533"/>
            <a:ext cx="3198612" cy="31986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AF49640-81CF-184F-1355-BD8BDA1CACDA}"/>
              </a:ext>
            </a:extLst>
          </p:cNvPr>
          <p:cNvSpPr txBox="1"/>
          <p:nvPr/>
        </p:nvSpPr>
        <p:spPr>
          <a:xfrm>
            <a:off x="4346487" y="1452098"/>
            <a:ext cx="77001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国一学长带你学</a:t>
            </a:r>
            <a:endParaRPr kumimoji="0" lang="en-US" altLang="zh-CN" sz="4800" b="1" i="0" u="none" strike="noStrike" kern="1200" cap="none" spc="0" normalizeH="0" baseline="0" noProof="0">
              <a:ln w="12700">
                <a:solidFill>
                  <a:srgbClr val="4472C4"/>
                </a:solidFill>
                <a:prstDash val="solid"/>
              </a:ln>
              <a:solidFill>
                <a:srgbClr val="4472C4">
                  <a:lumMod val="60000"/>
                  <a:lumOff val="40000"/>
                </a:srgbClr>
              </a:solidFill>
              <a:effectLst>
                <a:outerShdw dist="38100" dir="2640000" algn="bl" rotWithShape="0">
                  <a:srgbClr val="4472C4"/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嘉立创</a:t>
            </a:r>
            <a:r>
              <a:rPr kumimoji="0" lang="en-US" altLang="zh-CN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EDA</a:t>
            </a:r>
            <a:r>
              <a:rPr kumimoji="0" lang="zh-CN" altLang="en-US" sz="60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专业版</a:t>
            </a:r>
            <a:endParaRPr kumimoji="0" lang="en-US" altLang="zh-CN" sz="6000" b="1" i="0" u="none" strike="noStrike" kern="1200" cap="none" spc="0" normalizeH="0" baseline="0" noProof="0">
              <a:ln w="12700">
                <a:solidFill>
                  <a:srgbClr val="4472C4"/>
                </a:solidFill>
                <a:prstDash val="solid"/>
              </a:ln>
              <a:solidFill>
                <a:srgbClr val="4472C4">
                  <a:lumMod val="60000"/>
                  <a:lumOff val="40000"/>
                </a:srgbClr>
              </a:solidFill>
              <a:effectLst>
                <a:outerShdw dist="38100" dir="2640000" algn="bl" rotWithShape="0">
                  <a:srgbClr val="4472C4"/>
                </a:outerShdw>
              </a:effectLst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6FA0031-043B-C3F3-1566-C6704CCD000C}"/>
              </a:ext>
            </a:extLst>
          </p:cNvPr>
          <p:cNvSpPr txBox="1"/>
          <p:nvPr/>
        </p:nvSpPr>
        <p:spPr>
          <a:xfrm>
            <a:off x="7794985" y="3306832"/>
            <a:ext cx="3955058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Expert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电子实验室出品</a:t>
            </a:r>
            <a:endParaRPr kumimoji="0" lang="en-US" altLang="zh-CN" sz="2800" b="1" i="0" u="none" strike="noStrike" kern="1200" cap="none" spc="0" normalizeH="0" baseline="0" noProof="0">
              <a:ln w="12700">
                <a:solidFill>
                  <a:prstClr val="black"/>
                </a:solidFill>
                <a:prstDash val="solid"/>
              </a:ln>
              <a:solidFill>
                <a:prstClr val="black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BD26316-E9C8-F710-FC9A-9D39FBCB6A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644" y="4507146"/>
            <a:ext cx="1440431" cy="144043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FCB1B0B-9C09-68C0-92FA-ACE355ED4C8A}"/>
              </a:ext>
            </a:extLst>
          </p:cNvPr>
          <p:cNvSpPr txBox="1"/>
          <p:nvPr/>
        </p:nvSpPr>
        <p:spPr>
          <a:xfrm>
            <a:off x="633668" y="4765696"/>
            <a:ext cx="21224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电赛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AD4EEB2-FBD3-E5F7-B43E-9A805567A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554" y="4507146"/>
            <a:ext cx="1440431" cy="144043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20DC432-2B65-AC1F-1C49-F022B52F2D93}"/>
              </a:ext>
            </a:extLst>
          </p:cNvPr>
          <p:cNvSpPr txBox="1"/>
          <p:nvPr/>
        </p:nvSpPr>
        <p:spPr>
          <a:xfrm>
            <a:off x="4008128" y="4765696"/>
            <a:ext cx="26576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蓝桥杯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292EC17-03C7-6AE3-28CD-8A7094AEA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389" y="4507146"/>
            <a:ext cx="1440431" cy="144043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6FDBADE-4187-66E3-2099-167691F9CC41}"/>
              </a:ext>
            </a:extLst>
          </p:cNvPr>
          <p:cNvSpPr txBox="1"/>
          <p:nvPr/>
        </p:nvSpPr>
        <p:spPr>
          <a:xfrm>
            <a:off x="7972424" y="4765696"/>
            <a:ext cx="2496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>
                <a:ln w="12700">
                  <a:solidFill>
                    <a:srgbClr val="4472C4"/>
                  </a:solidFill>
                  <a:prstDash val="solid"/>
                </a:ln>
                <a:solidFill>
                  <a:srgbClr val="4472C4">
                    <a:lumMod val="60000"/>
                    <a:lumOff val="40000"/>
                  </a:srgbClr>
                </a:solidFill>
                <a:effectLst>
                  <a:outerShdw dist="38100" dir="2640000" algn="bl" rotWithShape="0">
                    <a:srgbClr val="4472C4"/>
                  </a:outerShdw>
                </a:effectLst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嵌入式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AD92C8-F014-65C6-CD17-A8C7685245B4}"/>
              </a:ext>
            </a:extLst>
          </p:cNvPr>
          <p:cNvSpPr txBox="1"/>
          <p:nvPr/>
        </p:nvSpPr>
        <p:spPr>
          <a:xfrm>
            <a:off x="4346487" y="3122167"/>
            <a:ext cx="3495994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1" i="0" u="none" strike="noStrike" kern="1200" cap="none" spc="0" normalizeH="0" baseline="0" noProof="0">
                <a:ln w="12700">
                  <a:solidFill>
                    <a:prstClr val="black"/>
                  </a:solidFill>
                  <a:prstDash val="solid"/>
                </a:ln>
                <a:solidFill>
                  <a:srgbClr val="FF0000"/>
                </a:solidFill>
                <a:effectLst/>
                <a:uLnTx/>
                <a:uFillTx/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rPr>
              <a:t>大师篇</a:t>
            </a:r>
            <a:endParaRPr kumimoji="0" lang="en-US" altLang="zh-CN" sz="8000" b="1" i="0" u="none" strike="noStrike" kern="1200" cap="none" spc="0" normalizeH="0" baseline="0" noProof="0">
              <a:ln w="12700">
                <a:solidFill>
                  <a:prstClr val="black"/>
                </a:solidFill>
                <a:prstDash val="solid"/>
              </a:ln>
              <a:solidFill>
                <a:srgbClr val="FF0000"/>
              </a:solidFill>
              <a:effectLst/>
              <a:uLnTx/>
              <a:uFillTx/>
              <a:latin typeface="思源黑体 CN Medium" panose="020B0600000000000000" pitchFamily="34" charset="-122"/>
              <a:ea typeface="思源黑体 CN Medium" panose="020B06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184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930E811-2067-D578-7A25-ED35BCC38E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987" y="2130817"/>
            <a:ext cx="2596364" cy="25963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B9A69F7-FB84-C33B-D2AF-A298B0A3BFB5}"/>
              </a:ext>
            </a:extLst>
          </p:cNvPr>
          <p:cNvSpPr txBox="1"/>
          <p:nvPr/>
        </p:nvSpPr>
        <p:spPr>
          <a:xfrm>
            <a:off x="4709220" y="2130817"/>
            <a:ext cx="6325457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第六课</a:t>
            </a:r>
            <a:endParaRPr lang="en-US" altLang="zh-CN" sz="4000" b="1">
              <a:ln w="1270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r>
              <a:rPr lang="en-US" altLang="zh-CN" sz="6600" b="1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stm32</a:t>
            </a:r>
            <a:r>
              <a:rPr lang="zh-CN" altLang="en-US" sz="6600" b="1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电赛开发板原理图设计</a:t>
            </a:r>
            <a:endParaRPr lang="en-US" altLang="zh-CN" sz="6600" b="1">
              <a:ln w="1270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61985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1F08B2F-42A5-F42F-59DC-0386A65B1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713" y="1262378"/>
            <a:ext cx="4112568" cy="433324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EB63C3F-798A-0A86-EBB2-506967BC8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038" y="2313522"/>
            <a:ext cx="3686306" cy="22309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4F6647A1-7D9F-83CB-0CA0-6CC0B62AFF6F}"/>
                  </a:ext>
                </a:extLst>
              </p14:cNvPr>
              <p14:cNvContentPartPr/>
              <p14:nvPr/>
            </p14:nvContentPartPr>
            <p14:xfrm>
              <a:off x="168480" y="1664280"/>
              <a:ext cx="11653200" cy="380088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4F6647A1-7D9F-83CB-0CA0-6CC0B62AFF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9120" y="1654920"/>
                <a:ext cx="11671920" cy="381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7464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F2AEE56-FC81-CFA2-C082-D24BFDAE0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877" y="5410773"/>
            <a:ext cx="5054246" cy="5589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F8143AF-5B0F-9925-7FAD-580363A5B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10" y="1639732"/>
            <a:ext cx="5418290" cy="32921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1FE478E-1996-CD71-4B9A-FEEB0514E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6839" y="888287"/>
            <a:ext cx="4112568" cy="43332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3216CCCA-A989-9B66-2BDA-3DE04949AC66}"/>
                  </a:ext>
                </a:extLst>
              </p14:cNvPr>
              <p14:cNvContentPartPr/>
              <p14:nvPr/>
            </p14:nvContentPartPr>
            <p14:xfrm>
              <a:off x="1838160" y="3142800"/>
              <a:ext cx="4607280" cy="280692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3216CCCA-A989-9B66-2BDA-3DE04949AC6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28800" y="3133440"/>
                <a:ext cx="4626000" cy="282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7854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AB92221-9C9A-EA80-D0C5-74C9F9AC8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042" y="2210786"/>
            <a:ext cx="4267570" cy="272819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A3C8948-181E-F1C6-8A40-7309F76A1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528" y="1408262"/>
            <a:ext cx="4112568" cy="433324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E274B02-588B-CBF7-DCFD-A770102B6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4096" y="2708026"/>
            <a:ext cx="3686306" cy="22309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EEC7464D-21CF-3311-80A0-3EA65D11716D}"/>
                  </a:ext>
                </a:extLst>
              </p14:cNvPr>
              <p14:cNvContentPartPr/>
              <p14:nvPr/>
            </p14:nvContentPartPr>
            <p14:xfrm>
              <a:off x="0" y="270360"/>
              <a:ext cx="11817000" cy="494604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EEC7464D-21CF-3311-80A0-3EA65D11716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9360" y="261000"/>
                <a:ext cx="11835720" cy="49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D8B314AC-8EF8-92C4-3915-B44ACC58FFAF}"/>
                  </a:ext>
                </a:extLst>
              </p14:cNvPr>
              <p14:cNvContentPartPr/>
              <p14:nvPr/>
            </p14:nvContentPartPr>
            <p14:xfrm>
              <a:off x="9360" y="3163680"/>
              <a:ext cx="11957760" cy="206712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D8B314AC-8EF8-92C4-3915-B44ACC58FFA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0" y="3154320"/>
                <a:ext cx="11976480" cy="208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1803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2373</TotalTime>
  <Words>34</Words>
  <Application>Microsoft Office PowerPoint</Application>
  <PresentationFormat>宽屏</PresentationFormat>
  <Paragraphs>11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等线</vt:lpstr>
      <vt:lpstr>等线 Light</vt:lpstr>
      <vt:lpstr>思源黑体 CN Heavy</vt:lpstr>
      <vt:lpstr>思源黑体 CN Medium</vt:lpstr>
      <vt:lpstr>Arial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yc x</dc:creator>
  <cp:lastModifiedBy>yc x</cp:lastModifiedBy>
  <cp:revision>94</cp:revision>
  <dcterms:created xsi:type="dcterms:W3CDTF">2024-01-23T04:02:51Z</dcterms:created>
  <dcterms:modified xsi:type="dcterms:W3CDTF">2025-02-01T17:48:57Z</dcterms:modified>
</cp:coreProperties>
</file>